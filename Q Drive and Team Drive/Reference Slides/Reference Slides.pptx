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3.xml" ContentType="application/vnd.ms-office.chartcolorstyle+xml"/>
  <Override PartName="/ppt/charts/style3.xml" ContentType="application/vnd.ms-office.chart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6" r:id="rId1"/>
    <p:sldMasterId id="2147483660" r:id="rId2"/>
    <p:sldMasterId id="2147483669" r:id="rId3"/>
    <p:sldMasterId id="2147483675" r:id="rId4"/>
  </p:sldMasterIdLst>
  <p:notesMasterIdLst>
    <p:notesMasterId r:id="rId14"/>
  </p:notesMasterIdLst>
  <p:sldIdLst>
    <p:sldId id="377" r:id="rId5"/>
    <p:sldId id="397" r:id="rId6"/>
    <p:sldId id="393" r:id="rId7"/>
    <p:sldId id="386" r:id="rId8"/>
    <p:sldId id="401" r:id="rId9"/>
    <p:sldId id="402" r:id="rId10"/>
    <p:sldId id="403" r:id="rId11"/>
    <p:sldId id="404" r:id="rId12"/>
    <p:sldId id="405" r:id="rId13"/>
  </p:sldIdLst>
  <p:sldSz cx="9144000" cy="6858000" type="screen4x3"/>
  <p:notesSz cx="7010400" cy="9296400"/>
  <p:defaultTextStyle>
    <a:defPPr>
      <a:defRPr lang="en-US"/>
    </a:defPPr>
    <a:lvl1pPr marL="0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80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8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39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517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98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75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56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5033" algn="l" defTabSz="91375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398A"/>
    <a:srgbClr val="203353"/>
    <a:srgbClr val="968880"/>
    <a:srgbClr val="968A7E"/>
    <a:srgbClr val="EFEB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634" autoAdjust="0"/>
    <p:restoredTop sz="94672" autoAdjust="0"/>
  </p:normalViewPr>
  <p:slideViewPr>
    <p:cSldViewPr showGuides="1">
      <p:cViewPr>
        <p:scale>
          <a:sx n="150" d="100"/>
          <a:sy n="150" d="100"/>
        </p:scale>
        <p:origin x="54" y="5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3.xml"/><Relationship Id="rId2" Type="http://schemas.microsoft.com/office/2011/relationships/chartColorStyle" Target="colors3.xml"/><Relationship Id="rId1" Type="http://schemas.openxmlformats.org/officeDocument/2006/relationships/oleObject" Target="file:///\\ccmnydc1\cello-share-nas$\TMP\James\Breakeven%20TIP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\\ccmnydc1\cello-share-nas$\TMP\James\5%20Yr%20tip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\\ccmnydc1\users$\sharad.chaudhary\My%20Documents\Cello%20Research\Household%20Formation\Household%20Formation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Book2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Book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Sheet1!$B$6</c:f>
              <c:strCache>
                <c:ptCount val="1"/>
                <c:pt idx="0">
                  <c:v>TIPS 10-Yr Breakeven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Sheet1!$A$7:$A$2685</c:f>
              <c:numCache>
                <c:formatCode>m/d/yyyy</c:formatCode>
                <c:ptCount val="2679"/>
                <c:pt idx="0">
                  <c:v>42110</c:v>
                </c:pt>
                <c:pt idx="1">
                  <c:v>42109</c:v>
                </c:pt>
                <c:pt idx="2">
                  <c:v>42108</c:v>
                </c:pt>
                <c:pt idx="3">
                  <c:v>42107</c:v>
                </c:pt>
                <c:pt idx="4">
                  <c:v>42104</c:v>
                </c:pt>
                <c:pt idx="5">
                  <c:v>42103</c:v>
                </c:pt>
                <c:pt idx="6">
                  <c:v>42102</c:v>
                </c:pt>
                <c:pt idx="7">
                  <c:v>42101</c:v>
                </c:pt>
                <c:pt idx="8">
                  <c:v>42100</c:v>
                </c:pt>
                <c:pt idx="9">
                  <c:v>42097</c:v>
                </c:pt>
                <c:pt idx="10">
                  <c:v>42096</c:v>
                </c:pt>
                <c:pt idx="11">
                  <c:v>42095</c:v>
                </c:pt>
                <c:pt idx="12">
                  <c:v>42094</c:v>
                </c:pt>
                <c:pt idx="13">
                  <c:v>42093</c:v>
                </c:pt>
                <c:pt idx="14">
                  <c:v>42090</c:v>
                </c:pt>
                <c:pt idx="15">
                  <c:v>42089</c:v>
                </c:pt>
                <c:pt idx="16">
                  <c:v>42088</c:v>
                </c:pt>
                <c:pt idx="17">
                  <c:v>42087</c:v>
                </c:pt>
                <c:pt idx="18">
                  <c:v>42086</c:v>
                </c:pt>
                <c:pt idx="19">
                  <c:v>42083</c:v>
                </c:pt>
                <c:pt idx="20">
                  <c:v>42082</c:v>
                </c:pt>
                <c:pt idx="21">
                  <c:v>42081</c:v>
                </c:pt>
                <c:pt idx="22">
                  <c:v>42080</c:v>
                </c:pt>
                <c:pt idx="23">
                  <c:v>42079</c:v>
                </c:pt>
                <c:pt idx="24">
                  <c:v>42076</c:v>
                </c:pt>
                <c:pt idx="25">
                  <c:v>42075</c:v>
                </c:pt>
                <c:pt idx="26">
                  <c:v>42074</c:v>
                </c:pt>
                <c:pt idx="27">
                  <c:v>42073</c:v>
                </c:pt>
                <c:pt idx="28">
                  <c:v>42072</c:v>
                </c:pt>
                <c:pt idx="29">
                  <c:v>42069</c:v>
                </c:pt>
                <c:pt idx="30">
                  <c:v>42068</c:v>
                </c:pt>
                <c:pt idx="31">
                  <c:v>42067</c:v>
                </c:pt>
                <c:pt idx="32">
                  <c:v>42066</c:v>
                </c:pt>
                <c:pt idx="33">
                  <c:v>42065</c:v>
                </c:pt>
                <c:pt idx="34">
                  <c:v>42062</c:v>
                </c:pt>
                <c:pt idx="35">
                  <c:v>42061</c:v>
                </c:pt>
                <c:pt idx="36">
                  <c:v>42060</c:v>
                </c:pt>
                <c:pt idx="37">
                  <c:v>42059</c:v>
                </c:pt>
                <c:pt idx="38">
                  <c:v>42058</c:v>
                </c:pt>
                <c:pt idx="39">
                  <c:v>42055</c:v>
                </c:pt>
                <c:pt idx="40">
                  <c:v>42054</c:v>
                </c:pt>
                <c:pt idx="41">
                  <c:v>42053</c:v>
                </c:pt>
                <c:pt idx="42">
                  <c:v>42052</c:v>
                </c:pt>
                <c:pt idx="43">
                  <c:v>42051</c:v>
                </c:pt>
                <c:pt idx="44">
                  <c:v>42048</c:v>
                </c:pt>
                <c:pt idx="45">
                  <c:v>42047</c:v>
                </c:pt>
                <c:pt idx="46">
                  <c:v>42046</c:v>
                </c:pt>
                <c:pt idx="47">
                  <c:v>42045</c:v>
                </c:pt>
                <c:pt idx="48">
                  <c:v>42044</c:v>
                </c:pt>
                <c:pt idx="49">
                  <c:v>42041</c:v>
                </c:pt>
                <c:pt idx="50">
                  <c:v>42040</c:v>
                </c:pt>
                <c:pt idx="51">
                  <c:v>42039</c:v>
                </c:pt>
                <c:pt idx="52">
                  <c:v>42038</c:v>
                </c:pt>
                <c:pt idx="53">
                  <c:v>42037</c:v>
                </c:pt>
                <c:pt idx="54">
                  <c:v>42034</c:v>
                </c:pt>
                <c:pt idx="55">
                  <c:v>42033</c:v>
                </c:pt>
                <c:pt idx="56">
                  <c:v>42032</c:v>
                </c:pt>
                <c:pt idx="57">
                  <c:v>42031</c:v>
                </c:pt>
                <c:pt idx="58">
                  <c:v>42030</c:v>
                </c:pt>
                <c:pt idx="59">
                  <c:v>42027</c:v>
                </c:pt>
                <c:pt idx="60">
                  <c:v>42026</c:v>
                </c:pt>
                <c:pt idx="61">
                  <c:v>42025</c:v>
                </c:pt>
                <c:pt idx="62">
                  <c:v>42024</c:v>
                </c:pt>
                <c:pt idx="63">
                  <c:v>42023</c:v>
                </c:pt>
                <c:pt idx="64">
                  <c:v>42020</c:v>
                </c:pt>
                <c:pt idx="65">
                  <c:v>42019</c:v>
                </c:pt>
                <c:pt idx="66">
                  <c:v>42018</c:v>
                </c:pt>
                <c:pt idx="67">
                  <c:v>42017</c:v>
                </c:pt>
                <c:pt idx="68">
                  <c:v>42016</c:v>
                </c:pt>
                <c:pt idx="69">
                  <c:v>42013</c:v>
                </c:pt>
                <c:pt idx="70">
                  <c:v>42012</c:v>
                </c:pt>
                <c:pt idx="71">
                  <c:v>42011</c:v>
                </c:pt>
                <c:pt idx="72">
                  <c:v>42010</c:v>
                </c:pt>
                <c:pt idx="73">
                  <c:v>42009</c:v>
                </c:pt>
                <c:pt idx="74">
                  <c:v>42006</c:v>
                </c:pt>
                <c:pt idx="75">
                  <c:v>42005</c:v>
                </c:pt>
                <c:pt idx="76">
                  <c:v>42004</c:v>
                </c:pt>
                <c:pt idx="77">
                  <c:v>42003</c:v>
                </c:pt>
                <c:pt idx="78">
                  <c:v>42002</c:v>
                </c:pt>
                <c:pt idx="79">
                  <c:v>41999</c:v>
                </c:pt>
                <c:pt idx="80">
                  <c:v>41998</c:v>
                </c:pt>
                <c:pt idx="81">
                  <c:v>41997</c:v>
                </c:pt>
                <c:pt idx="82">
                  <c:v>41996</c:v>
                </c:pt>
                <c:pt idx="83">
                  <c:v>41995</c:v>
                </c:pt>
                <c:pt idx="84">
                  <c:v>41992</c:v>
                </c:pt>
                <c:pt idx="85">
                  <c:v>41991</c:v>
                </c:pt>
                <c:pt idx="86">
                  <c:v>41990</c:v>
                </c:pt>
                <c:pt idx="87">
                  <c:v>41989</c:v>
                </c:pt>
                <c:pt idx="88">
                  <c:v>41988</c:v>
                </c:pt>
                <c:pt idx="89">
                  <c:v>41985</c:v>
                </c:pt>
                <c:pt idx="90">
                  <c:v>41984</c:v>
                </c:pt>
                <c:pt idx="91">
                  <c:v>41983</c:v>
                </c:pt>
                <c:pt idx="92">
                  <c:v>41982</c:v>
                </c:pt>
                <c:pt idx="93">
                  <c:v>41981</c:v>
                </c:pt>
                <c:pt idx="94">
                  <c:v>41978</c:v>
                </c:pt>
                <c:pt idx="95">
                  <c:v>41977</c:v>
                </c:pt>
                <c:pt idx="96">
                  <c:v>41976</c:v>
                </c:pt>
                <c:pt idx="97">
                  <c:v>41975</c:v>
                </c:pt>
                <c:pt idx="98">
                  <c:v>41974</c:v>
                </c:pt>
                <c:pt idx="99">
                  <c:v>41971</c:v>
                </c:pt>
                <c:pt idx="100">
                  <c:v>41970</c:v>
                </c:pt>
                <c:pt idx="101">
                  <c:v>41969</c:v>
                </c:pt>
                <c:pt idx="102">
                  <c:v>41968</c:v>
                </c:pt>
                <c:pt idx="103">
                  <c:v>41967</c:v>
                </c:pt>
                <c:pt idx="104">
                  <c:v>41964</c:v>
                </c:pt>
                <c:pt idx="105">
                  <c:v>41963</c:v>
                </c:pt>
                <c:pt idx="106">
                  <c:v>41962</c:v>
                </c:pt>
                <c:pt idx="107">
                  <c:v>41961</c:v>
                </c:pt>
                <c:pt idx="108">
                  <c:v>41960</c:v>
                </c:pt>
                <c:pt idx="109">
                  <c:v>41957</c:v>
                </c:pt>
                <c:pt idx="110">
                  <c:v>41956</c:v>
                </c:pt>
                <c:pt idx="111">
                  <c:v>41955</c:v>
                </c:pt>
                <c:pt idx="112">
                  <c:v>41954</c:v>
                </c:pt>
                <c:pt idx="113">
                  <c:v>41953</c:v>
                </c:pt>
                <c:pt idx="114">
                  <c:v>41950</c:v>
                </c:pt>
                <c:pt idx="115">
                  <c:v>41949</c:v>
                </c:pt>
                <c:pt idx="116">
                  <c:v>41948</c:v>
                </c:pt>
                <c:pt idx="117">
                  <c:v>41947</c:v>
                </c:pt>
                <c:pt idx="118">
                  <c:v>41946</c:v>
                </c:pt>
                <c:pt idx="119">
                  <c:v>41943</c:v>
                </c:pt>
                <c:pt idx="120">
                  <c:v>41942</c:v>
                </c:pt>
                <c:pt idx="121">
                  <c:v>41941</c:v>
                </c:pt>
                <c:pt idx="122">
                  <c:v>41940</c:v>
                </c:pt>
                <c:pt idx="123">
                  <c:v>41939</c:v>
                </c:pt>
                <c:pt idx="124">
                  <c:v>41936</c:v>
                </c:pt>
                <c:pt idx="125">
                  <c:v>41935</c:v>
                </c:pt>
                <c:pt idx="126">
                  <c:v>41934</c:v>
                </c:pt>
                <c:pt idx="127">
                  <c:v>41933</c:v>
                </c:pt>
                <c:pt idx="128">
                  <c:v>41932</c:v>
                </c:pt>
                <c:pt idx="129">
                  <c:v>41929</c:v>
                </c:pt>
                <c:pt idx="130">
                  <c:v>41928</c:v>
                </c:pt>
                <c:pt idx="131">
                  <c:v>41927</c:v>
                </c:pt>
                <c:pt idx="132">
                  <c:v>41926</c:v>
                </c:pt>
                <c:pt idx="133">
                  <c:v>41925</c:v>
                </c:pt>
                <c:pt idx="134">
                  <c:v>41922</c:v>
                </c:pt>
                <c:pt idx="135">
                  <c:v>41921</c:v>
                </c:pt>
                <c:pt idx="136">
                  <c:v>41920</c:v>
                </c:pt>
                <c:pt idx="137">
                  <c:v>41919</c:v>
                </c:pt>
                <c:pt idx="138">
                  <c:v>41918</c:v>
                </c:pt>
                <c:pt idx="139">
                  <c:v>41915</c:v>
                </c:pt>
                <c:pt idx="140">
                  <c:v>41914</c:v>
                </c:pt>
                <c:pt idx="141">
                  <c:v>41913</c:v>
                </c:pt>
                <c:pt idx="142">
                  <c:v>41912</c:v>
                </c:pt>
                <c:pt idx="143">
                  <c:v>41911</c:v>
                </c:pt>
                <c:pt idx="144">
                  <c:v>41908</c:v>
                </c:pt>
                <c:pt idx="145">
                  <c:v>41907</c:v>
                </c:pt>
                <c:pt idx="146">
                  <c:v>41906</c:v>
                </c:pt>
                <c:pt idx="147">
                  <c:v>41905</c:v>
                </c:pt>
                <c:pt idx="148">
                  <c:v>41904</c:v>
                </c:pt>
                <c:pt idx="149">
                  <c:v>41901</c:v>
                </c:pt>
                <c:pt idx="150">
                  <c:v>41900</c:v>
                </c:pt>
                <c:pt idx="151">
                  <c:v>41899</c:v>
                </c:pt>
                <c:pt idx="152">
                  <c:v>41898</c:v>
                </c:pt>
                <c:pt idx="153">
                  <c:v>41897</c:v>
                </c:pt>
                <c:pt idx="154">
                  <c:v>41894</c:v>
                </c:pt>
                <c:pt idx="155">
                  <c:v>41893</c:v>
                </c:pt>
                <c:pt idx="156">
                  <c:v>41892</c:v>
                </c:pt>
                <c:pt idx="157">
                  <c:v>41891</c:v>
                </c:pt>
                <c:pt idx="158">
                  <c:v>41890</c:v>
                </c:pt>
                <c:pt idx="159">
                  <c:v>41887</c:v>
                </c:pt>
                <c:pt idx="160">
                  <c:v>41886</c:v>
                </c:pt>
                <c:pt idx="161">
                  <c:v>41885</c:v>
                </c:pt>
                <c:pt idx="162">
                  <c:v>41884</c:v>
                </c:pt>
                <c:pt idx="163">
                  <c:v>41883</c:v>
                </c:pt>
                <c:pt idx="164">
                  <c:v>41880</c:v>
                </c:pt>
                <c:pt idx="165">
                  <c:v>41879</c:v>
                </c:pt>
                <c:pt idx="166">
                  <c:v>41878</c:v>
                </c:pt>
                <c:pt idx="167">
                  <c:v>41877</c:v>
                </c:pt>
                <c:pt idx="168">
                  <c:v>41876</c:v>
                </c:pt>
                <c:pt idx="169">
                  <c:v>41873</c:v>
                </c:pt>
                <c:pt idx="170">
                  <c:v>41872</c:v>
                </c:pt>
                <c:pt idx="171">
                  <c:v>41871</c:v>
                </c:pt>
                <c:pt idx="172">
                  <c:v>41870</c:v>
                </c:pt>
                <c:pt idx="173">
                  <c:v>41869</c:v>
                </c:pt>
                <c:pt idx="174">
                  <c:v>41866</c:v>
                </c:pt>
                <c:pt idx="175">
                  <c:v>41865</c:v>
                </c:pt>
                <c:pt idx="176">
                  <c:v>41864</c:v>
                </c:pt>
                <c:pt idx="177">
                  <c:v>41863</c:v>
                </c:pt>
                <c:pt idx="178">
                  <c:v>41862</c:v>
                </c:pt>
                <c:pt idx="179">
                  <c:v>41859</c:v>
                </c:pt>
                <c:pt idx="180">
                  <c:v>41858</c:v>
                </c:pt>
                <c:pt idx="181">
                  <c:v>41857</c:v>
                </c:pt>
                <c:pt idx="182">
                  <c:v>41856</c:v>
                </c:pt>
                <c:pt idx="183">
                  <c:v>41855</c:v>
                </c:pt>
                <c:pt idx="184">
                  <c:v>41852</c:v>
                </c:pt>
                <c:pt idx="185">
                  <c:v>41851</c:v>
                </c:pt>
                <c:pt idx="186">
                  <c:v>41850</c:v>
                </c:pt>
                <c:pt idx="187">
                  <c:v>41849</c:v>
                </c:pt>
                <c:pt idx="188">
                  <c:v>41848</c:v>
                </c:pt>
                <c:pt idx="189">
                  <c:v>41845</c:v>
                </c:pt>
                <c:pt idx="190">
                  <c:v>41844</c:v>
                </c:pt>
                <c:pt idx="191">
                  <c:v>41843</c:v>
                </c:pt>
                <c:pt idx="192">
                  <c:v>41842</c:v>
                </c:pt>
                <c:pt idx="193">
                  <c:v>41841</c:v>
                </c:pt>
                <c:pt idx="194">
                  <c:v>41838</c:v>
                </c:pt>
                <c:pt idx="195">
                  <c:v>41837</c:v>
                </c:pt>
                <c:pt idx="196">
                  <c:v>41836</c:v>
                </c:pt>
                <c:pt idx="197">
                  <c:v>41835</c:v>
                </c:pt>
                <c:pt idx="198">
                  <c:v>41834</c:v>
                </c:pt>
                <c:pt idx="199">
                  <c:v>41831</c:v>
                </c:pt>
                <c:pt idx="200">
                  <c:v>41830</c:v>
                </c:pt>
                <c:pt idx="201">
                  <c:v>41829</c:v>
                </c:pt>
                <c:pt idx="202">
                  <c:v>41828</c:v>
                </c:pt>
                <c:pt idx="203">
                  <c:v>41827</c:v>
                </c:pt>
                <c:pt idx="204">
                  <c:v>41824</c:v>
                </c:pt>
                <c:pt idx="205">
                  <c:v>41823</c:v>
                </c:pt>
                <c:pt idx="206">
                  <c:v>41822</c:v>
                </c:pt>
                <c:pt idx="207">
                  <c:v>41821</c:v>
                </c:pt>
                <c:pt idx="208">
                  <c:v>41820</c:v>
                </c:pt>
                <c:pt idx="209">
                  <c:v>41817</c:v>
                </c:pt>
                <c:pt idx="210">
                  <c:v>41816</c:v>
                </c:pt>
                <c:pt idx="211">
                  <c:v>41815</c:v>
                </c:pt>
                <c:pt idx="212">
                  <c:v>41814</c:v>
                </c:pt>
                <c:pt idx="213">
                  <c:v>41813</c:v>
                </c:pt>
                <c:pt idx="214">
                  <c:v>41810</c:v>
                </c:pt>
                <c:pt idx="215">
                  <c:v>41809</c:v>
                </c:pt>
                <c:pt idx="216">
                  <c:v>41808</c:v>
                </c:pt>
                <c:pt idx="217">
                  <c:v>41807</c:v>
                </c:pt>
                <c:pt idx="218">
                  <c:v>41806</c:v>
                </c:pt>
                <c:pt idx="219">
                  <c:v>41803</c:v>
                </c:pt>
                <c:pt idx="220">
                  <c:v>41802</c:v>
                </c:pt>
                <c:pt idx="221">
                  <c:v>41801</c:v>
                </c:pt>
                <c:pt idx="222">
                  <c:v>41800</c:v>
                </c:pt>
                <c:pt idx="223">
                  <c:v>41799</c:v>
                </c:pt>
                <c:pt idx="224">
                  <c:v>41796</c:v>
                </c:pt>
                <c:pt idx="225">
                  <c:v>41795</c:v>
                </c:pt>
                <c:pt idx="226">
                  <c:v>41794</c:v>
                </c:pt>
                <c:pt idx="227">
                  <c:v>41793</c:v>
                </c:pt>
                <c:pt idx="228">
                  <c:v>41792</c:v>
                </c:pt>
                <c:pt idx="229">
                  <c:v>41789</c:v>
                </c:pt>
                <c:pt idx="230">
                  <c:v>41788</c:v>
                </c:pt>
                <c:pt idx="231">
                  <c:v>41787</c:v>
                </c:pt>
                <c:pt idx="232">
                  <c:v>41786</c:v>
                </c:pt>
                <c:pt idx="233">
                  <c:v>41785</c:v>
                </c:pt>
                <c:pt idx="234">
                  <c:v>41782</c:v>
                </c:pt>
                <c:pt idx="235">
                  <c:v>41781</c:v>
                </c:pt>
                <c:pt idx="236">
                  <c:v>41780</c:v>
                </c:pt>
                <c:pt idx="237">
                  <c:v>41779</c:v>
                </c:pt>
                <c:pt idx="238">
                  <c:v>41778</c:v>
                </c:pt>
                <c:pt idx="239">
                  <c:v>41775</c:v>
                </c:pt>
                <c:pt idx="240">
                  <c:v>41774</c:v>
                </c:pt>
                <c:pt idx="241">
                  <c:v>41773</c:v>
                </c:pt>
                <c:pt idx="242">
                  <c:v>41772</c:v>
                </c:pt>
                <c:pt idx="243">
                  <c:v>41771</c:v>
                </c:pt>
                <c:pt idx="244">
                  <c:v>41768</c:v>
                </c:pt>
                <c:pt idx="245">
                  <c:v>41767</c:v>
                </c:pt>
                <c:pt idx="246">
                  <c:v>41766</c:v>
                </c:pt>
                <c:pt idx="247">
                  <c:v>41765</c:v>
                </c:pt>
                <c:pt idx="248">
                  <c:v>41764</c:v>
                </c:pt>
                <c:pt idx="249">
                  <c:v>41761</c:v>
                </c:pt>
                <c:pt idx="250">
                  <c:v>41760</c:v>
                </c:pt>
                <c:pt idx="251">
                  <c:v>41759</c:v>
                </c:pt>
                <c:pt idx="252">
                  <c:v>41758</c:v>
                </c:pt>
                <c:pt idx="253">
                  <c:v>41757</c:v>
                </c:pt>
                <c:pt idx="254">
                  <c:v>41754</c:v>
                </c:pt>
                <c:pt idx="255">
                  <c:v>41753</c:v>
                </c:pt>
                <c:pt idx="256">
                  <c:v>41752</c:v>
                </c:pt>
                <c:pt idx="257">
                  <c:v>41751</c:v>
                </c:pt>
                <c:pt idx="258">
                  <c:v>41750</c:v>
                </c:pt>
                <c:pt idx="259">
                  <c:v>41747</c:v>
                </c:pt>
                <c:pt idx="260">
                  <c:v>41746</c:v>
                </c:pt>
                <c:pt idx="261">
                  <c:v>41745</c:v>
                </c:pt>
                <c:pt idx="262">
                  <c:v>41744</c:v>
                </c:pt>
                <c:pt idx="263">
                  <c:v>41743</c:v>
                </c:pt>
                <c:pt idx="264">
                  <c:v>41740</c:v>
                </c:pt>
                <c:pt idx="265">
                  <c:v>41739</c:v>
                </c:pt>
                <c:pt idx="266">
                  <c:v>41738</c:v>
                </c:pt>
                <c:pt idx="267">
                  <c:v>41737</c:v>
                </c:pt>
                <c:pt idx="268">
                  <c:v>41736</c:v>
                </c:pt>
                <c:pt idx="269">
                  <c:v>41733</c:v>
                </c:pt>
                <c:pt idx="270">
                  <c:v>41732</c:v>
                </c:pt>
                <c:pt idx="271">
                  <c:v>41731</c:v>
                </c:pt>
                <c:pt idx="272">
                  <c:v>41730</c:v>
                </c:pt>
                <c:pt idx="273">
                  <c:v>41729</c:v>
                </c:pt>
                <c:pt idx="274">
                  <c:v>41726</c:v>
                </c:pt>
                <c:pt idx="275">
                  <c:v>41725</c:v>
                </c:pt>
                <c:pt idx="276">
                  <c:v>41724</c:v>
                </c:pt>
                <c:pt idx="277">
                  <c:v>41723</c:v>
                </c:pt>
                <c:pt idx="278">
                  <c:v>41722</c:v>
                </c:pt>
                <c:pt idx="279">
                  <c:v>41719</c:v>
                </c:pt>
                <c:pt idx="280">
                  <c:v>41718</c:v>
                </c:pt>
                <c:pt idx="281">
                  <c:v>41717</c:v>
                </c:pt>
                <c:pt idx="282">
                  <c:v>41716</c:v>
                </c:pt>
                <c:pt idx="283">
                  <c:v>41715</c:v>
                </c:pt>
                <c:pt idx="284">
                  <c:v>41712</c:v>
                </c:pt>
                <c:pt idx="285">
                  <c:v>41711</c:v>
                </c:pt>
                <c:pt idx="286">
                  <c:v>41710</c:v>
                </c:pt>
                <c:pt idx="287">
                  <c:v>41709</c:v>
                </c:pt>
                <c:pt idx="288">
                  <c:v>41708</c:v>
                </c:pt>
                <c:pt idx="289">
                  <c:v>41705</c:v>
                </c:pt>
                <c:pt idx="290">
                  <c:v>41704</c:v>
                </c:pt>
                <c:pt idx="291">
                  <c:v>41703</c:v>
                </c:pt>
                <c:pt idx="292">
                  <c:v>41702</c:v>
                </c:pt>
                <c:pt idx="293">
                  <c:v>41701</c:v>
                </c:pt>
                <c:pt idx="294">
                  <c:v>41698</c:v>
                </c:pt>
                <c:pt idx="295">
                  <c:v>41697</c:v>
                </c:pt>
                <c:pt idx="296">
                  <c:v>41696</c:v>
                </c:pt>
                <c:pt idx="297">
                  <c:v>41695</c:v>
                </c:pt>
                <c:pt idx="298">
                  <c:v>41694</c:v>
                </c:pt>
                <c:pt idx="299">
                  <c:v>41691</c:v>
                </c:pt>
                <c:pt idx="300">
                  <c:v>41690</c:v>
                </c:pt>
                <c:pt idx="301">
                  <c:v>41689</c:v>
                </c:pt>
                <c:pt idx="302">
                  <c:v>41688</c:v>
                </c:pt>
                <c:pt idx="303">
                  <c:v>41687</c:v>
                </c:pt>
                <c:pt idx="304">
                  <c:v>41684</c:v>
                </c:pt>
                <c:pt idx="305">
                  <c:v>41683</c:v>
                </c:pt>
                <c:pt idx="306">
                  <c:v>41682</c:v>
                </c:pt>
                <c:pt idx="307">
                  <c:v>41681</c:v>
                </c:pt>
                <c:pt idx="308">
                  <c:v>41680</c:v>
                </c:pt>
                <c:pt idx="309">
                  <c:v>41677</c:v>
                </c:pt>
                <c:pt idx="310">
                  <c:v>41676</c:v>
                </c:pt>
                <c:pt idx="311">
                  <c:v>41675</c:v>
                </c:pt>
                <c:pt idx="312">
                  <c:v>41674</c:v>
                </c:pt>
                <c:pt idx="313">
                  <c:v>41673</c:v>
                </c:pt>
                <c:pt idx="314">
                  <c:v>41670</c:v>
                </c:pt>
                <c:pt idx="315">
                  <c:v>41669</c:v>
                </c:pt>
                <c:pt idx="316">
                  <c:v>41668</c:v>
                </c:pt>
                <c:pt idx="317">
                  <c:v>41667</c:v>
                </c:pt>
                <c:pt idx="318">
                  <c:v>41666</c:v>
                </c:pt>
                <c:pt idx="319">
                  <c:v>41663</c:v>
                </c:pt>
                <c:pt idx="320">
                  <c:v>41662</c:v>
                </c:pt>
                <c:pt idx="321">
                  <c:v>41661</c:v>
                </c:pt>
                <c:pt idx="322">
                  <c:v>41660</c:v>
                </c:pt>
                <c:pt idx="323">
                  <c:v>41659</c:v>
                </c:pt>
                <c:pt idx="324">
                  <c:v>41656</c:v>
                </c:pt>
                <c:pt idx="325">
                  <c:v>41655</c:v>
                </c:pt>
                <c:pt idx="326">
                  <c:v>41654</c:v>
                </c:pt>
                <c:pt idx="327">
                  <c:v>41653</c:v>
                </c:pt>
                <c:pt idx="328">
                  <c:v>41652</c:v>
                </c:pt>
                <c:pt idx="329">
                  <c:v>41649</c:v>
                </c:pt>
                <c:pt idx="330">
                  <c:v>41648</c:v>
                </c:pt>
                <c:pt idx="331">
                  <c:v>41647</c:v>
                </c:pt>
                <c:pt idx="332">
                  <c:v>41646</c:v>
                </c:pt>
                <c:pt idx="333">
                  <c:v>41645</c:v>
                </c:pt>
                <c:pt idx="334">
                  <c:v>41642</c:v>
                </c:pt>
                <c:pt idx="335">
                  <c:v>41641</c:v>
                </c:pt>
                <c:pt idx="336">
                  <c:v>41640</c:v>
                </c:pt>
                <c:pt idx="337">
                  <c:v>41639</c:v>
                </c:pt>
                <c:pt idx="338">
                  <c:v>41638</c:v>
                </c:pt>
                <c:pt idx="339">
                  <c:v>41635</c:v>
                </c:pt>
                <c:pt idx="340">
                  <c:v>41634</c:v>
                </c:pt>
                <c:pt idx="341">
                  <c:v>41633</c:v>
                </c:pt>
                <c:pt idx="342">
                  <c:v>41632</c:v>
                </c:pt>
                <c:pt idx="343">
                  <c:v>41631</c:v>
                </c:pt>
                <c:pt idx="344">
                  <c:v>41628</c:v>
                </c:pt>
                <c:pt idx="345">
                  <c:v>41627</c:v>
                </c:pt>
                <c:pt idx="346">
                  <c:v>41626</c:v>
                </c:pt>
                <c:pt idx="347">
                  <c:v>41625</c:v>
                </c:pt>
                <c:pt idx="348">
                  <c:v>41624</c:v>
                </c:pt>
                <c:pt idx="349">
                  <c:v>41621</c:v>
                </c:pt>
                <c:pt idx="350">
                  <c:v>41620</c:v>
                </c:pt>
                <c:pt idx="351">
                  <c:v>41619</c:v>
                </c:pt>
                <c:pt idx="352">
                  <c:v>41618</c:v>
                </c:pt>
                <c:pt idx="353">
                  <c:v>41617</c:v>
                </c:pt>
                <c:pt idx="354">
                  <c:v>41614</c:v>
                </c:pt>
                <c:pt idx="355">
                  <c:v>41613</c:v>
                </c:pt>
                <c:pt idx="356">
                  <c:v>41612</c:v>
                </c:pt>
                <c:pt idx="357">
                  <c:v>41611</c:v>
                </c:pt>
                <c:pt idx="358">
                  <c:v>41610</c:v>
                </c:pt>
                <c:pt idx="359">
                  <c:v>41607</c:v>
                </c:pt>
                <c:pt idx="360">
                  <c:v>41606</c:v>
                </c:pt>
                <c:pt idx="361">
                  <c:v>41605</c:v>
                </c:pt>
                <c:pt idx="362">
                  <c:v>41604</c:v>
                </c:pt>
                <c:pt idx="363">
                  <c:v>41603</c:v>
                </c:pt>
                <c:pt idx="364">
                  <c:v>41600</c:v>
                </c:pt>
                <c:pt idx="365">
                  <c:v>41599</c:v>
                </c:pt>
                <c:pt idx="366">
                  <c:v>41598</c:v>
                </c:pt>
                <c:pt idx="367">
                  <c:v>41597</c:v>
                </c:pt>
                <c:pt idx="368">
                  <c:v>41596</c:v>
                </c:pt>
                <c:pt idx="369">
                  <c:v>41593</c:v>
                </c:pt>
                <c:pt idx="370">
                  <c:v>41592</c:v>
                </c:pt>
                <c:pt idx="371">
                  <c:v>41591</c:v>
                </c:pt>
                <c:pt idx="372">
                  <c:v>41590</c:v>
                </c:pt>
                <c:pt idx="373">
                  <c:v>41589</c:v>
                </c:pt>
                <c:pt idx="374">
                  <c:v>41586</c:v>
                </c:pt>
                <c:pt idx="375">
                  <c:v>41585</c:v>
                </c:pt>
                <c:pt idx="376">
                  <c:v>41584</c:v>
                </c:pt>
                <c:pt idx="377">
                  <c:v>41583</c:v>
                </c:pt>
                <c:pt idx="378">
                  <c:v>41582</c:v>
                </c:pt>
                <c:pt idx="379">
                  <c:v>41579</c:v>
                </c:pt>
                <c:pt idx="380">
                  <c:v>41578</c:v>
                </c:pt>
                <c:pt idx="381">
                  <c:v>41577</c:v>
                </c:pt>
                <c:pt idx="382">
                  <c:v>41576</c:v>
                </c:pt>
                <c:pt idx="383">
                  <c:v>41575</c:v>
                </c:pt>
                <c:pt idx="384">
                  <c:v>41572</c:v>
                </c:pt>
                <c:pt idx="385">
                  <c:v>41571</c:v>
                </c:pt>
                <c:pt idx="386">
                  <c:v>41570</c:v>
                </c:pt>
                <c:pt idx="387">
                  <c:v>41569</c:v>
                </c:pt>
                <c:pt idx="388">
                  <c:v>41568</c:v>
                </c:pt>
                <c:pt idx="389">
                  <c:v>41565</c:v>
                </c:pt>
                <c:pt idx="390">
                  <c:v>41564</c:v>
                </c:pt>
                <c:pt idx="391">
                  <c:v>41563</c:v>
                </c:pt>
                <c:pt idx="392">
                  <c:v>41562</c:v>
                </c:pt>
                <c:pt idx="393">
                  <c:v>41561</c:v>
                </c:pt>
                <c:pt idx="394">
                  <c:v>41558</c:v>
                </c:pt>
                <c:pt idx="395">
                  <c:v>41557</c:v>
                </c:pt>
                <c:pt idx="396">
                  <c:v>41556</c:v>
                </c:pt>
                <c:pt idx="397">
                  <c:v>41555</c:v>
                </c:pt>
                <c:pt idx="398">
                  <c:v>41554</c:v>
                </c:pt>
                <c:pt idx="399">
                  <c:v>41551</c:v>
                </c:pt>
                <c:pt idx="400">
                  <c:v>41550</c:v>
                </c:pt>
                <c:pt idx="401">
                  <c:v>41549</c:v>
                </c:pt>
                <c:pt idx="402">
                  <c:v>41548</c:v>
                </c:pt>
                <c:pt idx="403">
                  <c:v>41547</c:v>
                </c:pt>
                <c:pt idx="404">
                  <c:v>41544</c:v>
                </c:pt>
                <c:pt idx="405">
                  <c:v>41543</c:v>
                </c:pt>
                <c:pt idx="406">
                  <c:v>41542</c:v>
                </c:pt>
                <c:pt idx="407">
                  <c:v>41541</c:v>
                </c:pt>
                <c:pt idx="408">
                  <c:v>41540</c:v>
                </c:pt>
                <c:pt idx="409">
                  <c:v>41537</c:v>
                </c:pt>
                <c:pt idx="410">
                  <c:v>41536</c:v>
                </c:pt>
                <c:pt idx="411">
                  <c:v>41535</c:v>
                </c:pt>
                <c:pt idx="412">
                  <c:v>41534</c:v>
                </c:pt>
                <c:pt idx="413">
                  <c:v>41533</c:v>
                </c:pt>
                <c:pt idx="414">
                  <c:v>41530</c:v>
                </c:pt>
                <c:pt idx="415">
                  <c:v>41529</c:v>
                </c:pt>
                <c:pt idx="416">
                  <c:v>41528</c:v>
                </c:pt>
                <c:pt idx="417">
                  <c:v>41527</c:v>
                </c:pt>
                <c:pt idx="418">
                  <c:v>41526</c:v>
                </c:pt>
                <c:pt idx="419">
                  <c:v>41523</c:v>
                </c:pt>
                <c:pt idx="420">
                  <c:v>41522</c:v>
                </c:pt>
                <c:pt idx="421">
                  <c:v>41521</c:v>
                </c:pt>
                <c:pt idx="422">
                  <c:v>41520</c:v>
                </c:pt>
                <c:pt idx="423">
                  <c:v>41519</c:v>
                </c:pt>
                <c:pt idx="424">
                  <c:v>41516</c:v>
                </c:pt>
                <c:pt idx="425">
                  <c:v>41515</c:v>
                </c:pt>
                <c:pt idx="426">
                  <c:v>41514</c:v>
                </c:pt>
                <c:pt idx="427">
                  <c:v>41513</c:v>
                </c:pt>
                <c:pt idx="428">
                  <c:v>41512</c:v>
                </c:pt>
                <c:pt idx="429">
                  <c:v>41509</c:v>
                </c:pt>
                <c:pt idx="430">
                  <c:v>41508</c:v>
                </c:pt>
                <c:pt idx="431">
                  <c:v>41507</c:v>
                </c:pt>
                <c:pt idx="432">
                  <c:v>41506</c:v>
                </c:pt>
                <c:pt idx="433">
                  <c:v>41505</c:v>
                </c:pt>
                <c:pt idx="434">
                  <c:v>41502</c:v>
                </c:pt>
                <c:pt idx="435">
                  <c:v>41501</c:v>
                </c:pt>
                <c:pt idx="436">
                  <c:v>41500</c:v>
                </c:pt>
                <c:pt idx="437">
                  <c:v>41499</c:v>
                </c:pt>
                <c:pt idx="438">
                  <c:v>41498</c:v>
                </c:pt>
                <c:pt idx="439">
                  <c:v>41495</c:v>
                </c:pt>
                <c:pt idx="440">
                  <c:v>41494</c:v>
                </c:pt>
                <c:pt idx="441">
                  <c:v>41493</c:v>
                </c:pt>
                <c:pt idx="442">
                  <c:v>41492</c:v>
                </c:pt>
                <c:pt idx="443">
                  <c:v>41491</c:v>
                </c:pt>
                <c:pt idx="444">
                  <c:v>41488</c:v>
                </c:pt>
                <c:pt idx="445">
                  <c:v>41487</c:v>
                </c:pt>
                <c:pt idx="446">
                  <c:v>41486</c:v>
                </c:pt>
                <c:pt idx="447">
                  <c:v>41485</c:v>
                </c:pt>
                <c:pt idx="448">
                  <c:v>41484</c:v>
                </c:pt>
                <c:pt idx="449">
                  <c:v>41481</c:v>
                </c:pt>
                <c:pt idx="450">
                  <c:v>41480</c:v>
                </c:pt>
                <c:pt idx="451">
                  <c:v>41479</c:v>
                </c:pt>
                <c:pt idx="452">
                  <c:v>41478</c:v>
                </c:pt>
                <c:pt idx="453">
                  <c:v>41477</c:v>
                </c:pt>
                <c:pt idx="454">
                  <c:v>41474</c:v>
                </c:pt>
                <c:pt idx="455">
                  <c:v>41473</c:v>
                </c:pt>
                <c:pt idx="456">
                  <c:v>41472</c:v>
                </c:pt>
                <c:pt idx="457">
                  <c:v>41471</c:v>
                </c:pt>
                <c:pt idx="458">
                  <c:v>41470</c:v>
                </c:pt>
                <c:pt idx="459">
                  <c:v>41467</c:v>
                </c:pt>
                <c:pt idx="460">
                  <c:v>41466</c:v>
                </c:pt>
                <c:pt idx="461">
                  <c:v>41465</c:v>
                </c:pt>
                <c:pt idx="462">
                  <c:v>41464</c:v>
                </c:pt>
                <c:pt idx="463">
                  <c:v>41463</c:v>
                </c:pt>
                <c:pt idx="464">
                  <c:v>41460</c:v>
                </c:pt>
                <c:pt idx="465">
                  <c:v>41459</c:v>
                </c:pt>
                <c:pt idx="466">
                  <c:v>41458</c:v>
                </c:pt>
                <c:pt idx="467">
                  <c:v>41457</c:v>
                </c:pt>
                <c:pt idx="468">
                  <c:v>41456</c:v>
                </c:pt>
                <c:pt idx="469">
                  <c:v>41453</c:v>
                </c:pt>
                <c:pt idx="470">
                  <c:v>41452</c:v>
                </c:pt>
                <c:pt idx="471">
                  <c:v>41451</c:v>
                </c:pt>
                <c:pt idx="472">
                  <c:v>41450</c:v>
                </c:pt>
                <c:pt idx="473">
                  <c:v>41449</c:v>
                </c:pt>
                <c:pt idx="474">
                  <c:v>41446</c:v>
                </c:pt>
                <c:pt idx="475">
                  <c:v>41445</c:v>
                </c:pt>
                <c:pt idx="476">
                  <c:v>41444</c:v>
                </c:pt>
                <c:pt idx="477">
                  <c:v>41443</c:v>
                </c:pt>
                <c:pt idx="478">
                  <c:v>41442</c:v>
                </c:pt>
                <c:pt idx="479">
                  <c:v>41439</c:v>
                </c:pt>
                <c:pt idx="480">
                  <c:v>41438</c:v>
                </c:pt>
                <c:pt idx="481">
                  <c:v>41437</c:v>
                </c:pt>
                <c:pt idx="482">
                  <c:v>41436</c:v>
                </c:pt>
                <c:pt idx="483">
                  <c:v>41435</c:v>
                </c:pt>
                <c:pt idx="484">
                  <c:v>41432</c:v>
                </c:pt>
                <c:pt idx="485">
                  <c:v>41431</c:v>
                </c:pt>
                <c:pt idx="486">
                  <c:v>41430</c:v>
                </c:pt>
                <c:pt idx="487">
                  <c:v>41429</c:v>
                </c:pt>
                <c:pt idx="488">
                  <c:v>41428</c:v>
                </c:pt>
                <c:pt idx="489">
                  <c:v>41425</c:v>
                </c:pt>
                <c:pt idx="490">
                  <c:v>41424</c:v>
                </c:pt>
                <c:pt idx="491">
                  <c:v>41423</c:v>
                </c:pt>
                <c:pt idx="492">
                  <c:v>41422</c:v>
                </c:pt>
                <c:pt idx="493">
                  <c:v>41421</c:v>
                </c:pt>
                <c:pt idx="494">
                  <c:v>41418</c:v>
                </c:pt>
                <c:pt idx="495">
                  <c:v>41417</c:v>
                </c:pt>
                <c:pt idx="496">
                  <c:v>41416</c:v>
                </c:pt>
                <c:pt idx="497">
                  <c:v>41415</c:v>
                </c:pt>
                <c:pt idx="498">
                  <c:v>41414</c:v>
                </c:pt>
                <c:pt idx="499">
                  <c:v>41411</c:v>
                </c:pt>
                <c:pt idx="500">
                  <c:v>41410</c:v>
                </c:pt>
                <c:pt idx="501">
                  <c:v>41409</c:v>
                </c:pt>
                <c:pt idx="502">
                  <c:v>41408</c:v>
                </c:pt>
                <c:pt idx="503">
                  <c:v>41407</c:v>
                </c:pt>
                <c:pt idx="504">
                  <c:v>41404</c:v>
                </c:pt>
                <c:pt idx="505">
                  <c:v>41403</c:v>
                </c:pt>
                <c:pt idx="506">
                  <c:v>41402</c:v>
                </c:pt>
                <c:pt idx="507">
                  <c:v>41401</c:v>
                </c:pt>
                <c:pt idx="508">
                  <c:v>41400</c:v>
                </c:pt>
                <c:pt idx="509">
                  <c:v>41397</c:v>
                </c:pt>
                <c:pt idx="510">
                  <c:v>41396</c:v>
                </c:pt>
                <c:pt idx="511">
                  <c:v>41395</c:v>
                </c:pt>
                <c:pt idx="512">
                  <c:v>41394</c:v>
                </c:pt>
                <c:pt idx="513">
                  <c:v>41393</c:v>
                </c:pt>
                <c:pt idx="514">
                  <c:v>41390</c:v>
                </c:pt>
                <c:pt idx="515">
                  <c:v>41389</c:v>
                </c:pt>
                <c:pt idx="516">
                  <c:v>41388</c:v>
                </c:pt>
                <c:pt idx="517">
                  <c:v>41387</c:v>
                </c:pt>
                <c:pt idx="518">
                  <c:v>41386</c:v>
                </c:pt>
                <c:pt idx="519">
                  <c:v>41383</c:v>
                </c:pt>
                <c:pt idx="520">
                  <c:v>41382</c:v>
                </c:pt>
                <c:pt idx="521">
                  <c:v>41381</c:v>
                </c:pt>
                <c:pt idx="522">
                  <c:v>41380</c:v>
                </c:pt>
                <c:pt idx="523">
                  <c:v>41379</c:v>
                </c:pt>
                <c:pt idx="524">
                  <c:v>41376</c:v>
                </c:pt>
                <c:pt idx="525">
                  <c:v>41375</c:v>
                </c:pt>
                <c:pt idx="526">
                  <c:v>41374</c:v>
                </c:pt>
                <c:pt idx="527">
                  <c:v>41373</c:v>
                </c:pt>
                <c:pt idx="528">
                  <c:v>41372</c:v>
                </c:pt>
                <c:pt idx="529">
                  <c:v>41369</c:v>
                </c:pt>
                <c:pt idx="530">
                  <c:v>41368</c:v>
                </c:pt>
                <c:pt idx="531">
                  <c:v>41367</c:v>
                </c:pt>
                <c:pt idx="532">
                  <c:v>41366</c:v>
                </c:pt>
                <c:pt idx="533">
                  <c:v>41365</c:v>
                </c:pt>
                <c:pt idx="534">
                  <c:v>41362</c:v>
                </c:pt>
                <c:pt idx="535">
                  <c:v>41361</c:v>
                </c:pt>
                <c:pt idx="536">
                  <c:v>41360</c:v>
                </c:pt>
                <c:pt idx="537">
                  <c:v>41359</c:v>
                </c:pt>
                <c:pt idx="538">
                  <c:v>41358</c:v>
                </c:pt>
                <c:pt idx="539">
                  <c:v>41355</c:v>
                </c:pt>
                <c:pt idx="540">
                  <c:v>41354</c:v>
                </c:pt>
                <c:pt idx="541">
                  <c:v>41353</c:v>
                </c:pt>
                <c:pt idx="542">
                  <c:v>41352</c:v>
                </c:pt>
                <c:pt idx="543">
                  <c:v>41351</c:v>
                </c:pt>
                <c:pt idx="544">
                  <c:v>41348</c:v>
                </c:pt>
                <c:pt idx="545">
                  <c:v>41347</c:v>
                </c:pt>
                <c:pt idx="546">
                  <c:v>41346</c:v>
                </c:pt>
                <c:pt idx="547">
                  <c:v>41345</c:v>
                </c:pt>
                <c:pt idx="548">
                  <c:v>41344</c:v>
                </c:pt>
                <c:pt idx="549">
                  <c:v>41341</c:v>
                </c:pt>
                <c:pt idx="550">
                  <c:v>41340</c:v>
                </c:pt>
                <c:pt idx="551">
                  <c:v>41339</c:v>
                </c:pt>
                <c:pt idx="552">
                  <c:v>41338</c:v>
                </c:pt>
                <c:pt idx="553">
                  <c:v>41337</c:v>
                </c:pt>
                <c:pt idx="554">
                  <c:v>41334</c:v>
                </c:pt>
                <c:pt idx="555">
                  <c:v>41333</c:v>
                </c:pt>
                <c:pt idx="556">
                  <c:v>41332</c:v>
                </c:pt>
                <c:pt idx="557">
                  <c:v>41331</c:v>
                </c:pt>
                <c:pt idx="558">
                  <c:v>41330</c:v>
                </c:pt>
                <c:pt idx="559">
                  <c:v>41327</c:v>
                </c:pt>
                <c:pt idx="560">
                  <c:v>41326</c:v>
                </c:pt>
                <c:pt idx="561">
                  <c:v>41325</c:v>
                </c:pt>
                <c:pt idx="562">
                  <c:v>41324</c:v>
                </c:pt>
                <c:pt idx="563">
                  <c:v>41323</c:v>
                </c:pt>
                <c:pt idx="564">
                  <c:v>41320</c:v>
                </c:pt>
                <c:pt idx="565">
                  <c:v>41319</c:v>
                </c:pt>
                <c:pt idx="566">
                  <c:v>41318</c:v>
                </c:pt>
                <c:pt idx="567">
                  <c:v>41317</c:v>
                </c:pt>
                <c:pt idx="568">
                  <c:v>41316</c:v>
                </c:pt>
                <c:pt idx="569">
                  <c:v>41313</c:v>
                </c:pt>
                <c:pt idx="570">
                  <c:v>41312</c:v>
                </c:pt>
                <c:pt idx="571">
                  <c:v>41311</c:v>
                </c:pt>
                <c:pt idx="572">
                  <c:v>41310</c:v>
                </c:pt>
                <c:pt idx="573">
                  <c:v>41309</c:v>
                </c:pt>
                <c:pt idx="574">
                  <c:v>41306</c:v>
                </c:pt>
                <c:pt idx="575">
                  <c:v>41305</c:v>
                </c:pt>
                <c:pt idx="576">
                  <c:v>41304</c:v>
                </c:pt>
                <c:pt idx="577">
                  <c:v>41303</c:v>
                </c:pt>
                <c:pt idx="578">
                  <c:v>41302</c:v>
                </c:pt>
                <c:pt idx="579">
                  <c:v>41299</c:v>
                </c:pt>
                <c:pt idx="580">
                  <c:v>41298</c:v>
                </c:pt>
                <c:pt idx="581">
                  <c:v>41297</c:v>
                </c:pt>
                <c:pt idx="582">
                  <c:v>41296</c:v>
                </c:pt>
                <c:pt idx="583">
                  <c:v>41295</c:v>
                </c:pt>
                <c:pt idx="584">
                  <c:v>41292</c:v>
                </c:pt>
                <c:pt idx="585">
                  <c:v>41291</c:v>
                </c:pt>
                <c:pt idx="586">
                  <c:v>41290</c:v>
                </c:pt>
                <c:pt idx="587">
                  <c:v>41289</c:v>
                </c:pt>
                <c:pt idx="588">
                  <c:v>41288</c:v>
                </c:pt>
                <c:pt idx="589">
                  <c:v>41285</c:v>
                </c:pt>
                <c:pt idx="590">
                  <c:v>41284</c:v>
                </c:pt>
                <c:pt idx="591">
                  <c:v>41283</c:v>
                </c:pt>
                <c:pt idx="592">
                  <c:v>41282</c:v>
                </c:pt>
                <c:pt idx="593">
                  <c:v>41281</c:v>
                </c:pt>
                <c:pt idx="594">
                  <c:v>41278</c:v>
                </c:pt>
                <c:pt idx="595">
                  <c:v>41277</c:v>
                </c:pt>
                <c:pt idx="596">
                  <c:v>41276</c:v>
                </c:pt>
                <c:pt idx="597">
                  <c:v>41275</c:v>
                </c:pt>
                <c:pt idx="598">
                  <c:v>41274</c:v>
                </c:pt>
                <c:pt idx="599">
                  <c:v>41271</c:v>
                </c:pt>
                <c:pt idx="600">
                  <c:v>41270</c:v>
                </c:pt>
                <c:pt idx="601">
                  <c:v>41269</c:v>
                </c:pt>
                <c:pt idx="602">
                  <c:v>41268</c:v>
                </c:pt>
                <c:pt idx="603">
                  <c:v>41267</c:v>
                </c:pt>
                <c:pt idx="604">
                  <c:v>41264</c:v>
                </c:pt>
                <c:pt idx="605">
                  <c:v>41263</c:v>
                </c:pt>
                <c:pt idx="606">
                  <c:v>41262</c:v>
                </c:pt>
                <c:pt idx="607">
                  <c:v>41261</c:v>
                </c:pt>
                <c:pt idx="608">
                  <c:v>41260</c:v>
                </c:pt>
                <c:pt idx="609">
                  <c:v>41257</c:v>
                </c:pt>
                <c:pt idx="610">
                  <c:v>41256</c:v>
                </c:pt>
                <c:pt idx="611">
                  <c:v>41255</c:v>
                </c:pt>
                <c:pt idx="612">
                  <c:v>41254</c:v>
                </c:pt>
                <c:pt idx="613">
                  <c:v>41253</c:v>
                </c:pt>
                <c:pt idx="614">
                  <c:v>41250</c:v>
                </c:pt>
                <c:pt idx="615">
                  <c:v>41249</c:v>
                </c:pt>
                <c:pt idx="616">
                  <c:v>41248</c:v>
                </c:pt>
                <c:pt idx="617">
                  <c:v>41247</c:v>
                </c:pt>
                <c:pt idx="618">
                  <c:v>41246</c:v>
                </c:pt>
                <c:pt idx="619">
                  <c:v>41243</c:v>
                </c:pt>
                <c:pt idx="620">
                  <c:v>41242</c:v>
                </c:pt>
                <c:pt idx="621">
                  <c:v>41241</c:v>
                </c:pt>
                <c:pt idx="622">
                  <c:v>41240</c:v>
                </c:pt>
                <c:pt idx="623">
                  <c:v>41239</c:v>
                </c:pt>
                <c:pt idx="624">
                  <c:v>41236</c:v>
                </c:pt>
                <c:pt idx="625">
                  <c:v>41235</c:v>
                </c:pt>
                <c:pt idx="626">
                  <c:v>41234</c:v>
                </c:pt>
                <c:pt idx="627">
                  <c:v>41233</c:v>
                </c:pt>
                <c:pt idx="628">
                  <c:v>41232</c:v>
                </c:pt>
                <c:pt idx="629">
                  <c:v>41229</c:v>
                </c:pt>
                <c:pt idx="630">
                  <c:v>41228</c:v>
                </c:pt>
                <c:pt idx="631">
                  <c:v>41227</c:v>
                </c:pt>
                <c:pt idx="632">
                  <c:v>41226</c:v>
                </c:pt>
                <c:pt idx="633">
                  <c:v>41225</c:v>
                </c:pt>
                <c:pt idx="634">
                  <c:v>41222</c:v>
                </c:pt>
                <c:pt idx="635">
                  <c:v>41221</c:v>
                </c:pt>
                <c:pt idx="636">
                  <c:v>41220</c:v>
                </c:pt>
                <c:pt idx="637">
                  <c:v>41219</c:v>
                </c:pt>
                <c:pt idx="638">
                  <c:v>41218</c:v>
                </c:pt>
                <c:pt idx="639">
                  <c:v>41215</c:v>
                </c:pt>
                <c:pt idx="640">
                  <c:v>41214</c:v>
                </c:pt>
                <c:pt idx="641">
                  <c:v>41213</c:v>
                </c:pt>
                <c:pt idx="642">
                  <c:v>41211</c:v>
                </c:pt>
                <c:pt idx="643">
                  <c:v>41208</c:v>
                </c:pt>
                <c:pt idx="644">
                  <c:v>41207</c:v>
                </c:pt>
                <c:pt idx="645">
                  <c:v>41206</c:v>
                </c:pt>
                <c:pt idx="646">
                  <c:v>41205</c:v>
                </c:pt>
                <c:pt idx="647">
                  <c:v>41204</c:v>
                </c:pt>
                <c:pt idx="648">
                  <c:v>41201</c:v>
                </c:pt>
                <c:pt idx="649">
                  <c:v>41200</c:v>
                </c:pt>
                <c:pt idx="650">
                  <c:v>41199</c:v>
                </c:pt>
                <c:pt idx="651">
                  <c:v>41198</c:v>
                </c:pt>
                <c:pt idx="652">
                  <c:v>41197</c:v>
                </c:pt>
                <c:pt idx="653">
                  <c:v>41194</c:v>
                </c:pt>
                <c:pt idx="654">
                  <c:v>41193</c:v>
                </c:pt>
                <c:pt idx="655">
                  <c:v>41192</c:v>
                </c:pt>
                <c:pt idx="656">
                  <c:v>41191</c:v>
                </c:pt>
                <c:pt idx="657">
                  <c:v>41190</c:v>
                </c:pt>
                <c:pt idx="658">
                  <c:v>41187</c:v>
                </c:pt>
                <c:pt idx="659">
                  <c:v>41186</c:v>
                </c:pt>
                <c:pt idx="660">
                  <c:v>41185</c:v>
                </c:pt>
                <c:pt idx="661">
                  <c:v>41184</c:v>
                </c:pt>
                <c:pt idx="662">
                  <c:v>41183</c:v>
                </c:pt>
                <c:pt idx="663">
                  <c:v>41180</c:v>
                </c:pt>
                <c:pt idx="664">
                  <c:v>41179</c:v>
                </c:pt>
                <c:pt idx="665">
                  <c:v>41178</c:v>
                </c:pt>
                <c:pt idx="666">
                  <c:v>41177</c:v>
                </c:pt>
                <c:pt idx="667">
                  <c:v>41176</c:v>
                </c:pt>
                <c:pt idx="668">
                  <c:v>41173</c:v>
                </c:pt>
                <c:pt idx="669">
                  <c:v>41172</c:v>
                </c:pt>
                <c:pt idx="670">
                  <c:v>41171</c:v>
                </c:pt>
                <c:pt idx="671">
                  <c:v>41170</c:v>
                </c:pt>
                <c:pt idx="672">
                  <c:v>41169</c:v>
                </c:pt>
                <c:pt idx="673">
                  <c:v>41166</c:v>
                </c:pt>
                <c:pt idx="674">
                  <c:v>41165</c:v>
                </c:pt>
                <c:pt idx="675">
                  <c:v>41164</c:v>
                </c:pt>
                <c:pt idx="676">
                  <c:v>41163</c:v>
                </c:pt>
                <c:pt idx="677">
                  <c:v>41162</c:v>
                </c:pt>
                <c:pt idx="678">
                  <c:v>41159</c:v>
                </c:pt>
                <c:pt idx="679">
                  <c:v>41158</c:v>
                </c:pt>
                <c:pt idx="680">
                  <c:v>41157</c:v>
                </c:pt>
                <c:pt idx="681">
                  <c:v>41156</c:v>
                </c:pt>
                <c:pt idx="682">
                  <c:v>41155</c:v>
                </c:pt>
                <c:pt idx="683">
                  <c:v>41152</c:v>
                </c:pt>
                <c:pt idx="684">
                  <c:v>41151</c:v>
                </c:pt>
                <c:pt idx="685">
                  <c:v>41150</c:v>
                </c:pt>
                <c:pt idx="686">
                  <c:v>41149</c:v>
                </c:pt>
                <c:pt idx="687">
                  <c:v>41148</c:v>
                </c:pt>
                <c:pt idx="688">
                  <c:v>41145</c:v>
                </c:pt>
                <c:pt idx="689">
                  <c:v>41144</c:v>
                </c:pt>
                <c:pt idx="690">
                  <c:v>41143</c:v>
                </c:pt>
                <c:pt idx="691">
                  <c:v>41142</c:v>
                </c:pt>
                <c:pt idx="692">
                  <c:v>41141</c:v>
                </c:pt>
                <c:pt idx="693">
                  <c:v>41138</c:v>
                </c:pt>
                <c:pt idx="694">
                  <c:v>41137</c:v>
                </c:pt>
                <c:pt idx="695">
                  <c:v>41136</c:v>
                </c:pt>
                <c:pt idx="696">
                  <c:v>41135</c:v>
                </c:pt>
                <c:pt idx="697">
                  <c:v>41134</c:v>
                </c:pt>
                <c:pt idx="698">
                  <c:v>41131</c:v>
                </c:pt>
                <c:pt idx="699">
                  <c:v>41130</c:v>
                </c:pt>
                <c:pt idx="700">
                  <c:v>41129</c:v>
                </c:pt>
                <c:pt idx="701">
                  <c:v>41128</c:v>
                </c:pt>
                <c:pt idx="702">
                  <c:v>41127</c:v>
                </c:pt>
                <c:pt idx="703">
                  <c:v>41124</c:v>
                </c:pt>
                <c:pt idx="704">
                  <c:v>41123</c:v>
                </c:pt>
                <c:pt idx="705">
                  <c:v>41122</c:v>
                </c:pt>
                <c:pt idx="706">
                  <c:v>41121</c:v>
                </c:pt>
                <c:pt idx="707">
                  <c:v>41120</c:v>
                </c:pt>
                <c:pt idx="708">
                  <c:v>41117</c:v>
                </c:pt>
                <c:pt idx="709">
                  <c:v>41116</c:v>
                </c:pt>
                <c:pt idx="710">
                  <c:v>41115</c:v>
                </c:pt>
                <c:pt idx="711">
                  <c:v>41114</c:v>
                </c:pt>
                <c:pt idx="712">
                  <c:v>41113</c:v>
                </c:pt>
                <c:pt idx="713">
                  <c:v>41110</c:v>
                </c:pt>
                <c:pt idx="714">
                  <c:v>41109</c:v>
                </c:pt>
                <c:pt idx="715">
                  <c:v>41108</c:v>
                </c:pt>
                <c:pt idx="716">
                  <c:v>41107</c:v>
                </c:pt>
                <c:pt idx="717">
                  <c:v>41106</c:v>
                </c:pt>
                <c:pt idx="718">
                  <c:v>41103</c:v>
                </c:pt>
                <c:pt idx="719">
                  <c:v>41102</c:v>
                </c:pt>
                <c:pt idx="720">
                  <c:v>41101</c:v>
                </c:pt>
                <c:pt idx="721">
                  <c:v>41100</c:v>
                </c:pt>
                <c:pt idx="722">
                  <c:v>41099</c:v>
                </c:pt>
                <c:pt idx="723">
                  <c:v>41096</c:v>
                </c:pt>
                <c:pt idx="724">
                  <c:v>41095</c:v>
                </c:pt>
                <c:pt idx="725">
                  <c:v>41094</c:v>
                </c:pt>
                <c:pt idx="726">
                  <c:v>41093</c:v>
                </c:pt>
                <c:pt idx="727">
                  <c:v>41092</c:v>
                </c:pt>
                <c:pt idx="728">
                  <c:v>41089</c:v>
                </c:pt>
                <c:pt idx="729">
                  <c:v>41088</c:v>
                </c:pt>
                <c:pt idx="730">
                  <c:v>41087</c:v>
                </c:pt>
                <c:pt idx="731">
                  <c:v>41086</c:v>
                </c:pt>
                <c:pt idx="732">
                  <c:v>41085</c:v>
                </c:pt>
                <c:pt idx="733">
                  <c:v>41082</c:v>
                </c:pt>
                <c:pt idx="734">
                  <c:v>41081</c:v>
                </c:pt>
                <c:pt idx="735">
                  <c:v>41080</c:v>
                </c:pt>
                <c:pt idx="736">
                  <c:v>41079</c:v>
                </c:pt>
                <c:pt idx="737">
                  <c:v>41078</c:v>
                </c:pt>
                <c:pt idx="738">
                  <c:v>41075</c:v>
                </c:pt>
                <c:pt idx="739">
                  <c:v>41074</c:v>
                </c:pt>
                <c:pt idx="740">
                  <c:v>41073</c:v>
                </c:pt>
                <c:pt idx="741">
                  <c:v>41072</c:v>
                </c:pt>
                <c:pt idx="742">
                  <c:v>41071</c:v>
                </c:pt>
                <c:pt idx="743">
                  <c:v>41068</c:v>
                </c:pt>
                <c:pt idx="744">
                  <c:v>41067</c:v>
                </c:pt>
                <c:pt idx="745">
                  <c:v>41066</c:v>
                </c:pt>
                <c:pt idx="746">
                  <c:v>41065</c:v>
                </c:pt>
                <c:pt idx="747">
                  <c:v>41064</c:v>
                </c:pt>
                <c:pt idx="748">
                  <c:v>41061</c:v>
                </c:pt>
                <c:pt idx="749">
                  <c:v>41060</c:v>
                </c:pt>
                <c:pt idx="750">
                  <c:v>41059</c:v>
                </c:pt>
                <c:pt idx="751">
                  <c:v>41058</c:v>
                </c:pt>
                <c:pt idx="752">
                  <c:v>41057</c:v>
                </c:pt>
                <c:pt idx="753">
                  <c:v>41054</c:v>
                </c:pt>
                <c:pt idx="754">
                  <c:v>41053</c:v>
                </c:pt>
                <c:pt idx="755">
                  <c:v>41052</c:v>
                </c:pt>
                <c:pt idx="756">
                  <c:v>41051</c:v>
                </c:pt>
                <c:pt idx="757">
                  <c:v>41050</c:v>
                </c:pt>
                <c:pt idx="758">
                  <c:v>41047</c:v>
                </c:pt>
                <c:pt idx="759">
                  <c:v>41046</c:v>
                </c:pt>
                <c:pt idx="760">
                  <c:v>41045</c:v>
                </c:pt>
                <c:pt idx="761">
                  <c:v>41044</c:v>
                </c:pt>
                <c:pt idx="762">
                  <c:v>41043</c:v>
                </c:pt>
                <c:pt idx="763">
                  <c:v>41040</c:v>
                </c:pt>
                <c:pt idx="764">
                  <c:v>41039</c:v>
                </c:pt>
                <c:pt idx="765">
                  <c:v>41038</c:v>
                </c:pt>
                <c:pt idx="766">
                  <c:v>41037</c:v>
                </c:pt>
                <c:pt idx="767">
                  <c:v>41036</c:v>
                </c:pt>
                <c:pt idx="768">
                  <c:v>41033</c:v>
                </c:pt>
                <c:pt idx="769">
                  <c:v>41032</c:v>
                </c:pt>
                <c:pt idx="770">
                  <c:v>41031</c:v>
                </c:pt>
                <c:pt idx="771">
                  <c:v>41030</c:v>
                </c:pt>
                <c:pt idx="772">
                  <c:v>41029</c:v>
                </c:pt>
                <c:pt idx="773">
                  <c:v>41026</c:v>
                </c:pt>
                <c:pt idx="774">
                  <c:v>41025</c:v>
                </c:pt>
                <c:pt idx="775">
                  <c:v>41024</c:v>
                </c:pt>
                <c:pt idx="776">
                  <c:v>41023</c:v>
                </c:pt>
                <c:pt idx="777">
                  <c:v>41022</c:v>
                </c:pt>
                <c:pt idx="778">
                  <c:v>41019</c:v>
                </c:pt>
                <c:pt idx="779">
                  <c:v>41018</c:v>
                </c:pt>
                <c:pt idx="780">
                  <c:v>41017</c:v>
                </c:pt>
                <c:pt idx="781">
                  <c:v>41016</c:v>
                </c:pt>
                <c:pt idx="782">
                  <c:v>41015</c:v>
                </c:pt>
                <c:pt idx="783">
                  <c:v>41012</c:v>
                </c:pt>
                <c:pt idx="784">
                  <c:v>41011</c:v>
                </c:pt>
                <c:pt idx="785">
                  <c:v>41010</c:v>
                </c:pt>
                <c:pt idx="786">
                  <c:v>41009</c:v>
                </c:pt>
                <c:pt idx="787">
                  <c:v>41008</c:v>
                </c:pt>
                <c:pt idx="788">
                  <c:v>41005</c:v>
                </c:pt>
                <c:pt idx="789">
                  <c:v>41004</c:v>
                </c:pt>
                <c:pt idx="790">
                  <c:v>41003</c:v>
                </c:pt>
                <c:pt idx="791">
                  <c:v>41002</c:v>
                </c:pt>
                <c:pt idx="792">
                  <c:v>41001</c:v>
                </c:pt>
                <c:pt idx="793">
                  <c:v>40998</c:v>
                </c:pt>
                <c:pt idx="794">
                  <c:v>40997</c:v>
                </c:pt>
                <c:pt idx="795">
                  <c:v>40996</c:v>
                </c:pt>
                <c:pt idx="796">
                  <c:v>40995</c:v>
                </c:pt>
                <c:pt idx="797">
                  <c:v>40994</c:v>
                </c:pt>
                <c:pt idx="798">
                  <c:v>40991</c:v>
                </c:pt>
                <c:pt idx="799">
                  <c:v>40990</c:v>
                </c:pt>
                <c:pt idx="800">
                  <c:v>40989</c:v>
                </c:pt>
                <c:pt idx="801">
                  <c:v>40988</c:v>
                </c:pt>
                <c:pt idx="802">
                  <c:v>40987</c:v>
                </c:pt>
                <c:pt idx="803">
                  <c:v>40984</c:v>
                </c:pt>
                <c:pt idx="804">
                  <c:v>40983</c:v>
                </c:pt>
                <c:pt idx="805">
                  <c:v>40982</c:v>
                </c:pt>
                <c:pt idx="806">
                  <c:v>40981</c:v>
                </c:pt>
                <c:pt idx="807">
                  <c:v>40980</c:v>
                </c:pt>
                <c:pt idx="808">
                  <c:v>40977</c:v>
                </c:pt>
                <c:pt idx="809">
                  <c:v>40976</c:v>
                </c:pt>
                <c:pt idx="810">
                  <c:v>40975</c:v>
                </c:pt>
                <c:pt idx="811">
                  <c:v>40974</c:v>
                </c:pt>
                <c:pt idx="812">
                  <c:v>40973</c:v>
                </c:pt>
                <c:pt idx="813">
                  <c:v>40970</c:v>
                </c:pt>
                <c:pt idx="814">
                  <c:v>40969</c:v>
                </c:pt>
                <c:pt idx="815">
                  <c:v>40968</c:v>
                </c:pt>
                <c:pt idx="816">
                  <c:v>40967</c:v>
                </c:pt>
                <c:pt idx="817">
                  <c:v>40966</c:v>
                </c:pt>
                <c:pt idx="818">
                  <c:v>40963</c:v>
                </c:pt>
                <c:pt idx="819">
                  <c:v>40962</c:v>
                </c:pt>
                <c:pt idx="820">
                  <c:v>40961</c:v>
                </c:pt>
                <c:pt idx="821">
                  <c:v>40960</c:v>
                </c:pt>
                <c:pt idx="822">
                  <c:v>40959</c:v>
                </c:pt>
                <c:pt idx="823">
                  <c:v>40956</c:v>
                </c:pt>
                <c:pt idx="824">
                  <c:v>40955</c:v>
                </c:pt>
                <c:pt idx="825">
                  <c:v>40954</c:v>
                </c:pt>
                <c:pt idx="826">
                  <c:v>40953</c:v>
                </c:pt>
                <c:pt idx="827">
                  <c:v>40952</c:v>
                </c:pt>
                <c:pt idx="828">
                  <c:v>40949</c:v>
                </c:pt>
                <c:pt idx="829">
                  <c:v>40948</c:v>
                </c:pt>
                <c:pt idx="830">
                  <c:v>40947</c:v>
                </c:pt>
                <c:pt idx="831">
                  <c:v>40946</c:v>
                </c:pt>
                <c:pt idx="832">
                  <c:v>40945</c:v>
                </c:pt>
                <c:pt idx="833">
                  <c:v>40942</c:v>
                </c:pt>
                <c:pt idx="834">
                  <c:v>40941</c:v>
                </c:pt>
                <c:pt idx="835">
                  <c:v>40940</c:v>
                </c:pt>
                <c:pt idx="836">
                  <c:v>40939</c:v>
                </c:pt>
                <c:pt idx="837">
                  <c:v>40938</c:v>
                </c:pt>
                <c:pt idx="838">
                  <c:v>40935</c:v>
                </c:pt>
                <c:pt idx="839">
                  <c:v>40934</c:v>
                </c:pt>
                <c:pt idx="840">
                  <c:v>40933</c:v>
                </c:pt>
                <c:pt idx="841">
                  <c:v>40932</c:v>
                </c:pt>
                <c:pt idx="842">
                  <c:v>40931</c:v>
                </c:pt>
                <c:pt idx="843">
                  <c:v>40928</c:v>
                </c:pt>
                <c:pt idx="844">
                  <c:v>40927</c:v>
                </c:pt>
                <c:pt idx="845">
                  <c:v>40926</c:v>
                </c:pt>
                <c:pt idx="846">
                  <c:v>40925</c:v>
                </c:pt>
                <c:pt idx="847">
                  <c:v>40924</c:v>
                </c:pt>
                <c:pt idx="848">
                  <c:v>40921</c:v>
                </c:pt>
                <c:pt idx="849">
                  <c:v>40920</c:v>
                </c:pt>
                <c:pt idx="850">
                  <c:v>40919</c:v>
                </c:pt>
                <c:pt idx="851">
                  <c:v>40918</c:v>
                </c:pt>
                <c:pt idx="852">
                  <c:v>40917</c:v>
                </c:pt>
                <c:pt idx="853">
                  <c:v>40914</c:v>
                </c:pt>
                <c:pt idx="854">
                  <c:v>40913</c:v>
                </c:pt>
                <c:pt idx="855">
                  <c:v>40912</c:v>
                </c:pt>
                <c:pt idx="856">
                  <c:v>40911</c:v>
                </c:pt>
                <c:pt idx="857">
                  <c:v>40910</c:v>
                </c:pt>
                <c:pt idx="858">
                  <c:v>40907</c:v>
                </c:pt>
                <c:pt idx="859">
                  <c:v>40906</c:v>
                </c:pt>
                <c:pt idx="860">
                  <c:v>40905</c:v>
                </c:pt>
                <c:pt idx="861">
                  <c:v>40904</c:v>
                </c:pt>
                <c:pt idx="862">
                  <c:v>40903</c:v>
                </c:pt>
                <c:pt idx="863">
                  <c:v>40900</c:v>
                </c:pt>
                <c:pt idx="864">
                  <c:v>40899</c:v>
                </c:pt>
                <c:pt idx="865">
                  <c:v>40898</c:v>
                </c:pt>
                <c:pt idx="866">
                  <c:v>40897</c:v>
                </c:pt>
                <c:pt idx="867">
                  <c:v>40896</c:v>
                </c:pt>
                <c:pt idx="868">
                  <c:v>40893</c:v>
                </c:pt>
                <c:pt idx="869">
                  <c:v>40892</c:v>
                </c:pt>
                <c:pt idx="870">
                  <c:v>40891</c:v>
                </c:pt>
                <c:pt idx="871">
                  <c:v>40890</c:v>
                </c:pt>
                <c:pt idx="872">
                  <c:v>40889</c:v>
                </c:pt>
                <c:pt idx="873">
                  <c:v>40886</c:v>
                </c:pt>
                <c:pt idx="874">
                  <c:v>40885</c:v>
                </c:pt>
                <c:pt idx="875">
                  <c:v>40884</c:v>
                </c:pt>
                <c:pt idx="876">
                  <c:v>40883</c:v>
                </c:pt>
                <c:pt idx="877">
                  <c:v>40882</c:v>
                </c:pt>
                <c:pt idx="878">
                  <c:v>40879</c:v>
                </c:pt>
                <c:pt idx="879">
                  <c:v>40878</c:v>
                </c:pt>
                <c:pt idx="880">
                  <c:v>40877</c:v>
                </c:pt>
                <c:pt idx="881">
                  <c:v>40876</c:v>
                </c:pt>
                <c:pt idx="882">
                  <c:v>40875</c:v>
                </c:pt>
                <c:pt idx="883">
                  <c:v>40872</c:v>
                </c:pt>
                <c:pt idx="884">
                  <c:v>40871</c:v>
                </c:pt>
                <c:pt idx="885">
                  <c:v>40870</c:v>
                </c:pt>
                <c:pt idx="886">
                  <c:v>40869</c:v>
                </c:pt>
                <c:pt idx="887">
                  <c:v>40868</c:v>
                </c:pt>
                <c:pt idx="888">
                  <c:v>40865</c:v>
                </c:pt>
                <c:pt idx="889">
                  <c:v>40864</c:v>
                </c:pt>
                <c:pt idx="890">
                  <c:v>40863</c:v>
                </c:pt>
                <c:pt idx="891">
                  <c:v>40862</c:v>
                </c:pt>
                <c:pt idx="892">
                  <c:v>40861</c:v>
                </c:pt>
                <c:pt idx="893">
                  <c:v>40858</c:v>
                </c:pt>
                <c:pt idx="894">
                  <c:v>40857</c:v>
                </c:pt>
                <c:pt idx="895">
                  <c:v>40856</c:v>
                </c:pt>
                <c:pt idx="896">
                  <c:v>40855</c:v>
                </c:pt>
                <c:pt idx="897">
                  <c:v>40854</c:v>
                </c:pt>
                <c:pt idx="898">
                  <c:v>40851</c:v>
                </c:pt>
                <c:pt idx="899">
                  <c:v>40850</c:v>
                </c:pt>
                <c:pt idx="900">
                  <c:v>40849</c:v>
                </c:pt>
                <c:pt idx="901">
                  <c:v>40848</c:v>
                </c:pt>
                <c:pt idx="902">
                  <c:v>40847</c:v>
                </c:pt>
                <c:pt idx="903">
                  <c:v>40844</c:v>
                </c:pt>
                <c:pt idx="904">
                  <c:v>40843</c:v>
                </c:pt>
                <c:pt idx="905">
                  <c:v>40842</c:v>
                </c:pt>
                <c:pt idx="906">
                  <c:v>40841</c:v>
                </c:pt>
                <c:pt idx="907">
                  <c:v>40840</c:v>
                </c:pt>
                <c:pt idx="908">
                  <c:v>40837</c:v>
                </c:pt>
                <c:pt idx="909">
                  <c:v>40836</c:v>
                </c:pt>
                <c:pt idx="910">
                  <c:v>40835</c:v>
                </c:pt>
                <c:pt idx="911">
                  <c:v>40834</c:v>
                </c:pt>
                <c:pt idx="912">
                  <c:v>40833</c:v>
                </c:pt>
                <c:pt idx="913">
                  <c:v>40830</c:v>
                </c:pt>
                <c:pt idx="914">
                  <c:v>40829</c:v>
                </c:pt>
                <c:pt idx="915">
                  <c:v>40828</c:v>
                </c:pt>
                <c:pt idx="916">
                  <c:v>40827</c:v>
                </c:pt>
                <c:pt idx="917">
                  <c:v>40826</c:v>
                </c:pt>
                <c:pt idx="918">
                  <c:v>40823</c:v>
                </c:pt>
                <c:pt idx="919">
                  <c:v>40822</c:v>
                </c:pt>
                <c:pt idx="920">
                  <c:v>40821</c:v>
                </c:pt>
                <c:pt idx="921">
                  <c:v>40820</c:v>
                </c:pt>
                <c:pt idx="922">
                  <c:v>40819</c:v>
                </c:pt>
                <c:pt idx="923">
                  <c:v>40816</c:v>
                </c:pt>
                <c:pt idx="924">
                  <c:v>40815</c:v>
                </c:pt>
                <c:pt idx="925">
                  <c:v>40814</c:v>
                </c:pt>
                <c:pt idx="926">
                  <c:v>40813</c:v>
                </c:pt>
                <c:pt idx="927">
                  <c:v>40812</c:v>
                </c:pt>
                <c:pt idx="928">
                  <c:v>40809</c:v>
                </c:pt>
                <c:pt idx="929">
                  <c:v>40808</c:v>
                </c:pt>
                <c:pt idx="930">
                  <c:v>40807</c:v>
                </c:pt>
                <c:pt idx="931">
                  <c:v>40806</c:v>
                </c:pt>
                <c:pt idx="932">
                  <c:v>40805</c:v>
                </c:pt>
                <c:pt idx="933">
                  <c:v>40802</c:v>
                </c:pt>
                <c:pt idx="934">
                  <c:v>40801</c:v>
                </c:pt>
                <c:pt idx="935">
                  <c:v>40800</c:v>
                </c:pt>
                <c:pt idx="936">
                  <c:v>40799</c:v>
                </c:pt>
                <c:pt idx="937">
                  <c:v>40798</c:v>
                </c:pt>
                <c:pt idx="938">
                  <c:v>40795</c:v>
                </c:pt>
                <c:pt idx="939">
                  <c:v>40794</c:v>
                </c:pt>
                <c:pt idx="940">
                  <c:v>40793</c:v>
                </c:pt>
                <c:pt idx="941">
                  <c:v>40792</c:v>
                </c:pt>
                <c:pt idx="942">
                  <c:v>40791</c:v>
                </c:pt>
                <c:pt idx="943">
                  <c:v>40788</c:v>
                </c:pt>
                <c:pt idx="944">
                  <c:v>40787</c:v>
                </c:pt>
                <c:pt idx="945">
                  <c:v>40786</c:v>
                </c:pt>
                <c:pt idx="946">
                  <c:v>40785</c:v>
                </c:pt>
                <c:pt idx="947">
                  <c:v>40784</c:v>
                </c:pt>
                <c:pt idx="948">
                  <c:v>40781</c:v>
                </c:pt>
                <c:pt idx="949">
                  <c:v>40780</c:v>
                </c:pt>
                <c:pt idx="950">
                  <c:v>40779</c:v>
                </c:pt>
                <c:pt idx="951">
                  <c:v>40778</c:v>
                </c:pt>
                <c:pt idx="952">
                  <c:v>40777</c:v>
                </c:pt>
                <c:pt idx="953">
                  <c:v>40774</c:v>
                </c:pt>
                <c:pt idx="954">
                  <c:v>40773</c:v>
                </c:pt>
                <c:pt idx="955">
                  <c:v>40772</c:v>
                </c:pt>
                <c:pt idx="956">
                  <c:v>40771</c:v>
                </c:pt>
                <c:pt idx="957">
                  <c:v>40770</c:v>
                </c:pt>
                <c:pt idx="958">
                  <c:v>40767</c:v>
                </c:pt>
                <c:pt idx="959">
                  <c:v>40766</c:v>
                </c:pt>
                <c:pt idx="960">
                  <c:v>40765</c:v>
                </c:pt>
                <c:pt idx="961">
                  <c:v>40764</c:v>
                </c:pt>
                <c:pt idx="962">
                  <c:v>40763</c:v>
                </c:pt>
                <c:pt idx="963">
                  <c:v>40760</c:v>
                </c:pt>
                <c:pt idx="964">
                  <c:v>40759</c:v>
                </c:pt>
                <c:pt idx="965">
                  <c:v>40758</c:v>
                </c:pt>
                <c:pt idx="966">
                  <c:v>40757</c:v>
                </c:pt>
                <c:pt idx="967">
                  <c:v>40756</c:v>
                </c:pt>
                <c:pt idx="968">
                  <c:v>40753</c:v>
                </c:pt>
                <c:pt idx="969">
                  <c:v>40752</c:v>
                </c:pt>
                <c:pt idx="970">
                  <c:v>40751</c:v>
                </c:pt>
                <c:pt idx="971">
                  <c:v>40750</c:v>
                </c:pt>
                <c:pt idx="972">
                  <c:v>40749</c:v>
                </c:pt>
                <c:pt idx="973">
                  <c:v>40746</c:v>
                </c:pt>
                <c:pt idx="974">
                  <c:v>40745</c:v>
                </c:pt>
                <c:pt idx="975">
                  <c:v>40744</c:v>
                </c:pt>
                <c:pt idx="976">
                  <c:v>40743</c:v>
                </c:pt>
                <c:pt idx="977">
                  <c:v>40742</c:v>
                </c:pt>
                <c:pt idx="978">
                  <c:v>40739</c:v>
                </c:pt>
                <c:pt idx="979">
                  <c:v>40738</c:v>
                </c:pt>
                <c:pt idx="980">
                  <c:v>40737</c:v>
                </c:pt>
                <c:pt idx="981">
                  <c:v>40736</c:v>
                </c:pt>
                <c:pt idx="982">
                  <c:v>40735</c:v>
                </c:pt>
                <c:pt idx="983">
                  <c:v>40732</c:v>
                </c:pt>
                <c:pt idx="984">
                  <c:v>40731</c:v>
                </c:pt>
                <c:pt idx="985">
                  <c:v>40730</c:v>
                </c:pt>
                <c:pt idx="986">
                  <c:v>40729</c:v>
                </c:pt>
                <c:pt idx="987">
                  <c:v>40728</c:v>
                </c:pt>
                <c:pt idx="988">
                  <c:v>40725</c:v>
                </c:pt>
                <c:pt idx="989">
                  <c:v>40724</c:v>
                </c:pt>
                <c:pt idx="990">
                  <c:v>40723</c:v>
                </c:pt>
                <c:pt idx="991">
                  <c:v>40722</c:v>
                </c:pt>
                <c:pt idx="992">
                  <c:v>40721</c:v>
                </c:pt>
                <c:pt idx="993">
                  <c:v>40718</c:v>
                </c:pt>
                <c:pt idx="994">
                  <c:v>40717</c:v>
                </c:pt>
                <c:pt idx="995">
                  <c:v>40716</c:v>
                </c:pt>
                <c:pt idx="996">
                  <c:v>40715</c:v>
                </c:pt>
                <c:pt idx="997">
                  <c:v>40714</c:v>
                </c:pt>
                <c:pt idx="998">
                  <c:v>40711</c:v>
                </c:pt>
                <c:pt idx="999">
                  <c:v>40710</c:v>
                </c:pt>
                <c:pt idx="1000">
                  <c:v>40709</c:v>
                </c:pt>
                <c:pt idx="1001">
                  <c:v>40708</c:v>
                </c:pt>
                <c:pt idx="1002">
                  <c:v>40707</c:v>
                </c:pt>
                <c:pt idx="1003">
                  <c:v>40704</c:v>
                </c:pt>
                <c:pt idx="1004">
                  <c:v>40703</c:v>
                </c:pt>
                <c:pt idx="1005">
                  <c:v>40702</c:v>
                </c:pt>
                <c:pt idx="1006">
                  <c:v>40701</c:v>
                </c:pt>
                <c:pt idx="1007">
                  <c:v>40700</c:v>
                </c:pt>
                <c:pt idx="1008">
                  <c:v>40697</c:v>
                </c:pt>
                <c:pt idx="1009">
                  <c:v>40696</c:v>
                </c:pt>
                <c:pt idx="1010">
                  <c:v>40695</c:v>
                </c:pt>
                <c:pt idx="1011">
                  <c:v>40694</c:v>
                </c:pt>
                <c:pt idx="1012">
                  <c:v>40693</c:v>
                </c:pt>
                <c:pt idx="1013">
                  <c:v>40690</c:v>
                </c:pt>
                <c:pt idx="1014">
                  <c:v>40689</c:v>
                </c:pt>
                <c:pt idx="1015">
                  <c:v>40688</c:v>
                </c:pt>
                <c:pt idx="1016">
                  <c:v>40687</c:v>
                </c:pt>
                <c:pt idx="1017">
                  <c:v>40686</c:v>
                </c:pt>
                <c:pt idx="1018">
                  <c:v>40683</c:v>
                </c:pt>
                <c:pt idx="1019">
                  <c:v>40682</c:v>
                </c:pt>
                <c:pt idx="1020">
                  <c:v>40681</c:v>
                </c:pt>
                <c:pt idx="1021">
                  <c:v>40680</c:v>
                </c:pt>
                <c:pt idx="1022">
                  <c:v>40679</c:v>
                </c:pt>
                <c:pt idx="1023">
                  <c:v>40676</c:v>
                </c:pt>
                <c:pt idx="1024">
                  <c:v>40675</c:v>
                </c:pt>
                <c:pt idx="1025">
                  <c:v>40674</c:v>
                </c:pt>
                <c:pt idx="1026">
                  <c:v>40673</c:v>
                </c:pt>
                <c:pt idx="1027">
                  <c:v>40672</c:v>
                </c:pt>
                <c:pt idx="1028">
                  <c:v>40669</c:v>
                </c:pt>
                <c:pt idx="1029">
                  <c:v>40668</c:v>
                </c:pt>
                <c:pt idx="1030">
                  <c:v>40667</c:v>
                </c:pt>
                <c:pt idx="1031">
                  <c:v>40666</c:v>
                </c:pt>
                <c:pt idx="1032">
                  <c:v>40665</c:v>
                </c:pt>
                <c:pt idx="1033">
                  <c:v>40662</c:v>
                </c:pt>
                <c:pt idx="1034">
                  <c:v>40661</c:v>
                </c:pt>
                <c:pt idx="1035">
                  <c:v>40660</c:v>
                </c:pt>
                <c:pt idx="1036">
                  <c:v>40659</c:v>
                </c:pt>
                <c:pt idx="1037">
                  <c:v>40658</c:v>
                </c:pt>
                <c:pt idx="1038">
                  <c:v>40655</c:v>
                </c:pt>
                <c:pt idx="1039">
                  <c:v>40654</c:v>
                </c:pt>
                <c:pt idx="1040">
                  <c:v>40653</c:v>
                </c:pt>
                <c:pt idx="1041">
                  <c:v>40652</c:v>
                </c:pt>
                <c:pt idx="1042">
                  <c:v>40651</c:v>
                </c:pt>
                <c:pt idx="1043">
                  <c:v>40648</c:v>
                </c:pt>
                <c:pt idx="1044">
                  <c:v>40647</c:v>
                </c:pt>
                <c:pt idx="1045">
                  <c:v>40646</c:v>
                </c:pt>
                <c:pt idx="1046">
                  <c:v>40645</c:v>
                </c:pt>
                <c:pt idx="1047">
                  <c:v>40644</c:v>
                </c:pt>
                <c:pt idx="1048">
                  <c:v>40641</c:v>
                </c:pt>
                <c:pt idx="1049">
                  <c:v>40640</c:v>
                </c:pt>
                <c:pt idx="1050">
                  <c:v>40639</c:v>
                </c:pt>
                <c:pt idx="1051">
                  <c:v>40638</c:v>
                </c:pt>
                <c:pt idx="1052">
                  <c:v>40637</c:v>
                </c:pt>
                <c:pt idx="1053">
                  <c:v>40634</c:v>
                </c:pt>
                <c:pt idx="1054">
                  <c:v>40633</c:v>
                </c:pt>
                <c:pt idx="1055">
                  <c:v>40632</c:v>
                </c:pt>
                <c:pt idx="1056">
                  <c:v>40631</c:v>
                </c:pt>
                <c:pt idx="1057">
                  <c:v>40630</c:v>
                </c:pt>
                <c:pt idx="1058">
                  <c:v>40627</c:v>
                </c:pt>
                <c:pt idx="1059">
                  <c:v>40626</c:v>
                </c:pt>
                <c:pt idx="1060">
                  <c:v>40625</c:v>
                </c:pt>
                <c:pt idx="1061">
                  <c:v>40624</c:v>
                </c:pt>
                <c:pt idx="1062">
                  <c:v>40623</c:v>
                </c:pt>
                <c:pt idx="1063">
                  <c:v>40620</c:v>
                </c:pt>
                <c:pt idx="1064">
                  <c:v>40619</c:v>
                </c:pt>
                <c:pt idx="1065">
                  <c:v>40618</c:v>
                </c:pt>
                <c:pt idx="1066">
                  <c:v>40617</c:v>
                </c:pt>
                <c:pt idx="1067">
                  <c:v>40616</c:v>
                </c:pt>
                <c:pt idx="1068">
                  <c:v>40613</c:v>
                </c:pt>
                <c:pt idx="1069">
                  <c:v>40612</c:v>
                </c:pt>
                <c:pt idx="1070">
                  <c:v>40611</c:v>
                </c:pt>
                <c:pt idx="1071">
                  <c:v>40610</c:v>
                </c:pt>
                <c:pt idx="1072">
                  <c:v>40609</c:v>
                </c:pt>
                <c:pt idx="1073">
                  <c:v>40606</c:v>
                </c:pt>
                <c:pt idx="1074">
                  <c:v>40605</c:v>
                </c:pt>
                <c:pt idx="1075">
                  <c:v>40604</c:v>
                </c:pt>
                <c:pt idx="1076">
                  <c:v>40603</c:v>
                </c:pt>
                <c:pt idx="1077">
                  <c:v>40602</c:v>
                </c:pt>
                <c:pt idx="1078">
                  <c:v>40599</c:v>
                </c:pt>
                <c:pt idx="1079">
                  <c:v>40598</c:v>
                </c:pt>
                <c:pt idx="1080">
                  <c:v>40597</c:v>
                </c:pt>
                <c:pt idx="1081">
                  <c:v>40596</c:v>
                </c:pt>
                <c:pt idx="1082">
                  <c:v>40595</c:v>
                </c:pt>
                <c:pt idx="1083">
                  <c:v>40592</c:v>
                </c:pt>
                <c:pt idx="1084">
                  <c:v>40591</c:v>
                </c:pt>
                <c:pt idx="1085">
                  <c:v>40590</c:v>
                </c:pt>
                <c:pt idx="1086">
                  <c:v>40589</c:v>
                </c:pt>
                <c:pt idx="1087">
                  <c:v>40588</c:v>
                </c:pt>
                <c:pt idx="1088">
                  <c:v>40585</c:v>
                </c:pt>
                <c:pt idx="1089">
                  <c:v>40584</c:v>
                </c:pt>
                <c:pt idx="1090">
                  <c:v>40583</c:v>
                </c:pt>
                <c:pt idx="1091">
                  <c:v>40582</c:v>
                </c:pt>
                <c:pt idx="1092">
                  <c:v>40581</c:v>
                </c:pt>
                <c:pt idx="1093">
                  <c:v>40578</c:v>
                </c:pt>
                <c:pt idx="1094">
                  <c:v>40577</c:v>
                </c:pt>
                <c:pt idx="1095">
                  <c:v>40576</c:v>
                </c:pt>
                <c:pt idx="1096">
                  <c:v>40575</c:v>
                </c:pt>
                <c:pt idx="1097">
                  <c:v>40574</c:v>
                </c:pt>
                <c:pt idx="1098">
                  <c:v>40571</c:v>
                </c:pt>
                <c:pt idx="1099">
                  <c:v>40570</c:v>
                </c:pt>
                <c:pt idx="1100">
                  <c:v>40569</c:v>
                </c:pt>
                <c:pt idx="1101">
                  <c:v>40568</c:v>
                </c:pt>
                <c:pt idx="1102">
                  <c:v>40567</c:v>
                </c:pt>
                <c:pt idx="1103">
                  <c:v>40564</c:v>
                </c:pt>
                <c:pt idx="1104">
                  <c:v>40563</c:v>
                </c:pt>
                <c:pt idx="1105">
                  <c:v>40562</c:v>
                </c:pt>
                <c:pt idx="1106">
                  <c:v>40561</c:v>
                </c:pt>
                <c:pt idx="1107">
                  <c:v>40560</c:v>
                </c:pt>
                <c:pt idx="1108">
                  <c:v>40557</c:v>
                </c:pt>
                <c:pt idx="1109">
                  <c:v>40556</c:v>
                </c:pt>
                <c:pt idx="1110">
                  <c:v>40555</c:v>
                </c:pt>
                <c:pt idx="1111">
                  <c:v>40554</c:v>
                </c:pt>
                <c:pt idx="1112">
                  <c:v>40553</c:v>
                </c:pt>
                <c:pt idx="1113">
                  <c:v>40550</c:v>
                </c:pt>
                <c:pt idx="1114">
                  <c:v>40549</c:v>
                </c:pt>
                <c:pt idx="1115">
                  <c:v>40548</c:v>
                </c:pt>
                <c:pt idx="1116">
                  <c:v>40547</c:v>
                </c:pt>
                <c:pt idx="1117">
                  <c:v>40546</c:v>
                </c:pt>
                <c:pt idx="1118">
                  <c:v>40543</c:v>
                </c:pt>
                <c:pt idx="1119">
                  <c:v>40542</c:v>
                </c:pt>
                <c:pt idx="1120">
                  <c:v>40541</c:v>
                </c:pt>
                <c:pt idx="1121">
                  <c:v>40540</c:v>
                </c:pt>
                <c:pt idx="1122">
                  <c:v>40539</c:v>
                </c:pt>
                <c:pt idx="1123">
                  <c:v>40536</c:v>
                </c:pt>
                <c:pt idx="1124">
                  <c:v>40535</c:v>
                </c:pt>
                <c:pt idx="1125">
                  <c:v>40534</c:v>
                </c:pt>
                <c:pt idx="1126">
                  <c:v>40533</c:v>
                </c:pt>
                <c:pt idx="1127">
                  <c:v>40532</c:v>
                </c:pt>
                <c:pt idx="1128">
                  <c:v>40529</c:v>
                </c:pt>
                <c:pt idx="1129">
                  <c:v>40528</c:v>
                </c:pt>
                <c:pt idx="1130">
                  <c:v>40527</c:v>
                </c:pt>
                <c:pt idx="1131">
                  <c:v>40526</c:v>
                </c:pt>
                <c:pt idx="1132">
                  <c:v>40525</c:v>
                </c:pt>
                <c:pt idx="1133">
                  <c:v>40522</c:v>
                </c:pt>
                <c:pt idx="1134">
                  <c:v>40521</c:v>
                </c:pt>
                <c:pt idx="1135">
                  <c:v>40520</c:v>
                </c:pt>
                <c:pt idx="1136">
                  <c:v>40519</c:v>
                </c:pt>
                <c:pt idx="1137">
                  <c:v>40518</c:v>
                </c:pt>
                <c:pt idx="1138">
                  <c:v>40515</c:v>
                </c:pt>
                <c:pt idx="1139">
                  <c:v>40514</c:v>
                </c:pt>
                <c:pt idx="1140">
                  <c:v>40513</c:v>
                </c:pt>
                <c:pt idx="1141">
                  <c:v>40512</c:v>
                </c:pt>
                <c:pt idx="1142">
                  <c:v>40511</c:v>
                </c:pt>
                <c:pt idx="1143">
                  <c:v>40508</c:v>
                </c:pt>
                <c:pt idx="1144">
                  <c:v>40507</c:v>
                </c:pt>
                <c:pt idx="1145">
                  <c:v>40506</c:v>
                </c:pt>
                <c:pt idx="1146">
                  <c:v>40505</c:v>
                </c:pt>
                <c:pt idx="1147">
                  <c:v>40504</c:v>
                </c:pt>
                <c:pt idx="1148">
                  <c:v>40501</c:v>
                </c:pt>
                <c:pt idx="1149">
                  <c:v>40500</c:v>
                </c:pt>
                <c:pt idx="1150">
                  <c:v>40499</c:v>
                </c:pt>
                <c:pt idx="1151">
                  <c:v>40498</c:v>
                </c:pt>
                <c:pt idx="1152">
                  <c:v>40497</c:v>
                </c:pt>
                <c:pt idx="1153">
                  <c:v>40494</c:v>
                </c:pt>
                <c:pt idx="1154">
                  <c:v>40493</c:v>
                </c:pt>
                <c:pt idx="1155">
                  <c:v>40492</c:v>
                </c:pt>
                <c:pt idx="1156">
                  <c:v>40491</c:v>
                </c:pt>
                <c:pt idx="1157">
                  <c:v>40490</c:v>
                </c:pt>
                <c:pt idx="1158">
                  <c:v>40487</c:v>
                </c:pt>
                <c:pt idx="1159">
                  <c:v>40486</c:v>
                </c:pt>
                <c:pt idx="1160">
                  <c:v>40485</c:v>
                </c:pt>
                <c:pt idx="1161">
                  <c:v>40484</c:v>
                </c:pt>
                <c:pt idx="1162">
                  <c:v>40483</c:v>
                </c:pt>
                <c:pt idx="1163">
                  <c:v>40480</c:v>
                </c:pt>
                <c:pt idx="1164">
                  <c:v>40479</c:v>
                </c:pt>
                <c:pt idx="1165">
                  <c:v>40478</c:v>
                </c:pt>
                <c:pt idx="1166">
                  <c:v>40477</c:v>
                </c:pt>
                <c:pt idx="1167">
                  <c:v>40476</c:v>
                </c:pt>
                <c:pt idx="1168">
                  <c:v>40473</c:v>
                </c:pt>
                <c:pt idx="1169">
                  <c:v>40472</c:v>
                </c:pt>
                <c:pt idx="1170">
                  <c:v>40471</c:v>
                </c:pt>
                <c:pt idx="1171">
                  <c:v>40470</c:v>
                </c:pt>
                <c:pt idx="1172">
                  <c:v>40469</c:v>
                </c:pt>
                <c:pt idx="1173">
                  <c:v>40466</c:v>
                </c:pt>
                <c:pt idx="1174">
                  <c:v>40465</c:v>
                </c:pt>
                <c:pt idx="1175">
                  <c:v>40464</c:v>
                </c:pt>
                <c:pt idx="1176">
                  <c:v>40463</c:v>
                </c:pt>
                <c:pt idx="1177">
                  <c:v>40462</c:v>
                </c:pt>
                <c:pt idx="1178">
                  <c:v>40459</c:v>
                </c:pt>
                <c:pt idx="1179">
                  <c:v>40458</c:v>
                </c:pt>
                <c:pt idx="1180">
                  <c:v>40457</c:v>
                </c:pt>
                <c:pt idx="1181">
                  <c:v>40456</c:v>
                </c:pt>
                <c:pt idx="1182">
                  <c:v>40455</c:v>
                </c:pt>
                <c:pt idx="1183">
                  <c:v>40452</c:v>
                </c:pt>
                <c:pt idx="1184">
                  <c:v>40451</c:v>
                </c:pt>
                <c:pt idx="1185">
                  <c:v>40450</c:v>
                </c:pt>
                <c:pt idx="1186">
                  <c:v>40449</c:v>
                </c:pt>
                <c:pt idx="1187">
                  <c:v>40448</c:v>
                </c:pt>
                <c:pt idx="1188">
                  <c:v>40445</c:v>
                </c:pt>
                <c:pt idx="1189">
                  <c:v>40444</c:v>
                </c:pt>
                <c:pt idx="1190">
                  <c:v>40443</c:v>
                </c:pt>
                <c:pt idx="1191">
                  <c:v>40442</c:v>
                </c:pt>
                <c:pt idx="1192">
                  <c:v>40441</c:v>
                </c:pt>
                <c:pt idx="1193">
                  <c:v>40438</c:v>
                </c:pt>
                <c:pt idx="1194">
                  <c:v>40437</c:v>
                </c:pt>
                <c:pt idx="1195">
                  <c:v>40436</c:v>
                </c:pt>
                <c:pt idx="1196">
                  <c:v>40435</c:v>
                </c:pt>
                <c:pt idx="1197">
                  <c:v>40434</c:v>
                </c:pt>
                <c:pt idx="1198">
                  <c:v>40431</c:v>
                </c:pt>
                <c:pt idx="1199">
                  <c:v>40430</c:v>
                </c:pt>
                <c:pt idx="1200">
                  <c:v>40429</c:v>
                </c:pt>
                <c:pt idx="1201">
                  <c:v>40428</c:v>
                </c:pt>
                <c:pt idx="1202">
                  <c:v>40427</c:v>
                </c:pt>
                <c:pt idx="1203">
                  <c:v>40424</c:v>
                </c:pt>
                <c:pt idx="1204">
                  <c:v>40423</c:v>
                </c:pt>
                <c:pt idx="1205">
                  <c:v>40422</c:v>
                </c:pt>
                <c:pt idx="1206">
                  <c:v>40421</c:v>
                </c:pt>
                <c:pt idx="1207">
                  <c:v>40420</c:v>
                </c:pt>
                <c:pt idx="1208">
                  <c:v>40417</c:v>
                </c:pt>
                <c:pt idx="1209">
                  <c:v>40416</c:v>
                </c:pt>
                <c:pt idx="1210">
                  <c:v>40415</c:v>
                </c:pt>
                <c:pt idx="1211">
                  <c:v>40414</c:v>
                </c:pt>
                <c:pt idx="1212">
                  <c:v>40413</c:v>
                </c:pt>
                <c:pt idx="1213">
                  <c:v>40410</c:v>
                </c:pt>
                <c:pt idx="1214">
                  <c:v>40409</c:v>
                </c:pt>
                <c:pt idx="1215">
                  <c:v>40408</c:v>
                </c:pt>
                <c:pt idx="1216">
                  <c:v>40407</c:v>
                </c:pt>
                <c:pt idx="1217">
                  <c:v>40406</c:v>
                </c:pt>
                <c:pt idx="1218">
                  <c:v>40403</c:v>
                </c:pt>
                <c:pt idx="1219">
                  <c:v>40402</c:v>
                </c:pt>
                <c:pt idx="1220">
                  <c:v>40401</c:v>
                </c:pt>
                <c:pt idx="1221">
                  <c:v>40400</c:v>
                </c:pt>
                <c:pt idx="1222">
                  <c:v>40399</c:v>
                </c:pt>
                <c:pt idx="1223">
                  <c:v>40396</c:v>
                </c:pt>
                <c:pt idx="1224">
                  <c:v>40395</c:v>
                </c:pt>
                <c:pt idx="1225">
                  <c:v>40394</c:v>
                </c:pt>
                <c:pt idx="1226">
                  <c:v>40393</c:v>
                </c:pt>
                <c:pt idx="1227">
                  <c:v>40392</c:v>
                </c:pt>
                <c:pt idx="1228">
                  <c:v>40389</c:v>
                </c:pt>
                <c:pt idx="1229">
                  <c:v>40388</c:v>
                </c:pt>
                <c:pt idx="1230">
                  <c:v>40387</c:v>
                </c:pt>
                <c:pt idx="1231">
                  <c:v>40386</c:v>
                </c:pt>
                <c:pt idx="1232">
                  <c:v>40385</c:v>
                </c:pt>
                <c:pt idx="1233">
                  <c:v>40382</c:v>
                </c:pt>
                <c:pt idx="1234">
                  <c:v>40381</c:v>
                </c:pt>
                <c:pt idx="1235">
                  <c:v>40380</c:v>
                </c:pt>
                <c:pt idx="1236">
                  <c:v>40379</c:v>
                </c:pt>
                <c:pt idx="1237">
                  <c:v>40378</c:v>
                </c:pt>
                <c:pt idx="1238">
                  <c:v>40375</c:v>
                </c:pt>
                <c:pt idx="1239">
                  <c:v>40374</c:v>
                </c:pt>
                <c:pt idx="1240">
                  <c:v>40373</c:v>
                </c:pt>
                <c:pt idx="1241">
                  <c:v>40372</c:v>
                </c:pt>
                <c:pt idx="1242">
                  <c:v>40371</c:v>
                </c:pt>
                <c:pt idx="1243">
                  <c:v>40368</c:v>
                </c:pt>
                <c:pt idx="1244">
                  <c:v>40367</c:v>
                </c:pt>
                <c:pt idx="1245">
                  <c:v>40366</c:v>
                </c:pt>
                <c:pt idx="1246">
                  <c:v>40365</c:v>
                </c:pt>
                <c:pt idx="1247">
                  <c:v>40364</c:v>
                </c:pt>
                <c:pt idx="1248">
                  <c:v>40361</c:v>
                </c:pt>
                <c:pt idx="1249">
                  <c:v>40360</c:v>
                </c:pt>
                <c:pt idx="1250">
                  <c:v>40359</c:v>
                </c:pt>
                <c:pt idx="1251">
                  <c:v>40358</c:v>
                </c:pt>
                <c:pt idx="1252">
                  <c:v>40357</c:v>
                </c:pt>
                <c:pt idx="1253">
                  <c:v>40354</c:v>
                </c:pt>
                <c:pt idx="1254">
                  <c:v>40353</c:v>
                </c:pt>
                <c:pt idx="1255">
                  <c:v>40352</c:v>
                </c:pt>
                <c:pt idx="1256">
                  <c:v>40351</c:v>
                </c:pt>
                <c:pt idx="1257">
                  <c:v>40350</c:v>
                </c:pt>
                <c:pt idx="1258">
                  <c:v>40347</c:v>
                </c:pt>
                <c:pt idx="1259">
                  <c:v>40346</c:v>
                </c:pt>
                <c:pt idx="1260">
                  <c:v>40345</c:v>
                </c:pt>
                <c:pt idx="1261">
                  <c:v>40344</c:v>
                </c:pt>
                <c:pt idx="1262">
                  <c:v>40343</c:v>
                </c:pt>
                <c:pt idx="1263">
                  <c:v>40340</c:v>
                </c:pt>
                <c:pt idx="1264">
                  <c:v>40339</c:v>
                </c:pt>
                <c:pt idx="1265">
                  <c:v>40338</c:v>
                </c:pt>
                <c:pt idx="1266">
                  <c:v>40337</c:v>
                </c:pt>
                <c:pt idx="1267">
                  <c:v>40336</c:v>
                </c:pt>
                <c:pt idx="1268">
                  <c:v>40333</c:v>
                </c:pt>
                <c:pt idx="1269">
                  <c:v>40332</c:v>
                </c:pt>
                <c:pt idx="1270">
                  <c:v>40331</c:v>
                </c:pt>
                <c:pt idx="1271">
                  <c:v>40330</c:v>
                </c:pt>
                <c:pt idx="1272">
                  <c:v>40329</c:v>
                </c:pt>
                <c:pt idx="1273">
                  <c:v>40326</c:v>
                </c:pt>
                <c:pt idx="1274">
                  <c:v>40325</c:v>
                </c:pt>
                <c:pt idx="1275">
                  <c:v>40324</c:v>
                </c:pt>
                <c:pt idx="1276">
                  <c:v>40323</c:v>
                </c:pt>
                <c:pt idx="1277">
                  <c:v>40322</c:v>
                </c:pt>
                <c:pt idx="1278">
                  <c:v>40319</c:v>
                </c:pt>
                <c:pt idx="1279">
                  <c:v>40318</c:v>
                </c:pt>
                <c:pt idx="1280">
                  <c:v>40317</c:v>
                </c:pt>
                <c:pt idx="1281">
                  <c:v>40316</c:v>
                </c:pt>
                <c:pt idx="1282">
                  <c:v>40315</c:v>
                </c:pt>
                <c:pt idx="1283">
                  <c:v>40312</c:v>
                </c:pt>
                <c:pt idx="1284">
                  <c:v>40311</c:v>
                </c:pt>
                <c:pt idx="1285">
                  <c:v>40310</c:v>
                </c:pt>
                <c:pt idx="1286">
                  <c:v>40309</c:v>
                </c:pt>
                <c:pt idx="1287">
                  <c:v>40308</c:v>
                </c:pt>
                <c:pt idx="1288">
                  <c:v>40305</c:v>
                </c:pt>
                <c:pt idx="1289">
                  <c:v>40304</c:v>
                </c:pt>
                <c:pt idx="1290">
                  <c:v>40303</c:v>
                </c:pt>
                <c:pt idx="1291">
                  <c:v>40302</c:v>
                </c:pt>
                <c:pt idx="1292">
                  <c:v>40301</c:v>
                </c:pt>
                <c:pt idx="1293">
                  <c:v>40298</c:v>
                </c:pt>
                <c:pt idx="1294">
                  <c:v>40297</c:v>
                </c:pt>
                <c:pt idx="1295">
                  <c:v>40296</c:v>
                </c:pt>
                <c:pt idx="1296">
                  <c:v>40295</c:v>
                </c:pt>
                <c:pt idx="1297">
                  <c:v>40294</c:v>
                </c:pt>
                <c:pt idx="1298">
                  <c:v>40291</c:v>
                </c:pt>
                <c:pt idx="1299">
                  <c:v>40290</c:v>
                </c:pt>
                <c:pt idx="1300">
                  <c:v>40289</c:v>
                </c:pt>
                <c:pt idx="1301">
                  <c:v>40288</c:v>
                </c:pt>
                <c:pt idx="1302">
                  <c:v>40287</c:v>
                </c:pt>
                <c:pt idx="1303">
                  <c:v>40284</c:v>
                </c:pt>
                <c:pt idx="1304">
                  <c:v>40283</c:v>
                </c:pt>
                <c:pt idx="1305">
                  <c:v>40282</c:v>
                </c:pt>
                <c:pt idx="1306">
                  <c:v>40281</c:v>
                </c:pt>
                <c:pt idx="1307">
                  <c:v>40280</c:v>
                </c:pt>
                <c:pt idx="1308">
                  <c:v>40277</c:v>
                </c:pt>
                <c:pt idx="1309">
                  <c:v>40276</c:v>
                </c:pt>
                <c:pt idx="1310">
                  <c:v>40275</c:v>
                </c:pt>
                <c:pt idx="1311">
                  <c:v>40274</c:v>
                </c:pt>
                <c:pt idx="1312">
                  <c:v>40273</c:v>
                </c:pt>
                <c:pt idx="1313">
                  <c:v>40270</c:v>
                </c:pt>
                <c:pt idx="1314">
                  <c:v>40269</c:v>
                </c:pt>
                <c:pt idx="1315">
                  <c:v>40268</c:v>
                </c:pt>
                <c:pt idx="1316">
                  <c:v>40267</c:v>
                </c:pt>
                <c:pt idx="1317">
                  <c:v>40266</c:v>
                </c:pt>
                <c:pt idx="1318">
                  <c:v>40263</c:v>
                </c:pt>
                <c:pt idx="1319">
                  <c:v>40262</c:v>
                </c:pt>
                <c:pt idx="1320">
                  <c:v>40261</c:v>
                </c:pt>
                <c:pt idx="1321">
                  <c:v>40260</c:v>
                </c:pt>
                <c:pt idx="1322">
                  <c:v>40259</c:v>
                </c:pt>
                <c:pt idx="1323">
                  <c:v>40256</c:v>
                </c:pt>
                <c:pt idx="1324">
                  <c:v>40255</c:v>
                </c:pt>
                <c:pt idx="1325">
                  <c:v>40254</c:v>
                </c:pt>
                <c:pt idx="1326">
                  <c:v>40253</c:v>
                </c:pt>
                <c:pt idx="1327">
                  <c:v>40252</c:v>
                </c:pt>
                <c:pt idx="1328">
                  <c:v>40249</c:v>
                </c:pt>
                <c:pt idx="1329">
                  <c:v>40248</c:v>
                </c:pt>
                <c:pt idx="1330">
                  <c:v>40247</c:v>
                </c:pt>
                <c:pt idx="1331">
                  <c:v>40246</c:v>
                </c:pt>
                <c:pt idx="1332">
                  <c:v>40245</c:v>
                </c:pt>
                <c:pt idx="1333">
                  <c:v>40242</c:v>
                </c:pt>
                <c:pt idx="1334">
                  <c:v>40241</c:v>
                </c:pt>
                <c:pt idx="1335">
                  <c:v>40240</c:v>
                </c:pt>
                <c:pt idx="1336">
                  <c:v>40239</c:v>
                </c:pt>
                <c:pt idx="1337">
                  <c:v>40238</c:v>
                </c:pt>
                <c:pt idx="1338">
                  <c:v>40235</c:v>
                </c:pt>
                <c:pt idx="1339">
                  <c:v>40234</c:v>
                </c:pt>
                <c:pt idx="1340">
                  <c:v>40233</c:v>
                </c:pt>
                <c:pt idx="1341">
                  <c:v>40232</c:v>
                </c:pt>
                <c:pt idx="1342">
                  <c:v>40231</c:v>
                </c:pt>
                <c:pt idx="1343">
                  <c:v>40228</c:v>
                </c:pt>
                <c:pt idx="1344">
                  <c:v>40227</c:v>
                </c:pt>
                <c:pt idx="1345">
                  <c:v>40226</c:v>
                </c:pt>
                <c:pt idx="1346">
                  <c:v>40225</c:v>
                </c:pt>
                <c:pt idx="1347">
                  <c:v>40224</c:v>
                </c:pt>
                <c:pt idx="1348">
                  <c:v>40221</c:v>
                </c:pt>
                <c:pt idx="1349">
                  <c:v>40220</c:v>
                </c:pt>
                <c:pt idx="1350">
                  <c:v>40219</c:v>
                </c:pt>
                <c:pt idx="1351">
                  <c:v>40218</c:v>
                </c:pt>
                <c:pt idx="1352">
                  <c:v>40217</c:v>
                </c:pt>
                <c:pt idx="1353">
                  <c:v>40214</c:v>
                </c:pt>
                <c:pt idx="1354">
                  <c:v>40213</c:v>
                </c:pt>
                <c:pt idx="1355">
                  <c:v>40212</c:v>
                </c:pt>
                <c:pt idx="1356">
                  <c:v>40211</c:v>
                </c:pt>
                <c:pt idx="1357">
                  <c:v>40210</c:v>
                </c:pt>
                <c:pt idx="1358">
                  <c:v>40207</c:v>
                </c:pt>
                <c:pt idx="1359">
                  <c:v>40206</c:v>
                </c:pt>
                <c:pt idx="1360">
                  <c:v>40205</c:v>
                </c:pt>
                <c:pt idx="1361">
                  <c:v>40204</c:v>
                </c:pt>
                <c:pt idx="1362">
                  <c:v>40203</c:v>
                </c:pt>
                <c:pt idx="1363">
                  <c:v>40200</c:v>
                </c:pt>
                <c:pt idx="1364">
                  <c:v>40199</c:v>
                </c:pt>
                <c:pt idx="1365">
                  <c:v>40198</c:v>
                </c:pt>
                <c:pt idx="1366">
                  <c:v>40197</c:v>
                </c:pt>
                <c:pt idx="1367">
                  <c:v>40196</c:v>
                </c:pt>
                <c:pt idx="1368">
                  <c:v>40193</c:v>
                </c:pt>
                <c:pt idx="1369">
                  <c:v>40192</c:v>
                </c:pt>
                <c:pt idx="1370">
                  <c:v>40191</c:v>
                </c:pt>
                <c:pt idx="1371">
                  <c:v>40190</c:v>
                </c:pt>
                <c:pt idx="1372">
                  <c:v>40189</c:v>
                </c:pt>
                <c:pt idx="1373">
                  <c:v>40186</c:v>
                </c:pt>
                <c:pt idx="1374">
                  <c:v>40185</c:v>
                </c:pt>
                <c:pt idx="1375">
                  <c:v>40184</c:v>
                </c:pt>
                <c:pt idx="1376">
                  <c:v>40183</c:v>
                </c:pt>
                <c:pt idx="1377">
                  <c:v>40182</c:v>
                </c:pt>
                <c:pt idx="1378">
                  <c:v>40179</c:v>
                </c:pt>
                <c:pt idx="1379">
                  <c:v>40178</c:v>
                </c:pt>
                <c:pt idx="1380">
                  <c:v>40177</c:v>
                </c:pt>
                <c:pt idx="1381">
                  <c:v>40176</c:v>
                </c:pt>
                <c:pt idx="1382">
                  <c:v>40175</c:v>
                </c:pt>
                <c:pt idx="1383">
                  <c:v>40172</c:v>
                </c:pt>
                <c:pt idx="1384">
                  <c:v>40171</c:v>
                </c:pt>
                <c:pt idx="1385">
                  <c:v>40170</c:v>
                </c:pt>
                <c:pt idx="1386">
                  <c:v>40169</c:v>
                </c:pt>
                <c:pt idx="1387">
                  <c:v>40168</c:v>
                </c:pt>
                <c:pt idx="1388">
                  <c:v>40165</c:v>
                </c:pt>
                <c:pt idx="1389">
                  <c:v>40164</c:v>
                </c:pt>
                <c:pt idx="1390">
                  <c:v>40163</c:v>
                </c:pt>
                <c:pt idx="1391">
                  <c:v>40162</c:v>
                </c:pt>
                <c:pt idx="1392">
                  <c:v>40161</c:v>
                </c:pt>
                <c:pt idx="1393">
                  <c:v>40158</c:v>
                </c:pt>
                <c:pt idx="1394">
                  <c:v>40157</c:v>
                </c:pt>
                <c:pt idx="1395">
                  <c:v>40156</c:v>
                </c:pt>
                <c:pt idx="1396">
                  <c:v>40155</c:v>
                </c:pt>
                <c:pt idx="1397">
                  <c:v>40154</c:v>
                </c:pt>
                <c:pt idx="1398">
                  <c:v>40151</c:v>
                </c:pt>
                <c:pt idx="1399">
                  <c:v>40150</c:v>
                </c:pt>
                <c:pt idx="1400">
                  <c:v>40149</c:v>
                </c:pt>
                <c:pt idx="1401">
                  <c:v>40148</c:v>
                </c:pt>
                <c:pt idx="1402">
                  <c:v>40147</c:v>
                </c:pt>
                <c:pt idx="1403">
                  <c:v>40144</c:v>
                </c:pt>
                <c:pt idx="1404">
                  <c:v>40143</c:v>
                </c:pt>
                <c:pt idx="1405">
                  <c:v>40142</c:v>
                </c:pt>
                <c:pt idx="1406">
                  <c:v>40141</c:v>
                </c:pt>
                <c:pt idx="1407">
                  <c:v>40140</c:v>
                </c:pt>
                <c:pt idx="1408">
                  <c:v>40137</c:v>
                </c:pt>
                <c:pt idx="1409">
                  <c:v>40136</c:v>
                </c:pt>
                <c:pt idx="1410">
                  <c:v>40135</c:v>
                </c:pt>
                <c:pt idx="1411">
                  <c:v>40134</c:v>
                </c:pt>
                <c:pt idx="1412">
                  <c:v>40133</c:v>
                </c:pt>
                <c:pt idx="1413">
                  <c:v>40130</c:v>
                </c:pt>
                <c:pt idx="1414">
                  <c:v>40129</c:v>
                </c:pt>
                <c:pt idx="1415">
                  <c:v>40128</c:v>
                </c:pt>
                <c:pt idx="1416">
                  <c:v>40127</c:v>
                </c:pt>
                <c:pt idx="1417">
                  <c:v>40126</c:v>
                </c:pt>
                <c:pt idx="1418">
                  <c:v>40123</c:v>
                </c:pt>
                <c:pt idx="1419">
                  <c:v>40122</c:v>
                </c:pt>
                <c:pt idx="1420">
                  <c:v>40121</c:v>
                </c:pt>
                <c:pt idx="1421">
                  <c:v>40120</c:v>
                </c:pt>
                <c:pt idx="1422">
                  <c:v>40119</c:v>
                </c:pt>
                <c:pt idx="1423">
                  <c:v>40116</c:v>
                </c:pt>
                <c:pt idx="1424">
                  <c:v>40115</c:v>
                </c:pt>
                <c:pt idx="1425">
                  <c:v>40114</c:v>
                </c:pt>
                <c:pt idx="1426">
                  <c:v>40113</c:v>
                </c:pt>
                <c:pt idx="1427">
                  <c:v>40112</c:v>
                </c:pt>
                <c:pt idx="1428">
                  <c:v>40109</c:v>
                </c:pt>
                <c:pt idx="1429">
                  <c:v>40108</c:v>
                </c:pt>
                <c:pt idx="1430">
                  <c:v>40107</c:v>
                </c:pt>
                <c:pt idx="1431">
                  <c:v>40106</c:v>
                </c:pt>
                <c:pt idx="1432">
                  <c:v>40105</c:v>
                </c:pt>
                <c:pt idx="1433">
                  <c:v>40102</c:v>
                </c:pt>
                <c:pt idx="1434">
                  <c:v>40101</c:v>
                </c:pt>
                <c:pt idx="1435">
                  <c:v>40100</c:v>
                </c:pt>
                <c:pt idx="1436">
                  <c:v>40099</c:v>
                </c:pt>
                <c:pt idx="1437">
                  <c:v>40098</c:v>
                </c:pt>
                <c:pt idx="1438">
                  <c:v>40095</c:v>
                </c:pt>
                <c:pt idx="1439">
                  <c:v>40094</c:v>
                </c:pt>
                <c:pt idx="1440">
                  <c:v>40093</c:v>
                </c:pt>
                <c:pt idx="1441">
                  <c:v>40092</c:v>
                </c:pt>
                <c:pt idx="1442">
                  <c:v>40091</c:v>
                </c:pt>
                <c:pt idx="1443">
                  <c:v>40088</c:v>
                </c:pt>
                <c:pt idx="1444">
                  <c:v>40087</c:v>
                </c:pt>
                <c:pt idx="1445">
                  <c:v>40086</c:v>
                </c:pt>
                <c:pt idx="1446">
                  <c:v>40085</c:v>
                </c:pt>
                <c:pt idx="1447">
                  <c:v>40084</c:v>
                </c:pt>
                <c:pt idx="1448">
                  <c:v>40081</c:v>
                </c:pt>
                <c:pt idx="1449">
                  <c:v>40080</c:v>
                </c:pt>
                <c:pt idx="1450">
                  <c:v>40079</c:v>
                </c:pt>
                <c:pt idx="1451">
                  <c:v>40078</c:v>
                </c:pt>
                <c:pt idx="1452">
                  <c:v>40077</c:v>
                </c:pt>
                <c:pt idx="1453">
                  <c:v>40074</c:v>
                </c:pt>
                <c:pt idx="1454">
                  <c:v>40073</c:v>
                </c:pt>
                <c:pt idx="1455">
                  <c:v>40072</c:v>
                </c:pt>
                <c:pt idx="1456">
                  <c:v>40071</c:v>
                </c:pt>
                <c:pt idx="1457">
                  <c:v>40070</c:v>
                </c:pt>
                <c:pt idx="1458">
                  <c:v>40067</c:v>
                </c:pt>
                <c:pt idx="1459">
                  <c:v>40066</c:v>
                </c:pt>
                <c:pt idx="1460">
                  <c:v>40065</c:v>
                </c:pt>
                <c:pt idx="1461">
                  <c:v>40064</c:v>
                </c:pt>
                <c:pt idx="1462">
                  <c:v>40063</c:v>
                </c:pt>
                <c:pt idx="1463">
                  <c:v>40060</c:v>
                </c:pt>
                <c:pt idx="1464">
                  <c:v>40059</c:v>
                </c:pt>
                <c:pt idx="1465">
                  <c:v>40058</c:v>
                </c:pt>
                <c:pt idx="1466">
                  <c:v>40057</c:v>
                </c:pt>
                <c:pt idx="1467">
                  <c:v>40056</c:v>
                </c:pt>
                <c:pt idx="1468">
                  <c:v>40053</c:v>
                </c:pt>
                <c:pt idx="1469">
                  <c:v>40052</c:v>
                </c:pt>
                <c:pt idx="1470">
                  <c:v>40051</c:v>
                </c:pt>
                <c:pt idx="1471">
                  <c:v>40050</c:v>
                </c:pt>
                <c:pt idx="1472">
                  <c:v>40049</c:v>
                </c:pt>
                <c:pt idx="1473">
                  <c:v>40046</c:v>
                </c:pt>
                <c:pt idx="1474">
                  <c:v>40045</c:v>
                </c:pt>
                <c:pt idx="1475">
                  <c:v>40044</c:v>
                </c:pt>
                <c:pt idx="1476">
                  <c:v>40043</c:v>
                </c:pt>
                <c:pt idx="1477">
                  <c:v>40042</c:v>
                </c:pt>
                <c:pt idx="1478">
                  <c:v>40039</c:v>
                </c:pt>
                <c:pt idx="1479">
                  <c:v>40038</c:v>
                </c:pt>
                <c:pt idx="1480">
                  <c:v>40037</c:v>
                </c:pt>
                <c:pt idx="1481">
                  <c:v>40036</c:v>
                </c:pt>
                <c:pt idx="1482">
                  <c:v>40035</c:v>
                </c:pt>
                <c:pt idx="1483">
                  <c:v>40032</c:v>
                </c:pt>
                <c:pt idx="1484">
                  <c:v>40031</c:v>
                </c:pt>
                <c:pt idx="1485">
                  <c:v>40030</c:v>
                </c:pt>
                <c:pt idx="1486">
                  <c:v>40029</c:v>
                </c:pt>
                <c:pt idx="1487">
                  <c:v>40028</c:v>
                </c:pt>
                <c:pt idx="1488">
                  <c:v>40025</c:v>
                </c:pt>
                <c:pt idx="1489">
                  <c:v>40024</c:v>
                </c:pt>
                <c:pt idx="1490">
                  <c:v>40023</c:v>
                </c:pt>
                <c:pt idx="1491">
                  <c:v>40022</c:v>
                </c:pt>
                <c:pt idx="1492">
                  <c:v>40021</c:v>
                </c:pt>
                <c:pt idx="1493">
                  <c:v>40018</c:v>
                </c:pt>
                <c:pt idx="1494">
                  <c:v>40017</c:v>
                </c:pt>
                <c:pt idx="1495">
                  <c:v>40016</c:v>
                </c:pt>
                <c:pt idx="1496">
                  <c:v>40015</c:v>
                </c:pt>
                <c:pt idx="1497">
                  <c:v>40014</c:v>
                </c:pt>
                <c:pt idx="1498">
                  <c:v>40011</c:v>
                </c:pt>
                <c:pt idx="1499">
                  <c:v>40010</c:v>
                </c:pt>
                <c:pt idx="1500">
                  <c:v>40009</c:v>
                </c:pt>
                <c:pt idx="1501">
                  <c:v>40008</c:v>
                </c:pt>
                <c:pt idx="1502">
                  <c:v>40007</c:v>
                </c:pt>
                <c:pt idx="1503">
                  <c:v>40004</c:v>
                </c:pt>
                <c:pt idx="1504">
                  <c:v>40003</c:v>
                </c:pt>
                <c:pt idx="1505">
                  <c:v>40002</c:v>
                </c:pt>
                <c:pt idx="1506">
                  <c:v>40001</c:v>
                </c:pt>
                <c:pt idx="1507">
                  <c:v>40000</c:v>
                </c:pt>
                <c:pt idx="1508">
                  <c:v>39997</c:v>
                </c:pt>
                <c:pt idx="1509">
                  <c:v>39996</c:v>
                </c:pt>
                <c:pt idx="1510">
                  <c:v>39995</c:v>
                </c:pt>
                <c:pt idx="1511">
                  <c:v>39994</c:v>
                </c:pt>
                <c:pt idx="1512">
                  <c:v>39993</c:v>
                </c:pt>
                <c:pt idx="1513">
                  <c:v>39990</c:v>
                </c:pt>
                <c:pt idx="1514">
                  <c:v>39989</c:v>
                </c:pt>
                <c:pt idx="1515">
                  <c:v>39988</c:v>
                </c:pt>
                <c:pt idx="1516">
                  <c:v>39987</c:v>
                </c:pt>
                <c:pt idx="1517">
                  <c:v>39986</c:v>
                </c:pt>
                <c:pt idx="1518">
                  <c:v>39983</c:v>
                </c:pt>
                <c:pt idx="1519">
                  <c:v>39982</c:v>
                </c:pt>
                <c:pt idx="1520">
                  <c:v>39981</c:v>
                </c:pt>
                <c:pt idx="1521">
                  <c:v>39980</c:v>
                </c:pt>
                <c:pt idx="1522">
                  <c:v>39979</c:v>
                </c:pt>
                <c:pt idx="1523">
                  <c:v>39976</c:v>
                </c:pt>
                <c:pt idx="1524">
                  <c:v>39975</c:v>
                </c:pt>
                <c:pt idx="1525">
                  <c:v>39974</c:v>
                </c:pt>
                <c:pt idx="1526">
                  <c:v>39973</c:v>
                </c:pt>
                <c:pt idx="1527">
                  <c:v>39972</c:v>
                </c:pt>
                <c:pt idx="1528">
                  <c:v>39969</c:v>
                </c:pt>
                <c:pt idx="1529">
                  <c:v>39968</c:v>
                </c:pt>
                <c:pt idx="1530">
                  <c:v>39967</c:v>
                </c:pt>
                <c:pt idx="1531">
                  <c:v>39966</c:v>
                </c:pt>
                <c:pt idx="1532">
                  <c:v>39965</c:v>
                </c:pt>
                <c:pt idx="1533">
                  <c:v>39962</c:v>
                </c:pt>
                <c:pt idx="1534">
                  <c:v>39961</c:v>
                </c:pt>
                <c:pt idx="1535">
                  <c:v>39960</c:v>
                </c:pt>
                <c:pt idx="1536">
                  <c:v>39959</c:v>
                </c:pt>
                <c:pt idx="1537">
                  <c:v>39958</c:v>
                </c:pt>
                <c:pt idx="1538">
                  <c:v>39955</c:v>
                </c:pt>
                <c:pt idx="1539">
                  <c:v>39954</c:v>
                </c:pt>
                <c:pt idx="1540">
                  <c:v>39953</c:v>
                </c:pt>
                <c:pt idx="1541">
                  <c:v>39952</c:v>
                </c:pt>
                <c:pt idx="1542">
                  <c:v>39951</c:v>
                </c:pt>
                <c:pt idx="1543">
                  <c:v>39948</c:v>
                </c:pt>
                <c:pt idx="1544">
                  <c:v>39947</c:v>
                </c:pt>
                <c:pt idx="1545">
                  <c:v>39946</c:v>
                </c:pt>
                <c:pt idx="1546">
                  <c:v>39945</c:v>
                </c:pt>
                <c:pt idx="1547">
                  <c:v>39944</c:v>
                </c:pt>
                <c:pt idx="1548">
                  <c:v>39941</c:v>
                </c:pt>
                <c:pt idx="1549">
                  <c:v>39940</c:v>
                </c:pt>
                <c:pt idx="1550">
                  <c:v>39939</c:v>
                </c:pt>
                <c:pt idx="1551">
                  <c:v>39938</c:v>
                </c:pt>
                <c:pt idx="1552">
                  <c:v>39937</c:v>
                </c:pt>
                <c:pt idx="1553">
                  <c:v>39934</c:v>
                </c:pt>
                <c:pt idx="1554">
                  <c:v>39933</c:v>
                </c:pt>
                <c:pt idx="1555">
                  <c:v>39932</c:v>
                </c:pt>
                <c:pt idx="1556">
                  <c:v>39931</c:v>
                </c:pt>
                <c:pt idx="1557">
                  <c:v>39930</c:v>
                </c:pt>
                <c:pt idx="1558">
                  <c:v>39927</c:v>
                </c:pt>
                <c:pt idx="1559">
                  <c:v>39926</c:v>
                </c:pt>
                <c:pt idx="1560">
                  <c:v>39925</c:v>
                </c:pt>
                <c:pt idx="1561">
                  <c:v>39924</c:v>
                </c:pt>
                <c:pt idx="1562">
                  <c:v>39923</c:v>
                </c:pt>
                <c:pt idx="1563">
                  <c:v>39920</c:v>
                </c:pt>
                <c:pt idx="1564">
                  <c:v>39919</c:v>
                </c:pt>
                <c:pt idx="1565">
                  <c:v>39918</c:v>
                </c:pt>
                <c:pt idx="1566">
                  <c:v>39917</c:v>
                </c:pt>
                <c:pt idx="1567">
                  <c:v>39916</c:v>
                </c:pt>
                <c:pt idx="1568">
                  <c:v>39913</c:v>
                </c:pt>
                <c:pt idx="1569">
                  <c:v>39912</c:v>
                </c:pt>
                <c:pt idx="1570">
                  <c:v>39911</c:v>
                </c:pt>
                <c:pt idx="1571">
                  <c:v>39910</c:v>
                </c:pt>
                <c:pt idx="1572">
                  <c:v>39909</c:v>
                </c:pt>
                <c:pt idx="1573">
                  <c:v>39906</c:v>
                </c:pt>
                <c:pt idx="1574">
                  <c:v>39905</c:v>
                </c:pt>
                <c:pt idx="1575">
                  <c:v>39904</c:v>
                </c:pt>
                <c:pt idx="1576">
                  <c:v>39903</c:v>
                </c:pt>
                <c:pt idx="1577">
                  <c:v>39902</c:v>
                </c:pt>
                <c:pt idx="1578">
                  <c:v>39899</c:v>
                </c:pt>
                <c:pt idx="1579">
                  <c:v>39898</c:v>
                </c:pt>
                <c:pt idx="1580">
                  <c:v>39897</c:v>
                </c:pt>
                <c:pt idx="1581">
                  <c:v>39896</c:v>
                </c:pt>
                <c:pt idx="1582">
                  <c:v>39895</c:v>
                </c:pt>
                <c:pt idx="1583">
                  <c:v>39892</c:v>
                </c:pt>
                <c:pt idx="1584">
                  <c:v>39891</c:v>
                </c:pt>
                <c:pt idx="1585">
                  <c:v>39890</c:v>
                </c:pt>
                <c:pt idx="1586">
                  <c:v>39889</c:v>
                </c:pt>
                <c:pt idx="1587">
                  <c:v>39888</c:v>
                </c:pt>
                <c:pt idx="1588">
                  <c:v>39885</c:v>
                </c:pt>
                <c:pt idx="1589">
                  <c:v>39884</c:v>
                </c:pt>
                <c:pt idx="1590">
                  <c:v>39883</c:v>
                </c:pt>
                <c:pt idx="1591">
                  <c:v>39882</c:v>
                </c:pt>
                <c:pt idx="1592">
                  <c:v>39881</c:v>
                </c:pt>
                <c:pt idx="1593">
                  <c:v>39878</c:v>
                </c:pt>
                <c:pt idx="1594">
                  <c:v>39877</c:v>
                </c:pt>
                <c:pt idx="1595">
                  <c:v>39876</c:v>
                </c:pt>
                <c:pt idx="1596">
                  <c:v>39875</c:v>
                </c:pt>
                <c:pt idx="1597">
                  <c:v>39874</c:v>
                </c:pt>
                <c:pt idx="1598">
                  <c:v>39871</c:v>
                </c:pt>
                <c:pt idx="1599">
                  <c:v>39870</c:v>
                </c:pt>
                <c:pt idx="1600">
                  <c:v>39869</c:v>
                </c:pt>
                <c:pt idx="1601">
                  <c:v>39868</c:v>
                </c:pt>
                <c:pt idx="1602">
                  <c:v>39867</c:v>
                </c:pt>
                <c:pt idx="1603">
                  <c:v>39864</c:v>
                </c:pt>
                <c:pt idx="1604">
                  <c:v>39863</c:v>
                </c:pt>
                <c:pt idx="1605">
                  <c:v>39862</c:v>
                </c:pt>
                <c:pt idx="1606">
                  <c:v>39861</c:v>
                </c:pt>
                <c:pt idx="1607">
                  <c:v>39860</c:v>
                </c:pt>
                <c:pt idx="1608">
                  <c:v>39857</c:v>
                </c:pt>
                <c:pt idx="1609">
                  <c:v>39856</c:v>
                </c:pt>
                <c:pt idx="1610">
                  <c:v>39855</c:v>
                </c:pt>
                <c:pt idx="1611">
                  <c:v>39854</c:v>
                </c:pt>
                <c:pt idx="1612">
                  <c:v>39853</c:v>
                </c:pt>
                <c:pt idx="1613">
                  <c:v>39850</c:v>
                </c:pt>
                <c:pt idx="1614">
                  <c:v>39849</c:v>
                </c:pt>
                <c:pt idx="1615">
                  <c:v>39848</c:v>
                </c:pt>
                <c:pt idx="1616">
                  <c:v>39847</c:v>
                </c:pt>
                <c:pt idx="1617">
                  <c:v>39846</c:v>
                </c:pt>
                <c:pt idx="1618">
                  <c:v>39843</c:v>
                </c:pt>
                <c:pt idx="1619">
                  <c:v>39842</c:v>
                </c:pt>
                <c:pt idx="1620">
                  <c:v>39841</c:v>
                </c:pt>
                <c:pt idx="1621">
                  <c:v>39840</c:v>
                </c:pt>
                <c:pt idx="1622">
                  <c:v>39839</c:v>
                </c:pt>
                <c:pt idx="1623">
                  <c:v>39836</c:v>
                </c:pt>
                <c:pt idx="1624">
                  <c:v>39835</c:v>
                </c:pt>
                <c:pt idx="1625">
                  <c:v>39834</c:v>
                </c:pt>
                <c:pt idx="1626">
                  <c:v>39833</c:v>
                </c:pt>
                <c:pt idx="1627">
                  <c:v>39832</c:v>
                </c:pt>
                <c:pt idx="1628">
                  <c:v>39829</c:v>
                </c:pt>
                <c:pt idx="1629">
                  <c:v>39828</c:v>
                </c:pt>
                <c:pt idx="1630">
                  <c:v>39827</c:v>
                </c:pt>
                <c:pt idx="1631">
                  <c:v>39826</c:v>
                </c:pt>
                <c:pt idx="1632">
                  <c:v>39825</c:v>
                </c:pt>
                <c:pt idx="1633">
                  <c:v>39822</c:v>
                </c:pt>
                <c:pt idx="1634">
                  <c:v>39821</c:v>
                </c:pt>
                <c:pt idx="1635">
                  <c:v>39820</c:v>
                </c:pt>
                <c:pt idx="1636">
                  <c:v>39819</c:v>
                </c:pt>
                <c:pt idx="1637">
                  <c:v>39818</c:v>
                </c:pt>
                <c:pt idx="1638">
                  <c:v>39815</c:v>
                </c:pt>
                <c:pt idx="1639">
                  <c:v>39814</c:v>
                </c:pt>
                <c:pt idx="1640">
                  <c:v>39813</c:v>
                </c:pt>
                <c:pt idx="1641">
                  <c:v>39812</c:v>
                </c:pt>
                <c:pt idx="1642">
                  <c:v>39811</c:v>
                </c:pt>
                <c:pt idx="1643">
                  <c:v>39808</c:v>
                </c:pt>
                <c:pt idx="1644">
                  <c:v>39807</c:v>
                </c:pt>
                <c:pt idx="1645">
                  <c:v>39806</c:v>
                </c:pt>
                <c:pt idx="1646">
                  <c:v>39805</c:v>
                </c:pt>
                <c:pt idx="1647">
                  <c:v>39804</c:v>
                </c:pt>
                <c:pt idx="1648">
                  <c:v>39801</c:v>
                </c:pt>
                <c:pt idx="1649">
                  <c:v>39800</c:v>
                </c:pt>
                <c:pt idx="1650">
                  <c:v>39799</c:v>
                </c:pt>
                <c:pt idx="1651">
                  <c:v>39798</c:v>
                </c:pt>
                <c:pt idx="1652">
                  <c:v>39797</c:v>
                </c:pt>
                <c:pt idx="1653">
                  <c:v>39794</c:v>
                </c:pt>
                <c:pt idx="1654">
                  <c:v>39793</c:v>
                </c:pt>
                <c:pt idx="1655">
                  <c:v>39792</c:v>
                </c:pt>
                <c:pt idx="1656">
                  <c:v>39791</c:v>
                </c:pt>
                <c:pt idx="1657">
                  <c:v>39790</c:v>
                </c:pt>
                <c:pt idx="1658">
                  <c:v>39787</c:v>
                </c:pt>
                <c:pt idx="1659">
                  <c:v>39786</c:v>
                </c:pt>
                <c:pt idx="1660">
                  <c:v>39785</c:v>
                </c:pt>
                <c:pt idx="1661">
                  <c:v>39784</c:v>
                </c:pt>
                <c:pt idx="1662">
                  <c:v>39783</c:v>
                </c:pt>
                <c:pt idx="1663">
                  <c:v>39780</c:v>
                </c:pt>
                <c:pt idx="1664">
                  <c:v>39779</c:v>
                </c:pt>
                <c:pt idx="1665">
                  <c:v>39778</c:v>
                </c:pt>
                <c:pt idx="1666">
                  <c:v>39777</c:v>
                </c:pt>
                <c:pt idx="1667">
                  <c:v>39776</c:v>
                </c:pt>
                <c:pt idx="1668">
                  <c:v>39773</c:v>
                </c:pt>
                <c:pt idx="1669">
                  <c:v>39772</c:v>
                </c:pt>
                <c:pt idx="1670">
                  <c:v>39771</c:v>
                </c:pt>
                <c:pt idx="1671">
                  <c:v>39770</c:v>
                </c:pt>
                <c:pt idx="1672">
                  <c:v>39769</c:v>
                </c:pt>
                <c:pt idx="1673">
                  <c:v>39766</c:v>
                </c:pt>
                <c:pt idx="1674">
                  <c:v>39765</c:v>
                </c:pt>
                <c:pt idx="1675">
                  <c:v>39764</c:v>
                </c:pt>
                <c:pt idx="1676">
                  <c:v>39763</c:v>
                </c:pt>
                <c:pt idx="1677">
                  <c:v>39762</c:v>
                </c:pt>
                <c:pt idx="1678">
                  <c:v>39759</c:v>
                </c:pt>
                <c:pt idx="1679">
                  <c:v>39758</c:v>
                </c:pt>
                <c:pt idx="1680">
                  <c:v>39757</c:v>
                </c:pt>
                <c:pt idx="1681">
                  <c:v>39756</c:v>
                </c:pt>
                <c:pt idx="1682">
                  <c:v>39755</c:v>
                </c:pt>
                <c:pt idx="1683">
                  <c:v>39752</c:v>
                </c:pt>
                <c:pt idx="1684">
                  <c:v>39751</c:v>
                </c:pt>
                <c:pt idx="1685">
                  <c:v>39750</c:v>
                </c:pt>
                <c:pt idx="1686">
                  <c:v>39749</c:v>
                </c:pt>
                <c:pt idx="1687">
                  <c:v>39748</c:v>
                </c:pt>
                <c:pt idx="1688">
                  <c:v>39745</c:v>
                </c:pt>
                <c:pt idx="1689">
                  <c:v>39744</c:v>
                </c:pt>
                <c:pt idx="1690">
                  <c:v>39743</c:v>
                </c:pt>
                <c:pt idx="1691">
                  <c:v>39742</c:v>
                </c:pt>
                <c:pt idx="1692">
                  <c:v>39741</c:v>
                </c:pt>
                <c:pt idx="1693">
                  <c:v>39738</c:v>
                </c:pt>
                <c:pt idx="1694">
                  <c:v>39737</c:v>
                </c:pt>
                <c:pt idx="1695">
                  <c:v>39736</c:v>
                </c:pt>
                <c:pt idx="1696">
                  <c:v>39735</c:v>
                </c:pt>
                <c:pt idx="1697">
                  <c:v>39734</c:v>
                </c:pt>
                <c:pt idx="1698">
                  <c:v>39731</c:v>
                </c:pt>
                <c:pt idx="1699">
                  <c:v>39730</c:v>
                </c:pt>
                <c:pt idx="1700">
                  <c:v>39729</c:v>
                </c:pt>
                <c:pt idx="1701">
                  <c:v>39728</c:v>
                </c:pt>
                <c:pt idx="1702">
                  <c:v>39727</c:v>
                </c:pt>
                <c:pt idx="1703">
                  <c:v>39724</c:v>
                </c:pt>
                <c:pt idx="1704">
                  <c:v>39723</c:v>
                </c:pt>
                <c:pt idx="1705">
                  <c:v>39722</c:v>
                </c:pt>
                <c:pt idx="1706">
                  <c:v>39721</c:v>
                </c:pt>
                <c:pt idx="1707">
                  <c:v>39720</c:v>
                </c:pt>
                <c:pt idx="1708">
                  <c:v>39717</c:v>
                </c:pt>
                <c:pt idx="1709">
                  <c:v>39716</c:v>
                </c:pt>
                <c:pt idx="1710">
                  <c:v>39715</c:v>
                </c:pt>
                <c:pt idx="1711">
                  <c:v>39714</c:v>
                </c:pt>
                <c:pt idx="1712">
                  <c:v>39713</c:v>
                </c:pt>
                <c:pt idx="1713">
                  <c:v>39710</c:v>
                </c:pt>
                <c:pt idx="1714">
                  <c:v>39709</c:v>
                </c:pt>
                <c:pt idx="1715">
                  <c:v>39708</c:v>
                </c:pt>
                <c:pt idx="1716">
                  <c:v>39707</c:v>
                </c:pt>
                <c:pt idx="1717">
                  <c:v>39706</c:v>
                </c:pt>
                <c:pt idx="1718">
                  <c:v>39703</c:v>
                </c:pt>
                <c:pt idx="1719">
                  <c:v>39702</c:v>
                </c:pt>
                <c:pt idx="1720">
                  <c:v>39701</c:v>
                </c:pt>
                <c:pt idx="1721">
                  <c:v>39700</c:v>
                </c:pt>
                <c:pt idx="1722">
                  <c:v>39699</c:v>
                </c:pt>
                <c:pt idx="1723">
                  <c:v>39696</c:v>
                </c:pt>
                <c:pt idx="1724">
                  <c:v>39695</c:v>
                </c:pt>
                <c:pt idx="1725">
                  <c:v>39694</c:v>
                </c:pt>
                <c:pt idx="1726">
                  <c:v>39693</c:v>
                </c:pt>
                <c:pt idx="1727">
                  <c:v>39692</c:v>
                </c:pt>
                <c:pt idx="1728">
                  <c:v>39689</c:v>
                </c:pt>
                <c:pt idx="1729">
                  <c:v>39688</c:v>
                </c:pt>
                <c:pt idx="1730">
                  <c:v>39687</c:v>
                </c:pt>
                <c:pt idx="1731">
                  <c:v>39686</c:v>
                </c:pt>
                <c:pt idx="1732">
                  <c:v>39685</c:v>
                </c:pt>
                <c:pt idx="1733">
                  <c:v>39682</c:v>
                </c:pt>
                <c:pt idx="1734">
                  <c:v>39681</c:v>
                </c:pt>
                <c:pt idx="1735">
                  <c:v>39680</c:v>
                </c:pt>
                <c:pt idx="1736">
                  <c:v>39679</c:v>
                </c:pt>
                <c:pt idx="1737">
                  <c:v>39678</c:v>
                </c:pt>
                <c:pt idx="1738">
                  <c:v>39675</c:v>
                </c:pt>
                <c:pt idx="1739">
                  <c:v>39674</c:v>
                </c:pt>
                <c:pt idx="1740">
                  <c:v>39673</c:v>
                </c:pt>
                <c:pt idx="1741">
                  <c:v>39672</c:v>
                </c:pt>
                <c:pt idx="1742">
                  <c:v>39671</c:v>
                </c:pt>
                <c:pt idx="1743">
                  <c:v>39668</c:v>
                </c:pt>
                <c:pt idx="1744">
                  <c:v>39667</c:v>
                </c:pt>
                <c:pt idx="1745">
                  <c:v>39666</c:v>
                </c:pt>
                <c:pt idx="1746">
                  <c:v>39665</c:v>
                </c:pt>
                <c:pt idx="1747">
                  <c:v>39664</c:v>
                </c:pt>
                <c:pt idx="1748">
                  <c:v>39661</c:v>
                </c:pt>
                <c:pt idx="1749">
                  <c:v>39660</c:v>
                </c:pt>
                <c:pt idx="1750">
                  <c:v>39659</c:v>
                </c:pt>
                <c:pt idx="1751">
                  <c:v>39658</c:v>
                </c:pt>
                <c:pt idx="1752">
                  <c:v>39657</c:v>
                </c:pt>
                <c:pt idx="1753">
                  <c:v>39654</c:v>
                </c:pt>
                <c:pt idx="1754">
                  <c:v>39653</c:v>
                </c:pt>
                <c:pt idx="1755">
                  <c:v>39652</c:v>
                </c:pt>
                <c:pt idx="1756">
                  <c:v>39651</c:v>
                </c:pt>
                <c:pt idx="1757">
                  <c:v>39650</c:v>
                </c:pt>
                <c:pt idx="1758">
                  <c:v>39647</c:v>
                </c:pt>
                <c:pt idx="1759">
                  <c:v>39646</c:v>
                </c:pt>
                <c:pt idx="1760">
                  <c:v>39645</c:v>
                </c:pt>
                <c:pt idx="1761">
                  <c:v>39644</c:v>
                </c:pt>
                <c:pt idx="1762">
                  <c:v>39643</c:v>
                </c:pt>
                <c:pt idx="1763">
                  <c:v>39640</c:v>
                </c:pt>
                <c:pt idx="1764">
                  <c:v>39639</c:v>
                </c:pt>
                <c:pt idx="1765">
                  <c:v>39638</c:v>
                </c:pt>
                <c:pt idx="1766">
                  <c:v>39637</c:v>
                </c:pt>
                <c:pt idx="1767">
                  <c:v>39636</c:v>
                </c:pt>
                <c:pt idx="1768">
                  <c:v>39633</c:v>
                </c:pt>
                <c:pt idx="1769">
                  <c:v>39632</c:v>
                </c:pt>
                <c:pt idx="1770">
                  <c:v>39631</c:v>
                </c:pt>
                <c:pt idx="1771">
                  <c:v>39630</c:v>
                </c:pt>
                <c:pt idx="1772">
                  <c:v>39629</c:v>
                </c:pt>
                <c:pt idx="1773">
                  <c:v>39626</c:v>
                </c:pt>
                <c:pt idx="1774">
                  <c:v>39625</c:v>
                </c:pt>
                <c:pt idx="1775">
                  <c:v>39624</c:v>
                </c:pt>
                <c:pt idx="1776">
                  <c:v>39623</c:v>
                </c:pt>
                <c:pt idx="1777">
                  <c:v>39622</c:v>
                </c:pt>
                <c:pt idx="1778">
                  <c:v>39619</c:v>
                </c:pt>
                <c:pt idx="1779">
                  <c:v>39618</c:v>
                </c:pt>
                <c:pt idx="1780">
                  <c:v>39617</c:v>
                </c:pt>
                <c:pt idx="1781">
                  <c:v>39616</c:v>
                </c:pt>
                <c:pt idx="1782">
                  <c:v>39615</c:v>
                </c:pt>
                <c:pt idx="1783">
                  <c:v>39612</c:v>
                </c:pt>
                <c:pt idx="1784">
                  <c:v>39611</c:v>
                </c:pt>
                <c:pt idx="1785">
                  <c:v>39610</c:v>
                </c:pt>
                <c:pt idx="1786">
                  <c:v>39609</c:v>
                </c:pt>
                <c:pt idx="1787">
                  <c:v>39608</c:v>
                </c:pt>
                <c:pt idx="1788">
                  <c:v>39605</c:v>
                </c:pt>
                <c:pt idx="1789">
                  <c:v>39604</c:v>
                </c:pt>
                <c:pt idx="1790">
                  <c:v>39603</c:v>
                </c:pt>
                <c:pt idx="1791">
                  <c:v>39602</c:v>
                </c:pt>
                <c:pt idx="1792">
                  <c:v>39601</c:v>
                </c:pt>
                <c:pt idx="1793">
                  <c:v>39598</c:v>
                </c:pt>
                <c:pt idx="1794">
                  <c:v>39597</c:v>
                </c:pt>
                <c:pt idx="1795">
                  <c:v>39596</c:v>
                </c:pt>
                <c:pt idx="1796">
                  <c:v>39595</c:v>
                </c:pt>
                <c:pt idx="1797">
                  <c:v>39594</c:v>
                </c:pt>
                <c:pt idx="1798">
                  <c:v>39591</c:v>
                </c:pt>
                <c:pt idx="1799">
                  <c:v>39590</c:v>
                </c:pt>
                <c:pt idx="1800">
                  <c:v>39589</c:v>
                </c:pt>
                <c:pt idx="1801">
                  <c:v>39588</c:v>
                </c:pt>
                <c:pt idx="1802">
                  <c:v>39587</c:v>
                </c:pt>
                <c:pt idx="1803">
                  <c:v>39584</c:v>
                </c:pt>
                <c:pt idx="1804">
                  <c:v>39583</c:v>
                </c:pt>
                <c:pt idx="1805">
                  <c:v>39582</c:v>
                </c:pt>
                <c:pt idx="1806">
                  <c:v>39581</c:v>
                </c:pt>
                <c:pt idx="1807">
                  <c:v>39580</c:v>
                </c:pt>
                <c:pt idx="1808">
                  <c:v>39577</c:v>
                </c:pt>
                <c:pt idx="1809">
                  <c:v>39576</c:v>
                </c:pt>
                <c:pt idx="1810">
                  <c:v>39575</c:v>
                </c:pt>
                <c:pt idx="1811">
                  <c:v>39574</c:v>
                </c:pt>
                <c:pt idx="1812">
                  <c:v>39573</c:v>
                </c:pt>
                <c:pt idx="1813">
                  <c:v>39570</c:v>
                </c:pt>
                <c:pt idx="1814">
                  <c:v>39569</c:v>
                </c:pt>
                <c:pt idx="1815">
                  <c:v>39568</c:v>
                </c:pt>
                <c:pt idx="1816">
                  <c:v>39567</c:v>
                </c:pt>
                <c:pt idx="1817">
                  <c:v>39566</c:v>
                </c:pt>
                <c:pt idx="1818">
                  <c:v>39563</c:v>
                </c:pt>
                <c:pt idx="1819">
                  <c:v>39562</c:v>
                </c:pt>
                <c:pt idx="1820">
                  <c:v>39561</c:v>
                </c:pt>
                <c:pt idx="1821">
                  <c:v>39560</c:v>
                </c:pt>
                <c:pt idx="1822">
                  <c:v>39559</c:v>
                </c:pt>
                <c:pt idx="1823">
                  <c:v>39556</c:v>
                </c:pt>
                <c:pt idx="1824">
                  <c:v>39555</c:v>
                </c:pt>
                <c:pt idx="1825">
                  <c:v>39554</c:v>
                </c:pt>
                <c:pt idx="1826">
                  <c:v>39553</c:v>
                </c:pt>
                <c:pt idx="1827">
                  <c:v>39552</c:v>
                </c:pt>
                <c:pt idx="1828">
                  <c:v>39549</c:v>
                </c:pt>
                <c:pt idx="1829">
                  <c:v>39548</c:v>
                </c:pt>
                <c:pt idx="1830">
                  <c:v>39547</c:v>
                </c:pt>
                <c:pt idx="1831">
                  <c:v>39546</c:v>
                </c:pt>
                <c:pt idx="1832">
                  <c:v>39545</c:v>
                </c:pt>
                <c:pt idx="1833">
                  <c:v>39542</c:v>
                </c:pt>
                <c:pt idx="1834">
                  <c:v>39541</c:v>
                </c:pt>
                <c:pt idx="1835">
                  <c:v>39540</c:v>
                </c:pt>
                <c:pt idx="1836">
                  <c:v>39539</c:v>
                </c:pt>
                <c:pt idx="1837">
                  <c:v>39538</c:v>
                </c:pt>
                <c:pt idx="1838">
                  <c:v>39535</c:v>
                </c:pt>
                <c:pt idx="1839">
                  <c:v>39534</c:v>
                </c:pt>
                <c:pt idx="1840">
                  <c:v>39533</c:v>
                </c:pt>
                <c:pt idx="1841">
                  <c:v>39532</c:v>
                </c:pt>
                <c:pt idx="1842">
                  <c:v>39531</c:v>
                </c:pt>
                <c:pt idx="1843">
                  <c:v>39528</c:v>
                </c:pt>
                <c:pt idx="1844">
                  <c:v>39527</c:v>
                </c:pt>
                <c:pt idx="1845">
                  <c:v>39526</c:v>
                </c:pt>
                <c:pt idx="1846">
                  <c:v>39525</c:v>
                </c:pt>
                <c:pt idx="1847">
                  <c:v>39524</c:v>
                </c:pt>
                <c:pt idx="1848">
                  <c:v>39521</c:v>
                </c:pt>
                <c:pt idx="1849">
                  <c:v>39520</c:v>
                </c:pt>
                <c:pt idx="1850">
                  <c:v>39519</c:v>
                </c:pt>
                <c:pt idx="1851">
                  <c:v>39518</c:v>
                </c:pt>
                <c:pt idx="1852">
                  <c:v>39517</c:v>
                </c:pt>
                <c:pt idx="1853">
                  <c:v>39514</c:v>
                </c:pt>
                <c:pt idx="1854">
                  <c:v>39513</c:v>
                </c:pt>
                <c:pt idx="1855">
                  <c:v>39512</c:v>
                </c:pt>
                <c:pt idx="1856">
                  <c:v>39511</c:v>
                </c:pt>
                <c:pt idx="1857">
                  <c:v>39510</c:v>
                </c:pt>
                <c:pt idx="1858">
                  <c:v>39507</c:v>
                </c:pt>
                <c:pt idx="1859">
                  <c:v>39506</c:v>
                </c:pt>
                <c:pt idx="1860">
                  <c:v>39505</c:v>
                </c:pt>
                <c:pt idx="1861">
                  <c:v>39504</c:v>
                </c:pt>
                <c:pt idx="1862">
                  <c:v>39503</c:v>
                </c:pt>
                <c:pt idx="1863">
                  <c:v>39500</c:v>
                </c:pt>
                <c:pt idx="1864">
                  <c:v>39499</c:v>
                </c:pt>
                <c:pt idx="1865">
                  <c:v>39498</c:v>
                </c:pt>
                <c:pt idx="1866">
                  <c:v>39497</c:v>
                </c:pt>
                <c:pt idx="1867">
                  <c:v>39496</c:v>
                </c:pt>
                <c:pt idx="1868">
                  <c:v>39493</c:v>
                </c:pt>
                <c:pt idx="1869">
                  <c:v>39492</c:v>
                </c:pt>
                <c:pt idx="1870">
                  <c:v>39491</c:v>
                </c:pt>
                <c:pt idx="1871">
                  <c:v>39490</c:v>
                </c:pt>
                <c:pt idx="1872">
                  <c:v>39489</c:v>
                </c:pt>
                <c:pt idx="1873">
                  <c:v>39486</c:v>
                </c:pt>
                <c:pt idx="1874">
                  <c:v>39485</c:v>
                </c:pt>
                <c:pt idx="1875">
                  <c:v>39484</c:v>
                </c:pt>
                <c:pt idx="1876">
                  <c:v>39483</c:v>
                </c:pt>
                <c:pt idx="1877">
                  <c:v>39482</c:v>
                </c:pt>
                <c:pt idx="1878">
                  <c:v>39479</c:v>
                </c:pt>
                <c:pt idx="1879">
                  <c:v>39478</c:v>
                </c:pt>
                <c:pt idx="1880">
                  <c:v>39477</c:v>
                </c:pt>
                <c:pt idx="1881">
                  <c:v>39476</c:v>
                </c:pt>
                <c:pt idx="1882">
                  <c:v>39475</c:v>
                </c:pt>
                <c:pt idx="1883">
                  <c:v>39472</c:v>
                </c:pt>
                <c:pt idx="1884">
                  <c:v>39471</c:v>
                </c:pt>
                <c:pt idx="1885">
                  <c:v>39470</c:v>
                </c:pt>
                <c:pt idx="1886">
                  <c:v>39469</c:v>
                </c:pt>
                <c:pt idx="1887">
                  <c:v>39468</c:v>
                </c:pt>
                <c:pt idx="1888">
                  <c:v>39465</c:v>
                </c:pt>
                <c:pt idx="1889">
                  <c:v>39464</c:v>
                </c:pt>
                <c:pt idx="1890">
                  <c:v>39463</c:v>
                </c:pt>
                <c:pt idx="1891">
                  <c:v>39462</c:v>
                </c:pt>
                <c:pt idx="1892">
                  <c:v>39461</c:v>
                </c:pt>
                <c:pt idx="1893">
                  <c:v>39458</c:v>
                </c:pt>
                <c:pt idx="1894">
                  <c:v>39457</c:v>
                </c:pt>
                <c:pt idx="1895">
                  <c:v>39456</c:v>
                </c:pt>
                <c:pt idx="1896">
                  <c:v>39455</c:v>
                </c:pt>
                <c:pt idx="1897">
                  <c:v>39454</c:v>
                </c:pt>
                <c:pt idx="1898">
                  <c:v>39451</c:v>
                </c:pt>
                <c:pt idx="1899">
                  <c:v>39450</c:v>
                </c:pt>
                <c:pt idx="1900">
                  <c:v>39449</c:v>
                </c:pt>
                <c:pt idx="1901">
                  <c:v>39448</c:v>
                </c:pt>
                <c:pt idx="1902">
                  <c:v>39447</c:v>
                </c:pt>
                <c:pt idx="1903">
                  <c:v>39444</c:v>
                </c:pt>
                <c:pt idx="1904">
                  <c:v>39443</c:v>
                </c:pt>
                <c:pt idx="1905">
                  <c:v>39442</c:v>
                </c:pt>
                <c:pt idx="1906">
                  <c:v>39441</c:v>
                </c:pt>
                <c:pt idx="1907">
                  <c:v>39440</c:v>
                </c:pt>
                <c:pt idx="1908">
                  <c:v>39437</c:v>
                </c:pt>
                <c:pt idx="1909">
                  <c:v>39436</c:v>
                </c:pt>
                <c:pt idx="1910">
                  <c:v>39435</c:v>
                </c:pt>
                <c:pt idx="1911">
                  <c:v>39434</c:v>
                </c:pt>
                <c:pt idx="1912">
                  <c:v>39433</c:v>
                </c:pt>
                <c:pt idx="1913">
                  <c:v>39430</c:v>
                </c:pt>
                <c:pt idx="1914">
                  <c:v>39429</c:v>
                </c:pt>
                <c:pt idx="1915">
                  <c:v>39428</c:v>
                </c:pt>
                <c:pt idx="1916">
                  <c:v>39427</c:v>
                </c:pt>
                <c:pt idx="1917">
                  <c:v>39426</c:v>
                </c:pt>
                <c:pt idx="1918">
                  <c:v>39423</c:v>
                </c:pt>
                <c:pt idx="1919">
                  <c:v>39422</c:v>
                </c:pt>
                <c:pt idx="1920">
                  <c:v>39421</c:v>
                </c:pt>
                <c:pt idx="1921">
                  <c:v>39420</c:v>
                </c:pt>
                <c:pt idx="1922">
                  <c:v>39419</c:v>
                </c:pt>
                <c:pt idx="1923">
                  <c:v>39416</c:v>
                </c:pt>
                <c:pt idx="1924">
                  <c:v>39415</c:v>
                </c:pt>
                <c:pt idx="1925">
                  <c:v>39414</c:v>
                </c:pt>
                <c:pt idx="1926">
                  <c:v>39413</c:v>
                </c:pt>
                <c:pt idx="1927">
                  <c:v>39412</c:v>
                </c:pt>
                <c:pt idx="1928">
                  <c:v>39409</c:v>
                </c:pt>
                <c:pt idx="1929">
                  <c:v>39408</c:v>
                </c:pt>
                <c:pt idx="1930">
                  <c:v>39407</c:v>
                </c:pt>
                <c:pt idx="1931">
                  <c:v>39406</c:v>
                </c:pt>
                <c:pt idx="1932">
                  <c:v>39405</c:v>
                </c:pt>
                <c:pt idx="1933">
                  <c:v>39402</c:v>
                </c:pt>
                <c:pt idx="1934">
                  <c:v>39401</c:v>
                </c:pt>
                <c:pt idx="1935">
                  <c:v>39400</c:v>
                </c:pt>
                <c:pt idx="1936">
                  <c:v>39399</c:v>
                </c:pt>
                <c:pt idx="1937">
                  <c:v>39398</c:v>
                </c:pt>
                <c:pt idx="1938">
                  <c:v>39395</c:v>
                </c:pt>
                <c:pt idx="1939">
                  <c:v>39394</c:v>
                </c:pt>
                <c:pt idx="1940">
                  <c:v>39393</c:v>
                </c:pt>
                <c:pt idx="1941">
                  <c:v>39392</c:v>
                </c:pt>
                <c:pt idx="1942">
                  <c:v>39391</c:v>
                </c:pt>
                <c:pt idx="1943">
                  <c:v>39388</c:v>
                </c:pt>
                <c:pt idx="1944">
                  <c:v>39387</c:v>
                </c:pt>
                <c:pt idx="1945">
                  <c:v>39386</c:v>
                </c:pt>
                <c:pt idx="1946">
                  <c:v>39385</c:v>
                </c:pt>
                <c:pt idx="1947">
                  <c:v>39384</c:v>
                </c:pt>
                <c:pt idx="1948">
                  <c:v>39381</c:v>
                </c:pt>
                <c:pt idx="1949">
                  <c:v>39380</c:v>
                </c:pt>
                <c:pt idx="1950">
                  <c:v>39379</c:v>
                </c:pt>
                <c:pt idx="1951">
                  <c:v>39378</c:v>
                </c:pt>
                <c:pt idx="1952">
                  <c:v>39377</c:v>
                </c:pt>
                <c:pt idx="1953">
                  <c:v>39374</c:v>
                </c:pt>
                <c:pt idx="1954">
                  <c:v>39373</c:v>
                </c:pt>
                <c:pt idx="1955">
                  <c:v>39372</c:v>
                </c:pt>
                <c:pt idx="1956">
                  <c:v>39371</c:v>
                </c:pt>
                <c:pt idx="1957">
                  <c:v>39370</c:v>
                </c:pt>
                <c:pt idx="1958">
                  <c:v>39367</c:v>
                </c:pt>
                <c:pt idx="1959">
                  <c:v>39366</c:v>
                </c:pt>
                <c:pt idx="1960">
                  <c:v>39365</c:v>
                </c:pt>
                <c:pt idx="1961">
                  <c:v>39364</c:v>
                </c:pt>
                <c:pt idx="1962">
                  <c:v>39363</c:v>
                </c:pt>
                <c:pt idx="1963">
                  <c:v>39360</c:v>
                </c:pt>
                <c:pt idx="1964">
                  <c:v>39359</c:v>
                </c:pt>
                <c:pt idx="1965">
                  <c:v>39358</c:v>
                </c:pt>
                <c:pt idx="1966">
                  <c:v>39357</c:v>
                </c:pt>
                <c:pt idx="1967">
                  <c:v>39356</c:v>
                </c:pt>
                <c:pt idx="1968">
                  <c:v>39353</c:v>
                </c:pt>
                <c:pt idx="1969">
                  <c:v>39352</c:v>
                </c:pt>
                <c:pt idx="1970">
                  <c:v>39351</c:v>
                </c:pt>
                <c:pt idx="1971">
                  <c:v>39350</c:v>
                </c:pt>
                <c:pt idx="1972">
                  <c:v>39349</c:v>
                </c:pt>
                <c:pt idx="1973">
                  <c:v>39346</c:v>
                </c:pt>
                <c:pt idx="1974">
                  <c:v>39345</c:v>
                </c:pt>
                <c:pt idx="1975">
                  <c:v>39344</c:v>
                </c:pt>
                <c:pt idx="1976">
                  <c:v>39343</c:v>
                </c:pt>
                <c:pt idx="1977">
                  <c:v>39342</c:v>
                </c:pt>
                <c:pt idx="1978">
                  <c:v>39339</c:v>
                </c:pt>
                <c:pt idx="1979">
                  <c:v>39338</c:v>
                </c:pt>
                <c:pt idx="1980">
                  <c:v>39337</c:v>
                </c:pt>
                <c:pt idx="1981">
                  <c:v>39336</c:v>
                </c:pt>
                <c:pt idx="1982">
                  <c:v>39335</c:v>
                </c:pt>
                <c:pt idx="1983">
                  <c:v>39332</c:v>
                </c:pt>
                <c:pt idx="1984">
                  <c:v>39331</c:v>
                </c:pt>
                <c:pt idx="1985">
                  <c:v>39330</c:v>
                </c:pt>
                <c:pt idx="1986">
                  <c:v>39329</c:v>
                </c:pt>
                <c:pt idx="1987">
                  <c:v>39328</c:v>
                </c:pt>
                <c:pt idx="1988">
                  <c:v>39325</c:v>
                </c:pt>
                <c:pt idx="1989">
                  <c:v>39324</c:v>
                </c:pt>
                <c:pt idx="1990">
                  <c:v>39323</c:v>
                </c:pt>
                <c:pt idx="1991">
                  <c:v>39322</c:v>
                </c:pt>
                <c:pt idx="1992">
                  <c:v>39321</c:v>
                </c:pt>
                <c:pt idx="1993">
                  <c:v>39318</c:v>
                </c:pt>
                <c:pt idx="1994">
                  <c:v>39317</c:v>
                </c:pt>
                <c:pt idx="1995">
                  <c:v>39316</c:v>
                </c:pt>
                <c:pt idx="1996">
                  <c:v>39315</c:v>
                </c:pt>
                <c:pt idx="1997">
                  <c:v>39314</c:v>
                </c:pt>
                <c:pt idx="1998">
                  <c:v>39311</c:v>
                </c:pt>
                <c:pt idx="1999">
                  <c:v>39310</c:v>
                </c:pt>
                <c:pt idx="2000">
                  <c:v>39309</c:v>
                </c:pt>
                <c:pt idx="2001">
                  <c:v>39308</c:v>
                </c:pt>
                <c:pt idx="2002">
                  <c:v>39307</c:v>
                </c:pt>
                <c:pt idx="2003">
                  <c:v>39304</c:v>
                </c:pt>
                <c:pt idx="2004">
                  <c:v>39303</c:v>
                </c:pt>
                <c:pt idx="2005">
                  <c:v>39302</c:v>
                </c:pt>
                <c:pt idx="2006">
                  <c:v>39301</c:v>
                </c:pt>
                <c:pt idx="2007">
                  <c:v>39300</c:v>
                </c:pt>
                <c:pt idx="2008">
                  <c:v>39297</c:v>
                </c:pt>
                <c:pt idx="2009">
                  <c:v>39296</c:v>
                </c:pt>
                <c:pt idx="2010">
                  <c:v>39295</c:v>
                </c:pt>
                <c:pt idx="2011">
                  <c:v>39294</c:v>
                </c:pt>
                <c:pt idx="2012">
                  <c:v>39290</c:v>
                </c:pt>
                <c:pt idx="2013">
                  <c:v>39289</c:v>
                </c:pt>
                <c:pt idx="2014">
                  <c:v>39288</c:v>
                </c:pt>
                <c:pt idx="2015">
                  <c:v>39287</c:v>
                </c:pt>
                <c:pt idx="2016">
                  <c:v>39286</c:v>
                </c:pt>
                <c:pt idx="2017">
                  <c:v>39283</c:v>
                </c:pt>
                <c:pt idx="2018">
                  <c:v>39282</c:v>
                </c:pt>
                <c:pt idx="2019">
                  <c:v>39281</c:v>
                </c:pt>
                <c:pt idx="2020">
                  <c:v>39280</c:v>
                </c:pt>
                <c:pt idx="2021">
                  <c:v>39279</c:v>
                </c:pt>
                <c:pt idx="2022">
                  <c:v>39276</c:v>
                </c:pt>
                <c:pt idx="2023">
                  <c:v>39275</c:v>
                </c:pt>
                <c:pt idx="2024">
                  <c:v>39274</c:v>
                </c:pt>
                <c:pt idx="2025">
                  <c:v>39273</c:v>
                </c:pt>
                <c:pt idx="2026">
                  <c:v>39272</c:v>
                </c:pt>
                <c:pt idx="2027">
                  <c:v>39269</c:v>
                </c:pt>
                <c:pt idx="2028">
                  <c:v>39268</c:v>
                </c:pt>
                <c:pt idx="2029">
                  <c:v>39267</c:v>
                </c:pt>
                <c:pt idx="2030">
                  <c:v>39266</c:v>
                </c:pt>
                <c:pt idx="2031">
                  <c:v>39265</c:v>
                </c:pt>
                <c:pt idx="2032">
                  <c:v>39262</c:v>
                </c:pt>
                <c:pt idx="2033">
                  <c:v>39261</c:v>
                </c:pt>
                <c:pt idx="2034">
                  <c:v>39260</c:v>
                </c:pt>
                <c:pt idx="2035">
                  <c:v>39259</c:v>
                </c:pt>
                <c:pt idx="2036">
                  <c:v>39258</c:v>
                </c:pt>
                <c:pt idx="2037">
                  <c:v>39255</c:v>
                </c:pt>
                <c:pt idx="2038">
                  <c:v>39254</c:v>
                </c:pt>
                <c:pt idx="2039">
                  <c:v>39253</c:v>
                </c:pt>
                <c:pt idx="2040">
                  <c:v>39252</c:v>
                </c:pt>
                <c:pt idx="2041">
                  <c:v>39251</c:v>
                </c:pt>
                <c:pt idx="2042">
                  <c:v>39248</c:v>
                </c:pt>
                <c:pt idx="2043">
                  <c:v>39247</c:v>
                </c:pt>
                <c:pt idx="2044">
                  <c:v>39246</c:v>
                </c:pt>
                <c:pt idx="2045">
                  <c:v>39245</c:v>
                </c:pt>
                <c:pt idx="2046">
                  <c:v>39244</c:v>
                </c:pt>
                <c:pt idx="2047">
                  <c:v>39241</c:v>
                </c:pt>
                <c:pt idx="2048">
                  <c:v>39240</c:v>
                </c:pt>
                <c:pt idx="2049">
                  <c:v>39239</c:v>
                </c:pt>
                <c:pt idx="2050">
                  <c:v>39238</c:v>
                </c:pt>
                <c:pt idx="2051">
                  <c:v>39237</c:v>
                </c:pt>
                <c:pt idx="2052">
                  <c:v>39234</c:v>
                </c:pt>
                <c:pt idx="2053">
                  <c:v>39233</c:v>
                </c:pt>
                <c:pt idx="2054">
                  <c:v>39232</c:v>
                </c:pt>
                <c:pt idx="2055">
                  <c:v>39231</c:v>
                </c:pt>
                <c:pt idx="2056">
                  <c:v>39230</c:v>
                </c:pt>
                <c:pt idx="2057">
                  <c:v>39227</c:v>
                </c:pt>
                <c:pt idx="2058">
                  <c:v>39226</c:v>
                </c:pt>
                <c:pt idx="2059">
                  <c:v>39225</c:v>
                </c:pt>
                <c:pt idx="2060">
                  <c:v>39224</c:v>
                </c:pt>
                <c:pt idx="2061">
                  <c:v>39223</c:v>
                </c:pt>
                <c:pt idx="2062">
                  <c:v>39220</c:v>
                </c:pt>
                <c:pt idx="2063">
                  <c:v>39219</c:v>
                </c:pt>
                <c:pt idx="2064">
                  <c:v>39218</c:v>
                </c:pt>
                <c:pt idx="2065">
                  <c:v>39217</c:v>
                </c:pt>
                <c:pt idx="2066">
                  <c:v>39216</c:v>
                </c:pt>
                <c:pt idx="2067">
                  <c:v>39213</c:v>
                </c:pt>
                <c:pt idx="2068">
                  <c:v>39212</c:v>
                </c:pt>
                <c:pt idx="2069">
                  <c:v>39211</c:v>
                </c:pt>
                <c:pt idx="2070">
                  <c:v>39210</c:v>
                </c:pt>
                <c:pt idx="2071">
                  <c:v>39209</c:v>
                </c:pt>
                <c:pt idx="2072">
                  <c:v>39206</c:v>
                </c:pt>
                <c:pt idx="2073">
                  <c:v>39205</c:v>
                </c:pt>
                <c:pt idx="2074">
                  <c:v>39204</c:v>
                </c:pt>
                <c:pt idx="2075">
                  <c:v>39203</c:v>
                </c:pt>
                <c:pt idx="2076">
                  <c:v>39202</c:v>
                </c:pt>
                <c:pt idx="2077">
                  <c:v>39199</c:v>
                </c:pt>
                <c:pt idx="2078">
                  <c:v>39198</c:v>
                </c:pt>
                <c:pt idx="2079">
                  <c:v>39197</c:v>
                </c:pt>
                <c:pt idx="2080">
                  <c:v>39196</c:v>
                </c:pt>
                <c:pt idx="2081">
                  <c:v>39195</c:v>
                </c:pt>
                <c:pt idx="2082">
                  <c:v>39192</c:v>
                </c:pt>
                <c:pt idx="2083">
                  <c:v>39191</c:v>
                </c:pt>
                <c:pt idx="2084">
                  <c:v>39190</c:v>
                </c:pt>
                <c:pt idx="2085">
                  <c:v>39189</c:v>
                </c:pt>
                <c:pt idx="2086">
                  <c:v>39188</c:v>
                </c:pt>
                <c:pt idx="2087">
                  <c:v>39185</c:v>
                </c:pt>
                <c:pt idx="2088">
                  <c:v>39184</c:v>
                </c:pt>
                <c:pt idx="2089">
                  <c:v>39183</c:v>
                </c:pt>
                <c:pt idx="2090">
                  <c:v>39182</c:v>
                </c:pt>
                <c:pt idx="2091">
                  <c:v>39181</c:v>
                </c:pt>
                <c:pt idx="2092">
                  <c:v>39178</c:v>
                </c:pt>
                <c:pt idx="2093">
                  <c:v>39177</c:v>
                </c:pt>
                <c:pt idx="2094">
                  <c:v>39176</c:v>
                </c:pt>
                <c:pt idx="2095">
                  <c:v>39175</c:v>
                </c:pt>
                <c:pt idx="2096">
                  <c:v>39174</c:v>
                </c:pt>
                <c:pt idx="2097">
                  <c:v>39171</c:v>
                </c:pt>
                <c:pt idx="2098">
                  <c:v>39170</c:v>
                </c:pt>
                <c:pt idx="2099">
                  <c:v>39169</c:v>
                </c:pt>
                <c:pt idx="2100">
                  <c:v>39168</c:v>
                </c:pt>
                <c:pt idx="2101">
                  <c:v>39167</c:v>
                </c:pt>
                <c:pt idx="2102">
                  <c:v>39164</c:v>
                </c:pt>
                <c:pt idx="2103">
                  <c:v>39163</c:v>
                </c:pt>
                <c:pt idx="2104">
                  <c:v>39162</c:v>
                </c:pt>
                <c:pt idx="2105">
                  <c:v>39161</c:v>
                </c:pt>
                <c:pt idx="2106">
                  <c:v>39160</c:v>
                </c:pt>
                <c:pt idx="2107">
                  <c:v>39157</c:v>
                </c:pt>
                <c:pt idx="2108">
                  <c:v>39156</c:v>
                </c:pt>
                <c:pt idx="2109">
                  <c:v>39155</c:v>
                </c:pt>
                <c:pt idx="2110">
                  <c:v>39154</c:v>
                </c:pt>
                <c:pt idx="2111">
                  <c:v>39153</c:v>
                </c:pt>
                <c:pt idx="2112">
                  <c:v>39150</c:v>
                </c:pt>
                <c:pt idx="2113">
                  <c:v>39149</c:v>
                </c:pt>
                <c:pt idx="2114">
                  <c:v>39148</c:v>
                </c:pt>
                <c:pt idx="2115">
                  <c:v>39147</c:v>
                </c:pt>
                <c:pt idx="2116">
                  <c:v>39146</c:v>
                </c:pt>
                <c:pt idx="2117">
                  <c:v>39143</c:v>
                </c:pt>
                <c:pt idx="2118">
                  <c:v>39142</c:v>
                </c:pt>
                <c:pt idx="2119">
                  <c:v>39141</c:v>
                </c:pt>
                <c:pt idx="2120">
                  <c:v>39140</c:v>
                </c:pt>
                <c:pt idx="2121">
                  <c:v>39139</c:v>
                </c:pt>
                <c:pt idx="2122">
                  <c:v>39136</c:v>
                </c:pt>
                <c:pt idx="2123">
                  <c:v>39135</c:v>
                </c:pt>
                <c:pt idx="2124">
                  <c:v>39134</c:v>
                </c:pt>
                <c:pt idx="2125">
                  <c:v>39133</c:v>
                </c:pt>
                <c:pt idx="2126">
                  <c:v>39132</c:v>
                </c:pt>
                <c:pt idx="2127">
                  <c:v>39129</c:v>
                </c:pt>
                <c:pt idx="2128">
                  <c:v>39128</c:v>
                </c:pt>
                <c:pt idx="2129">
                  <c:v>39127</c:v>
                </c:pt>
                <c:pt idx="2130">
                  <c:v>39126</c:v>
                </c:pt>
                <c:pt idx="2131">
                  <c:v>39125</c:v>
                </c:pt>
                <c:pt idx="2132">
                  <c:v>39122</c:v>
                </c:pt>
                <c:pt idx="2133">
                  <c:v>39121</c:v>
                </c:pt>
                <c:pt idx="2134">
                  <c:v>39120</c:v>
                </c:pt>
                <c:pt idx="2135">
                  <c:v>39119</c:v>
                </c:pt>
                <c:pt idx="2136">
                  <c:v>39118</c:v>
                </c:pt>
                <c:pt idx="2137">
                  <c:v>39115</c:v>
                </c:pt>
                <c:pt idx="2138">
                  <c:v>39114</c:v>
                </c:pt>
                <c:pt idx="2139">
                  <c:v>39113</c:v>
                </c:pt>
                <c:pt idx="2140">
                  <c:v>39112</c:v>
                </c:pt>
                <c:pt idx="2141">
                  <c:v>39111</c:v>
                </c:pt>
                <c:pt idx="2142">
                  <c:v>39108</c:v>
                </c:pt>
                <c:pt idx="2143">
                  <c:v>39107</c:v>
                </c:pt>
                <c:pt idx="2144">
                  <c:v>39106</c:v>
                </c:pt>
                <c:pt idx="2145">
                  <c:v>39105</c:v>
                </c:pt>
                <c:pt idx="2146">
                  <c:v>39104</c:v>
                </c:pt>
                <c:pt idx="2147">
                  <c:v>39101</c:v>
                </c:pt>
                <c:pt idx="2148">
                  <c:v>39100</c:v>
                </c:pt>
                <c:pt idx="2149">
                  <c:v>39099</c:v>
                </c:pt>
                <c:pt idx="2150">
                  <c:v>39098</c:v>
                </c:pt>
                <c:pt idx="2151">
                  <c:v>39097</c:v>
                </c:pt>
                <c:pt idx="2152">
                  <c:v>39094</c:v>
                </c:pt>
                <c:pt idx="2153">
                  <c:v>39093</c:v>
                </c:pt>
                <c:pt idx="2154">
                  <c:v>39092</c:v>
                </c:pt>
                <c:pt idx="2155">
                  <c:v>39091</c:v>
                </c:pt>
                <c:pt idx="2156">
                  <c:v>39090</c:v>
                </c:pt>
                <c:pt idx="2157">
                  <c:v>39087</c:v>
                </c:pt>
                <c:pt idx="2158">
                  <c:v>39086</c:v>
                </c:pt>
                <c:pt idx="2159">
                  <c:v>39085</c:v>
                </c:pt>
                <c:pt idx="2160">
                  <c:v>39084</c:v>
                </c:pt>
                <c:pt idx="2161">
                  <c:v>39083</c:v>
                </c:pt>
                <c:pt idx="2162">
                  <c:v>39080</c:v>
                </c:pt>
                <c:pt idx="2163">
                  <c:v>39079</c:v>
                </c:pt>
                <c:pt idx="2164">
                  <c:v>39078</c:v>
                </c:pt>
                <c:pt idx="2165">
                  <c:v>39077</c:v>
                </c:pt>
                <c:pt idx="2166">
                  <c:v>39076</c:v>
                </c:pt>
                <c:pt idx="2167">
                  <c:v>39073</c:v>
                </c:pt>
                <c:pt idx="2168">
                  <c:v>39072</c:v>
                </c:pt>
                <c:pt idx="2169">
                  <c:v>39071</c:v>
                </c:pt>
                <c:pt idx="2170">
                  <c:v>39070</c:v>
                </c:pt>
                <c:pt idx="2171">
                  <c:v>39069</c:v>
                </c:pt>
                <c:pt idx="2172">
                  <c:v>39066</c:v>
                </c:pt>
                <c:pt idx="2173">
                  <c:v>39065</c:v>
                </c:pt>
                <c:pt idx="2174">
                  <c:v>39064</c:v>
                </c:pt>
                <c:pt idx="2175">
                  <c:v>39063</c:v>
                </c:pt>
                <c:pt idx="2176">
                  <c:v>39062</c:v>
                </c:pt>
                <c:pt idx="2177">
                  <c:v>39059</c:v>
                </c:pt>
                <c:pt idx="2178">
                  <c:v>39058</c:v>
                </c:pt>
                <c:pt idx="2179">
                  <c:v>39057</c:v>
                </c:pt>
                <c:pt idx="2180">
                  <c:v>39056</c:v>
                </c:pt>
                <c:pt idx="2181">
                  <c:v>39055</c:v>
                </c:pt>
                <c:pt idx="2182">
                  <c:v>39052</c:v>
                </c:pt>
                <c:pt idx="2183">
                  <c:v>39051</c:v>
                </c:pt>
                <c:pt idx="2184">
                  <c:v>39050</c:v>
                </c:pt>
                <c:pt idx="2185">
                  <c:v>39049</c:v>
                </c:pt>
                <c:pt idx="2186">
                  <c:v>39048</c:v>
                </c:pt>
                <c:pt idx="2187">
                  <c:v>39045</c:v>
                </c:pt>
                <c:pt idx="2188">
                  <c:v>39044</c:v>
                </c:pt>
                <c:pt idx="2189">
                  <c:v>39043</c:v>
                </c:pt>
                <c:pt idx="2190">
                  <c:v>39042</c:v>
                </c:pt>
                <c:pt idx="2191">
                  <c:v>39041</c:v>
                </c:pt>
                <c:pt idx="2192">
                  <c:v>39038</c:v>
                </c:pt>
                <c:pt idx="2193">
                  <c:v>39037</c:v>
                </c:pt>
                <c:pt idx="2194">
                  <c:v>39036</c:v>
                </c:pt>
                <c:pt idx="2195">
                  <c:v>39035</c:v>
                </c:pt>
                <c:pt idx="2196">
                  <c:v>39034</c:v>
                </c:pt>
                <c:pt idx="2197">
                  <c:v>39031</c:v>
                </c:pt>
                <c:pt idx="2198">
                  <c:v>39030</c:v>
                </c:pt>
                <c:pt idx="2199">
                  <c:v>39029</c:v>
                </c:pt>
                <c:pt idx="2200">
                  <c:v>39028</c:v>
                </c:pt>
                <c:pt idx="2201">
                  <c:v>39027</c:v>
                </c:pt>
                <c:pt idx="2202">
                  <c:v>39024</c:v>
                </c:pt>
                <c:pt idx="2203">
                  <c:v>39023</c:v>
                </c:pt>
                <c:pt idx="2204">
                  <c:v>39022</c:v>
                </c:pt>
                <c:pt idx="2205">
                  <c:v>39021</c:v>
                </c:pt>
                <c:pt idx="2206">
                  <c:v>39020</c:v>
                </c:pt>
                <c:pt idx="2207">
                  <c:v>39017</c:v>
                </c:pt>
                <c:pt idx="2208">
                  <c:v>39016</c:v>
                </c:pt>
                <c:pt idx="2209">
                  <c:v>39015</c:v>
                </c:pt>
                <c:pt idx="2210">
                  <c:v>39014</c:v>
                </c:pt>
                <c:pt idx="2211">
                  <c:v>39013</c:v>
                </c:pt>
                <c:pt idx="2212">
                  <c:v>39010</c:v>
                </c:pt>
                <c:pt idx="2213">
                  <c:v>39009</c:v>
                </c:pt>
                <c:pt idx="2214">
                  <c:v>39008</c:v>
                </c:pt>
                <c:pt idx="2215">
                  <c:v>39007</c:v>
                </c:pt>
                <c:pt idx="2216">
                  <c:v>39006</c:v>
                </c:pt>
                <c:pt idx="2217">
                  <c:v>39003</c:v>
                </c:pt>
                <c:pt idx="2218">
                  <c:v>39002</c:v>
                </c:pt>
                <c:pt idx="2219">
                  <c:v>39001</c:v>
                </c:pt>
                <c:pt idx="2220">
                  <c:v>39000</c:v>
                </c:pt>
                <c:pt idx="2221">
                  <c:v>38999</c:v>
                </c:pt>
                <c:pt idx="2222">
                  <c:v>38996</c:v>
                </c:pt>
                <c:pt idx="2223">
                  <c:v>38995</c:v>
                </c:pt>
                <c:pt idx="2224">
                  <c:v>38994</c:v>
                </c:pt>
                <c:pt idx="2225">
                  <c:v>38993</c:v>
                </c:pt>
                <c:pt idx="2226">
                  <c:v>38992</c:v>
                </c:pt>
                <c:pt idx="2227">
                  <c:v>38989</c:v>
                </c:pt>
                <c:pt idx="2228">
                  <c:v>38988</c:v>
                </c:pt>
                <c:pt idx="2229">
                  <c:v>38987</c:v>
                </c:pt>
                <c:pt idx="2230">
                  <c:v>38986</c:v>
                </c:pt>
                <c:pt idx="2231">
                  <c:v>38985</c:v>
                </c:pt>
                <c:pt idx="2232">
                  <c:v>38982</c:v>
                </c:pt>
                <c:pt idx="2233">
                  <c:v>38981</c:v>
                </c:pt>
                <c:pt idx="2234">
                  <c:v>38980</c:v>
                </c:pt>
                <c:pt idx="2235">
                  <c:v>38979</c:v>
                </c:pt>
                <c:pt idx="2236">
                  <c:v>38978</c:v>
                </c:pt>
                <c:pt idx="2237">
                  <c:v>38975</c:v>
                </c:pt>
                <c:pt idx="2238">
                  <c:v>38974</c:v>
                </c:pt>
                <c:pt idx="2239">
                  <c:v>38973</c:v>
                </c:pt>
                <c:pt idx="2240">
                  <c:v>38972</c:v>
                </c:pt>
                <c:pt idx="2241">
                  <c:v>38971</c:v>
                </c:pt>
                <c:pt idx="2242">
                  <c:v>38968</c:v>
                </c:pt>
                <c:pt idx="2243">
                  <c:v>38967</c:v>
                </c:pt>
                <c:pt idx="2244">
                  <c:v>38966</c:v>
                </c:pt>
                <c:pt idx="2245">
                  <c:v>38965</c:v>
                </c:pt>
                <c:pt idx="2246">
                  <c:v>38964</c:v>
                </c:pt>
                <c:pt idx="2247">
                  <c:v>38961</c:v>
                </c:pt>
                <c:pt idx="2248">
                  <c:v>38960</c:v>
                </c:pt>
                <c:pt idx="2249">
                  <c:v>38959</c:v>
                </c:pt>
                <c:pt idx="2250">
                  <c:v>38958</c:v>
                </c:pt>
                <c:pt idx="2251">
                  <c:v>38957</c:v>
                </c:pt>
                <c:pt idx="2252">
                  <c:v>38954</c:v>
                </c:pt>
                <c:pt idx="2253">
                  <c:v>38953</c:v>
                </c:pt>
                <c:pt idx="2254">
                  <c:v>38952</c:v>
                </c:pt>
                <c:pt idx="2255">
                  <c:v>38951</c:v>
                </c:pt>
                <c:pt idx="2256">
                  <c:v>38950</c:v>
                </c:pt>
                <c:pt idx="2257">
                  <c:v>38947</c:v>
                </c:pt>
                <c:pt idx="2258">
                  <c:v>38946</c:v>
                </c:pt>
                <c:pt idx="2259">
                  <c:v>38945</c:v>
                </c:pt>
                <c:pt idx="2260">
                  <c:v>38944</c:v>
                </c:pt>
                <c:pt idx="2261">
                  <c:v>38943</c:v>
                </c:pt>
                <c:pt idx="2262">
                  <c:v>38940</c:v>
                </c:pt>
                <c:pt idx="2263">
                  <c:v>38939</c:v>
                </c:pt>
                <c:pt idx="2264">
                  <c:v>38938</c:v>
                </c:pt>
                <c:pt idx="2265">
                  <c:v>38937</c:v>
                </c:pt>
                <c:pt idx="2266">
                  <c:v>38936</c:v>
                </c:pt>
                <c:pt idx="2267">
                  <c:v>38933</c:v>
                </c:pt>
                <c:pt idx="2268">
                  <c:v>38932</c:v>
                </c:pt>
                <c:pt idx="2269">
                  <c:v>38931</c:v>
                </c:pt>
                <c:pt idx="2270">
                  <c:v>38930</c:v>
                </c:pt>
                <c:pt idx="2271">
                  <c:v>38929</c:v>
                </c:pt>
                <c:pt idx="2272">
                  <c:v>38926</c:v>
                </c:pt>
                <c:pt idx="2273">
                  <c:v>38925</c:v>
                </c:pt>
                <c:pt idx="2274">
                  <c:v>38924</c:v>
                </c:pt>
                <c:pt idx="2275">
                  <c:v>38923</c:v>
                </c:pt>
                <c:pt idx="2276">
                  <c:v>38922</c:v>
                </c:pt>
                <c:pt idx="2277">
                  <c:v>38919</c:v>
                </c:pt>
                <c:pt idx="2278">
                  <c:v>38918</c:v>
                </c:pt>
                <c:pt idx="2279">
                  <c:v>38917</c:v>
                </c:pt>
                <c:pt idx="2280">
                  <c:v>38916</c:v>
                </c:pt>
                <c:pt idx="2281">
                  <c:v>38915</c:v>
                </c:pt>
                <c:pt idx="2282">
                  <c:v>38912</c:v>
                </c:pt>
                <c:pt idx="2283">
                  <c:v>38911</c:v>
                </c:pt>
                <c:pt idx="2284">
                  <c:v>38910</c:v>
                </c:pt>
                <c:pt idx="2285">
                  <c:v>38909</c:v>
                </c:pt>
                <c:pt idx="2286">
                  <c:v>38908</c:v>
                </c:pt>
                <c:pt idx="2287">
                  <c:v>38905</c:v>
                </c:pt>
                <c:pt idx="2288">
                  <c:v>38904</c:v>
                </c:pt>
                <c:pt idx="2289">
                  <c:v>38903</c:v>
                </c:pt>
                <c:pt idx="2290">
                  <c:v>38902</c:v>
                </c:pt>
                <c:pt idx="2291">
                  <c:v>38901</c:v>
                </c:pt>
                <c:pt idx="2292">
                  <c:v>38898</c:v>
                </c:pt>
                <c:pt idx="2293">
                  <c:v>38897</c:v>
                </c:pt>
                <c:pt idx="2294">
                  <c:v>38896</c:v>
                </c:pt>
                <c:pt idx="2295">
                  <c:v>38895</c:v>
                </c:pt>
                <c:pt idx="2296">
                  <c:v>38894</c:v>
                </c:pt>
                <c:pt idx="2297">
                  <c:v>38891</c:v>
                </c:pt>
                <c:pt idx="2298">
                  <c:v>38890</c:v>
                </c:pt>
                <c:pt idx="2299">
                  <c:v>38889</c:v>
                </c:pt>
                <c:pt idx="2300">
                  <c:v>38888</c:v>
                </c:pt>
                <c:pt idx="2301">
                  <c:v>38887</c:v>
                </c:pt>
                <c:pt idx="2302">
                  <c:v>38884</c:v>
                </c:pt>
                <c:pt idx="2303">
                  <c:v>38883</c:v>
                </c:pt>
                <c:pt idx="2304">
                  <c:v>38882</c:v>
                </c:pt>
                <c:pt idx="2305">
                  <c:v>38881</c:v>
                </c:pt>
                <c:pt idx="2306">
                  <c:v>38880</c:v>
                </c:pt>
                <c:pt idx="2307">
                  <c:v>38877</c:v>
                </c:pt>
                <c:pt idx="2308">
                  <c:v>38876</c:v>
                </c:pt>
                <c:pt idx="2309">
                  <c:v>38875</c:v>
                </c:pt>
                <c:pt idx="2310">
                  <c:v>38874</c:v>
                </c:pt>
                <c:pt idx="2311">
                  <c:v>38873</c:v>
                </c:pt>
                <c:pt idx="2312">
                  <c:v>38870</c:v>
                </c:pt>
                <c:pt idx="2313">
                  <c:v>38869</c:v>
                </c:pt>
                <c:pt idx="2314">
                  <c:v>38868</c:v>
                </c:pt>
                <c:pt idx="2315">
                  <c:v>38867</c:v>
                </c:pt>
                <c:pt idx="2316">
                  <c:v>38866</c:v>
                </c:pt>
                <c:pt idx="2317">
                  <c:v>38863</c:v>
                </c:pt>
                <c:pt idx="2318">
                  <c:v>38862</c:v>
                </c:pt>
                <c:pt idx="2319">
                  <c:v>38861</c:v>
                </c:pt>
                <c:pt idx="2320">
                  <c:v>38860</c:v>
                </c:pt>
                <c:pt idx="2321">
                  <c:v>38859</c:v>
                </c:pt>
                <c:pt idx="2322">
                  <c:v>38856</c:v>
                </c:pt>
                <c:pt idx="2323">
                  <c:v>38855</c:v>
                </c:pt>
                <c:pt idx="2324">
                  <c:v>38854</c:v>
                </c:pt>
                <c:pt idx="2325">
                  <c:v>38853</c:v>
                </c:pt>
                <c:pt idx="2326">
                  <c:v>38852</c:v>
                </c:pt>
                <c:pt idx="2327">
                  <c:v>38849</c:v>
                </c:pt>
                <c:pt idx="2328">
                  <c:v>38848</c:v>
                </c:pt>
                <c:pt idx="2329">
                  <c:v>38847</c:v>
                </c:pt>
                <c:pt idx="2330">
                  <c:v>38846</c:v>
                </c:pt>
                <c:pt idx="2331">
                  <c:v>38845</c:v>
                </c:pt>
                <c:pt idx="2332">
                  <c:v>38842</c:v>
                </c:pt>
                <c:pt idx="2333">
                  <c:v>38841</c:v>
                </c:pt>
                <c:pt idx="2334">
                  <c:v>38840</c:v>
                </c:pt>
                <c:pt idx="2335">
                  <c:v>38839</c:v>
                </c:pt>
                <c:pt idx="2336">
                  <c:v>38838</c:v>
                </c:pt>
                <c:pt idx="2337">
                  <c:v>38835</c:v>
                </c:pt>
                <c:pt idx="2338">
                  <c:v>38834</c:v>
                </c:pt>
                <c:pt idx="2339">
                  <c:v>38833</c:v>
                </c:pt>
                <c:pt idx="2340">
                  <c:v>38832</c:v>
                </c:pt>
                <c:pt idx="2341">
                  <c:v>38831</c:v>
                </c:pt>
                <c:pt idx="2342">
                  <c:v>38828</c:v>
                </c:pt>
                <c:pt idx="2343">
                  <c:v>38827</c:v>
                </c:pt>
                <c:pt idx="2344">
                  <c:v>38826</c:v>
                </c:pt>
                <c:pt idx="2345">
                  <c:v>38825</c:v>
                </c:pt>
                <c:pt idx="2346">
                  <c:v>38824</c:v>
                </c:pt>
                <c:pt idx="2347">
                  <c:v>38821</c:v>
                </c:pt>
                <c:pt idx="2348">
                  <c:v>38820</c:v>
                </c:pt>
                <c:pt idx="2349">
                  <c:v>38819</c:v>
                </c:pt>
                <c:pt idx="2350">
                  <c:v>38818</c:v>
                </c:pt>
                <c:pt idx="2351">
                  <c:v>38817</c:v>
                </c:pt>
                <c:pt idx="2352">
                  <c:v>38814</c:v>
                </c:pt>
                <c:pt idx="2353">
                  <c:v>38813</c:v>
                </c:pt>
                <c:pt idx="2354">
                  <c:v>38812</c:v>
                </c:pt>
                <c:pt idx="2355">
                  <c:v>38811</c:v>
                </c:pt>
                <c:pt idx="2356">
                  <c:v>38810</c:v>
                </c:pt>
                <c:pt idx="2357">
                  <c:v>38807</c:v>
                </c:pt>
                <c:pt idx="2358">
                  <c:v>38806</c:v>
                </c:pt>
                <c:pt idx="2359">
                  <c:v>38805</c:v>
                </c:pt>
                <c:pt idx="2360">
                  <c:v>38804</c:v>
                </c:pt>
                <c:pt idx="2361">
                  <c:v>38803</c:v>
                </c:pt>
                <c:pt idx="2362">
                  <c:v>38800</c:v>
                </c:pt>
                <c:pt idx="2363">
                  <c:v>38799</c:v>
                </c:pt>
                <c:pt idx="2364">
                  <c:v>38798</c:v>
                </c:pt>
                <c:pt idx="2365">
                  <c:v>38797</c:v>
                </c:pt>
                <c:pt idx="2366">
                  <c:v>38796</c:v>
                </c:pt>
                <c:pt idx="2367">
                  <c:v>38793</c:v>
                </c:pt>
                <c:pt idx="2368">
                  <c:v>38792</c:v>
                </c:pt>
                <c:pt idx="2369">
                  <c:v>38791</c:v>
                </c:pt>
                <c:pt idx="2370">
                  <c:v>38790</c:v>
                </c:pt>
                <c:pt idx="2371">
                  <c:v>38789</c:v>
                </c:pt>
                <c:pt idx="2372">
                  <c:v>38786</c:v>
                </c:pt>
                <c:pt idx="2373">
                  <c:v>38785</c:v>
                </c:pt>
                <c:pt idx="2374">
                  <c:v>38784</c:v>
                </c:pt>
                <c:pt idx="2375">
                  <c:v>38783</c:v>
                </c:pt>
                <c:pt idx="2376">
                  <c:v>38782</c:v>
                </c:pt>
                <c:pt idx="2377">
                  <c:v>38779</c:v>
                </c:pt>
                <c:pt idx="2378">
                  <c:v>38778</c:v>
                </c:pt>
                <c:pt idx="2379">
                  <c:v>38777</c:v>
                </c:pt>
                <c:pt idx="2380">
                  <c:v>38776</c:v>
                </c:pt>
                <c:pt idx="2381">
                  <c:v>38775</c:v>
                </c:pt>
                <c:pt idx="2382">
                  <c:v>38772</c:v>
                </c:pt>
                <c:pt idx="2383">
                  <c:v>38771</c:v>
                </c:pt>
                <c:pt idx="2384">
                  <c:v>38770</c:v>
                </c:pt>
                <c:pt idx="2385">
                  <c:v>38769</c:v>
                </c:pt>
                <c:pt idx="2386">
                  <c:v>38768</c:v>
                </c:pt>
                <c:pt idx="2387">
                  <c:v>38765</c:v>
                </c:pt>
                <c:pt idx="2388">
                  <c:v>38764</c:v>
                </c:pt>
                <c:pt idx="2389">
                  <c:v>38763</c:v>
                </c:pt>
                <c:pt idx="2390">
                  <c:v>38762</c:v>
                </c:pt>
                <c:pt idx="2391">
                  <c:v>38761</c:v>
                </c:pt>
                <c:pt idx="2392">
                  <c:v>38758</c:v>
                </c:pt>
                <c:pt idx="2393">
                  <c:v>38757</c:v>
                </c:pt>
                <c:pt idx="2394">
                  <c:v>38756</c:v>
                </c:pt>
                <c:pt idx="2395">
                  <c:v>38755</c:v>
                </c:pt>
                <c:pt idx="2396">
                  <c:v>38754</c:v>
                </c:pt>
                <c:pt idx="2397">
                  <c:v>38751</c:v>
                </c:pt>
                <c:pt idx="2398">
                  <c:v>38750</c:v>
                </c:pt>
                <c:pt idx="2399">
                  <c:v>38749</c:v>
                </c:pt>
                <c:pt idx="2400">
                  <c:v>38748</c:v>
                </c:pt>
                <c:pt idx="2401">
                  <c:v>38747</c:v>
                </c:pt>
                <c:pt idx="2402">
                  <c:v>38744</c:v>
                </c:pt>
                <c:pt idx="2403">
                  <c:v>38743</c:v>
                </c:pt>
                <c:pt idx="2404">
                  <c:v>38742</c:v>
                </c:pt>
                <c:pt idx="2405">
                  <c:v>38741</c:v>
                </c:pt>
                <c:pt idx="2406">
                  <c:v>38740</c:v>
                </c:pt>
                <c:pt idx="2407">
                  <c:v>38737</c:v>
                </c:pt>
                <c:pt idx="2408">
                  <c:v>38736</c:v>
                </c:pt>
                <c:pt idx="2409">
                  <c:v>38735</c:v>
                </c:pt>
                <c:pt idx="2410">
                  <c:v>38734</c:v>
                </c:pt>
                <c:pt idx="2411">
                  <c:v>38733</c:v>
                </c:pt>
                <c:pt idx="2412">
                  <c:v>38730</c:v>
                </c:pt>
                <c:pt idx="2413">
                  <c:v>38729</c:v>
                </c:pt>
                <c:pt idx="2414">
                  <c:v>38728</c:v>
                </c:pt>
                <c:pt idx="2415">
                  <c:v>38727</c:v>
                </c:pt>
                <c:pt idx="2416">
                  <c:v>38726</c:v>
                </c:pt>
                <c:pt idx="2417">
                  <c:v>38723</c:v>
                </c:pt>
                <c:pt idx="2418">
                  <c:v>38722</c:v>
                </c:pt>
                <c:pt idx="2419">
                  <c:v>38721</c:v>
                </c:pt>
                <c:pt idx="2420">
                  <c:v>38720</c:v>
                </c:pt>
                <c:pt idx="2421">
                  <c:v>38719</c:v>
                </c:pt>
                <c:pt idx="2422">
                  <c:v>38716</c:v>
                </c:pt>
                <c:pt idx="2423">
                  <c:v>38715</c:v>
                </c:pt>
                <c:pt idx="2424">
                  <c:v>38714</c:v>
                </c:pt>
                <c:pt idx="2425">
                  <c:v>38713</c:v>
                </c:pt>
                <c:pt idx="2426">
                  <c:v>38709</c:v>
                </c:pt>
                <c:pt idx="2427">
                  <c:v>38708</c:v>
                </c:pt>
                <c:pt idx="2428">
                  <c:v>38707</c:v>
                </c:pt>
                <c:pt idx="2429">
                  <c:v>38706</c:v>
                </c:pt>
                <c:pt idx="2430">
                  <c:v>38705</c:v>
                </c:pt>
                <c:pt idx="2431">
                  <c:v>38702</c:v>
                </c:pt>
                <c:pt idx="2432">
                  <c:v>38701</c:v>
                </c:pt>
                <c:pt idx="2433">
                  <c:v>38700</c:v>
                </c:pt>
                <c:pt idx="2434">
                  <c:v>38699</c:v>
                </c:pt>
                <c:pt idx="2435">
                  <c:v>38698</c:v>
                </c:pt>
                <c:pt idx="2436">
                  <c:v>38695</c:v>
                </c:pt>
                <c:pt idx="2437">
                  <c:v>38694</c:v>
                </c:pt>
                <c:pt idx="2438">
                  <c:v>38693</c:v>
                </c:pt>
                <c:pt idx="2439">
                  <c:v>38692</c:v>
                </c:pt>
                <c:pt idx="2440">
                  <c:v>38691</c:v>
                </c:pt>
                <c:pt idx="2441">
                  <c:v>38688</c:v>
                </c:pt>
                <c:pt idx="2442">
                  <c:v>38687</c:v>
                </c:pt>
                <c:pt idx="2443">
                  <c:v>38686</c:v>
                </c:pt>
                <c:pt idx="2444">
                  <c:v>38685</c:v>
                </c:pt>
                <c:pt idx="2445">
                  <c:v>38684</c:v>
                </c:pt>
                <c:pt idx="2446">
                  <c:v>38681</c:v>
                </c:pt>
                <c:pt idx="2447">
                  <c:v>38680</c:v>
                </c:pt>
                <c:pt idx="2448">
                  <c:v>38679</c:v>
                </c:pt>
                <c:pt idx="2449">
                  <c:v>38678</c:v>
                </c:pt>
                <c:pt idx="2450">
                  <c:v>38677</c:v>
                </c:pt>
                <c:pt idx="2451">
                  <c:v>38674</c:v>
                </c:pt>
                <c:pt idx="2452">
                  <c:v>38673</c:v>
                </c:pt>
                <c:pt idx="2453">
                  <c:v>38672</c:v>
                </c:pt>
                <c:pt idx="2454">
                  <c:v>38671</c:v>
                </c:pt>
                <c:pt idx="2455">
                  <c:v>38670</c:v>
                </c:pt>
                <c:pt idx="2456">
                  <c:v>38666</c:v>
                </c:pt>
                <c:pt idx="2457">
                  <c:v>38665</c:v>
                </c:pt>
                <c:pt idx="2458">
                  <c:v>38664</c:v>
                </c:pt>
                <c:pt idx="2459">
                  <c:v>38663</c:v>
                </c:pt>
                <c:pt idx="2460">
                  <c:v>38660</c:v>
                </c:pt>
                <c:pt idx="2461">
                  <c:v>38659</c:v>
                </c:pt>
                <c:pt idx="2462">
                  <c:v>38658</c:v>
                </c:pt>
                <c:pt idx="2463">
                  <c:v>38657</c:v>
                </c:pt>
                <c:pt idx="2464">
                  <c:v>38656</c:v>
                </c:pt>
                <c:pt idx="2465">
                  <c:v>38653</c:v>
                </c:pt>
                <c:pt idx="2466">
                  <c:v>38652</c:v>
                </c:pt>
                <c:pt idx="2467">
                  <c:v>38651</c:v>
                </c:pt>
                <c:pt idx="2468">
                  <c:v>38650</c:v>
                </c:pt>
                <c:pt idx="2469">
                  <c:v>38649</c:v>
                </c:pt>
                <c:pt idx="2470">
                  <c:v>38646</c:v>
                </c:pt>
                <c:pt idx="2471">
                  <c:v>38645</c:v>
                </c:pt>
                <c:pt idx="2472">
                  <c:v>38644</c:v>
                </c:pt>
                <c:pt idx="2473">
                  <c:v>38643</c:v>
                </c:pt>
                <c:pt idx="2474">
                  <c:v>38642</c:v>
                </c:pt>
                <c:pt idx="2475">
                  <c:v>38639</c:v>
                </c:pt>
                <c:pt idx="2476">
                  <c:v>38638</c:v>
                </c:pt>
                <c:pt idx="2477">
                  <c:v>38637</c:v>
                </c:pt>
                <c:pt idx="2478">
                  <c:v>38636</c:v>
                </c:pt>
                <c:pt idx="2479">
                  <c:v>38635</c:v>
                </c:pt>
                <c:pt idx="2480">
                  <c:v>38632</c:v>
                </c:pt>
                <c:pt idx="2481">
                  <c:v>38631</c:v>
                </c:pt>
                <c:pt idx="2482">
                  <c:v>38630</c:v>
                </c:pt>
                <c:pt idx="2483">
                  <c:v>38629</c:v>
                </c:pt>
                <c:pt idx="2484">
                  <c:v>38628</c:v>
                </c:pt>
                <c:pt idx="2485">
                  <c:v>38625</c:v>
                </c:pt>
                <c:pt idx="2486">
                  <c:v>38624</c:v>
                </c:pt>
                <c:pt idx="2487">
                  <c:v>38623</c:v>
                </c:pt>
                <c:pt idx="2488">
                  <c:v>38622</c:v>
                </c:pt>
                <c:pt idx="2489">
                  <c:v>38621</c:v>
                </c:pt>
                <c:pt idx="2490">
                  <c:v>38618</c:v>
                </c:pt>
                <c:pt idx="2491">
                  <c:v>38617</c:v>
                </c:pt>
                <c:pt idx="2492">
                  <c:v>38616</c:v>
                </c:pt>
                <c:pt idx="2493">
                  <c:v>38615</c:v>
                </c:pt>
                <c:pt idx="2494">
                  <c:v>38614</c:v>
                </c:pt>
                <c:pt idx="2495">
                  <c:v>38611</c:v>
                </c:pt>
                <c:pt idx="2496">
                  <c:v>38610</c:v>
                </c:pt>
                <c:pt idx="2497">
                  <c:v>38609</c:v>
                </c:pt>
                <c:pt idx="2498">
                  <c:v>38608</c:v>
                </c:pt>
                <c:pt idx="2499">
                  <c:v>38607</c:v>
                </c:pt>
                <c:pt idx="2500">
                  <c:v>38604</c:v>
                </c:pt>
                <c:pt idx="2501">
                  <c:v>38603</c:v>
                </c:pt>
                <c:pt idx="2502">
                  <c:v>38602</c:v>
                </c:pt>
                <c:pt idx="2503">
                  <c:v>38601</c:v>
                </c:pt>
                <c:pt idx="2504">
                  <c:v>38600</c:v>
                </c:pt>
                <c:pt idx="2505">
                  <c:v>38597</c:v>
                </c:pt>
                <c:pt idx="2506">
                  <c:v>38596</c:v>
                </c:pt>
                <c:pt idx="2507">
                  <c:v>38595</c:v>
                </c:pt>
                <c:pt idx="2508">
                  <c:v>38594</c:v>
                </c:pt>
                <c:pt idx="2509">
                  <c:v>38593</c:v>
                </c:pt>
                <c:pt idx="2510">
                  <c:v>38590</c:v>
                </c:pt>
                <c:pt idx="2511">
                  <c:v>38589</c:v>
                </c:pt>
                <c:pt idx="2512">
                  <c:v>38588</c:v>
                </c:pt>
                <c:pt idx="2513">
                  <c:v>38587</c:v>
                </c:pt>
                <c:pt idx="2514">
                  <c:v>38586</c:v>
                </c:pt>
                <c:pt idx="2515">
                  <c:v>38583</c:v>
                </c:pt>
                <c:pt idx="2516">
                  <c:v>38582</c:v>
                </c:pt>
                <c:pt idx="2517">
                  <c:v>38581</c:v>
                </c:pt>
                <c:pt idx="2518">
                  <c:v>38580</c:v>
                </c:pt>
                <c:pt idx="2519">
                  <c:v>38579</c:v>
                </c:pt>
                <c:pt idx="2520">
                  <c:v>38576</c:v>
                </c:pt>
                <c:pt idx="2521">
                  <c:v>38575</c:v>
                </c:pt>
                <c:pt idx="2522">
                  <c:v>38574</c:v>
                </c:pt>
                <c:pt idx="2523">
                  <c:v>38573</c:v>
                </c:pt>
                <c:pt idx="2524">
                  <c:v>38572</c:v>
                </c:pt>
                <c:pt idx="2525">
                  <c:v>38569</c:v>
                </c:pt>
                <c:pt idx="2526">
                  <c:v>38568</c:v>
                </c:pt>
                <c:pt idx="2527">
                  <c:v>38567</c:v>
                </c:pt>
                <c:pt idx="2528">
                  <c:v>38566</c:v>
                </c:pt>
                <c:pt idx="2529">
                  <c:v>38565</c:v>
                </c:pt>
                <c:pt idx="2530">
                  <c:v>38562</c:v>
                </c:pt>
                <c:pt idx="2531">
                  <c:v>38561</c:v>
                </c:pt>
                <c:pt idx="2532">
                  <c:v>38560</c:v>
                </c:pt>
                <c:pt idx="2533">
                  <c:v>38559</c:v>
                </c:pt>
                <c:pt idx="2534">
                  <c:v>38558</c:v>
                </c:pt>
                <c:pt idx="2535">
                  <c:v>38555</c:v>
                </c:pt>
                <c:pt idx="2536">
                  <c:v>38554</c:v>
                </c:pt>
                <c:pt idx="2537">
                  <c:v>38553</c:v>
                </c:pt>
                <c:pt idx="2538">
                  <c:v>38552</c:v>
                </c:pt>
                <c:pt idx="2539">
                  <c:v>38551</c:v>
                </c:pt>
                <c:pt idx="2540">
                  <c:v>38548</c:v>
                </c:pt>
                <c:pt idx="2541">
                  <c:v>38547</c:v>
                </c:pt>
                <c:pt idx="2542">
                  <c:v>38546</c:v>
                </c:pt>
                <c:pt idx="2543">
                  <c:v>38545</c:v>
                </c:pt>
                <c:pt idx="2544">
                  <c:v>38544</c:v>
                </c:pt>
                <c:pt idx="2545">
                  <c:v>38541</c:v>
                </c:pt>
                <c:pt idx="2546">
                  <c:v>38540</c:v>
                </c:pt>
                <c:pt idx="2547">
                  <c:v>38539</c:v>
                </c:pt>
                <c:pt idx="2548">
                  <c:v>38538</c:v>
                </c:pt>
                <c:pt idx="2549">
                  <c:v>38537</c:v>
                </c:pt>
                <c:pt idx="2550">
                  <c:v>38534</c:v>
                </c:pt>
                <c:pt idx="2551">
                  <c:v>38533</c:v>
                </c:pt>
                <c:pt idx="2552">
                  <c:v>38532</c:v>
                </c:pt>
                <c:pt idx="2553">
                  <c:v>38531</c:v>
                </c:pt>
                <c:pt idx="2554">
                  <c:v>38530</c:v>
                </c:pt>
                <c:pt idx="2555">
                  <c:v>38527</c:v>
                </c:pt>
                <c:pt idx="2556">
                  <c:v>38526</c:v>
                </c:pt>
                <c:pt idx="2557">
                  <c:v>38525</c:v>
                </c:pt>
                <c:pt idx="2558">
                  <c:v>38524</c:v>
                </c:pt>
                <c:pt idx="2559">
                  <c:v>38523</c:v>
                </c:pt>
                <c:pt idx="2560">
                  <c:v>38520</c:v>
                </c:pt>
                <c:pt idx="2561">
                  <c:v>38519</c:v>
                </c:pt>
                <c:pt idx="2562">
                  <c:v>38518</c:v>
                </c:pt>
                <c:pt idx="2563">
                  <c:v>38517</c:v>
                </c:pt>
                <c:pt idx="2564">
                  <c:v>38516</c:v>
                </c:pt>
                <c:pt idx="2565">
                  <c:v>38513</c:v>
                </c:pt>
                <c:pt idx="2566">
                  <c:v>38512</c:v>
                </c:pt>
                <c:pt idx="2567">
                  <c:v>38511</c:v>
                </c:pt>
                <c:pt idx="2568">
                  <c:v>38510</c:v>
                </c:pt>
                <c:pt idx="2569">
                  <c:v>38509</c:v>
                </c:pt>
                <c:pt idx="2570">
                  <c:v>38506</c:v>
                </c:pt>
                <c:pt idx="2571">
                  <c:v>38505</c:v>
                </c:pt>
                <c:pt idx="2572">
                  <c:v>38504</c:v>
                </c:pt>
                <c:pt idx="2573">
                  <c:v>38503</c:v>
                </c:pt>
                <c:pt idx="2574">
                  <c:v>38499</c:v>
                </c:pt>
                <c:pt idx="2575">
                  <c:v>38498</c:v>
                </c:pt>
                <c:pt idx="2576">
                  <c:v>38497</c:v>
                </c:pt>
                <c:pt idx="2577">
                  <c:v>38496</c:v>
                </c:pt>
                <c:pt idx="2578">
                  <c:v>38495</c:v>
                </c:pt>
                <c:pt idx="2579">
                  <c:v>38492</c:v>
                </c:pt>
                <c:pt idx="2580">
                  <c:v>38491</c:v>
                </c:pt>
                <c:pt idx="2581">
                  <c:v>38490</c:v>
                </c:pt>
                <c:pt idx="2582">
                  <c:v>38489</c:v>
                </c:pt>
                <c:pt idx="2583">
                  <c:v>38488</c:v>
                </c:pt>
                <c:pt idx="2584">
                  <c:v>38485</c:v>
                </c:pt>
                <c:pt idx="2585">
                  <c:v>38484</c:v>
                </c:pt>
                <c:pt idx="2586">
                  <c:v>38483</c:v>
                </c:pt>
                <c:pt idx="2587">
                  <c:v>38482</c:v>
                </c:pt>
                <c:pt idx="2588">
                  <c:v>38481</c:v>
                </c:pt>
                <c:pt idx="2589">
                  <c:v>38478</c:v>
                </c:pt>
                <c:pt idx="2590">
                  <c:v>38477</c:v>
                </c:pt>
                <c:pt idx="2591">
                  <c:v>38476</c:v>
                </c:pt>
                <c:pt idx="2592">
                  <c:v>38475</c:v>
                </c:pt>
                <c:pt idx="2593">
                  <c:v>38474</c:v>
                </c:pt>
                <c:pt idx="2594">
                  <c:v>38471</c:v>
                </c:pt>
                <c:pt idx="2595">
                  <c:v>38470</c:v>
                </c:pt>
                <c:pt idx="2596">
                  <c:v>38469</c:v>
                </c:pt>
                <c:pt idx="2597">
                  <c:v>38468</c:v>
                </c:pt>
                <c:pt idx="2598">
                  <c:v>38467</c:v>
                </c:pt>
                <c:pt idx="2599">
                  <c:v>38464</c:v>
                </c:pt>
                <c:pt idx="2600">
                  <c:v>38463</c:v>
                </c:pt>
                <c:pt idx="2601">
                  <c:v>38462</c:v>
                </c:pt>
                <c:pt idx="2602">
                  <c:v>38461</c:v>
                </c:pt>
                <c:pt idx="2603">
                  <c:v>38460</c:v>
                </c:pt>
                <c:pt idx="2604">
                  <c:v>38457</c:v>
                </c:pt>
                <c:pt idx="2605">
                  <c:v>38456</c:v>
                </c:pt>
                <c:pt idx="2606">
                  <c:v>38455</c:v>
                </c:pt>
                <c:pt idx="2607">
                  <c:v>38454</c:v>
                </c:pt>
                <c:pt idx="2608">
                  <c:v>38453</c:v>
                </c:pt>
                <c:pt idx="2609">
                  <c:v>38450</c:v>
                </c:pt>
                <c:pt idx="2610">
                  <c:v>38449</c:v>
                </c:pt>
                <c:pt idx="2611">
                  <c:v>38448</c:v>
                </c:pt>
                <c:pt idx="2612">
                  <c:v>38447</c:v>
                </c:pt>
                <c:pt idx="2613">
                  <c:v>38446</c:v>
                </c:pt>
                <c:pt idx="2614">
                  <c:v>38443</c:v>
                </c:pt>
                <c:pt idx="2615">
                  <c:v>38442</c:v>
                </c:pt>
                <c:pt idx="2616">
                  <c:v>38441</c:v>
                </c:pt>
                <c:pt idx="2617">
                  <c:v>38440</c:v>
                </c:pt>
                <c:pt idx="2618">
                  <c:v>38439</c:v>
                </c:pt>
                <c:pt idx="2619">
                  <c:v>38436</c:v>
                </c:pt>
                <c:pt idx="2620">
                  <c:v>38435</c:v>
                </c:pt>
                <c:pt idx="2621">
                  <c:v>38434</c:v>
                </c:pt>
                <c:pt idx="2622">
                  <c:v>38433</c:v>
                </c:pt>
                <c:pt idx="2623">
                  <c:v>38432</c:v>
                </c:pt>
                <c:pt idx="2624">
                  <c:v>38429</c:v>
                </c:pt>
                <c:pt idx="2625">
                  <c:v>38428</c:v>
                </c:pt>
                <c:pt idx="2626">
                  <c:v>38427</c:v>
                </c:pt>
                <c:pt idx="2627">
                  <c:v>38426</c:v>
                </c:pt>
                <c:pt idx="2628">
                  <c:v>38425</c:v>
                </c:pt>
                <c:pt idx="2629">
                  <c:v>38422</c:v>
                </c:pt>
                <c:pt idx="2630">
                  <c:v>38421</c:v>
                </c:pt>
                <c:pt idx="2631">
                  <c:v>38420</c:v>
                </c:pt>
                <c:pt idx="2632">
                  <c:v>38419</c:v>
                </c:pt>
                <c:pt idx="2633">
                  <c:v>38418</c:v>
                </c:pt>
                <c:pt idx="2634">
                  <c:v>38415</c:v>
                </c:pt>
                <c:pt idx="2635">
                  <c:v>38414</c:v>
                </c:pt>
                <c:pt idx="2636">
                  <c:v>38413</c:v>
                </c:pt>
                <c:pt idx="2637">
                  <c:v>38412</c:v>
                </c:pt>
                <c:pt idx="2638">
                  <c:v>38411</c:v>
                </c:pt>
                <c:pt idx="2639">
                  <c:v>38408</c:v>
                </c:pt>
                <c:pt idx="2640">
                  <c:v>38407</c:v>
                </c:pt>
                <c:pt idx="2641">
                  <c:v>38406</c:v>
                </c:pt>
                <c:pt idx="2642">
                  <c:v>38405</c:v>
                </c:pt>
                <c:pt idx="2643">
                  <c:v>38404</c:v>
                </c:pt>
                <c:pt idx="2644">
                  <c:v>38401</c:v>
                </c:pt>
                <c:pt idx="2645">
                  <c:v>38400</c:v>
                </c:pt>
                <c:pt idx="2646">
                  <c:v>38399</c:v>
                </c:pt>
                <c:pt idx="2647">
                  <c:v>38398</c:v>
                </c:pt>
                <c:pt idx="2648">
                  <c:v>38397</c:v>
                </c:pt>
                <c:pt idx="2649">
                  <c:v>38394</c:v>
                </c:pt>
                <c:pt idx="2650">
                  <c:v>38393</c:v>
                </c:pt>
                <c:pt idx="2651">
                  <c:v>38392</c:v>
                </c:pt>
                <c:pt idx="2652">
                  <c:v>38391</c:v>
                </c:pt>
                <c:pt idx="2653">
                  <c:v>38390</c:v>
                </c:pt>
                <c:pt idx="2654">
                  <c:v>38387</c:v>
                </c:pt>
                <c:pt idx="2655">
                  <c:v>38386</c:v>
                </c:pt>
                <c:pt idx="2656">
                  <c:v>38385</c:v>
                </c:pt>
                <c:pt idx="2657">
                  <c:v>38384</c:v>
                </c:pt>
                <c:pt idx="2658">
                  <c:v>38383</c:v>
                </c:pt>
                <c:pt idx="2659">
                  <c:v>38380</c:v>
                </c:pt>
                <c:pt idx="2660">
                  <c:v>38379</c:v>
                </c:pt>
                <c:pt idx="2661">
                  <c:v>38378</c:v>
                </c:pt>
                <c:pt idx="2662">
                  <c:v>38377</c:v>
                </c:pt>
                <c:pt idx="2663">
                  <c:v>38376</c:v>
                </c:pt>
                <c:pt idx="2664">
                  <c:v>38373</c:v>
                </c:pt>
                <c:pt idx="2665">
                  <c:v>38372</c:v>
                </c:pt>
                <c:pt idx="2666">
                  <c:v>38371</c:v>
                </c:pt>
                <c:pt idx="2667">
                  <c:v>38370</c:v>
                </c:pt>
                <c:pt idx="2668">
                  <c:v>38369</c:v>
                </c:pt>
                <c:pt idx="2669">
                  <c:v>38366</c:v>
                </c:pt>
                <c:pt idx="2670">
                  <c:v>38365</c:v>
                </c:pt>
                <c:pt idx="2671">
                  <c:v>38364</c:v>
                </c:pt>
                <c:pt idx="2672">
                  <c:v>38363</c:v>
                </c:pt>
                <c:pt idx="2673">
                  <c:v>38362</c:v>
                </c:pt>
                <c:pt idx="2674">
                  <c:v>38359</c:v>
                </c:pt>
                <c:pt idx="2675">
                  <c:v>38358</c:v>
                </c:pt>
                <c:pt idx="2676">
                  <c:v>38357</c:v>
                </c:pt>
                <c:pt idx="2677">
                  <c:v>38356</c:v>
                </c:pt>
                <c:pt idx="2678">
                  <c:v>38355</c:v>
                </c:pt>
              </c:numCache>
            </c:numRef>
          </c:cat>
          <c:val>
            <c:numRef>
              <c:f>Sheet1!$B$7:$B$2685</c:f>
              <c:numCache>
                <c:formatCode>General</c:formatCode>
                <c:ptCount val="2679"/>
                <c:pt idx="0">
                  <c:v>1.8526</c:v>
                </c:pt>
                <c:pt idx="1">
                  <c:v>1.8401000000000001</c:v>
                </c:pt>
                <c:pt idx="2">
                  <c:v>1.8087</c:v>
                </c:pt>
                <c:pt idx="3">
                  <c:v>1.8122</c:v>
                </c:pt>
                <c:pt idx="4">
                  <c:v>1.8227</c:v>
                </c:pt>
                <c:pt idx="5">
                  <c:v>1.8361000000000001</c:v>
                </c:pt>
                <c:pt idx="6">
                  <c:v>1.8389</c:v>
                </c:pt>
                <c:pt idx="7">
                  <c:v>1.8597999999999999</c:v>
                </c:pt>
                <c:pt idx="8">
                  <c:v>1.8464</c:v>
                </c:pt>
                <c:pt idx="9">
                  <c:v>1.8368</c:v>
                </c:pt>
                <c:pt idx="10">
                  <c:v>1.8148</c:v>
                </c:pt>
                <c:pt idx="11">
                  <c:v>1.8058000000000001</c:v>
                </c:pt>
                <c:pt idx="12">
                  <c:v>1.7772999999999999</c:v>
                </c:pt>
                <c:pt idx="13">
                  <c:v>1.7463</c:v>
                </c:pt>
                <c:pt idx="14">
                  <c:v>1.7766999999999999</c:v>
                </c:pt>
                <c:pt idx="15">
                  <c:v>1.8087</c:v>
                </c:pt>
                <c:pt idx="16">
                  <c:v>1.8028999999999999</c:v>
                </c:pt>
                <c:pt idx="17">
                  <c:v>1.7721</c:v>
                </c:pt>
                <c:pt idx="18">
                  <c:v>1.7486999999999999</c:v>
                </c:pt>
                <c:pt idx="19">
                  <c:v>1.7662</c:v>
                </c:pt>
                <c:pt idx="20">
                  <c:v>1.7932000000000001</c:v>
                </c:pt>
                <c:pt idx="21">
                  <c:v>1.7242</c:v>
                </c:pt>
                <c:pt idx="22">
                  <c:v>1.653</c:v>
                </c:pt>
                <c:pt idx="23">
                  <c:v>1.6558000000000002</c:v>
                </c:pt>
                <c:pt idx="24">
                  <c:v>1.6956</c:v>
                </c:pt>
                <c:pt idx="25">
                  <c:v>1.7105000000000001</c:v>
                </c:pt>
                <c:pt idx="26">
                  <c:v>1.7282999999999999</c:v>
                </c:pt>
                <c:pt idx="27">
                  <c:v>1.7385999999999999</c:v>
                </c:pt>
                <c:pt idx="28">
                  <c:v>1.7631999999999999</c:v>
                </c:pt>
                <c:pt idx="29">
                  <c:v>1.8328</c:v>
                </c:pt>
                <c:pt idx="30">
                  <c:v>1.8494999999999999</c:v>
                </c:pt>
                <c:pt idx="31">
                  <c:v>1.8793</c:v>
                </c:pt>
                <c:pt idx="32">
                  <c:v>1.8738000000000001</c:v>
                </c:pt>
                <c:pt idx="33">
                  <c:v>1.8325</c:v>
                </c:pt>
                <c:pt idx="34">
                  <c:v>1.8336000000000001</c:v>
                </c:pt>
                <c:pt idx="35">
                  <c:v>1.8068</c:v>
                </c:pt>
                <c:pt idx="36">
                  <c:v>1.7351999999999999</c:v>
                </c:pt>
                <c:pt idx="37">
                  <c:v>1.7281</c:v>
                </c:pt>
                <c:pt idx="38">
                  <c:v>1.734</c:v>
                </c:pt>
                <c:pt idx="39">
                  <c:v>1.7572000000000001</c:v>
                </c:pt>
                <c:pt idx="40">
                  <c:v>1.7528999999999999</c:v>
                </c:pt>
                <c:pt idx="41">
                  <c:v>1.7196</c:v>
                </c:pt>
                <c:pt idx="42">
                  <c:v>1.7210999999999999</c:v>
                </c:pt>
                <c:pt idx="43">
                  <c:v>1.6928000000000001</c:v>
                </c:pt>
                <c:pt idx="44">
                  <c:v>1.6952</c:v>
                </c:pt>
                <c:pt idx="45">
                  <c:v>1.6623999999999999</c:v>
                </c:pt>
                <c:pt idx="46">
                  <c:v>1.6884000000000001</c:v>
                </c:pt>
                <c:pt idx="47">
                  <c:v>1.7027999999999999</c:v>
                </c:pt>
                <c:pt idx="48">
                  <c:v>1.7088000000000001</c:v>
                </c:pt>
                <c:pt idx="49">
                  <c:v>1.7175</c:v>
                </c:pt>
                <c:pt idx="50">
                  <c:v>1.6876</c:v>
                </c:pt>
                <c:pt idx="51">
                  <c:v>1.6987000000000001</c:v>
                </c:pt>
                <c:pt idx="52">
                  <c:v>1.7018</c:v>
                </c:pt>
                <c:pt idx="53">
                  <c:v>1.6446000000000001</c:v>
                </c:pt>
                <c:pt idx="54">
                  <c:v>1.6448</c:v>
                </c:pt>
                <c:pt idx="55">
                  <c:v>1.631</c:v>
                </c:pt>
                <c:pt idx="56">
                  <c:v>1.5994999999999999</c:v>
                </c:pt>
                <c:pt idx="57">
                  <c:v>1.6472</c:v>
                </c:pt>
                <c:pt idx="58">
                  <c:v>1.611</c:v>
                </c:pt>
                <c:pt idx="59">
                  <c:v>1.5984</c:v>
                </c:pt>
                <c:pt idx="60">
                  <c:v>1.6423000000000001</c:v>
                </c:pt>
                <c:pt idx="61">
                  <c:v>1.6169</c:v>
                </c:pt>
                <c:pt idx="62">
                  <c:v>1.5966</c:v>
                </c:pt>
                <c:pt idx="63">
                  <c:v>1.5981999999999998</c:v>
                </c:pt>
                <c:pt idx="64">
                  <c:v>1.5981999999999998</c:v>
                </c:pt>
                <c:pt idx="65">
                  <c:v>1.5672000000000001</c:v>
                </c:pt>
                <c:pt idx="66">
                  <c:v>1.5686</c:v>
                </c:pt>
                <c:pt idx="67">
                  <c:v>1.5331999999999999</c:v>
                </c:pt>
                <c:pt idx="68">
                  <c:v>1.5641</c:v>
                </c:pt>
                <c:pt idx="69">
                  <c:v>1.6125</c:v>
                </c:pt>
                <c:pt idx="70">
                  <c:v>1.6205000000000001</c:v>
                </c:pt>
                <c:pt idx="71">
                  <c:v>1.5832000000000002</c:v>
                </c:pt>
                <c:pt idx="72">
                  <c:v>1.554</c:v>
                </c:pt>
                <c:pt idx="73">
                  <c:v>1.6412</c:v>
                </c:pt>
                <c:pt idx="74">
                  <c:v>1.7086999999999999</c:v>
                </c:pt>
                <c:pt idx="75">
                  <c:v>1.6928999999999998</c:v>
                </c:pt>
                <c:pt idx="76">
                  <c:v>1.6800999999999999</c:v>
                </c:pt>
                <c:pt idx="77">
                  <c:v>1.6377999999999999</c:v>
                </c:pt>
                <c:pt idx="78">
                  <c:v>1.6493</c:v>
                </c:pt>
                <c:pt idx="79">
                  <c:v>1.6798999999999999</c:v>
                </c:pt>
                <c:pt idx="80">
                  <c:v>1.6861999999999999</c:v>
                </c:pt>
                <c:pt idx="81">
                  <c:v>1.6861999999999999</c:v>
                </c:pt>
                <c:pt idx="82">
                  <c:v>1.7079</c:v>
                </c:pt>
                <c:pt idx="83">
                  <c:v>1.7044999999999999</c:v>
                </c:pt>
                <c:pt idx="84">
                  <c:v>1.6880999999999999</c:v>
                </c:pt>
                <c:pt idx="85">
                  <c:v>1.6496</c:v>
                </c:pt>
                <c:pt idx="86">
                  <c:v>1.6488</c:v>
                </c:pt>
                <c:pt idx="87">
                  <c:v>1.6465000000000001</c:v>
                </c:pt>
                <c:pt idx="88">
                  <c:v>1.621</c:v>
                </c:pt>
                <c:pt idx="89">
                  <c:v>1.6253</c:v>
                </c:pt>
                <c:pt idx="90">
                  <c:v>1.6992</c:v>
                </c:pt>
                <c:pt idx="91">
                  <c:v>1.7084000000000001</c:v>
                </c:pt>
                <c:pt idx="92">
                  <c:v>1.7427000000000001</c:v>
                </c:pt>
                <c:pt idx="93">
                  <c:v>1.7187000000000001</c:v>
                </c:pt>
                <c:pt idx="94">
                  <c:v>1.7603</c:v>
                </c:pt>
                <c:pt idx="95">
                  <c:v>1.7749999999999999</c:v>
                </c:pt>
                <c:pt idx="96">
                  <c:v>1.7947</c:v>
                </c:pt>
                <c:pt idx="97">
                  <c:v>1.7871000000000001</c:v>
                </c:pt>
                <c:pt idx="98">
                  <c:v>1.8068</c:v>
                </c:pt>
                <c:pt idx="99">
                  <c:v>1.8</c:v>
                </c:pt>
                <c:pt idx="100">
                  <c:v>1.8411999999999999</c:v>
                </c:pt>
                <c:pt idx="101">
                  <c:v>1.8411999999999999</c:v>
                </c:pt>
                <c:pt idx="102">
                  <c:v>1.8547</c:v>
                </c:pt>
                <c:pt idx="103">
                  <c:v>1.8801999999999999</c:v>
                </c:pt>
                <c:pt idx="104">
                  <c:v>1.873</c:v>
                </c:pt>
                <c:pt idx="105">
                  <c:v>1.8607</c:v>
                </c:pt>
                <c:pt idx="106">
                  <c:v>1.8418000000000001</c:v>
                </c:pt>
                <c:pt idx="107">
                  <c:v>1.8613</c:v>
                </c:pt>
                <c:pt idx="108">
                  <c:v>1.87</c:v>
                </c:pt>
                <c:pt idx="109">
                  <c:v>1.9012</c:v>
                </c:pt>
                <c:pt idx="110">
                  <c:v>1.8944000000000001</c:v>
                </c:pt>
                <c:pt idx="111">
                  <c:v>1.9201999999999999</c:v>
                </c:pt>
                <c:pt idx="112">
                  <c:v>1.9379999999999999</c:v>
                </c:pt>
                <c:pt idx="113">
                  <c:v>1.9379999999999999</c:v>
                </c:pt>
                <c:pt idx="114">
                  <c:v>1.9384999999999999</c:v>
                </c:pt>
                <c:pt idx="115">
                  <c:v>1.9431</c:v>
                </c:pt>
                <c:pt idx="116">
                  <c:v>1.9293</c:v>
                </c:pt>
                <c:pt idx="117">
                  <c:v>1.9171</c:v>
                </c:pt>
                <c:pt idx="118">
                  <c:v>1.9298999999999999</c:v>
                </c:pt>
                <c:pt idx="119">
                  <c:v>1.9283000000000001</c:v>
                </c:pt>
                <c:pt idx="120">
                  <c:v>1.9077999999999999</c:v>
                </c:pt>
                <c:pt idx="121">
                  <c:v>1.9085999999999999</c:v>
                </c:pt>
                <c:pt idx="122">
                  <c:v>1.9138999999999999</c:v>
                </c:pt>
                <c:pt idx="123">
                  <c:v>1.8959000000000001</c:v>
                </c:pt>
                <c:pt idx="124">
                  <c:v>1.9031</c:v>
                </c:pt>
                <c:pt idx="125">
                  <c:v>1.9098000000000002</c:v>
                </c:pt>
                <c:pt idx="126">
                  <c:v>1.9041999999999999</c:v>
                </c:pt>
                <c:pt idx="127">
                  <c:v>1.9137</c:v>
                </c:pt>
                <c:pt idx="128">
                  <c:v>1.903</c:v>
                </c:pt>
                <c:pt idx="129">
                  <c:v>1.9254</c:v>
                </c:pt>
                <c:pt idx="130">
                  <c:v>1.8921000000000001</c:v>
                </c:pt>
                <c:pt idx="131">
                  <c:v>1.8653999999999999</c:v>
                </c:pt>
                <c:pt idx="132">
                  <c:v>1.9155</c:v>
                </c:pt>
                <c:pt idx="133">
                  <c:v>1.9624999999999999</c:v>
                </c:pt>
                <c:pt idx="134">
                  <c:v>1.9624999999999999</c:v>
                </c:pt>
                <c:pt idx="135">
                  <c:v>1.9697</c:v>
                </c:pt>
                <c:pt idx="136">
                  <c:v>1.9679</c:v>
                </c:pt>
                <c:pt idx="137">
                  <c:v>1.9217</c:v>
                </c:pt>
                <c:pt idx="138">
                  <c:v>1.9374</c:v>
                </c:pt>
                <c:pt idx="139">
                  <c:v>1.9401999999999999</c:v>
                </c:pt>
                <c:pt idx="140">
                  <c:v>1.9577</c:v>
                </c:pt>
                <c:pt idx="141">
                  <c:v>1.9565999999999999</c:v>
                </c:pt>
                <c:pt idx="142">
                  <c:v>1.9725999999999999</c:v>
                </c:pt>
                <c:pt idx="143">
                  <c:v>1.9513</c:v>
                </c:pt>
                <c:pt idx="144">
                  <c:v>1.9708999999999999</c:v>
                </c:pt>
                <c:pt idx="145">
                  <c:v>2.0118999999999998</c:v>
                </c:pt>
                <c:pt idx="146">
                  <c:v>2.0343</c:v>
                </c:pt>
                <c:pt idx="147">
                  <c:v>2.0207000000000002</c:v>
                </c:pt>
                <c:pt idx="148">
                  <c:v>1.9976</c:v>
                </c:pt>
                <c:pt idx="149">
                  <c:v>2.0270000000000001</c:v>
                </c:pt>
                <c:pt idx="150">
                  <c:v>2.0325000000000002</c:v>
                </c:pt>
                <c:pt idx="151">
                  <c:v>2.0543999999999998</c:v>
                </c:pt>
                <c:pt idx="152">
                  <c:v>2.1246</c:v>
                </c:pt>
                <c:pt idx="153">
                  <c:v>2.1310000000000002</c:v>
                </c:pt>
                <c:pt idx="154">
                  <c:v>2.1362999999999999</c:v>
                </c:pt>
                <c:pt idx="155">
                  <c:v>2.1326999999999998</c:v>
                </c:pt>
                <c:pt idx="156">
                  <c:v>2.1097000000000001</c:v>
                </c:pt>
                <c:pt idx="157">
                  <c:v>2.1154999999999999</c:v>
                </c:pt>
                <c:pt idx="158">
                  <c:v>2.1373000000000002</c:v>
                </c:pt>
                <c:pt idx="159">
                  <c:v>2.1606000000000001</c:v>
                </c:pt>
                <c:pt idx="160">
                  <c:v>2.1688000000000001</c:v>
                </c:pt>
                <c:pt idx="161">
                  <c:v>2.1722999999999999</c:v>
                </c:pt>
                <c:pt idx="162">
                  <c:v>2.1568999999999998</c:v>
                </c:pt>
                <c:pt idx="163">
                  <c:v>2.1284999999999998</c:v>
                </c:pt>
                <c:pt idx="164">
                  <c:v>2.1284999999999998</c:v>
                </c:pt>
                <c:pt idx="165">
                  <c:v>2.1352000000000002</c:v>
                </c:pt>
                <c:pt idx="166">
                  <c:v>2.1452</c:v>
                </c:pt>
                <c:pt idx="167">
                  <c:v>2.1551999999999998</c:v>
                </c:pt>
                <c:pt idx="168">
                  <c:v>2.1499000000000001</c:v>
                </c:pt>
                <c:pt idx="169">
                  <c:v>2.1518000000000002</c:v>
                </c:pt>
                <c:pt idx="170">
                  <c:v>2.1812999999999998</c:v>
                </c:pt>
                <c:pt idx="171">
                  <c:v>2.1739000000000002</c:v>
                </c:pt>
                <c:pt idx="172">
                  <c:v>2.1823000000000001</c:v>
                </c:pt>
                <c:pt idx="173">
                  <c:v>2.1911999999999998</c:v>
                </c:pt>
                <c:pt idx="174">
                  <c:v>2.1941999999999999</c:v>
                </c:pt>
                <c:pt idx="175">
                  <c:v>2.2233000000000001</c:v>
                </c:pt>
                <c:pt idx="176">
                  <c:v>2.2265000000000001</c:v>
                </c:pt>
                <c:pt idx="177">
                  <c:v>2.2302</c:v>
                </c:pt>
                <c:pt idx="178">
                  <c:v>2.2437999999999998</c:v>
                </c:pt>
                <c:pt idx="179">
                  <c:v>2.2382</c:v>
                </c:pt>
                <c:pt idx="180">
                  <c:v>2.2317</c:v>
                </c:pt>
                <c:pt idx="181">
                  <c:v>2.2336999999999998</c:v>
                </c:pt>
                <c:pt idx="182">
                  <c:v>2.2362000000000002</c:v>
                </c:pt>
                <c:pt idx="183">
                  <c:v>2.2322000000000002</c:v>
                </c:pt>
                <c:pt idx="184">
                  <c:v>2.2511000000000001</c:v>
                </c:pt>
                <c:pt idx="185">
                  <c:v>2.2684000000000002</c:v>
                </c:pt>
                <c:pt idx="186">
                  <c:v>2.2711000000000001</c:v>
                </c:pt>
                <c:pt idx="187">
                  <c:v>2.2662</c:v>
                </c:pt>
                <c:pt idx="188">
                  <c:v>2.2692000000000001</c:v>
                </c:pt>
                <c:pt idx="189">
                  <c:v>2.2701000000000002</c:v>
                </c:pt>
                <c:pt idx="190">
                  <c:v>2.2433999999999998</c:v>
                </c:pt>
                <c:pt idx="191">
                  <c:v>2.2094999999999998</c:v>
                </c:pt>
                <c:pt idx="192">
                  <c:v>2.2157999999999998</c:v>
                </c:pt>
                <c:pt idx="193">
                  <c:v>2.2254999999999998</c:v>
                </c:pt>
                <c:pt idx="194">
                  <c:v>2.2166999999999999</c:v>
                </c:pt>
                <c:pt idx="195">
                  <c:v>2.2147000000000001</c:v>
                </c:pt>
                <c:pt idx="196">
                  <c:v>2.2143999999999999</c:v>
                </c:pt>
                <c:pt idx="197">
                  <c:v>2.2334999999999998</c:v>
                </c:pt>
                <c:pt idx="198">
                  <c:v>2.2536</c:v>
                </c:pt>
                <c:pt idx="199">
                  <c:v>2.2648000000000001</c:v>
                </c:pt>
                <c:pt idx="200">
                  <c:v>2.2633000000000001</c:v>
                </c:pt>
                <c:pt idx="201">
                  <c:v>2.2633000000000001</c:v>
                </c:pt>
                <c:pt idx="202">
                  <c:v>2.2423999999999999</c:v>
                </c:pt>
                <c:pt idx="203">
                  <c:v>2.2523</c:v>
                </c:pt>
                <c:pt idx="204">
                  <c:v>2.2612000000000001</c:v>
                </c:pt>
                <c:pt idx="205">
                  <c:v>2.2612000000000001</c:v>
                </c:pt>
                <c:pt idx="206">
                  <c:v>2.2408999999999999</c:v>
                </c:pt>
                <c:pt idx="207">
                  <c:v>2.2366000000000001</c:v>
                </c:pt>
                <c:pt idx="208">
                  <c:v>2.2439</c:v>
                </c:pt>
                <c:pt idx="209">
                  <c:v>2.2555999999999998</c:v>
                </c:pt>
                <c:pt idx="210">
                  <c:v>2.2563</c:v>
                </c:pt>
                <c:pt idx="211">
                  <c:v>2.2622999999999998</c:v>
                </c:pt>
                <c:pt idx="212">
                  <c:v>2.2723</c:v>
                </c:pt>
                <c:pt idx="213">
                  <c:v>2.2618999999999998</c:v>
                </c:pt>
                <c:pt idx="214">
                  <c:v>2.2652999999999999</c:v>
                </c:pt>
                <c:pt idx="215">
                  <c:v>2.242</c:v>
                </c:pt>
                <c:pt idx="216">
                  <c:v>2.2172999999999998</c:v>
                </c:pt>
                <c:pt idx="217">
                  <c:v>2.2113999999999998</c:v>
                </c:pt>
                <c:pt idx="218">
                  <c:v>2.1808000000000001</c:v>
                </c:pt>
                <c:pt idx="219">
                  <c:v>2.1764000000000001</c:v>
                </c:pt>
                <c:pt idx="220">
                  <c:v>2.1863999999999999</c:v>
                </c:pt>
                <c:pt idx="221">
                  <c:v>2.2002999999999999</c:v>
                </c:pt>
                <c:pt idx="222">
                  <c:v>2.2000000000000002</c:v>
                </c:pt>
                <c:pt idx="223">
                  <c:v>2.2025000000000001</c:v>
                </c:pt>
                <c:pt idx="224">
                  <c:v>2.1877</c:v>
                </c:pt>
                <c:pt idx="225">
                  <c:v>2.1764000000000001</c:v>
                </c:pt>
                <c:pt idx="226">
                  <c:v>2.1667000000000001</c:v>
                </c:pt>
                <c:pt idx="227">
                  <c:v>2.1863000000000001</c:v>
                </c:pt>
                <c:pt idx="228">
                  <c:v>2.2027999999999999</c:v>
                </c:pt>
                <c:pt idx="229">
                  <c:v>2.2147000000000001</c:v>
                </c:pt>
                <c:pt idx="230">
                  <c:v>2.2343000000000002</c:v>
                </c:pt>
                <c:pt idx="231">
                  <c:v>2.2103999999999999</c:v>
                </c:pt>
                <c:pt idx="232">
                  <c:v>2.2069000000000001</c:v>
                </c:pt>
                <c:pt idx="233">
                  <c:v>2.2185000000000001</c:v>
                </c:pt>
                <c:pt idx="234">
                  <c:v>2.2185000000000001</c:v>
                </c:pt>
                <c:pt idx="235">
                  <c:v>2.2166999999999999</c:v>
                </c:pt>
                <c:pt idx="236">
                  <c:v>2.1762999999999999</c:v>
                </c:pt>
                <c:pt idx="237">
                  <c:v>2.1583999999999999</c:v>
                </c:pt>
                <c:pt idx="238">
                  <c:v>2.1625000000000001</c:v>
                </c:pt>
                <c:pt idx="239">
                  <c:v>2.1762999999999999</c:v>
                </c:pt>
                <c:pt idx="240">
                  <c:v>2.1814999999999998</c:v>
                </c:pt>
                <c:pt idx="241">
                  <c:v>2.1661999999999999</c:v>
                </c:pt>
                <c:pt idx="242">
                  <c:v>2.1520000000000001</c:v>
                </c:pt>
                <c:pt idx="243">
                  <c:v>2.1669</c:v>
                </c:pt>
                <c:pt idx="244">
                  <c:v>2.1768999999999998</c:v>
                </c:pt>
                <c:pt idx="245">
                  <c:v>2.1789000000000001</c:v>
                </c:pt>
                <c:pt idx="246">
                  <c:v>2.1646999999999998</c:v>
                </c:pt>
                <c:pt idx="247">
                  <c:v>2.1614</c:v>
                </c:pt>
                <c:pt idx="248">
                  <c:v>2.1800000000000002</c:v>
                </c:pt>
                <c:pt idx="249">
                  <c:v>2.1911999999999998</c:v>
                </c:pt>
                <c:pt idx="250">
                  <c:v>2.1932</c:v>
                </c:pt>
                <c:pt idx="251">
                  <c:v>2.1890000000000001</c:v>
                </c:pt>
                <c:pt idx="252">
                  <c:v>2.1766999999999999</c:v>
                </c:pt>
                <c:pt idx="253">
                  <c:v>2.1874000000000002</c:v>
                </c:pt>
                <c:pt idx="254">
                  <c:v>2.2000000000000002</c:v>
                </c:pt>
                <c:pt idx="255">
                  <c:v>2.2189000000000001</c:v>
                </c:pt>
                <c:pt idx="256">
                  <c:v>2.2170000000000001</c:v>
                </c:pt>
                <c:pt idx="257">
                  <c:v>2.2132999999999998</c:v>
                </c:pt>
                <c:pt idx="258">
                  <c:v>2.2080000000000002</c:v>
                </c:pt>
                <c:pt idx="259">
                  <c:v>2.214</c:v>
                </c:pt>
                <c:pt idx="260">
                  <c:v>2.2139000000000002</c:v>
                </c:pt>
                <c:pt idx="261">
                  <c:v>2.1671999999999998</c:v>
                </c:pt>
                <c:pt idx="262">
                  <c:v>2.1434000000000002</c:v>
                </c:pt>
                <c:pt idx="263">
                  <c:v>2.1343000000000001</c:v>
                </c:pt>
                <c:pt idx="264">
                  <c:v>2.141</c:v>
                </c:pt>
                <c:pt idx="265">
                  <c:v>2.1402999999999999</c:v>
                </c:pt>
                <c:pt idx="266">
                  <c:v>2.1423000000000001</c:v>
                </c:pt>
                <c:pt idx="267">
                  <c:v>2.1221999999999999</c:v>
                </c:pt>
                <c:pt idx="268">
                  <c:v>2.1322000000000001</c:v>
                </c:pt>
                <c:pt idx="269">
                  <c:v>2.1435</c:v>
                </c:pt>
                <c:pt idx="270">
                  <c:v>2.1503999999999999</c:v>
                </c:pt>
                <c:pt idx="271">
                  <c:v>2.1478000000000002</c:v>
                </c:pt>
                <c:pt idx="272">
                  <c:v>2.14</c:v>
                </c:pt>
                <c:pt idx="273">
                  <c:v>2.14</c:v>
                </c:pt>
                <c:pt idx="274">
                  <c:v>2.1374</c:v>
                </c:pt>
                <c:pt idx="275">
                  <c:v>2.1389</c:v>
                </c:pt>
                <c:pt idx="276">
                  <c:v>2.1492</c:v>
                </c:pt>
                <c:pt idx="277">
                  <c:v>2.1547000000000001</c:v>
                </c:pt>
                <c:pt idx="278">
                  <c:v>2.1581000000000001</c:v>
                </c:pt>
                <c:pt idx="279">
                  <c:v>2.1516999999999999</c:v>
                </c:pt>
                <c:pt idx="280">
                  <c:v>2.1451000000000002</c:v>
                </c:pt>
                <c:pt idx="281">
                  <c:v>2.1661000000000001</c:v>
                </c:pt>
                <c:pt idx="282">
                  <c:v>2.1936</c:v>
                </c:pt>
                <c:pt idx="283">
                  <c:v>2.1951999999999998</c:v>
                </c:pt>
                <c:pt idx="284">
                  <c:v>2.1821000000000002</c:v>
                </c:pt>
                <c:pt idx="285">
                  <c:v>2.1718000000000002</c:v>
                </c:pt>
                <c:pt idx="286">
                  <c:v>2.1879</c:v>
                </c:pt>
                <c:pt idx="287">
                  <c:v>2.2132999999999998</c:v>
                </c:pt>
                <c:pt idx="288">
                  <c:v>2.2227000000000001</c:v>
                </c:pt>
                <c:pt idx="289">
                  <c:v>2.2311999999999999</c:v>
                </c:pt>
                <c:pt idx="290">
                  <c:v>2.2143999999999999</c:v>
                </c:pt>
                <c:pt idx="291">
                  <c:v>2.1966000000000001</c:v>
                </c:pt>
                <c:pt idx="292">
                  <c:v>2.1916000000000002</c:v>
                </c:pt>
                <c:pt idx="293">
                  <c:v>2.1798000000000002</c:v>
                </c:pt>
                <c:pt idx="294">
                  <c:v>2.1819999999999999</c:v>
                </c:pt>
                <c:pt idx="295">
                  <c:v>2.169</c:v>
                </c:pt>
                <c:pt idx="296">
                  <c:v>2.1720000000000002</c:v>
                </c:pt>
                <c:pt idx="297">
                  <c:v>2.1676000000000002</c:v>
                </c:pt>
                <c:pt idx="298">
                  <c:v>2.1635</c:v>
                </c:pt>
                <c:pt idx="299">
                  <c:v>2.1440999999999999</c:v>
                </c:pt>
                <c:pt idx="300">
                  <c:v>2.1353</c:v>
                </c:pt>
                <c:pt idx="301">
                  <c:v>2.1505000000000001</c:v>
                </c:pt>
                <c:pt idx="302">
                  <c:v>2.1602999999999999</c:v>
                </c:pt>
                <c:pt idx="303">
                  <c:v>2.1711</c:v>
                </c:pt>
                <c:pt idx="304">
                  <c:v>2.1711</c:v>
                </c:pt>
                <c:pt idx="305">
                  <c:v>2.1918000000000002</c:v>
                </c:pt>
                <c:pt idx="306">
                  <c:v>2.1808999999999998</c:v>
                </c:pt>
                <c:pt idx="307">
                  <c:v>2.1688999999999998</c:v>
                </c:pt>
                <c:pt idx="308">
                  <c:v>2.1785999999999999</c:v>
                </c:pt>
                <c:pt idx="309">
                  <c:v>2.1642999999999999</c:v>
                </c:pt>
                <c:pt idx="310">
                  <c:v>2.145</c:v>
                </c:pt>
                <c:pt idx="311">
                  <c:v>2.1238999999999999</c:v>
                </c:pt>
                <c:pt idx="312">
                  <c:v>2.1202999999999999</c:v>
                </c:pt>
                <c:pt idx="313">
                  <c:v>2.1276999999999999</c:v>
                </c:pt>
                <c:pt idx="314">
                  <c:v>2.1316000000000002</c:v>
                </c:pt>
                <c:pt idx="315">
                  <c:v>2.1438999999999999</c:v>
                </c:pt>
                <c:pt idx="316">
                  <c:v>2.1337999999999999</c:v>
                </c:pt>
                <c:pt idx="317">
                  <c:v>2.1398000000000001</c:v>
                </c:pt>
                <c:pt idx="318">
                  <c:v>2.1375999999999999</c:v>
                </c:pt>
                <c:pt idx="319">
                  <c:v>2.129</c:v>
                </c:pt>
                <c:pt idx="320">
                  <c:v>2.2156000000000002</c:v>
                </c:pt>
                <c:pt idx="321">
                  <c:v>2.2452000000000001</c:v>
                </c:pt>
                <c:pt idx="322">
                  <c:v>2.2402000000000002</c:v>
                </c:pt>
                <c:pt idx="323">
                  <c:v>2.2435</c:v>
                </c:pt>
                <c:pt idx="324">
                  <c:v>2.2444000000000002</c:v>
                </c:pt>
                <c:pt idx="325">
                  <c:v>2.2406000000000001</c:v>
                </c:pt>
                <c:pt idx="326">
                  <c:v>2.2669999999999999</c:v>
                </c:pt>
                <c:pt idx="327">
                  <c:v>2.2481</c:v>
                </c:pt>
                <c:pt idx="328">
                  <c:v>2.2561</c:v>
                </c:pt>
                <c:pt idx="329">
                  <c:v>2.2692999999999999</c:v>
                </c:pt>
                <c:pt idx="330">
                  <c:v>2.3029999999999999</c:v>
                </c:pt>
                <c:pt idx="331">
                  <c:v>2.2757000000000001</c:v>
                </c:pt>
                <c:pt idx="332">
                  <c:v>2.2423999999999999</c:v>
                </c:pt>
                <c:pt idx="333">
                  <c:v>2.2452000000000001</c:v>
                </c:pt>
                <c:pt idx="334">
                  <c:v>2.2522000000000002</c:v>
                </c:pt>
                <c:pt idx="335">
                  <c:v>2.2507000000000001</c:v>
                </c:pt>
                <c:pt idx="336">
                  <c:v>2.2317999999999998</c:v>
                </c:pt>
                <c:pt idx="337">
                  <c:v>2.2317999999999998</c:v>
                </c:pt>
                <c:pt idx="338">
                  <c:v>2.2147999999999999</c:v>
                </c:pt>
                <c:pt idx="339">
                  <c:v>2.202</c:v>
                </c:pt>
                <c:pt idx="340">
                  <c:v>2.1966999999999999</c:v>
                </c:pt>
                <c:pt idx="341">
                  <c:v>2.1821999999999999</c:v>
                </c:pt>
                <c:pt idx="342">
                  <c:v>2.1821999999999999</c:v>
                </c:pt>
                <c:pt idx="343">
                  <c:v>2.1682000000000001</c:v>
                </c:pt>
                <c:pt idx="344">
                  <c:v>2.1556000000000002</c:v>
                </c:pt>
                <c:pt idx="345">
                  <c:v>2.1451000000000002</c:v>
                </c:pt>
                <c:pt idx="346">
                  <c:v>2.1623999999999999</c:v>
                </c:pt>
                <c:pt idx="347">
                  <c:v>2.1787000000000001</c:v>
                </c:pt>
                <c:pt idx="348">
                  <c:v>2.1751</c:v>
                </c:pt>
                <c:pt idx="349">
                  <c:v>2.1595</c:v>
                </c:pt>
                <c:pt idx="350">
                  <c:v>2.1406999999999998</c:v>
                </c:pt>
                <c:pt idx="351">
                  <c:v>2.1358999999999999</c:v>
                </c:pt>
                <c:pt idx="352">
                  <c:v>2.1179000000000001</c:v>
                </c:pt>
                <c:pt idx="353">
                  <c:v>2.1252</c:v>
                </c:pt>
                <c:pt idx="354">
                  <c:v>2.1172</c:v>
                </c:pt>
                <c:pt idx="355">
                  <c:v>2.1315</c:v>
                </c:pt>
                <c:pt idx="356">
                  <c:v>2.1189</c:v>
                </c:pt>
                <c:pt idx="357">
                  <c:v>2.1433</c:v>
                </c:pt>
                <c:pt idx="358">
                  <c:v>2.1528</c:v>
                </c:pt>
                <c:pt idx="359">
                  <c:v>2.1564999999999999</c:v>
                </c:pt>
                <c:pt idx="360">
                  <c:v>2.1642000000000001</c:v>
                </c:pt>
                <c:pt idx="361">
                  <c:v>2.1642000000000001</c:v>
                </c:pt>
                <c:pt idx="362">
                  <c:v>2.1671</c:v>
                </c:pt>
                <c:pt idx="363">
                  <c:v>2.1884999999999999</c:v>
                </c:pt>
                <c:pt idx="364">
                  <c:v>2.1968999999999999</c:v>
                </c:pt>
                <c:pt idx="365">
                  <c:v>2.1981000000000002</c:v>
                </c:pt>
                <c:pt idx="366">
                  <c:v>2.1714000000000002</c:v>
                </c:pt>
                <c:pt idx="367">
                  <c:v>2.1890000000000001</c:v>
                </c:pt>
                <c:pt idx="368">
                  <c:v>2.1945000000000001</c:v>
                </c:pt>
                <c:pt idx="369">
                  <c:v>2.1924999999999999</c:v>
                </c:pt>
                <c:pt idx="370">
                  <c:v>2.1897000000000002</c:v>
                </c:pt>
                <c:pt idx="371">
                  <c:v>2.1836000000000002</c:v>
                </c:pt>
                <c:pt idx="372">
                  <c:v>2.1884000000000001</c:v>
                </c:pt>
                <c:pt idx="373">
                  <c:v>2.1753</c:v>
                </c:pt>
                <c:pt idx="374">
                  <c:v>2.1753</c:v>
                </c:pt>
                <c:pt idx="375">
                  <c:v>2.1698</c:v>
                </c:pt>
                <c:pt idx="376">
                  <c:v>2.1966999999999999</c:v>
                </c:pt>
                <c:pt idx="377">
                  <c:v>2.1457000000000002</c:v>
                </c:pt>
                <c:pt idx="378">
                  <c:v>2.1402999999999999</c:v>
                </c:pt>
                <c:pt idx="379">
                  <c:v>2.1433</c:v>
                </c:pt>
                <c:pt idx="380">
                  <c:v>2.1653000000000002</c:v>
                </c:pt>
                <c:pt idx="381">
                  <c:v>2.1882999999999999</c:v>
                </c:pt>
                <c:pt idx="382">
                  <c:v>2.1768000000000001</c:v>
                </c:pt>
                <c:pt idx="383">
                  <c:v>2.1930000000000001</c:v>
                </c:pt>
                <c:pt idx="384">
                  <c:v>2.1899000000000002</c:v>
                </c:pt>
                <c:pt idx="385">
                  <c:v>2.1779000000000002</c:v>
                </c:pt>
                <c:pt idx="386">
                  <c:v>2.1564999999999999</c:v>
                </c:pt>
                <c:pt idx="387">
                  <c:v>2.1741999999999999</c:v>
                </c:pt>
                <c:pt idx="388">
                  <c:v>2.1953</c:v>
                </c:pt>
                <c:pt idx="389">
                  <c:v>2.1819000000000002</c:v>
                </c:pt>
                <c:pt idx="390">
                  <c:v>2.1682000000000001</c:v>
                </c:pt>
                <c:pt idx="391">
                  <c:v>2.1858</c:v>
                </c:pt>
                <c:pt idx="392">
                  <c:v>2.2082999999999999</c:v>
                </c:pt>
                <c:pt idx="393">
                  <c:v>2.2092000000000001</c:v>
                </c:pt>
                <c:pt idx="394">
                  <c:v>2.2086999999999999</c:v>
                </c:pt>
                <c:pt idx="395">
                  <c:v>2.2155</c:v>
                </c:pt>
                <c:pt idx="396">
                  <c:v>2.21</c:v>
                </c:pt>
                <c:pt idx="397">
                  <c:v>2.1821999999999999</c:v>
                </c:pt>
                <c:pt idx="398">
                  <c:v>2.2054</c:v>
                </c:pt>
                <c:pt idx="399">
                  <c:v>2.2126000000000001</c:v>
                </c:pt>
                <c:pt idx="400">
                  <c:v>2.1958000000000002</c:v>
                </c:pt>
                <c:pt idx="401">
                  <c:v>2.2048999999999999</c:v>
                </c:pt>
                <c:pt idx="402">
                  <c:v>2.202</c:v>
                </c:pt>
                <c:pt idx="403">
                  <c:v>2.1943000000000001</c:v>
                </c:pt>
                <c:pt idx="404">
                  <c:v>2.1821999999999999</c:v>
                </c:pt>
                <c:pt idx="405">
                  <c:v>2.2044000000000001</c:v>
                </c:pt>
                <c:pt idx="406">
                  <c:v>2.1869999999999998</c:v>
                </c:pt>
                <c:pt idx="407">
                  <c:v>2.1987999999999999</c:v>
                </c:pt>
                <c:pt idx="408">
                  <c:v>2.2574000000000001</c:v>
                </c:pt>
                <c:pt idx="409">
                  <c:v>2.2433000000000001</c:v>
                </c:pt>
                <c:pt idx="410">
                  <c:v>2.2200000000000002</c:v>
                </c:pt>
                <c:pt idx="411">
                  <c:v>2.2134999999999998</c:v>
                </c:pt>
                <c:pt idx="412">
                  <c:v>2.1692</c:v>
                </c:pt>
                <c:pt idx="413">
                  <c:v>2.1402999999999999</c:v>
                </c:pt>
                <c:pt idx="414">
                  <c:v>2.1111</c:v>
                </c:pt>
                <c:pt idx="415">
                  <c:v>2.11</c:v>
                </c:pt>
                <c:pt idx="416">
                  <c:v>2.1238999999999999</c:v>
                </c:pt>
                <c:pt idx="417">
                  <c:v>2.1152000000000002</c:v>
                </c:pt>
                <c:pt idx="418">
                  <c:v>2.0718999999999999</c:v>
                </c:pt>
                <c:pt idx="419">
                  <c:v>2.0764</c:v>
                </c:pt>
                <c:pt idx="420">
                  <c:v>2.0762999999999998</c:v>
                </c:pt>
                <c:pt idx="421">
                  <c:v>2.0842000000000001</c:v>
                </c:pt>
                <c:pt idx="422">
                  <c:v>2.1118999999999999</c:v>
                </c:pt>
                <c:pt idx="423">
                  <c:v>2.1055999999999999</c:v>
                </c:pt>
                <c:pt idx="424">
                  <c:v>2.1055999999999999</c:v>
                </c:pt>
                <c:pt idx="425">
                  <c:v>2.1194000000000002</c:v>
                </c:pt>
                <c:pt idx="426">
                  <c:v>2.1648000000000001</c:v>
                </c:pt>
                <c:pt idx="427">
                  <c:v>2.1667000000000001</c:v>
                </c:pt>
                <c:pt idx="428">
                  <c:v>2.161</c:v>
                </c:pt>
                <c:pt idx="429">
                  <c:v>2.1429</c:v>
                </c:pt>
                <c:pt idx="430">
                  <c:v>2.1252</c:v>
                </c:pt>
                <c:pt idx="431">
                  <c:v>2.1406999999999998</c:v>
                </c:pt>
                <c:pt idx="432">
                  <c:v>2.1701000000000001</c:v>
                </c:pt>
                <c:pt idx="433">
                  <c:v>2.1461999999999999</c:v>
                </c:pt>
                <c:pt idx="434">
                  <c:v>2.1707999999999998</c:v>
                </c:pt>
                <c:pt idx="435">
                  <c:v>2.1831</c:v>
                </c:pt>
                <c:pt idx="436">
                  <c:v>2.2210000000000001</c:v>
                </c:pt>
                <c:pt idx="437">
                  <c:v>2.2496999999999998</c:v>
                </c:pt>
                <c:pt idx="438">
                  <c:v>2.2561</c:v>
                </c:pt>
                <c:pt idx="439">
                  <c:v>2.2639</c:v>
                </c:pt>
                <c:pt idx="440">
                  <c:v>2.2603</c:v>
                </c:pt>
                <c:pt idx="441">
                  <c:v>2.2545999999999999</c:v>
                </c:pt>
                <c:pt idx="442">
                  <c:v>2.2637</c:v>
                </c:pt>
                <c:pt idx="443">
                  <c:v>2.2296</c:v>
                </c:pt>
                <c:pt idx="444">
                  <c:v>2.2015000000000002</c:v>
                </c:pt>
                <c:pt idx="445">
                  <c:v>2.2353999999999998</c:v>
                </c:pt>
                <c:pt idx="446">
                  <c:v>2.2046000000000001</c:v>
                </c:pt>
                <c:pt idx="447">
                  <c:v>2.1520999999999999</c:v>
                </c:pt>
                <c:pt idx="448">
                  <c:v>2.1419000000000001</c:v>
                </c:pt>
                <c:pt idx="449">
                  <c:v>2.1358000000000001</c:v>
                </c:pt>
                <c:pt idx="450">
                  <c:v>2.1541999999999999</c:v>
                </c:pt>
                <c:pt idx="451">
                  <c:v>2.1516999999999999</c:v>
                </c:pt>
                <c:pt idx="452">
                  <c:v>2.1831</c:v>
                </c:pt>
                <c:pt idx="453">
                  <c:v>2.2010999999999998</c:v>
                </c:pt>
                <c:pt idx="454">
                  <c:v>2.1991000000000001</c:v>
                </c:pt>
                <c:pt idx="455">
                  <c:v>2.1438999999999999</c:v>
                </c:pt>
                <c:pt idx="456">
                  <c:v>2.125</c:v>
                </c:pt>
                <c:pt idx="457">
                  <c:v>2.1204000000000001</c:v>
                </c:pt>
                <c:pt idx="458">
                  <c:v>2.0836999999999999</c:v>
                </c:pt>
                <c:pt idx="459">
                  <c:v>2.0501</c:v>
                </c:pt>
                <c:pt idx="460">
                  <c:v>2.0285000000000002</c:v>
                </c:pt>
                <c:pt idx="461">
                  <c:v>2.0505</c:v>
                </c:pt>
                <c:pt idx="462">
                  <c:v>2.0466000000000002</c:v>
                </c:pt>
                <c:pt idx="463">
                  <c:v>2.0756000000000001</c:v>
                </c:pt>
                <c:pt idx="464">
                  <c:v>2.0708000000000002</c:v>
                </c:pt>
                <c:pt idx="465">
                  <c:v>2.0347</c:v>
                </c:pt>
                <c:pt idx="466">
                  <c:v>2.0350999999999999</c:v>
                </c:pt>
                <c:pt idx="467">
                  <c:v>2.0531999999999999</c:v>
                </c:pt>
                <c:pt idx="468">
                  <c:v>2.0249999999999999</c:v>
                </c:pt>
                <c:pt idx="469">
                  <c:v>1.9899</c:v>
                </c:pt>
                <c:pt idx="470">
                  <c:v>1.9835</c:v>
                </c:pt>
                <c:pt idx="471">
                  <c:v>1.9542000000000002</c:v>
                </c:pt>
                <c:pt idx="472">
                  <c:v>1.9661</c:v>
                </c:pt>
                <c:pt idx="473">
                  <c:v>1.9203999999999999</c:v>
                </c:pt>
                <c:pt idx="474">
                  <c:v>1.9435</c:v>
                </c:pt>
                <c:pt idx="475">
                  <c:v>1.9790000000000001</c:v>
                </c:pt>
                <c:pt idx="476">
                  <c:v>2.0541999999999998</c:v>
                </c:pt>
                <c:pt idx="477">
                  <c:v>2.0863</c:v>
                </c:pt>
                <c:pt idx="478">
                  <c:v>2.0585</c:v>
                </c:pt>
                <c:pt idx="479">
                  <c:v>2.0621999999999998</c:v>
                </c:pt>
                <c:pt idx="480">
                  <c:v>2.0798999999999999</c:v>
                </c:pt>
                <c:pt idx="481">
                  <c:v>2.0638999999999998</c:v>
                </c:pt>
                <c:pt idx="482">
                  <c:v>2.0884</c:v>
                </c:pt>
                <c:pt idx="483">
                  <c:v>2.1063999999999998</c:v>
                </c:pt>
                <c:pt idx="484">
                  <c:v>2.1522999999999999</c:v>
                </c:pt>
                <c:pt idx="485">
                  <c:v>2.1562000000000001</c:v>
                </c:pt>
                <c:pt idx="486">
                  <c:v>2.1507999999999998</c:v>
                </c:pt>
                <c:pt idx="487">
                  <c:v>2.1960000000000002</c:v>
                </c:pt>
                <c:pt idx="488">
                  <c:v>2.1903999999999999</c:v>
                </c:pt>
                <c:pt idx="489">
                  <c:v>2.1886999999999999</c:v>
                </c:pt>
                <c:pt idx="490">
                  <c:v>2.1686999999999999</c:v>
                </c:pt>
                <c:pt idx="491">
                  <c:v>2.2145999999999999</c:v>
                </c:pt>
                <c:pt idx="492">
                  <c:v>2.2766999999999999</c:v>
                </c:pt>
                <c:pt idx="493">
                  <c:v>2.2541000000000002</c:v>
                </c:pt>
                <c:pt idx="494">
                  <c:v>2.2541000000000002</c:v>
                </c:pt>
                <c:pt idx="495">
                  <c:v>2.2528999999999999</c:v>
                </c:pt>
                <c:pt idx="496">
                  <c:v>2.2561999999999998</c:v>
                </c:pt>
                <c:pt idx="497">
                  <c:v>2.2736000000000001</c:v>
                </c:pt>
                <c:pt idx="498">
                  <c:v>2.2749999999999999</c:v>
                </c:pt>
                <c:pt idx="499">
                  <c:v>2.2549999999999999</c:v>
                </c:pt>
                <c:pt idx="500">
                  <c:v>2.2561</c:v>
                </c:pt>
                <c:pt idx="501">
                  <c:v>2.2852000000000001</c:v>
                </c:pt>
                <c:pt idx="502">
                  <c:v>2.3266999999999998</c:v>
                </c:pt>
                <c:pt idx="503">
                  <c:v>2.3214999999999999</c:v>
                </c:pt>
                <c:pt idx="504">
                  <c:v>2.3384</c:v>
                </c:pt>
                <c:pt idx="505">
                  <c:v>2.3041</c:v>
                </c:pt>
                <c:pt idx="506">
                  <c:v>2.2848999999999999</c:v>
                </c:pt>
                <c:pt idx="507">
                  <c:v>2.3130999999999999</c:v>
                </c:pt>
                <c:pt idx="508">
                  <c:v>2.3077000000000001</c:v>
                </c:pt>
                <c:pt idx="509">
                  <c:v>2.2989999999999999</c:v>
                </c:pt>
                <c:pt idx="510">
                  <c:v>2.2726000000000002</c:v>
                </c:pt>
                <c:pt idx="511">
                  <c:v>2.2978999999999998</c:v>
                </c:pt>
                <c:pt idx="512">
                  <c:v>2.3433999999999999</c:v>
                </c:pt>
                <c:pt idx="513">
                  <c:v>2.3578999999999999</c:v>
                </c:pt>
                <c:pt idx="514">
                  <c:v>2.3780999999999999</c:v>
                </c:pt>
                <c:pt idx="515">
                  <c:v>2.3971999999999998</c:v>
                </c:pt>
                <c:pt idx="516">
                  <c:v>2.3824999999999998</c:v>
                </c:pt>
                <c:pt idx="517">
                  <c:v>2.3736000000000002</c:v>
                </c:pt>
                <c:pt idx="518">
                  <c:v>2.3515999999999999</c:v>
                </c:pt>
                <c:pt idx="519">
                  <c:v>2.3199999999999998</c:v>
                </c:pt>
                <c:pt idx="520">
                  <c:v>2.2694999999999999</c:v>
                </c:pt>
                <c:pt idx="521">
                  <c:v>2.3637000000000001</c:v>
                </c:pt>
                <c:pt idx="522">
                  <c:v>2.4024000000000001</c:v>
                </c:pt>
                <c:pt idx="523">
                  <c:v>2.3996</c:v>
                </c:pt>
                <c:pt idx="524">
                  <c:v>2.4379</c:v>
                </c:pt>
                <c:pt idx="525">
                  <c:v>2.4685000000000001</c:v>
                </c:pt>
                <c:pt idx="526">
                  <c:v>2.4476</c:v>
                </c:pt>
                <c:pt idx="527">
                  <c:v>2.4458000000000002</c:v>
                </c:pt>
                <c:pt idx="528">
                  <c:v>2.4615999999999998</c:v>
                </c:pt>
                <c:pt idx="529">
                  <c:v>2.4698000000000002</c:v>
                </c:pt>
                <c:pt idx="530">
                  <c:v>2.4931000000000001</c:v>
                </c:pt>
                <c:pt idx="531">
                  <c:v>2.4893000000000001</c:v>
                </c:pt>
                <c:pt idx="532">
                  <c:v>2.5202999999999998</c:v>
                </c:pt>
                <c:pt idx="533">
                  <c:v>2.5192000000000001</c:v>
                </c:pt>
                <c:pt idx="534">
                  <c:v>2.5179</c:v>
                </c:pt>
                <c:pt idx="535">
                  <c:v>2.5177</c:v>
                </c:pt>
                <c:pt idx="536">
                  <c:v>2.5164999999999997</c:v>
                </c:pt>
                <c:pt idx="537">
                  <c:v>2.5373000000000001</c:v>
                </c:pt>
                <c:pt idx="538">
                  <c:v>2.5356999999999998</c:v>
                </c:pt>
                <c:pt idx="539">
                  <c:v>2.5369999999999999</c:v>
                </c:pt>
                <c:pt idx="540">
                  <c:v>2.5314999999999999</c:v>
                </c:pt>
                <c:pt idx="541">
                  <c:v>2.5499000000000001</c:v>
                </c:pt>
                <c:pt idx="542">
                  <c:v>2.5427</c:v>
                </c:pt>
                <c:pt idx="543">
                  <c:v>2.5638999999999998</c:v>
                </c:pt>
                <c:pt idx="544">
                  <c:v>2.5691999999999999</c:v>
                </c:pt>
                <c:pt idx="545">
                  <c:v>2.5895999999999999</c:v>
                </c:pt>
                <c:pt idx="546">
                  <c:v>2.5726</c:v>
                </c:pt>
                <c:pt idx="547">
                  <c:v>2.5642</c:v>
                </c:pt>
                <c:pt idx="548">
                  <c:v>2.5794999999999999</c:v>
                </c:pt>
                <c:pt idx="549">
                  <c:v>2.5756000000000001</c:v>
                </c:pt>
                <c:pt idx="550">
                  <c:v>2.5764</c:v>
                </c:pt>
                <c:pt idx="551">
                  <c:v>2.5731000000000002</c:v>
                </c:pt>
                <c:pt idx="552">
                  <c:v>2.5629999999999997</c:v>
                </c:pt>
                <c:pt idx="553">
                  <c:v>2.5451999999999999</c:v>
                </c:pt>
                <c:pt idx="554">
                  <c:v>2.54</c:v>
                </c:pt>
                <c:pt idx="555">
                  <c:v>2.5419</c:v>
                </c:pt>
                <c:pt idx="556">
                  <c:v>2.5310999999999999</c:v>
                </c:pt>
                <c:pt idx="557">
                  <c:v>2.5135999999999998</c:v>
                </c:pt>
                <c:pt idx="558">
                  <c:v>2.5154000000000001</c:v>
                </c:pt>
                <c:pt idx="559">
                  <c:v>2.5415000000000001</c:v>
                </c:pt>
                <c:pt idx="560">
                  <c:v>2.5346000000000002</c:v>
                </c:pt>
                <c:pt idx="561">
                  <c:v>2.5487000000000002</c:v>
                </c:pt>
                <c:pt idx="562">
                  <c:v>2.5680000000000001</c:v>
                </c:pt>
                <c:pt idx="563">
                  <c:v>2.5468999999999999</c:v>
                </c:pt>
                <c:pt idx="564">
                  <c:v>2.5468999999999999</c:v>
                </c:pt>
                <c:pt idx="565">
                  <c:v>2.5691999999999999</c:v>
                </c:pt>
                <c:pt idx="566">
                  <c:v>2.5735000000000001</c:v>
                </c:pt>
                <c:pt idx="567">
                  <c:v>2.5609999999999999</c:v>
                </c:pt>
                <c:pt idx="568">
                  <c:v>2.5419</c:v>
                </c:pt>
                <c:pt idx="569">
                  <c:v>2.5346000000000002</c:v>
                </c:pt>
                <c:pt idx="570">
                  <c:v>2.5497999999999998</c:v>
                </c:pt>
                <c:pt idx="571">
                  <c:v>2.5516000000000001</c:v>
                </c:pt>
                <c:pt idx="572">
                  <c:v>2.5636999999999999</c:v>
                </c:pt>
                <c:pt idx="573">
                  <c:v>2.5621</c:v>
                </c:pt>
                <c:pt idx="574">
                  <c:v>2.5670000000000002</c:v>
                </c:pt>
                <c:pt idx="575">
                  <c:v>2.5644</c:v>
                </c:pt>
                <c:pt idx="576">
                  <c:v>2.5463</c:v>
                </c:pt>
                <c:pt idx="577">
                  <c:v>2.5438000000000001</c:v>
                </c:pt>
                <c:pt idx="578">
                  <c:v>2.5281000000000002</c:v>
                </c:pt>
                <c:pt idx="579">
                  <c:v>2.5173000000000001</c:v>
                </c:pt>
                <c:pt idx="580">
                  <c:v>2.5512999999999999</c:v>
                </c:pt>
                <c:pt idx="581">
                  <c:v>2.5291000000000001</c:v>
                </c:pt>
                <c:pt idx="582">
                  <c:v>2.5278</c:v>
                </c:pt>
                <c:pt idx="583">
                  <c:v>2.5343</c:v>
                </c:pt>
                <c:pt idx="584">
                  <c:v>2.5343</c:v>
                </c:pt>
                <c:pt idx="585">
                  <c:v>2.5329000000000002</c:v>
                </c:pt>
                <c:pt idx="586">
                  <c:v>2.5038</c:v>
                </c:pt>
                <c:pt idx="587">
                  <c:v>2.5268999999999999</c:v>
                </c:pt>
                <c:pt idx="588">
                  <c:v>2.5240999999999998</c:v>
                </c:pt>
                <c:pt idx="589">
                  <c:v>2.5133999999999999</c:v>
                </c:pt>
                <c:pt idx="590">
                  <c:v>2.5246</c:v>
                </c:pt>
                <c:pt idx="591">
                  <c:v>2.5167000000000002</c:v>
                </c:pt>
                <c:pt idx="592">
                  <c:v>2.5023</c:v>
                </c:pt>
                <c:pt idx="593">
                  <c:v>2.5197000000000003</c:v>
                </c:pt>
                <c:pt idx="594">
                  <c:v>2.4801000000000002</c:v>
                </c:pt>
                <c:pt idx="595">
                  <c:v>2.4748999999999999</c:v>
                </c:pt>
                <c:pt idx="596">
                  <c:v>2.4798</c:v>
                </c:pt>
                <c:pt idx="597">
                  <c:v>2.4518</c:v>
                </c:pt>
                <c:pt idx="598">
                  <c:v>2.4518</c:v>
                </c:pt>
                <c:pt idx="599">
                  <c:v>2.4420999999999999</c:v>
                </c:pt>
                <c:pt idx="600">
                  <c:v>2.4657</c:v>
                </c:pt>
                <c:pt idx="601">
                  <c:v>2.4855999999999998</c:v>
                </c:pt>
                <c:pt idx="602">
                  <c:v>2.4741</c:v>
                </c:pt>
                <c:pt idx="603">
                  <c:v>2.4741</c:v>
                </c:pt>
                <c:pt idx="604">
                  <c:v>2.4826000000000001</c:v>
                </c:pt>
                <c:pt idx="605">
                  <c:v>2.4883000000000002</c:v>
                </c:pt>
                <c:pt idx="606">
                  <c:v>2.4900000000000002</c:v>
                </c:pt>
                <c:pt idx="607">
                  <c:v>2.5004</c:v>
                </c:pt>
                <c:pt idx="608">
                  <c:v>2.4781</c:v>
                </c:pt>
                <c:pt idx="609">
                  <c:v>2.4580000000000002</c:v>
                </c:pt>
                <c:pt idx="610">
                  <c:v>2.4742000000000002</c:v>
                </c:pt>
                <c:pt idx="611">
                  <c:v>2.4929000000000001</c:v>
                </c:pt>
                <c:pt idx="612">
                  <c:v>2.4952000000000001</c:v>
                </c:pt>
                <c:pt idx="613">
                  <c:v>2.4914000000000001</c:v>
                </c:pt>
                <c:pt idx="614">
                  <c:v>2.4878999999999998</c:v>
                </c:pt>
                <c:pt idx="615">
                  <c:v>2.4626000000000001</c:v>
                </c:pt>
                <c:pt idx="616">
                  <c:v>2.4481999999999999</c:v>
                </c:pt>
                <c:pt idx="617">
                  <c:v>2.4424000000000001</c:v>
                </c:pt>
                <c:pt idx="618">
                  <c:v>2.4424999999999999</c:v>
                </c:pt>
                <c:pt idx="619">
                  <c:v>2.4222000000000001</c:v>
                </c:pt>
                <c:pt idx="620">
                  <c:v>2.4037000000000002</c:v>
                </c:pt>
                <c:pt idx="621">
                  <c:v>2.3946999999999998</c:v>
                </c:pt>
                <c:pt idx="622">
                  <c:v>2.3898000000000001</c:v>
                </c:pt>
                <c:pt idx="623">
                  <c:v>2.3929999999999998</c:v>
                </c:pt>
                <c:pt idx="624">
                  <c:v>2.4016999999999999</c:v>
                </c:pt>
                <c:pt idx="625">
                  <c:v>2.3961000000000001</c:v>
                </c:pt>
                <c:pt idx="626">
                  <c:v>2.3961000000000001</c:v>
                </c:pt>
                <c:pt idx="627">
                  <c:v>2.4028</c:v>
                </c:pt>
                <c:pt idx="628">
                  <c:v>2.3913000000000002</c:v>
                </c:pt>
                <c:pt idx="629">
                  <c:v>2.3814000000000002</c:v>
                </c:pt>
                <c:pt idx="630">
                  <c:v>2.3714</c:v>
                </c:pt>
                <c:pt idx="631">
                  <c:v>2.3919000000000001</c:v>
                </c:pt>
                <c:pt idx="632">
                  <c:v>2.4201999999999999</c:v>
                </c:pt>
                <c:pt idx="633">
                  <c:v>2.4346000000000001</c:v>
                </c:pt>
                <c:pt idx="634">
                  <c:v>2.4346000000000001</c:v>
                </c:pt>
                <c:pt idx="635">
                  <c:v>2.4573</c:v>
                </c:pt>
                <c:pt idx="636">
                  <c:v>2.4717000000000002</c:v>
                </c:pt>
                <c:pt idx="637">
                  <c:v>2.4992000000000001</c:v>
                </c:pt>
                <c:pt idx="638">
                  <c:v>2.4708999999999999</c:v>
                </c:pt>
                <c:pt idx="639">
                  <c:v>2.4830999999999999</c:v>
                </c:pt>
                <c:pt idx="640">
                  <c:v>2.5204</c:v>
                </c:pt>
                <c:pt idx="641">
                  <c:v>2.4971000000000001</c:v>
                </c:pt>
                <c:pt idx="642">
                  <c:v>2.4763000000000002</c:v>
                </c:pt>
                <c:pt idx="643">
                  <c:v>2.4733999999999998</c:v>
                </c:pt>
                <c:pt idx="644">
                  <c:v>2.4877000000000002</c:v>
                </c:pt>
                <c:pt idx="645">
                  <c:v>2.4771999999999998</c:v>
                </c:pt>
                <c:pt idx="646">
                  <c:v>2.4954000000000001</c:v>
                </c:pt>
                <c:pt idx="647">
                  <c:v>2.5343</c:v>
                </c:pt>
                <c:pt idx="648">
                  <c:v>2.5047000000000001</c:v>
                </c:pt>
                <c:pt idx="649">
                  <c:v>2.5253999999999999</c:v>
                </c:pt>
                <c:pt idx="650">
                  <c:v>2.4881000000000002</c:v>
                </c:pt>
                <c:pt idx="651">
                  <c:v>2.4638999999999998</c:v>
                </c:pt>
                <c:pt idx="652">
                  <c:v>2.4699</c:v>
                </c:pt>
                <c:pt idx="653">
                  <c:v>2.4693000000000001</c:v>
                </c:pt>
                <c:pt idx="654">
                  <c:v>2.468</c:v>
                </c:pt>
                <c:pt idx="655">
                  <c:v>2.5076000000000001</c:v>
                </c:pt>
                <c:pt idx="656">
                  <c:v>2.5510999999999999</c:v>
                </c:pt>
                <c:pt idx="657">
                  <c:v>2.5731000000000002</c:v>
                </c:pt>
                <c:pt idx="658">
                  <c:v>2.5731000000000002</c:v>
                </c:pt>
                <c:pt idx="659">
                  <c:v>2.5461</c:v>
                </c:pt>
                <c:pt idx="660">
                  <c:v>2.4756</c:v>
                </c:pt>
                <c:pt idx="661">
                  <c:v>2.4786999999999999</c:v>
                </c:pt>
                <c:pt idx="662">
                  <c:v>2.4245999999999999</c:v>
                </c:pt>
                <c:pt idx="663">
                  <c:v>2.4222999999999999</c:v>
                </c:pt>
                <c:pt idx="664">
                  <c:v>2.4422000000000001</c:v>
                </c:pt>
                <c:pt idx="665">
                  <c:v>2.4232</c:v>
                </c:pt>
                <c:pt idx="666">
                  <c:v>2.4373</c:v>
                </c:pt>
                <c:pt idx="667">
                  <c:v>2.4535</c:v>
                </c:pt>
                <c:pt idx="668">
                  <c:v>2.4948000000000001</c:v>
                </c:pt>
                <c:pt idx="669">
                  <c:v>2.5064000000000002</c:v>
                </c:pt>
                <c:pt idx="670">
                  <c:v>2.5377000000000001</c:v>
                </c:pt>
                <c:pt idx="671">
                  <c:v>2.5531999999999999</c:v>
                </c:pt>
                <c:pt idx="672">
                  <c:v>2.5945999999999998</c:v>
                </c:pt>
                <c:pt idx="673">
                  <c:v>2.6395999999999997</c:v>
                </c:pt>
                <c:pt idx="674">
                  <c:v>2.4790999999999999</c:v>
                </c:pt>
                <c:pt idx="675">
                  <c:v>2.3890000000000002</c:v>
                </c:pt>
                <c:pt idx="676">
                  <c:v>2.3872999999999998</c:v>
                </c:pt>
                <c:pt idx="677">
                  <c:v>2.3736999999999999</c:v>
                </c:pt>
                <c:pt idx="678">
                  <c:v>2.3677000000000001</c:v>
                </c:pt>
                <c:pt idx="679">
                  <c:v>2.3207</c:v>
                </c:pt>
                <c:pt idx="680">
                  <c:v>2.2983000000000002</c:v>
                </c:pt>
                <c:pt idx="681">
                  <c:v>2.2698</c:v>
                </c:pt>
                <c:pt idx="682">
                  <c:v>2.2602000000000002</c:v>
                </c:pt>
                <c:pt idx="683">
                  <c:v>2.2602000000000002</c:v>
                </c:pt>
                <c:pt idx="684">
                  <c:v>2.2681</c:v>
                </c:pt>
                <c:pt idx="685">
                  <c:v>2.3063000000000002</c:v>
                </c:pt>
                <c:pt idx="686">
                  <c:v>2.3252000000000002</c:v>
                </c:pt>
                <c:pt idx="687">
                  <c:v>2.3062</c:v>
                </c:pt>
                <c:pt idx="688">
                  <c:v>2.3022</c:v>
                </c:pt>
                <c:pt idx="689">
                  <c:v>2.3063000000000002</c:v>
                </c:pt>
                <c:pt idx="690">
                  <c:v>2.2715000000000001</c:v>
                </c:pt>
                <c:pt idx="691">
                  <c:v>2.2645</c:v>
                </c:pt>
                <c:pt idx="692">
                  <c:v>2.2528999999999999</c:v>
                </c:pt>
                <c:pt idx="693">
                  <c:v>2.2566999999999999</c:v>
                </c:pt>
                <c:pt idx="694">
                  <c:v>2.2696000000000001</c:v>
                </c:pt>
                <c:pt idx="695">
                  <c:v>2.2696999999999998</c:v>
                </c:pt>
                <c:pt idx="696">
                  <c:v>2.27</c:v>
                </c:pt>
                <c:pt idx="697">
                  <c:v>2.2507999999999999</c:v>
                </c:pt>
                <c:pt idx="698">
                  <c:v>2.2705000000000002</c:v>
                </c:pt>
                <c:pt idx="699">
                  <c:v>2.2875000000000001</c:v>
                </c:pt>
                <c:pt idx="700">
                  <c:v>2.2749999999999999</c:v>
                </c:pt>
                <c:pt idx="701">
                  <c:v>2.2890000000000001</c:v>
                </c:pt>
                <c:pt idx="702">
                  <c:v>2.2389999999999999</c:v>
                </c:pt>
                <c:pt idx="703">
                  <c:v>2.2389999999999999</c:v>
                </c:pt>
                <c:pt idx="704">
                  <c:v>2.1869999999999998</c:v>
                </c:pt>
                <c:pt idx="705">
                  <c:v>2.2170000000000001</c:v>
                </c:pt>
                <c:pt idx="706">
                  <c:v>2.177</c:v>
                </c:pt>
                <c:pt idx="707">
                  <c:v>2.161</c:v>
                </c:pt>
                <c:pt idx="708">
                  <c:v>2.1429999999999998</c:v>
                </c:pt>
                <c:pt idx="709">
                  <c:v>2.0699999999999998</c:v>
                </c:pt>
                <c:pt idx="710">
                  <c:v>2.0910000000000002</c:v>
                </c:pt>
                <c:pt idx="711">
                  <c:v>2.1030000000000002</c:v>
                </c:pt>
                <c:pt idx="712">
                  <c:v>2.12</c:v>
                </c:pt>
                <c:pt idx="713">
                  <c:v>2.149</c:v>
                </c:pt>
                <c:pt idx="714">
                  <c:v>2.1086999999999998</c:v>
                </c:pt>
                <c:pt idx="715">
                  <c:v>2.0830000000000002</c:v>
                </c:pt>
                <c:pt idx="716">
                  <c:v>2.0811000000000002</c:v>
                </c:pt>
                <c:pt idx="717">
                  <c:v>2.0783</c:v>
                </c:pt>
                <c:pt idx="718">
                  <c:v>2.0746000000000002</c:v>
                </c:pt>
                <c:pt idx="719">
                  <c:v>2.0525000000000002</c:v>
                </c:pt>
                <c:pt idx="720">
                  <c:v>2.0787</c:v>
                </c:pt>
                <c:pt idx="721">
                  <c:v>2.0748000000000002</c:v>
                </c:pt>
                <c:pt idx="722">
                  <c:v>2.0701999999999998</c:v>
                </c:pt>
                <c:pt idx="723">
                  <c:v>2.0754000000000001</c:v>
                </c:pt>
                <c:pt idx="724">
                  <c:v>2.1000999999999999</c:v>
                </c:pt>
                <c:pt idx="725">
                  <c:v>2.1028000000000002</c:v>
                </c:pt>
                <c:pt idx="726">
                  <c:v>2.1028000000000002</c:v>
                </c:pt>
                <c:pt idx="727">
                  <c:v>2.0794999999999999</c:v>
                </c:pt>
                <c:pt idx="728">
                  <c:v>2.0968</c:v>
                </c:pt>
                <c:pt idx="729">
                  <c:v>2.0693000000000001</c:v>
                </c:pt>
                <c:pt idx="730">
                  <c:v>2.0766</c:v>
                </c:pt>
                <c:pt idx="731">
                  <c:v>2.0861000000000001</c:v>
                </c:pt>
                <c:pt idx="732">
                  <c:v>2.0678000000000001</c:v>
                </c:pt>
                <c:pt idx="733">
                  <c:v>2.0823</c:v>
                </c:pt>
                <c:pt idx="734">
                  <c:v>2.0739000000000001</c:v>
                </c:pt>
                <c:pt idx="735">
                  <c:v>2.1341999999999999</c:v>
                </c:pt>
                <c:pt idx="736">
                  <c:v>2.1509999999999998</c:v>
                </c:pt>
                <c:pt idx="737">
                  <c:v>2.1147</c:v>
                </c:pt>
                <c:pt idx="738">
                  <c:v>2.1208999999999998</c:v>
                </c:pt>
                <c:pt idx="739">
                  <c:v>2.1059000000000001</c:v>
                </c:pt>
                <c:pt idx="740">
                  <c:v>2.0962999999999998</c:v>
                </c:pt>
                <c:pt idx="741">
                  <c:v>2.1375000000000002</c:v>
                </c:pt>
                <c:pt idx="742">
                  <c:v>2.117</c:v>
                </c:pt>
                <c:pt idx="743">
                  <c:v>2.1429999999999998</c:v>
                </c:pt>
                <c:pt idx="744">
                  <c:v>2.1351</c:v>
                </c:pt>
                <c:pt idx="745">
                  <c:v>2.1475</c:v>
                </c:pt>
                <c:pt idx="746">
                  <c:v>2.1280999999999999</c:v>
                </c:pt>
                <c:pt idx="747">
                  <c:v>2.0785</c:v>
                </c:pt>
                <c:pt idx="748">
                  <c:v>2.0472999999999999</c:v>
                </c:pt>
                <c:pt idx="749">
                  <c:v>2.0884</c:v>
                </c:pt>
                <c:pt idx="750">
                  <c:v>2.0727000000000002</c:v>
                </c:pt>
                <c:pt idx="751">
                  <c:v>2.1169000000000002</c:v>
                </c:pt>
                <c:pt idx="752">
                  <c:v>2.1366999999999998</c:v>
                </c:pt>
                <c:pt idx="753">
                  <c:v>2.1366999999999998</c:v>
                </c:pt>
                <c:pt idx="754">
                  <c:v>2.1633</c:v>
                </c:pt>
                <c:pt idx="755">
                  <c:v>2.1558000000000002</c:v>
                </c:pt>
                <c:pt idx="756">
                  <c:v>2.1766000000000001</c:v>
                </c:pt>
                <c:pt idx="757">
                  <c:v>2.1680999999999999</c:v>
                </c:pt>
                <c:pt idx="758">
                  <c:v>2.1360000000000001</c:v>
                </c:pt>
                <c:pt idx="759">
                  <c:v>2.105</c:v>
                </c:pt>
                <c:pt idx="760">
                  <c:v>2.1120000000000001</c:v>
                </c:pt>
                <c:pt idx="761">
                  <c:v>2.1461999999999999</c:v>
                </c:pt>
                <c:pt idx="762">
                  <c:v>2.1394000000000002</c:v>
                </c:pt>
                <c:pt idx="763">
                  <c:v>2.1446999999999998</c:v>
                </c:pt>
                <c:pt idx="764">
                  <c:v>2.1665000000000001</c:v>
                </c:pt>
                <c:pt idx="765">
                  <c:v>2.1598999999999999</c:v>
                </c:pt>
                <c:pt idx="766">
                  <c:v>2.1911</c:v>
                </c:pt>
                <c:pt idx="767">
                  <c:v>2.2054</c:v>
                </c:pt>
                <c:pt idx="768">
                  <c:v>2.2200000000000002</c:v>
                </c:pt>
                <c:pt idx="769">
                  <c:v>2.2563</c:v>
                </c:pt>
                <c:pt idx="770">
                  <c:v>2.2736000000000001</c:v>
                </c:pt>
                <c:pt idx="771">
                  <c:v>2.2749999999999999</c:v>
                </c:pt>
                <c:pt idx="772">
                  <c:v>2.2631999999999999</c:v>
                </c:pt>
                <c:pt idx="773">
                  <c:v>2.2726000000000002</c:v>
                </c:pt>
                <c:pt idx="774">
                  <c:v>2.2858000000000001</c:v>
                </c:pt>
                <c:pt idx="775">
                  <c:v>2.2675000000000001</c:v>
                </c:pt>
                <c:pt idx="776">
                  <c:v>2.2614999999999998</c:v>
                </c:pt>
                <c:pt idx="777">
                  <c:v>2.2336</c:v>
                </c:pt>
                <c:pt idx="778">
                  <c:v>2.2456999999999998</c:v>
                </c:pt>
                <c:pt idx="779">
                  <c:v>2.2155</c:v>
                </c:pt>
                <c:pt idx="780">
                  <c:v>2.2692000000000001</c:v>
                </c:pt>
                <c:pt idx="781">
                  <c:v>2.2919</c:v>
                </c:pt>
                <c:pt idx="782">
                  <c:v>2.2606999999999999</c:v>
                </c:pt>
                <c:pt idx="783">
                  <c:v>2.2720000000000002</c:v>
                </c:pt>
                <c:pt idx="784">
                  <c:v>2.3054999999999999</c:v>
                </c:pt>
                <c:pt idx="785">
                  <c:v>2.3142</c:v>
                </c:pt>
                <c:pt idx="786">
                  <c:v>2.2475000000000001</c:v>
                </c:pt>
                <c:pt idx="787">
                  <c:v>2.2363</c:v>
                </c:pt>
                <c:pt idx="788">
                  <c:v>2.2402000000000002</c:v>
                </c:pt>
                <c:pt idx="789">
                  <c:v>2.2879</c:v>
                </c:pt>
                <c:pt idx="790">
                  <c:v>2.3104</c:v>
                </c:pt>
                <c:pt idx="791">
                  <c:v>2.3681999999999999</c:v>
                </c:pt>
                <c:pt idx="792">
                  <c:v>2.3694999999999999</c:v>
                </c:pt>
                <c:pt idx="793">
                  <c:v>2.3397999999999999</c:v>
                </c:pt>
                <c:pt idx="794">
                  <c:v>2.3186</c:v>
                </c:pt>
                <c:pt idx="795">
                  <c:v>2.3321999999999998</c:v>
                </c:pt>
                <c:pt idx="796">
                  <c:v>2.3346999999999998</c:v>
                </c:pt>
                <c:pt idx="797">
                  <c:v>2.3563999999999998</c:v>
                </c:pt>
                <c:pt idx="798">
                  <c:v>2.3740999999999999</c:v>
                </c:pt>
                <c:pt idx="799">
                  <c:v>2.3813</c:v>
                </c:pt>
                <c:pt idx="800">
                  <c:v>2.4007000000000001</c:v>
                </c:pt>
                <c:pt idx="801">
                  <c:v>2.4352</c:v>
                </c:pt>
                <c:pt idx="802">
                  <c:v>2.4335</c:v>
                </c:pt>
                <c:pt idx="803">
                  <c:v>2.411</c:v>
                </c:pt>
                <c:pt idx="804">
                  <c:v>2.3915999999999999</c:v>
                </c:pt>
                <c:pt idx="805">
                  <c:v>2.3755999999999999</c:v>
                </c:pt>
                <c:pt idx="806">
                  <c:v>2.3433999999999999</c:v>
                </c:pt>
                <c:pt idx="807">
                  <c:v>2.2942999999999998</c:v>
                </c:pt>
                <c:pt idx="808">
                  <c:v>2.2909000000000002</c:v>
                </c:pt>
                <c:pt idx="809">
                  <c:v>2.2526000000000002</c:v>
                </c:pt>
                <c:pt idx="810">
                  <c:v>2.2208999999999999</c:v>
                </c:pt>
                <c:pt idx="811">
                  <c:v>2.1833</c:v>
                </c:pt>
                <c:pt idx="812">
                  <c:v>2.2189999999999999</c:v>
                </c:pt>
                <c:pt idx="813">
                  <c:v>2.2423000000000002</c:v>
                </c:pt>
                <c:pt idx="814">
                  <c:v>2.2804000000000002</c:v>
                </c:pt>
                <c:pt idx="815">
                  <c:v>2.2683</c:v>
                </c:pt>
                <c:pt idx="816">
                  <c:v>2.2682000000000002</c:v>
                </c:pt>
                <c:pt idx="817">
                  <c:v>2.2603</c:v>
                </c:pt>
                <c:pt idx="818">
                  <c:v>2.2837000000000001</c:v>
                </c:pt>
                <c:pt idx="819">
                  <c:v>2.3064999999999998</c:v>
                </c:pt>
                <c:pt idx="820">
                  <c:v>2.3069000000000002</c:v>
                </c:pt>
                <c:pt idx="821">
                  <c:v>2.2949000000000002</c:v>
                </c:pt>
                <c:pt idx="822">
                  <c:v>2.2645</c:v>
                </c:pt>
                <c:pt idx="823">
                  <c:v>2.2645</c:v>
                </c:pt>
                <c:pt idx="824">
                  <c:v>2.2492999999999999</c:v>
                </c:pt>
                <c:pt idx="825">
                  <c:v>2.2134</c:v>
                </c:pt>
                <c:pt idx="826">
                  <c:v>2.2130999999999998</c:v>
                </c:pt>
                <c:pt idx="827">
                  <c:v>2.2334999999999998</c:v>
                </c:pt>
                <c:pt idx="828">
                  <c:v>2.2225999999999999</c:v>
                </c:pt>
                <c:pt idx="829">
                  <c:v>2.1850000000000001</c:v>
                </c:pt>
                <c:pt idx="830">
                  <c:v>2.1960999999999999</c:v>
                </c:pt>
                <c:pt idx="831">
                  <c:v>2.1993999999999998</c:v>
                </c:pt>
                <c:pt idx="832">
                  <c:v>2.1781000000000001</c:v>
                </c:pt>
                <c:pt idx="833">
                  <c:v>2.1638000000000002</c:v>
                </c:pt>
                <c:pt idx="834">
                  <c:v>2.1419000000000001</c:v>
                </c:pt>
                <c:pt idx="835">
                  <c:v>2.1293000000000002</c:v>
                </c:pt>
                <c:pt idx="836">
                  <c:v>2.0983000000000001</c:v>
                </c:pt>
                <c:pt idx="837">
                  <c:v>2.1042000000000001</c:v>
                </c:pt>
                <c:pt idx="838">
                  <c:v>2.1048</c:v>
                </c:pt>
                <c:pt idx="839">
                  <c:v>2.1122999999999998</c:v>
                </c:pt>
                <c:pt idx="840">
                  <c:v>2.1206999999999998</c:v>
                </c:pt>
                <c:pt idx="841">
                  <c:v>2.0716999999999999</c:v>
                </c:pt>
                <c:pt idx="842">
                  <c:v>2.0507</c:v>
                </c:pt>
                <c:pt idx="843">
                  <c:v>2.0333000000000001</c:v>
                </c:pt>
                <c:pt idx="844">
                  <c:v>2.0992999999999999</c:v>
                </c:pt>
                <c:pt idx="845">
                  <c:v>2.0589</c:v>
                </c:pt>
                <c:pt idx="846">
                  <c:v>2.0293999999999999</c:v>
                </c:pt>
                <c:pt idx="847">
                  <c:v>2.0122</c:v>
                </c:pt>
                <c:pt idx="848">
                  <c:v>2.0122</c:v>
                </c:pt>
                <c:pt idx="849">
                  <c:v>2.0358999999999998</c:v>
                </c:pt>
                <c:pt idx="850">
                  <c:v>2.0192000000000001</c:v>
                </c:pt>
                <c:pt idx="851">
                  <c:v>2.0640999999999998</c:v>
                </c:pt>
                <c:pt idx="852">
                  <c:v>2.0956000000000001</c:v>
                </c:pt>
                <c:pt idx="853">
                  <c:v>2.0857000000000001</c:v>
                </c:pt>
                <c:pt idx="854">
                  <c:v>2.1091000000000002</c:v>
                </c:pt>
                <c:pt idx="855">
                  <c:v>2.0746000000000002</c:v>
                </c:pt>
                <c:pt idx="856">
                  <c:v>2.0045999999999999</c:v>
                </c:pt>
                <c:pt idx="857">
                  <c:v>1.9506999999999999</c:v>
                </c:pt>
                <c:pt idx="858">
                  <c:v>1.9506999999999999</c:v>
                </c:pt>
                <c:pt idx="859">
                  <c:v>1.9677</c:v>
                </c:pt>
                <c:pt idx="860">
                  <c:v>1.9912999999999998</c:v>
                </c:pt>
                <c:pt idx="861">
                  <c:v>2.048</c:v>
                </c:pt>
                <c:pt idx="862">
                  <c:v>2.081</c:v>
                </c:pt>
                <c:pt idx="863">
                  <c:v>2.081</c:v>
                </c:pt>
                <c:pt idx="864">
                  <c:v>2.0335999999999999</c:v>
                </c:pt>
                <c:pt idx="865">
                  <c:v>2.0539000000000001</c:v>
                </c:pt>
                <c:pt idx="866">
                  <c:v>2.0390999999999999</c:v>
                </c:pt>
                <c:pt idx="867">
                  <c:v>1.9287000000000001</c:v>
                </c:pt>
                <c:pt idx="868">
                  <c:v>1.9125999999999999</c:v>
                </c:pt>
                <c:pt idx="869">
                  <c:v>1.9260999999999999</c:v>
                </c:pt>
                <c:pt idx="870">
                  <c:v>1.9529000000000001</c:v>
                </c:pt>
                <c:pt idx="871">
                  <c:v>2.0173999999999999</c:v>
                </c:pt>
                <c:pt idx="872">
                  <c:v>2.0508999999999999</c:v>
                </c:pt>
                <c:pt idx="873">
                  <c:v>2.0289999999999999</c:v>
                </c:pt>
                <c:pt idx="874">
                  <c:v>1.9881</c:v>
                </c:pt>
                <c:pt idx="875">
                  <c:v>2.0503999999999998</c:v>
                </c:pt>
                <c:pt idx="876">
                  <c:v>2.0855000000000001</c:v>
                </c:pt>
                <c:pt idx="877">
                  <c:v>2.0707</c:v>
                </c:pt>
                <c:pt idx="878">
                  <c:v>2.0556000000000001</c:v>
                </c:pt>
                <c:pt idx="879">
                  <c:v>2.0583999999999998</c:v>
                </c:pt>
                <c:pt idx="880">
                  <c:v>2.0589</c:v>
                </c:pt>
                <c:pt idx="881">
                  <c:v>2.0009000000000001</c:v>
                </c:pt>
                <c:pt idx="882">
                  <c:v>1.9666000000000001</c:v>
                </c:pt>
                <c:pt idx="883">
                  <c:v>1.9430000000000001</c:v>
                </c:pt>
                <c:pt idx="884">
                  <c:v>1.9097</c:v>
                </c:pt>
                <c:pt idx="885">
                  <c:v>1.9097</c:v>
                </c:pt>
                <c:pt idx="886">
                  <c:v>1.8923000000000001</c:v>
                </c:pt>
                <c:pt idx="887">
                  <c:v>1.9074</c:v>
                </c:pt>
                <c:pt idx="888">
                  <c:v>1.9687000000000001</c:v>
                </c:pt>
                <c:pt idx="889">
                  <c:v>1.9249000000000001</c:v>
                </c:pt>
                <c:pt idx="890">
                  <c:v>1.9420999999999999</c:v>
                </c:pt>
                <c:pt idx="891">
                  <c:v>2.0222000000000002</c:v>
                </c:pt>
                <c:pt idx="892">
                  <c:v>2.0598999999999998</c:v>
                </c:pt>
                <c:pt idx="893">
                  <c:v>2.0901000000000001</c:v>
                </c:pt>
                <c:pt idx="894">
                  <c:v>2.0901000000000001</c:v>
                </c:pt>
                <c:pt idx="895">
                  <c:v>2.0158999999999998</c:v>
                </c:pt>
                <c:pt idx="896">
                  <c:v>2.1315</c:v>
                </c:pt>
                <c:pt idx="897">
                  <c:v>2.1421000000000001</c:v>
                </c:pt>
                <c:pt idx="898">
                  <c:v>2.1231</c:v>
                </c:pt>
                <c:pt idx="899">
                  <c:v>2.0972</c:v>
                </c:pt>
                <c:pt idx="900">
                  <c:v>2.0903999999999998</c:v>
                </c:pt>
                <c:pt idx="901">
                  <c:v>2.0485000000000002</c:v>
                </c:pt>
                <c:pt idx="902">
                  <c:v>2.0788000000000002</c:v>
                </c:pt>
                <c:pt idx="903">
                  <c:v>2.1516000000000002</c:v>
                </c:pt>
                <c:pt idx="904">
                  <c:v>2.1762000000000001</c:v>
                </c:pt>
                <c:pt idx="905">
                  <c:v>2.0808</c:v>
                </c:pt>
                <c:pt idx="906">
                  <c:v>2.0188999999999999</c:v>
                </c:pt>
                <c:pt idx="907">
                  <c:v>2.0308999999999999</c:v>
                </c:pt>
                <c:pt idx="908">
                  <c:v>2.0184000000000002</c:v>
                </c:pt>
                <c:pt idx="909">
                  <c:v>1.9744999999999999</c:v>
                </c:pt>
                <c:pt idx="910">
                  <c:v>1.9582000000000002</c:v>
                </c:pt>
                <c:pt idx="911">
                  <c:v>1.9916</c:v>
                </c:pt>
                <c:pt idx="912">
                  <c:v>1.9506999999999999</c:v>
                </c:pt>
                <c:pt idx="913">
                  <c:v>1.9864000000000002</c:v>
                </c:pt>
                <c:pt idx="914">
                  <c:v>1.9365000000000001</c:v>
                </c:pt>
                <c:pt idx="915">
                  <c:v>1.9818</c:v>
                </c:pt>
                <c:pt idx="916">
                  <c:v>1.9603999999999999</c:v>
                </c:pt>
                <c:pt idx="917">
                  <c:v>1.9471000000000001</c:v>
                </c:pt>
                <c:pt idx="918">
                  <c:v>1.9471000000000001</c:v>
                </c:pt>
                <c:pt idx="919">
                  <c:v>1.8894</c:v>
                </c:pt>
                <c:pt idx="920">
                  <c:v>1.8048999999999999</c:v>
                </c:pt>
                <c:pt idx="921">
                  <c:v>1.778</c:v>
                </c:pt>
                <c:pt idx="922">
                  <c:v>1.7395</c:v>
                </c:pt>
                <c:pt idx="923">
                  <c:v>1.7583</c:v>
                </c:pt>
                <c:pt idx="924">
                  <c:v>1.8418000000000001</c:v>
                </c:pt>
                <c:pt idx="925">
                  <c:v>1.8714</c:v>
                </c:pt>
                <c:pt idx="926">
                  <c:v>1.8879999999999999</c:v>
                </c:pt>
                <c:pt idx="927">
                  <c:v>1.8018000000000001</c:v>
                </c:pt>
                <c:pt idx="928">
                  <c:v>1.7582</c:v>
                </c:pt>
                <c:pt idx="929">
                  <c:v>1.714</c:v>
                </c:pt>
                <c:pt idx="930">
                  <c:v>1.8599999999999999</c:v>
                </c:pt>
                <c:pt idx="931">
                  <c:v>1.9237</c:v>
                </c:pt>
                <c:pt idx="932">
                  <c:v>1.8955</c:v>
                </c:pt>
                <c:pt idx="933">
                  <c:v>1.9689000000000001</c:v>
                </c:pt>
                <c:pt idx="934">
                  <c:v>1.9727000000000001</c:v>
                </c:pt>
                <c:pt idx="935">
                  <c:v>1.9203999999999999</c:v>
                </c:pt>
                <c:pt idx="936">
                  <c:v>1.9431</c:v>
                </c:pt>
                <c:pt idx="937">
                  <c:v>1.9603000000000002</c:v>
                </c:pt>
                <c:pt idx="938">
                  <c:v>1.9784999999999999</c:v>
                </c:pt>
                <c:pt idx="939">
                  <c:v>2.0192000000000001</c:v>
                </c:pt>
                <c:pt idx="940">
                  <c:v>1.9762999999999999</c:v>
                </c:pt>
                <c:pt idx="941">
                  <c:v>1.9519</c:v>
                </c:pt>
                <c:pt idx="942">
                  <c:v>2.0362999999999998</c:v>
                </c:pt>
                <c:pt idx="943">
                  <c:v>2.0362999999999998</c:v>
                </c:pt>
                <c:pt idx="944">
                  <c:v>2.0973999999999999</c:v>
                </c:pt>
                <c:pt idx="945">
                  <c:v>2.0739999999999998</c:v>
                </c:pt>
                <c:pt idx="946">
                  <c:v>2.0674999999999999</c:v>
                </c:pt>
                <c:pt idx="947">
                  <c:v>2.081</c:v>
                </c:pt>
                <c:pt idx="948">
                  <c:v>2.0619999999999998</c:v>
                </c:pt>
                <c:pt idx="949">
                  <c:v>2.1154999999999999</c:v>
                </c:pt>
                <c:pt idx="950">
                  <c:v>2.0815000000000001</c:v>
                </c:pt>
                <c:pt idx="951">
                  <c:v>2.0529999999999999</c:v>
                </c:pt>
                <c:pt idx="952">
                  <c:v>2.0874999999999999</c:v>
                </c:pt>
                <c:pt idx="953">
                  <c:v>2.0625</c:v>
                </c:pt>
                <c:pt idx="954">
                  <c:v>2.0514999999999999</c:v>
                </c:pt>
                <c:pt idx="955">
                  <c:v>2.1814999999999998</c:v>
                </c:pt>
                <c:pt idx="956">
                  <c:v>2.206</c:v>
                </c:pt>
                <c:pt idx="957">
                  <c:v>2.2574999999999998</c:v>
                </c:pt>
                <c:pt idx="958">
                  <c:v>2.2275</c:v>
                </c:pt>
                <c:pt idx="959">
                  <c:v>2.3079999999999998</c:v>
                </c:pt>
                <c:pt idx="960">
                  <c:v>2.2808999999999999</c:v>
                </c:pt>
                <c:pt idx="961">
                  <c:v>2.2183999999999999</c:v>
                </c:pt>
                <c:pt idx="962">
                  <c:v>2.1733000000000002</c:v>
                </c:pt>
                <c:pt idx="963">
                  <c:v>2.2406000000000001</c:v>
                </c:pt>
                <c:pt idx="964">
                  <c:v>2.2065000000000001</c:v>
                </c:pt>
                <c:pt idx="965">
                  <c:v>2.2641</c:v>
                </c:pt>
                <c:pt idx="966">
                  <c:v>2.3472</c:v>
                </c:pt>
                <c:pt idx="967">
                  <c:v>2.4222000000000001</c:v>
                </c:pt>
                <c:pt idx="968">
                  <c:v>2.4371</c:v>
                </c:pt>
                <c:pt idx="969">
                  <c:v>2.4508999999999999</c:v>
                </c:pt>
                <c:pt idx="970">
                  <c:v>2.4393000000000002</c:v>
                </c:pt>
                <c:pt idx="971">
                  <c:v>2.4045999999999998</c:v>
                </c:pt>
                <c:pt idx="972">
                  <c:v>2.4375</c:v>
                </c:pt>
                <c:pt idx="973">
                  <c:v>2.3687</c:v>
                </c:pt>
                <c:pt idx="974">
                  <c:v>2.3696000000000002</c:v>
                </c:pt>
                <c:pt idx="975">
                  <c:v>2.3079000000000001</c:v>
                </c:pt>
                <c:pt idx="976">
                  <c:v>2.3237999999999999</c:v>
                </c:pt>
                <c:pt idx="977">
                  <c:v>2.3388</c:v>
                </c:pt>
                <c:pt idx="978">
                  <c:v>2.2900999999999998</c:v>
                </c:pt>
                <c:pt idx="979">
                  <c:v>2.2629999999999999</c:v>
                </c:pt>
                <c:pt idx="980">
                  <c:v>2.2909999999999999</c:v>
                </c:pt>
                <c:pt idx="981">
                  <c:v>2.2930000000000001</c:v>
                </c:pt>
                <c:pt idx="982">
                  <c:v>2.2909000000000002</c:v>
                </c:pt>
                <c:pt idx="983">
                  <c:v>2.3106999999999998</c:v>
                </c:pt>
                <c:pt idx="984">
                  <c:v>2.3801999999999999</c:v>
                </c:pt>
                <c:pt idx="985">
                  <c:v>2.3458000000000001</c:v>
                </c:pt>
                <c:pt idx="986">
                  <c:v>2.3527</c:v>
                </c:pt>
                <c:pt idx="987">
                  <c:v>2.4041999999999999</c:v>
                </c:pt>
                <c:pt idx="988">
                  <c:v>2.4041999999999999</c:v>
                </c:pt>
                <c:pt idx="989">
                  <c:v>2.3832</c:v>
                </c:pt>
                <c:pt idx="990">
                  <c:v>2.3734999999999999</c:v>
                </c:pt>
                <c:pt idx="991">
                  <c:v>2.2890999999999999</c:v>
                </c:pt>
                <c:pt idx="992">
                  <c:v>2.2427000000000001</c:v>
                </c:pt>
                <c:pt idx="993">
                  <c:v>2.2023000000000001</c:v>
                </c:pt>
                <c:pt idx="994">
                  <c:v>2.1905000000000001</c:v>
                </c:pt>
                <c:pt idx="995">
                  <c:v>2.1678000000000002</c:v>
                </c:pt>
                <c:pt idx="996">
                  <c:v>2.1987999999999999</c:v>
                </c:pt>
                <c:pt idx="997">
                  <c:v>2.1652</c:v>
                </c:pt>
                <c:pt idx="998">
                  <c:v>2.1743999999999999</c:v>
                </c:pt>
                <c:pt idx="999">
                  <c:v>2.1846000000000001</c:v>
                </c:pt>
                <c:pt idx="1000">
                  <c:v>2.2137000000000002</c:v>
                </c:pt>
                <c:pt idx="1001">
                  <c:v>2.2551999999999999</c:v>
                </c:pt>
                <c:pt idx="1002">
                  <c:v>2.1865999999999999</c:v>
                </c:pt>
                <c:pt idx="1003">
                  <c:v>2.1707999999999998</c:v>
                </c:pt>
                <c:pt idx="1004">
                  <c:v>2.2090000000000001</c:v>
                </c:pt>
                <c:pt idx="1005">
                  <c:v>2.1955999999999998</c:v>
                </c:pt>
                <c:pt idx="1006">
                  <c:v>2.2315999999999998</c:v>
                </c:pt>
                <c:pt idx="1007">
                  <c:v>2.2336</c:v>
                </c:pt>
                <c:pt idx="1008">
                  <c:v>2.2294999999999998</c:v>
                </c:pt>
                <c:pt idx="1009">
                  <c:v>2.2441</c:v>
                </c:pt>
                <c:pt idx="1010">
                  <c:v>2.2031000000000001</c:v>
                </c:pt>
                <c:pt idx="1011">
                  <c:v>2.2427000000000001</c:v>
                </c:pt>
                <c:pt idx="1012">
                  <c:v>2.2751000000000001</c:v>
                </c:pt>
                <c:pt idx="1013">
                  <c:v>2.2751000000000001</c:v>
                </c:pt>
                <c:pt idx="1014">
                  <c:v>2.2787000000000002</c:v>
                </c:pt>
                <c:pt idx="1015">
                  <c:v>2.3153000000000001</c:v>
                </c:pt>
                <c:pt idx="1016">
                  <c:v>2.3119000000000001</c:v>
                </c:pt>
                <c:pt idx="1017">
                  <c:v>2.2808999999999999</c:v>
                </c:pt>
                <c:pt idx="1018">
                  <c:v>2.2978999999999998</c:v>
                </c:pt>
                <c:pt idx="1019">
                  <c:v>2.3054999999999999</c:v>
                </c:pt>
                <c:pt idx="1020">
                  <c:v>2.3589000000000002</c:v>
                </c:pt>
                <c:pt idx="1021">
                  <c:v>2.3006000000000002</c:v>
                </c:pt>
                <c:pt idx="1022">
                  <c:v>2.3336000000000001</c:v>
                </c:pt>
                <c:pt idx="1023">
                  <c:v>2.3940000000000001</c:v>
                </c:pt>
                <c:pt idx="1024">
                  <c:v>2.4258000000000002</c:v>
                </c:pt>
                <c:pt idx="1025">
                  <c:v>2.4333</c:v>
                </c:pt>
                <c:pt idx="1026">
                  <c:v>2.5034999999999998</c:v>
                </c:pt>
                <c:pt idx="1027">
                  <c:v>2.4868999999999999</c:v>
                </c:pt>
                <c:pt idx="1028">
                  <c:v>2.4733000000000001</c:v>
                </c:pt>
                <c:pt idx="1029">
                  <c:v>2.4762</c:v>
                </c:pt>
                <c:pt idx="1030">
                  <c:v>2.5478000000000001</c:v>
                </c:pt>
                <c:pt idx="1031">
                  <c:v>2.5491999999999999</c:v>
                </c:pt>
                <c:pt idx="1032">
                  <c:v>2.5609999999999999</c:v>
                </c:pt>
                <c:pt idx="1033">
                  <c:v>2.5722</c:v>
                </c:pt>
                <c:pt idx="1034">
                  <c:v>2.5573999999999999</c:v>
                </c:pt>
                <c:pt idx="1035">
                  <c:v>2.5830000000000002</c:v>
                </c:pt>
                <c:pt idx="1036">
                  <c:v>2.5749</c:v>
                </c:pt>
                <c:pt idx="1037">
                  <c:v>2.5945999999999998</c:v>
                </c:pt>
                <c:pt idx="1038">
                  <c:v>2.5989</c:v>
                </c:pt>
                <c:pt idx="1039">
                  <c:v>2.6015999999999999</c:v>
                </c:pt>
                <c:pt idx="1040">
                  <c:v>2.6212999999999997</c:v>
                </c:pt>
                <c:pt idx="1041">
                  <c:v>2.6391999999999998</c:v>
                </c:pt>
                <c:pt idx="1042">
                  <c:v>2.6114000000000002</c:v>
                </c:pt>
                <c:pt idx="1043">
                  <c:v>2.6234000000000002</c:v>
                </c:pt>
                <c:pt idx="1044">
                  <c:v>2.6383999999999999</c:v>
                </c:pt>
                <c:pt idx="1045">
                  <c:v>2.6139000000000001</c:v>
                </c:pt>
                <c:pt idx="1046">
                  <c:v>2.6305000000000001</c:v>
                </c:pt>
                <c:pt idx="1047">
                  <c:v>2.6555999999999997</c:v>
                </c:pt>
                <c:pt idx="1048">
                  <c:v>2.6518000000000002</c:v>
                </c:pt>
                <c:pt idx="1049">
                  <c:v>2.5891999999999999</c:v>
                </c:pt>
                <c:pt idx="1050">
                  <c:v>2.5794000000000001</c:v>
                </c:pt>
                <c:pt idx="1051">
                  <c:v>2.5794999999999999</c:v>
                </c:pt>
                <c:pt idx="1052">
                  <c:v>2.5451000000000001</c:v>
                </c:pt>
                <c:pt idx="1053">
                  <c:v>2.5207999999999999</c:v>
                </c:pt>
                <c:pt idx="1054">
                  <c:v>2.4916999999999998</c:v>
                </c:pt>
                <c:pt idx="1055">
                  <c:v>2.4544000000000001</c:v>
                </c:pt>
                <c:pt idx="1056">
                  <c:v>2.4718999999999998</c:v>
                </c:pt>
                <c:pt idx="1057">
                  <c:v>2.4556</c:v>
                </c:pt>
                <c:pt idx="1058">
                  <c:v>2.4443999999999999</c:v>
                </c:pt>
                <c:pt idx="1059">
                  <c:v>2.4781</c:v>
                </c:pt>
                <c:pt idx="1060">
                  <c:v>2.3952999999999998</c:v>
                </c:pt>
                <c:pt idx="1061">
                  <c:v>2.3902000000000001</c:v>
                </c:pt>
                <c:pt idx="1062">
                  <c:v>2.4470000000000001</c:v>
                </c:pt>
                <c:pt idx="1063">
                  <c:v>2.4369999999999998</c:v>
                </c:pt>
                <c:pt idx="1064">
                  <c:v>2.4441000000000002</c:v>
                </c:pt>
                <c:pt idx="1065">
                  <c:v>2.3483999999999998</c:v>
                </c:pt>
                <c:pt idx="1066">
                  <c:v>2.4123999999999999</c:v>
                </c:pt>
                <c:pt idx="1067">
                  <c:v>2.4459</c:v>
                </c:pt>
                <c:pt idx="1068">
                  <c:v>2.4632000000000001</c:v>
                </c:pt>
                <c:pt idx="1069">
                  <c:v>2.4765000000000001</c:v>
                </c:pt>
                <c:pt idx="1070">
                  <c:v>2.5145</c:v>
                </c:pt>
                <c:pt idx="1071">
                  <c:v>2.5674999999999999</c:v>
                </c:pt>
                <c:pt idx="1072">
                  <c:v>2.5364</c:v>
                </c:pt>
                <c:pt idx="1073">
                  <c:v>2.5009999999999999</c:v>
                </c:pt>
                <c:pt idx="1074">
                  <c:v>2.5045000000000002</c:v>
                </c:pt>
                <c:pt idx="1075">
                  <c:v>2.4685000000000001</c:v>
                </c:pt>
                <c:pt idx="1076">
                  <c:v>2.4226999999999999</c:v>
                </c:pt>
                <c:pt idx="1077">
                  <c:v>2.4058000000000002</c:v>
                </c:pt>
                <c:pt idx="1078">
                  <c:v>2.4119000000000002</c:v>
                </c:pt>
                <c:pt idx="1079">
                  <c:v>2.4197000000000002</c:v>
                </c:pt>
                <c:pt idx="1080">
                  <c:v>2.4157000000000002</c:v>
                </c:pt>
                <c:pt idx="1081">
                  <c:v>2.3645</c:v>
                </c:pt>
                <c:pt idx="1082">
                  <c:v>2.3719000000000001</c:v>
                </c:pt>
                <c:pt idx="1083">
                  <c:v>2.3635999999999999</c:v>
                </c:pt>
                <c:pt idx="1084">
                  <c:v>2.3039999999999998</c:v>
                </c:pt>
                <c:pt idx="1085">
                  <c:v>2.2770999999999999</c:v>
                </c:pt>
                <c:pt idx="1086">
                  <c:v>2.2965999999999998</c:v>
                </c:pt>
                <c:pt idx="1087">
                  <c:v>2.3003</c:v>
                </c:pt>
                <c:pt idx="1088">
                  <c:v>2.2982</c:v>
                </c:pt>
                <c:pt idx="1089">
                  <c:v>2.3195000000000001</c:v>
                </c:pt>
                <c:pt idx="1090">
                  <c:v>2.3349000000000002</c:v>
                </c:pt>
                <c:pt idx="1091">
                  <c:v>2.3627000000000002</c:v>
                </c:pt>
                <c:pt idx="1092">
                  <c:v>2.3371</c:v>
                </c:pt>
                <c:pt idx="1093">
                  <c:v>2.3597999999999999</c:v>
                </c:pt>
                <c:pt idx="1094">
                  <c:v>2.3321000000000001</c:v>
                </c:pt>
                <c:pt idx="1095">
                  <c:v>2.3407999999999998</c:v>
                </c:pt>
                <c:pt idx="1096">
                  <c:v>2.3578999999999999</c:v>
                </c:pt>
                <c:pt idx="1097">
                  <c:v>2.3170000000000002</c:v>
                </c:pt>
                <c:pt idx="1098">
                  <c:v>2.2515000000000001</c:v>
                </c:pt>
                <c:pt idx="1099">
                  <c:v>2.2410000000000001</c:v>
                </c:pt>
                <c:pt idx="1100">
                  <c:v>2.2766000000000002</c:v>
                </c:pt>
                <c:pt idx="1101">
                  <c:v>2.2269000000000001</c:v>
                </c:pt>
                <c:pt idx="1102">
                  <c:v>2.2313999999999998</c:v>
                </c:pt>
                <c:pt idx="1103">
                  <c:v>2.2250999999999999</c:v>
                </c:pt>
                <c:pt idx="1104">
                  <c:v>2.3260000000000001</c:v>
                </c:pt>
                <c:pt idx="1105">
                  <c:v>2.3631000000000002</c:v>
                </c:pt>
                <c:pt idx="1106">
                  <c:v>2.379</c:v>
                </c:pt>
                <c:pt idx="1107">
                  <c:v>2.3498999999999999</c:v>
                </c:pt>
                <c:pt idx="1108">
                  <c:v>2.3468</c:v>
                </c:pt>
                <c:pt idx="1109">
                  <c:v>2.3509000000000002</c:v>
                </c:pt>
                <c:pt idx="1110">
                  <c:v>2.3961000000000001</c:v>
                </c:pt>
                <c:pt idx="1111">
                  <c:v>2.3938000000000001</c:v>
                </c:pt>
                <c:pt idx="1112">
                  <c:v>2.3481999999999998</c:v>
                </c:pt>
                <c:pt idx="1113">
                  <c:v>2.3504</c:v>
                </c:pt>
                <c:pt idx="1114">
                  <c:v>2.3919999999999999</c:v>
                </c:pt>
                <c:pt idx="1115">
                  <c:v>2.4089999999999998</c:v>
                </c:pt>
                <c:pt idx="1116">
                  <c:v>2.3363999999999998</c:v>
                </c:pt>
                <c:pt idx="1117">
                  <c:v>2.3090999999999999</c:v>
                </c:pt>
                <c:pt idx="1118">
                  <c:v>2.2776999999999998</c:v>
                </c:pt>
                <c:pt idx="1119">
                  <c:v>2.2890999999999999</c:v>
                </c:pt>
                <c:pt idx="1120">
                  <c:v>2.2816999999999998</c:v>
                </c:pt>
                <c:pt idx="1121">
                  <c:v>2.3047</c:v>
                </c:pt>
                <c:pt idx="1122">
                  <c:v>2.2875000000000001</c:v>
                </c:pt>
                <c:pt idx="1123">
                  <c:v>2.3149999999999999</c:v>
                </c:pt>
                <c:pt idx="1124">
                  <c:v>2.3207</c:v>
                </c:pt>
                <c:pt idx="1125">
                  <c:v>2.3174000000000001</c:v>
                </c:pt>
                <c:pt idx="1126">
                  <c:v>2.2858000000000001</c:v>
                </c:pt>
                <c:pt idx="1127">
                  <c:v>2.2839</c:v>
                </c:pt>
                <c:pt idx="1128">
                  <c:v>2.286</c:v>
                </c:pt>
                <c:pt idx="1129">
                  <c:v>2.3105000000000002</c:v>
                </c:pt>
                <c:pt idx="1130">
                  <c:v>2.3237000000000001</c:v>
                </c:pt>
                <c:pt idx="1131">
                  <c:v>2.2355999999999998</c:v>
                </c:pt>
                <c:pt idx="1132">
                  <c:v>2.2027000000000001</c:v>
                </c:pt>
                <c:pt idx="1133">
                  <c:v>2.1737000000000002</c:v>
                </c:pt>
                <c:pt idx="1134">
                  <c:v>2.1497999999999999</c:v>
                </c:pt>
                <c:pt idx="1135">
                  <c:v>2.2077</c:v>
                </c:pt>
                <c:pt idx="1136">
                  <c:v>2.2423999999999999</c:v>
                </c:pt>
                <c:pt idx="1137">
                  <c:v>2.1854</c:v>
                </c:pt>
                <c:pt idx="1138">
                  <c:v>2.1953999999999998</c:v>
                </c:pt>
                <c:pt idx="1139">
                  <c:v>2.1880999999999999</c:v>
                </c:pt>
                <c:pt idx="1140">
                  <c:v>2.1663999999999999</c:v>
                </c:pt>
                <c:pt idx="1141">
                  <c:v>2.1071</c:v>
                </c:pt>
                <c:pt idx="1142">
                  <c:v>2.1309</c:v>
                </c:pt>
                <c:pt idx="1143">
                  <c:v>2.1381000000000001</c:v>
                </c:pt>
                <c:pt idx="1144">
                  <c:v>2.1518000000000002</c:v>
                </c:pt>
                <c:pt idx="1145">
                  <c:v>2.1549</c:v>
                </c:pt>
                <c:pt idx="1146">
                  <c:v>2.1046999999999998</c:v>
                </c:pt>
                <c:pt idx="1147">
                  <c:v>2.1326999999999998</c:v>
                </c:pt>
                <c:pt idx="1148">
                  <c:v>2.1297999999999999</c:v>
                </c:pt>
                <c:pt idx="1149">
                  <c:v>2.1128</c:v>
                </c:pt>
                <c:pt idx="1150">
                  <c:v>2.0867</c:v>
                </c:pt>
                <c:pt idx="1151">
                  <c:v>2.0179999999999998</c:v>
                </c:pt>
                <c:pt idx="1152">
                  <c:v>2.0861999999999998</c:v>
                </c:pt>
                <c:pt idx="1153">
                  <c:v>2.0911</c:v>
                </c:pt>
                <c:pt idx="1154">
                  <c:v>2.141</c:v>
                </c:pt>
                <c:pt idx="1155">
                  <c:v>2.1217000000000001</c:v>
                </c:pt>
                <c:pt idx="1156">
                  <c:v>2.1240999999999999</c:v>
                </c:pt>
                <c:pt idx="1157">
                  <c:v>2.1107</c:v>
                </c:pt>
                <c:pt idx="1158">
                  <c:v>2.1017000000000001</c:v>
                </c:pt>
                <c:pt idx="1159">
                  <c:v>2.0802</c:v>
                </c:pt>
                <c:pt idx="1160">
                  <c:v>2.1564999999999999</c:v>
                </c:pt>
                <c:pt idx="1161">
                  <c:v>2.1741999999999999</c:v>
                </c:pt>
                <c:pt idx="1162">
                  <c:v>2.1882999999999999</c:v>
                </c:pt>
                <c:pt idx="1163">
                  <c:v>2.1518000000000002</c:v>
                </c:pt>
                <c:pt idx="1164">
                  <c:v>2.1585999999999999</c:v>
                </c:pt>
                <c:pt idx="1165">
                  <c:v>2.1648999999999998</c:v>
                </c:pt>
                <c:pt idx="1166">
                  <c:v>2.1827999999999999</c:v>
                </c:pt>
                <c:pt idx="1167">
                  <c:v>2.1707999999999998</c:v>
                </c:pt>
                <c:pt idx="1168">
                  <c:v>2.1240000000000001</c:v>
                </c:pt>
                <c:pt idx="1169">
                  <c:v>2.1113</c:v>
                </c:pt>
                <c:pt idx="1170">
                  <c:v>2.0604</c:v>
                </c:pt>
                <c:pt idx="1171">
                  <c:v>2.0754999999999999</c:v>
                </c:pt>
                <c:pt idx="1172">
                  <c:v>2.0808</c:v>
                </c:pt>
                <c:pt idx="1173">
                  <c:v>2.1343999999999999</c:v>
                </c:pt>
                <c:pt idx="1174">
                  <c:v>2.1412</c:v>
                </c:pt>
                <c:pt idx="1175">
                  <c:v>2.0647000000000002</c:v>
                </c:pt>
                <c:pt idx="1176">
                  <c:v>1.9826999999999999</c:v>
                </c:pt>
                <c:pt idx="1177">
                  <c:v>1.9875</c:v>
                </c:pt>
                <c:pt idx="1178">
                  <c:v>1.9872999999999998</c:v>
                </c:pt>
                <c:pt idx="1179">
                  <c:v>1.9180999999999999</c:v>
                </c:pt>
                <c:pt idx="1180">
                  <c:v>1.9384000000000001</c:v>
                </c:pt>
                <c:pt idx="1181">
                  <c:v>1.8717999999999999</c:v>
                </c:pt>
                <c:pt idx="1182">
                  <c:v>1.8048</c:v>
                </c:pt>
                <c:pt idx="1183">
                  <c:v>1.8176999999999999</c:v>
                </c:pt>
                <c:pt idx="1184">
                  <c:v>1.8174000000000001</c:v>
                </c:pt>
                <c:pt idx="1185">
                  <c:v>1.8117000000000001</c:v>
                </c:pt>
                <c:pt idx="1186">
                  <c:v>1.8207</c:v>
                </c:pt>
                <c:pt idx="1187">
                  <c:v>1.7798</c:v>
                </c:pt>
                <c:pt idx="1188">
                  <c:v>1.8378000000000001</c:v>
                </c:pt>
                <c:pt idx="1189">
                  <c:v>1.8157999999999999</c:v>
                </c:pt>
                <c:pt idx="1190">
                  <c:v>1.9112</c:v>
                </c:pt>
                <c:pt idx="1191">
                  <c:v>1.8484</c:v>
                </c:pt>
                <c:pt idx="1192">
                  <c:v>1.7898000000000001</c:v>
                </c:pt>
                <c:pt idx="1193">
                  <c:v>1.7831999999999999</c:v>
                </c:pt>
                <c:pt idx="1194">
                  <c:v>1.8048999999999999</c:v>
                </c:pt>
                <c:pt idx="1195">
                  <c:v>1.7927</c:v>
                </c:pt>
                <c:pt idx="1196">
                  <c:v>1.782</c:v>
                </c:pt>
                <c:pt idx="1197">
                  <c:v>1.8475999999999999</c:v>
                </c:pt>
                <c:pt idx="1198">
                  <c:v>1.8142</c:v>
                </c:pt>
                <c:pt idx="1199">
                  <c:v>1.7513000000000001</c:v>
                </c:pt>
                <c:pt idx="1200">
                  <c:v>1.6677</c:v>
                </c:pt>
                <c:pt idx="1201">
                  <c:v>1.6541999999999999</c:v>
                </c:pt>
                <c:pt idx="1202">
                  <c:v>1.6800000000000002</c:v>
                </c:pt>
                <c:pt idx="1203">
                  <c:v>1.6745000000000001</c:v>
                </c:pt>
                <c:pt idx="1204">
                  <c:v>1.6200999999999999</c:v>
                </c:pt>
                <c:pt idx="1205">
                  <c:v>1.5815000000000001</c:v>
                </c:pt>
                <c:pt idx="1206">
                  <c:v>1.5487</c:v>
                </c:pt>
                <c:pt idx="1207">
                  <c:v>1.5777999999999999</c:v>
                </c:pt>
                <c:pt idx="1208">
                  <c:v>1.6266</c:v>
                </c:pt>
                <c:pt idx="1209">
                  <c:v>1.5735000000000001</c:v>
                </c:pt>
                <c:pt idx="1210">
                  <c:v>1.5682</c:v>
                </c:pt>
                <c:pt idx="1211">
                  <c:v>1.5139</c:v>
                </c:pt>
                <c:pt idx="1212">
                  <c:v>1.5764</c:v>
                </c:pt>
                <c:pt idx="1213">
                  <c:v>1.5937999999999999</c:v>
                </c:pt>
                <c:pt idx="1214">
                  <c:v>1.5809</c:v>
                </c:pt>
                <c:pt idx="1215">
                  <c:v>1.6028</c:v>
                </c:pt>
                <c:pt idx="1216">
                  <c:v>1.621</c:v>
                </c:pt>
                <c:pt idx="1217">
                  <c:v>1.6048</c:v>
                </c:pt>
                <c:pt idx="1218">
                  <c:v>1.6467000000000001</c:v>
                </c:pt>
                <c:pt idx="1219">
                  <c:v>1.6806999999999999</c:v>
                </c:pt>
                <c:pt idx="1220">
                  <c:v>1.7403999999999999</c:v>
                </c:pt>
                <c:pt idx="1221">
                  <c:v>1.7974999999999999</c:v>
                </c:pt>
                <c:pt idx="1222">
                  <c:v>1.7881</c:v>
                </c:pt>
                <c:pt idx="1223">
                  <c:v>1.7802</c:v>
                </c:pt>
                <c:pt idx="1224">
                  <c:v>1.8296000000000001</c:v>
                </c:pt>
                <c:pt idx="1225">
                  <c:v>1.8296000000000001</c:v>
                </c:pt>
                <c:pt idx="1226">
                  <c:v>1.833</c:v>
                </c:pt>
                <c:pt idx="1227">
                  <c:v>1.8344</c:v>
                </c:pt>
                <c:pt idx="1228">
                  <c:v>1.7690999999999999</c:v>
                </c:pt>
                <c:pt idx="1229">
                  <c:v>1.7883</c:v>
                </c:pt>
                <c:pt idx="1230">
                  <c:v>1.7915999999999999</c:v>
                </c:pt>
                <c:pt idx="1231">
                  <c:v>1.8046</c:v>
                </c:pt>
                <c:pt idx="1232">
                  <c:v>1.7798</c:v>
                </c:pt>
                <c:pt idx="1233">
                  <c:v>1.7664</c:v>
                </c:pt>
                <c:pt idx="1234">
                  <c:v>1.7477</c:v>
                </c:pt>
                <c:pt idx="1235">
                  <c:v>1.7124999999999999</c:v>
                </c:pt>
                <c:pt idx="1236">
                  <c:v>1.7105000000000001</c:v>
                </c:pt>
                <c:pt idx="1237">
                  <c:v>1.7069000000000001</c:v>
                </c:pt>
                <c:pt idx="1238">
                  <c:v>1.7219</c:v>
                </c:pt>
                <c:pt idx="1239">
                  <c:v>1.8054000000000001</c:v>
                </c:pt>
                <c:pt idx="1240">
                  <c:v>1.8512999999999999</c:v>
                </c:pt>
                <c:pt idx="1241">
                  <c:v>1.885</c:v>
                </c:pt>
                <c:pt idx="1242">
                  <c:v>1.8357999999999999</c:v>
                </c:pt>
                <c:pt idx="1243">
                  <c:v>1.8423</c:v>
                </c:pt>
                <c:pt idx="1244">
                  <c:v>1.8136000000000001</c:v>
                </c:pt>
                <c:pt idx="1245">
                  <c:v>1.7383</c:v>
                </c:pt>
                <c:pt idx="1246">
                  <c:v>1.7219</c:v>
                </c:pt>
                <c:pt idx="1247">
                  <c:v>1.8002</c:v>
                </c:pt>
                <c:pt idx="1248">
                  <c:v>1.7659</c:v>
                </c:pt>
                <c:pt idx="1249">
                  <c:v>1.7749000000000001</c:v>
                </c:pt>
                <c:pt idx="1250">
                  <c:v>1.8443000000000001</c:v>
                </c:pt>
                <c:pt idx="1251">
                  <c:v>1.8675999999999999</c:v>
                </c:pt>
                <c:pt idx="1252">
                  <c:v>1.9029</c:v>
                </c:pt>
                <c:pt idx="1253">
                  <c:v>1.9481999999999999</c:v>
                </c:pt>
                <c:pt idx="1254">
                  <c:v>1.9470000000000001</c:v>
                </c:pt>
                <c:pt idx="1255">
                  <c:v>1.9630000000000001</c:v>
                </c:pt>
                <c:pt idx="1256">
                  <c:v>1.9918</c:v>
                </c:pt>
                <c:pt idx="1257">
                  <c:v>2.0427</c:v>
                </c:pt>
                <c:pt idx="1258">
                  <c:v>2.0186999999999999</c:v>
                </c:pt>
                <c:pt idx="1259">
                  <c:v>2.0164</c:v>
                </c:pt>
                <c:pt idx="1260">
                  <c:v>2.0150000000000001</c:v>
                </c:pt>
                <c:pt idx="1261">
                  <c:v>2.0249000000000001</c:v>
                </c:pt>
                <c:pt idx="1262">
                  <c:v>1.9938</c:v>
                </c:pt>
                <c:pt idx="1263">
                  <c:v>1.9856</c:v>
                </c:pt>
                <c:pt idx="1264">
                  <c:v>2.0116000000000001</c:v>
                </c:pt>
                <c:pt idx="1265">
                  <c:v>1.9407000000000001</c:v>
                </c:pt>
                <c:pt idx="1266">
                  <c:v>1.9434</c:v>
                </c:pt>
                <c:pt idx="1267">
                  <c:v>1.9318</c:v>
                </c:pt>
                <c:pt idx="1268">
                  <c:v>1.9775</c:v>
                </c:pt>
                <c:pt idx="1269">
                  <c:v>2.0779000000000001</c:v>
                </c:pt>
                <c:pt idx="1270">
                  <c:v>2.0348999999999999</c:v>
                </c:pt>
                <c:pt idx="1271">
                  <c:v>1.9994000000000001</c:v>
                </c:pt>
                <c:pt idx="1272">
                  <c:v>2.0461999999999998</c:v>
                </c:pt>
                <c:pt idx="1273">
                  <c:v>2.0503</c:v>
                </c:pt>
                <c:pt idx="1274">
                  <c:v>2.0609999999999999</c:v>
                </c:pt>
                <c:pt idx="1275">
                  <c:v>1.9539</c:v>
                </c:pt>
                <c:pt idx="1276">
                  <c:v>1.9003000000000001</c:v>
                </c:pt>
                <c:pt idx="1277">
                  <c:v>1.9647000000000001</c:v>
                </c:pt>
                <c:pt idx="1278">
                  <c:v>1.9557</c:v>
                </c:pt>
                <c:pt idx="1279">
                  <c:v>1.9226999999999999</c:v>
                </c:pt>
                <c:pt idx="1280">
                  <c:v>2.0823</c:v>
                </c:pt>
                <c:pt idx="1281">
                  <c:v>2.1524000000000001</c:v>
                </c:pt>
                <c:pt idx="1282">
                  <c:v>2.2063000000000001</c:v>
                </c:pt>
                <c:pt idx="1283">
                  <c:v>2.2290000000000001</c:v>
                </c:pt>
                <c:pt idx="1284">
                  <c:v>2.2818999999999998</c:v>
                </c:pt>
                <c:pt idx="1285">
                  <c:v>2.3218000000000001</c:v>
                </c:pt>
                <c:pt idx="1286">
                  <c:v>2.2555000000000001</c:v>
                </c:pt>
                <c:pt idx="1287">
                  <c:v>2.2364999999999999</c:v>
                </c:pt>
                <c:pt idx="1288">
                  <c:v>2.1522000000000001</c:v>
                </c:pt>
                <c:pt idx="1289">
                  <c:v>2.1614</c:v>
                </c:pt>
                <c:pt idx="1290">
                  <c:v>2.274</c:v>
                </c:pt>
                <c:pt idx="1291">
                  <c:v>2.3218999999999999</c:v>
                </c:pt>
                <c:pt idx="1292">
                  <c:v>2.3982999999999999</c:v>
                </c:pt>
                <c:pt idx="1293">
                  <c:v>2.3986000000000001</c:v>
                </c:pt>
                <c:pt idx="1294">
                  <c:v>2.4337</c:v>
                </c:pt>
                <c:pt idx="1295">
                  <c:v>2.3915999999999999</c:v>
                </c:pt>
                <c:pt idx="1296">
                  <c:v>2.3336000000000001</c:v>
                </c:pt>
                <c:pt idx="1297">
                  <c:v>2.3754</c:v>
                </c:pt>
                <c:pt idx="1298">
                  <c:v>2.3757999999999999</c:v>
                </c:pt>
                <c:pt idx="1299">
                  <c:v>2.3406000000000002</c:v>
                </c:pt>
                <c:pt idx="1300">
                  <c:v>2.3420000000000001</c:v>
                </c:pt>
                <c:pt idx="1301">
                  <c:v>2.3433999999999999</c:v>
                </c:pt>
                <c:pt idx="1302">
                  <c:v>2.3275999999999999</c:v>
                </c:pt>
                <c:pt idx="1303">
                  <c:v>2.3361000000000001</c:v>
                </c:pt>
                <c:pt idx="1304">
                  <c:v>2.3624000000000001</c:v>
                </c:pt>
                <c:pt idx="1305">
                  <c:v>2.3496999999999999</c:v>
                </c:pt>
                <c:pt idx="1306">
                  <c:v>2.3281999999999998</c:v>
                </c:pt>
                <c:pt idx="1307">
                  <c:v>2.3477999999999999</c:v>
                </c:pt>
                <c:pt idx="1308">
                  <c:v>2.3416000000000001</c:v>
                </c:pt>
                <c:pt idx="1309">
                  <c:v>2.3406000000000002</c:v>
                </c:pt>
                <c:pt idx="1310">
                  <c:v>2.3384999999999998</c:v>
                </c:pt>
                <c:pt idx="1311">
                  <c:v>2.3294000000000001</c:v>
                </c:pt>
                <c:pt idx="1312">
                  <c:v>2.3083999999999998</c:v>
                </c:pt>
                <c:pt idx="1313">
                  <c:v>2.2618999999999998</c:v>
                </c:pt>
                <c:pt idx="1314">
                  <c:v>2.2685</c:v>
                </c:pt>
                <c:pt idx="1315">
                  <c:v>2.2591000000000001</c:v>
                </c:pt>
                <c:pt idx="1316">
                  <c:v>2.2183000000000002</c:v>
                </c:pt>
                <c:pt idx="1317">
                  <c:v>2.2225999999999999</c:v>
                </c:pt>
                <c:pt idx="1318">
                  <c:v>2.2403</c:v>
                </c:pt>
                <c:pt idx="1319">
                  <c:v>2.2591000000000001</c:v>
                </c:pt>
                <c:pt idx="1320">
                  <c:v>2.2496</c:v>
                </c:pt>
                <c:pt idx="1321">
                  <c:v>2.2111000000000001</c:v>
                </c:pt>
                <c:pt idx="1322">
                  <c:v>2.1930999999999998</c:v>
                </c:pt>
                <c:pt idx="1323">
                  <c:v>2.2098</c:v>
                </c:pt>
                <c:pt idx="1324">
                  <c:v>2.2275</c:v>
                </c:pt>
                <c:pt idx="1325">
                  <c:v>2.2545000000000002</c:v>
                </c:pt>
                <c:pt idx="1326">
                  <c:v>2.2490000000000001</c:v>
                </c:pt>
                <c:pt idx="1327">
                  <c:v>2.2585999999999999</c:v>
                </c:pt>
                <c:pt idx="1328">
                  <c:v>2.2728999999999999</c:v>
                </c:pt>
                <c:pt idx="1329">
                  <c:v>2.2549000000000001</c:v>
                </c:pt>
                <c:pt idx="1330">
                  <c:v>2.2526999999999999</c:v>
                </c:pt>
                <c:pt idx="1331">
                  <c:v>2.242</c:v>
                </c:pt>
                <c:pt idx="1332">
                  <c:v>2.2401</c:v>
                </c:pt>
                <c:pt idx="1333">
                  <c:v>2.2246000000000001</c:v>
                </c:pt>
                <c:pt idx="1334">
                  <c:v>2.1798000000000002</c:v>
                </c:pt>
                <c:pt idx="1335">
                  <c:v>2.1760999999999999</c:v>
                </c:pt>
                <c:pt idx="1336">
                  <c:v>2.1697000000000002</c:v>
                </c:pt>
                <c:pt idx="1337">
                  <c:v>2.1547000000000001</c:v>
                </c:pt>
                <c:pt idx="1338">
                  <c:v>2.1568000000000001</c:v>
                </c:pt>
                <c:pt idx="1339">
                  <c:v>2.1621999999999999</c:v>
                </c:pt>
                <c:pt idx="1340">
                  <c:v>2.1968000000000001</c:v>
                </c:pt>
                <c:pt idx="1341">
                  <c:v>2.2063999999999999</c:v>
                </c:pt>
                <c:pt idx="1342">
                  <c:v>2.2618999999999998</c:v>
                </c:pt>
                <c:pt idx="1343">
                  <c:v>2.2818999999999998</c:v>
                </c:pt>
                <c:pt idx="1344">
                  <c:v>2.3294000000000001</c:v>
                </c:pt>
                <c:pt idx="1345">
                  <c:v>2.2896999999999998</c:v>
                </c:pt>
                <c:pt idx="1346">
                  <c:v>2.2517</c:v>
                </c:pt>
                <c:pt idx="1347">
                  <c:v>2.2465000000000002</c:v>
                </c:pt>
                <c:pt idx="1348">
                  <c:v>2.2484000000000002</c:v>
                </c:pt>
                <c:pt idx="1349">
                  <c:v>2.2597</c:v>
                </c:pt>
                <c:pt idx="1350">
                  <c:v>2.2776999999999998</c:v>
                </c:pt>
                <c:pt idx="1351">
                  <c:v>2.2751999999999999</c:v>
                </c:pt>
                <c:pt idx="1352">
                  <c:v>2.2439</c:v>
                </c:pt>
                <c:pt idx="1353">
                  <c:v>2.258</c:v>
                </c:pt>
                <c:pt idx="1354">
                  <c:v>2.3334000000000001</c:v>
                </c:pt>
                <c:pt idx="1355">
                  <c:v>2.3889</c:v>
                </c:pt>
                <c:pt idx="1356">
                  <c:v>2.3898000000000001</c:v>
                </c:pt>
                <c:pt idx="1357">
                  <c:v>2.3860000000000001</c:v>
                </c:pt>
                <c:pt idx="1358">
                  <c:v>2.3186</c:v>
                </c:pt>
                <c:pt idx="1359">
                  <c:v>2.3168000000000002</c:v>
                </c:pt>
                <c:pt idx="1360">
                  <c:v>2.3134999999999999</c:v>
                </c:pt>
                <c:pt idx="1361">
                  <c:v>2.3346</c:v>
                </c:pt>
                <c:pt idx="1362">
                  <c:v>2.3138000000000001</c:v>
                </c:pt>
                <c:pt idx="1363">
                  <c:v>2.2944</c:v>
                </c:pt>
                <c:pt idx="1364">
                  <c:v>2.323</c:v>
                </c:pt>
                <c:pt idx="1365">
                  <c:v>2.3563999999999998</c:v>
                </c:pt>
                <c:pt idx="1366">
                  <c:v>2.3725000000000001</c:v>
                </c:pt>
                <c:pt idx="1367">
                  <c:v>2.3534000000000002</c:v>
                </c:pt>
                <c:pt idx="1368">
                  <c:v>2.3532999999999999</c:v>
                </c:pt>
                <c:pt idx="1369">
                  <c:v>2.3517000000000001</c:v>
                </c:pt>
                <c:pt idx="1370">
                  <c:v>2.3757000000000001</c:v>
                </c:pt>
                <c:pt idx="1371">
                  <c:v>2.3810000000000002</c:v>
                </c:pt>
                <c:pt idx="1372">
                  <c:v>2.4668000000000001</c:v>
                </c:pt>
                <c:pt idx="1373">
                  <c:v>2.4542999999999999</c:v>
                </c:pt>
                <c:pt idx="1374">
                  <c:v>2.4460000000000002</c:v>
                </c:pt>
                <c:pt idx="1375">
                  <c:v>2.4009</c:v>
                </c:pt>
                <c:pt idx="1376">
                  <c:v>2.3761999999999999</c:v>
                </c:pt>
                <c:pt idx="1377">
                  <c:v>2.4154</c:v>
                </c:pt>
                <c:pt idx="1378">
                  <c:v>2.4037999999999999</c:v>
                </c:pt>
                <c:pt idx="1379">
                  <c:v>2.4073000000000002</c:v>
                </c:pt>
                <c:pt idx="1380">
                  <c:v>2.3951000000000002</c:v>
                </c:pt>
                <c:pt idx="1381">
                  <c:v>2.3997000000000002</c:v>
                </c:pt>
                <c:pt idx="1382">
                  <c:v>2.3929</c:v>
                </c:pt>
                <c:pt idx="1383">
                  <c:v>2.3761999999999999</c:v>
                </c:pt>
                <c:pt idx="1384">
                  <c:v>2.3639000000000001</c:v>
                </c:pt>
                <c:pt idx="1385">
                  <c:v>2.343</c:v>
                </c:pt>
                <c:pt idx="1386">
                  <c:v>2.3622999999999998</c:v>
                </c:pt>
                <c:pt idx="1387">
                  <c:v>2.3425000000000002</c:v>
                </c:pt>
                <c:pt idx="1388">
                  <c:v>2.2858999999999998</c:v>
                </c:pt>
                <c:pt idx="1389">
                  <c:v>2.2585999999999999</c:v>
                </c:pt>
                <c:pt idx="1390">
                  <c:v>2.3037999999999998</c:v>
                </c:pt>
                <c:pt idx="1391">
                  <c:v>2.2770000000000001</c:v>
                </c:pt>
                <c:pt idx="1392">
                  <c:v>2.2353000000000001</c:v>
                </c:pt>
                <c:pt idx="1393">
                  <c:v>2.1861000000000002</c:v>
                </c:pt>
                <c:pt idx="1394">
                  <c:v>2.1343999999999999</c:v>
                </c:pt>
                <c:pt idx="1395">
                  <c:v>2.1227999999999998</c:v>
                </c:pt>
                <c:pt idx="1396">
                  <c:v>2.1259000000000001</c:v>
                </c:pt>
                <c:pt idx="1397">
                  <c:v>2.1692999999999998</c:v>
                </c:pt>
                <c:pt idx="1398">
                  <c:v>2.1837</c:v>
                </c:pt>
                <c:pt idx="1399">
                  <c:v>2.1991999999999998</c:v>
                </c:pt>
                <c:pt idx="1400">
                  <c:v>2.1779000000000002</c:v>
                </c:pt>
                <c:pt idx="1401">
                  <c:v>2.1831999999999998</c:v>
                </c:pt>
                <c:pt idx="1402">
                  <c:v>2.1166</c:v>
                </c:pt>
                <c:pt idx="1403">
                  <c:v>2.1006999999999998</c:v>
                </c:pt>
                <c:pt idx="1404">
                  <c:v>2.1566999999999998</c:v>
                </c:pt>
                <c:pt idx="1405">
                  <c:v>2.1562000000000001</c:v>
                </c:pt>
                <c:pt idx="1406">
                  <c:v>2.1394000000000002</c:v>
                </c:pt>
                <c:pt idx="1407">
                  <c:v>2.1987000000000001</c:v>
                </c:pt>
                <c:pt idx="1408">
                  <c:v>2.1869999999999998</c:v>
                </c:pt>
                <c:pt idx="1409">
                  <c:v>2.1800999999999999</c:v>
                </c:pt>
                <c:pt idx="1410">
                  <c:v>2.1978</c:v>
                </c:pt>
                <c:pt idx="1411">
                  <c:v>2.1635</c:v>
                </c:pt>
                <c:pt idx="1412">
                  <c:v>2.1661999999999999</c:v>
                </c:pt>
                <c:pt idx="1413">
                  <c:v>2.1579000000000002</c:v>
                </c:pt>
                <c:pt idx="1414">
                  <c:v>2.1667999999999998</c:v>
                </c:pt>
                <c:pt idx="1415">
                  <c:v>2.2315999999999998</c:v>
                </c:pt>
                <c:pt idx="1416">
                  <c:v>2.2103000000000002</c:v>
                </c:pt>
                <c:pt idx="1417">
                  <c:v>2.2366000000000001</c:v>
                </c:pt>
                <c:pt idx="1418">
                  <c:v>2.1675</c:v>
                </c:pt>
                <c:pt idx="1419">
                  <c:v>2.1650999999999998</c:v>
                </c:pt>
                <c:pt idx="1420">
                  <c:v>2.1278999999999999</c:v>
                </c:pt>
                <c:pt idx="1421">
                  <c:v>2.0558000000000001</c:v>
                </c:pt>
                <c:pt idx="1422">
                  <c:v>2.0438000000000001</c:v>
                </c:pt>
                <c:pt idx="1423">
                  <c:v>2.0152999999999999</c:v>
                </c:pt>
                <c:pt idx="1424">
                  <c:v>2.0366</c:v>
                </c:pt>
                <c:pt idx="1425">
                  <c:v>1.9691000000000001</c:v>
                </c:pt>
                <c:pt idx="1426">
                  <c:v>2.0007000000000001</c:v>
                </c:pt>
                <c:pt idx="1427">
                  <c:v>2.0095999999999998</c:v>
                </c:pt>
                <c:pt idx="1428">
                  <c:v>2.0066999999999999</c:v>
                </c:pt>
                <c:pt idx="1429">
                  <c:v>1.9651999999999998</c:v>
                </c:pt>
                <c:pt idx="1430">
                  <c:v>1.9979</c:v>
                </c:pt>
                <c:pt idx="1431">
                  <c:v>1.9952000000000001</c:v>
                </c:pt>
                <c:pt idx="1432">
                  <c:v>2.0434000000000001</c:v>
                </c:pt>
                <c:pt idx="1433">
                  <c:v>1.9868000000000001</c:v>
                </c:pt>
                <c:pt idx="1434">
                  <c:v>1.9925999999999999</c:v>
                </c:pt>
                <c:pt idx="1435">
                  <c:v>1.9479</c:v>
                </c:pt>
                <c:pt idx="1436">
                  <c:v>1.8893</c:v>
                </c:pt>
                <c:pt idx="1437">
                  <c:v>1.8531</c:v>
                </c:pt>
                <c:pt idx="1438">
                  <c:v>1.8549</c:v>
                </c:pt>
                <c:pt idx="1439">
                  <c:v>1.7863</c:v>
                </c:pt>
                <c:pt idx="1440">
                  <c:v>1.7593000000000001</c:v>
                </c:pt>
                <c:pt idx="1441">
                  <c:v>1.7631999999999999</c:v>
                </c:pt>
                <c:pt idx="1442">
                  <c:v>1.7318</c:v>
                </c:pt>
                <c:pt idx="1443">
                  <c:v>1.7097</c:v>
                </c:pt>
                <c:pt idx="1444">
                  <c:v>1.7119</c:v>
                </c:pt>
                <c:pt idx="1445">
                  <c:v>1.7721</c:v>
                </c:pt>
                <c:pt idx="1446">
                  <c:v>1.7336</c:v>
                </c:pt>
                <c:pt idx="1447">
                  <c:v>1.7429999999999999</c:v>
                </c:pt>
                <c:pt idx="1448">
                  <c:v>1.7578</c:v>
                </c:pt>
                <c:pt idx="1449">
                  <c:v>1.7677</c:v>
                </c:pt>
                <c:pt idx="1450">
                  <c:v>1.8167</c:v>
                </c:pt>
                <c:pt idx="1451">
                  <c:v>1.8188</c:v>
                </c:pt>
                <c:pt idx="1452">
                  <c:v>1.8096999999999999</c:v>
                </c:pt>
                <c:pt idx="1453">
                  <c:v>1.8203</c:v>
                </c:pt>
                <c:pt idx="1454">
                  <c:v>1.829</c:v>
                </c:pt>
                <c:pt idx="1455">
                  <c:v>1.877</c:v>
                </c:pt>
                <c:pt idx="1456">
                  <c:v>1.8365</c:v>
                </c:pt>
                <c:pt idx="1457">
                  <c:v>1.7963</c:v>
                </c:pt>
                <c:pt idx="1458">
                  <c:v>1.7665999999999999</c:v>
                </c:pt>
                <c:pt idx="1459">
                  <c:v>1.7751000000000001</c:v>
                </c:pt>
                <c:pt idx="1460">
                  <c:v>1.8496999999999999</c:v>
                </c:pt>
                <c:pt idx="1461">
                  <c:v>1.8336000000000001</c:v>
                </c:pt>
                <c:pt idx="1462">
                  <c:v>1.7774000000000001</c:v>
                </c:pt>
                <c:pt idx="1463">
                  <c:v>1.7736000000000001</c:v>
                </c:pt>
                <c:pt idx="1464">
                  <c:v>1.6796</c:v>
                </c:pt>
                <c:pt idx="1465">
                  <c:v>1.6002000000000001</c:v>
                </c:pt>
                <c:pt idx="1466">
                  <c:v>1.6604000000000001</c:v>
                </c:pt>
                <c:pt idx="1467">
                  <c:v>1.6558999999999999</c:v>
                </c:pt>
                <c:pt idx="1468">
                  <c:v>1.7143000000000002</c:v>
                </c:pt>
                <c:pt idx="1469">
                  <c:v>1.7269000000000001</c:v>
                </c:pt>
                <c:pt idx="1470">
                  <c:v>1.7391000000000001</c:v>
                </c:pt>
                <c:pt idx="1471">
                  <c:v>1.7408999999999999</c:v>
                </c:pt>
                <c:pt idx="1472">
                  <c:v>1.8157000000000001</c:v>
                </c:pt>
                <c:pt idx="1473">
                  <c:v>1.8949</c:v>
                </c:pt>
                <c:pt idx="1474">
                  <c:v>1.8559999999999999</c:v>
                </c:pt>
                <c:pt idx="1475">
                  <c:v>1.7763</c:v>
                </c:pt>
                <c:pt idx="1476">
                  <c:v>1.7637</c:v>
                </c:pt>
                <c:pt idx="1477">
                  <c:v>1.6919999999999999</c:v>
                </c:pt>
                <c:pt idx="1478">
                  <c:v>1.7303999999999999</c:v>
                </c:pt>
                <c:pt idx="1479">
                  <c:v>1.8092999999999999</c:v>
                </c:pt>
                <c:pt idx="1480">
                  <c:v>1.8978999999999999</c:v>
                </c:pt>
                <c:pt idx="1481">
                  <c:v>1.8948</c:v>
                </c:pt>
                <c:pt idx="1482">
                  <c:v>1.9588000000000001</c:v>
                </c:pt>
                <c:pt idx="1483">
                  <c:v>2.0101</c:v>
                </c:pt>
                <c:pt idx="1484">
                  <c:v>1.9151</c:v>
                </c:pt>
                <c:pt idx="1485">
                  <c:v>1.9333</c:v>
                </c:pt>
                <c:pt idx="1486">
                  <c:v>1.8754</c:v>
                </c:pt>
                <c:pt idx="1487">
                  <c:v>1.8721000000000001</c:v>
                </c:pt>
                <c:pt idx="1488">
                  <c:v>1.7728000000000002</c:v>
                </c:pt>
                <c:pt idx="1489">
                  <c:v>1.8768</c:v>
                </c:pt>
                <c:pt idx="1490">
                  <c:v>1.8369</c:v>
                </c:pt>
                <c:pt idx="1491">
                  <c:v>1.8488</c:v>
                </c:pt>
                <c:pt idx="1492">
                  <c:v>1.8942000000000001</c:v>
                </c:pt>
                <c:pt idx="1493">
                  <c:v>1.881</c:v>
                </c:pt>
                <c:pt idx="1494">
                  <c:v>1.9041999999999999</c:v>
                </c:pt>
                <c:pt idx="1495">
                  <c:v>1.8168</c:v>
                </c:pt>
                <c:pt idx="1496">
                  <c:v>1.7869999999999999</c:v>
                </c:pt>
                <c:pt idx="1497">
                  <c:v>1.8855</c:v>
                </c:pt>
                <c:pt idx="1498">
                  <c:v>1.8593999999999999</c:v>
                </c:pt>
                <c:pt idx="1499">
                  <c:v>1.7765</c:v>
                </c:pt>
                <c:pt idx="1500">
                  <c:v>1.7633999999999999</c:v>
                </c:pt>
                <c:pt idx="1501">
                  <c:v>1.6419000000000001</c:v>
                </c:pt>
                <c:pt idx="1502">
                  <c:v>1.5266</c:v>
                </c:pt>
                <c:pt idx="1503">
                  <c:v>1.5169000000000001</c:v>
                </c:pt>
                <c:pt idx="1504">
                  <c:v>1.5505</c:v>
                </c:pt>
                <c:pt idx="1505">
                  <c:v>1.536</c:v>
                </c:pt>
                <c:pt idx="1506">
                  <c:v>1.621</c:v>
                </c:pt>
                <c:pt idx="1507">
                  <c:v>1.6209</c:v>
                </c:pt>
                <c:pt idx="1508">
                  <c:v>1.6556999999999999</c:v>
                </c:pt>
                <c:pt idx="1509">
                  <c:v>1.6516999999999999</c:v>
                </c:pt>
                <c:pt idx="1510">
                  <c:v>1.7358</c:v>
                </c:pt>
                <c:pt idx="1511">
                  <c:v>1.7669999999999999</c:v>
                </c:pt>
                <c:pt idx="1512">
                  <c:v>1.7023000000000001</c:v>
                </c:pt>
                <c:pt idx="1513">
                  <c:v>1.6947000000000001</c:v>
                </c:pt>
                <c:pt idx="1514">
                  <c:v>1.7544999999999999</c:v>
                </c:pt>
                <c:pt idx="1515">
                  <c:v>1.8062</c:v>
                </c:pt>
                <c:pt idx="1516">
                  <c:v>1.8388</c:v>
                </c:pt>
                <c:pt idx="1517">
                  <c:v>1.8443000000000001</c:v>
                </c:pt>
                <c:pt idx="1518">
                  <c:v>1.9300000000000002</c:v>
                </c:pt>
                <c:pt idx="1519">
                  <c:v>1.9076</c:v>
                </c:pt>
                <c:pt idx="1520">
                  <c:v>1.768</c:v>
                </c:pt>
                <c:pt idx="1521">
                  <c:v>1.8129</c:v>
                </c:pt>
                <c:pt idx="1522">
                  <c:v>1.8742000000000001</c:v>
                </c:pt>
                <c:pt idx="1523">
                  <c:v>1.9278999999999999</c:v>
                </c:pt>
                <c:pt idx="1524">
                  <c:v>2.0167999999999999</c:v>
                </c:pt>
                <c:pt idx="1525">
                  <c:v>2.0834000000000001</c:v>
                </c:pt>
                <c:pt idx="1526">
                  <c:v>2.0200999999999998</c:v>
                </c:pt>
                <c:pt idx="1527">
                  <c:v>2.0042</c:v>
                </c:pt>
                <c:pt idx="1528">
                  <c:v>2.0059999999999998</c:v>
                </c:pt>
                <c:pt idx="1529">
                  <c:v>1.9350000000000001</c:v>
                </c:pt>
                <c:pt idx="1530">
                  <c:v>1.9102999999999999</c:v>
                </c:pt>
                <c:pt idx="1531">
                  <c:v>1.9918</c:v>
                </c:pt>
                <c:pt idx="1532">
                  <c:v>1.9496</c:v>
                </c:pt>
                <c:pt idx="1533">
                  <c:v>1.8399000000000001</c:v>
                </c:pt>
                <c:pt idx="1534">
                  <c:v>1.821</c:v>
                </c:pt>
                <c:pt idx="1535">
                  <c:v>1.9293</c:v>
                </c:pt>
                <c:pt idx="1536">
                  <c:v>1.8404</c:v>
                </c:pt>
                <c:pt idx="1537">
                  <c:v>1.7761</c:v>
                </c:pt>
                <c:pt idx="1538">
                  <c:v>1.7759</c:v>
                </c:pt>
                <c:pt idx="1539">
                  <c:v>1.7298</c:v>
                </c:pt>
                <c:pt idx="1540">
                  <c:v>1.6793</c:v>
                </c:pt>
                <c:pt idx="1541">
                  <c:v>1.6475</c:v>
                </c:pt>
                <c:pt idx="1542">
                  <c:v>1.6105</c:v>
                </c:pt>
                <c:pt idx="1543">
                  <c:v>1.5179</c:v>
                </c:pt>
                <c:pt idx="1544">
                  <c:v>1.4752000000000001</c:v>
                </c:pt>
                <c:pt idx="1545">
                  <c:v>1.4856</c:v>
                </c:pt>
                <c:pt idx="1546">
                  <c:v>1.5352999999999999</c:v>
                </c:pt>
                <c:pt idx="1547">
                  <c:v>1.5106999999999999</c:v>
                </c:pt>
                <c:pt idx="1548">
                  <c:v>1.5758000000000001</c:v>
                </c:pt>
                <c:pt idx="1549">
                  <c:v>1.5802</c:v>
                </c:pt>
                <c:pt idx="1550">
                  <c:v>1.4717</c:v>
                </c:pt>
                <c:pt idx="1551">
                  <c:v>1.4264999999999999</c:v>
                </c:pt>
                <c:pt idx="1552">
                  <c:v>1.4376</c:v>
                </c:pt>
                <c:pt idx="1553">
                  <c:v>1.4117999999999999</c:v>
                </c:pt>
                <c:pt idx="1554">
                  <c:v>1.4731000000000001</c:v>
                </c:pt>
                <c:pt idx="1555">
                  <c:v>1.5396999999999998</c:v>
                </c:pt>
                <c:pt idx="1556">
                  <c:v>1.5053999999999998</c:v>
                </c:pt>
                <c:pt idx="1557">
                  <c:v>1.48</c:v>
                </c:pt>
                <c:pt idx="1558">
                  <c:v>1.4999</c:v>
                </c:pt>
                <c:pt idx="1559">
                  <c:v>1.4485000000000001</c:v>
                </c:pt>
                <c:pt idx="1560">
                  <c:v>1.3473999999999999</c:v>
                </c:pt>
                <c:pt idx="1561">
                  <c:v>1.2518</c:v>
                </c:pt>
                <c:pt idx="1562">
                  <c:v>1.2179</c:v>
                </c:pt>
                <c:pt idx="1563">
                  <c:v>1.2879</c:v>
                </c:pt>
                <c:pt idx="1564">
                  <c:v>1.2896000000000001</c:v>
                </c:pt>
                <c:pt idx="1565">
                  <c:v>1.3355999999999999</c:v>
                </c:pt>
                <c:pt idx="1566">
                  <c:v>1.2988</c:v>
                </c:pt>
                <c:pt idx="1567">
                  <c:v>1.3387</c:v>
                </c:pt>
                <c:pt idx="1568">
                  <c:v>1.3492999999999999</c:v>
                </c:pt>
                <c:pt idx="1569">
                  <c:v>1.3220000000000001</c:v>
                </c:pt>
                <c:pt idx="1570">
                  <c:v>1.3273999999999999</c:v>
                </c:pt>
                <c:pt idx="1571">
                  <c:v>1.3544</c:v>
                </c:pt>
                <c:pt idx="1572">
                  <c:v>1.4554</c:v>
                </c:pt>
                <c:pt idx="1573">
                  <c:v>1.3998999999999999</c:v>
                </c:pt>
                <c:pt idx="1574">
                  <c:v>1.3433999999999999</c:v>
                </c:pt>
                <c:pt idx="1575">
                  <c:v>1.3331999999999999</c:v>
                </c:pt>
                <c:pt idx="1576">
                  <c:v>1.3091999999999999</c:v>
                </c:pt>
                <c:pt idx="1577">
                  <c:v>1.3593999999999999</c:v>
                </c:pt>
                <c:pt idx="1578">
                  <c:v>1.4309000000000001</c:v>
                </c:pt>
                <c:pt idx="1579">
                  <c:v>1.4807000000000001</c:v>
                </c:pt>
                <c:pt idx="1580">
                  <c:v>1.4079999999999999</c:v>
                </c:pt>
                <c:pt idx="1581">
                  <c:v>1.3622000000000001</c:v>
                </c:pt>
                <c:pt idx="1582">
                  <c:v>1.3118000000000001</c:v>
                </c:pt>
                <c:pt idx="1583">
                  <c:v>1.2426999999999999</c:v>
                </c:pt>
                <c:pt idx="1584">
                  <c:v>1.3376999999999999</c:v>
                </c:pt>
                <c:pt idx="1585">
                  <c:v>1.2208000000000001</c:v>
                </c:pt>
                <c:pt idx="1586">
                  <c:v>1.1543000000000001</c:v>
                </c:pt>
                <c:pt idx="1587">
                  <c:v>1.1280000000000001</c:v>
                </c:pt>
                <c:pt idx="1588">
                  <c:v>1.0463</c:v>
                </c:pt>
                <c:pt idx="1589">
                  <c:v>1.03</c:v>
                </c:pt>
                <c:pt idx="1590">
                  <c:v>0.89949999999999997</c:v>
                </c:pt>
                <c:pt idx="1591">
                  <c:v>0.87960000000000005</c:v>
                </c:pt>
                <c:pt idx="1592">
                  <c:v>0.83779999999999999</c:v>
                </c:pt>
                <c:pt idx="1593">
                  <c:v>0.84709999999999996</c:v>
                </c:pt>
                <c:pt idx="1594">
                  <c:v>0.87370000000000003</c:v>
                </c:pt>
                <c:pt idx="1595">
                  <c:v>0.94269999999999998</c:v>
                </c:pt>
                <c:pt idx="1596">
                  <c:v>0.91149999999999998</c:v>
                </c:pt>
                <c:pt idx="1597">
                  <c:v>0.92449999999999999</c:v>
                </c:pt>
                <c:pt idx="1598">
                  <c:v>0.99180000000000001</c:v>
                </c:pt>
                <c:pt idx="1599">
                  <c:v>0.99029999999999996</c:v>
                </c:pt>
                <c:pt idx="1600">
                  <c:v>1.0106999999999999</c:v>
                </c:pt>
                <c:pt idx="1601">
                  <c:v>1.0027999999999999</c:v>
                </c:pt>
                <c:pt idx="1602">
                  <c:v>1.1032</c:v>
                </c:pt>
                <c:pt idx="1603">
                  <c:v>1.1474</c:v>
                </c:pt>
                <c:pt idx="1604">
                  <c:v>1.1585000000000001</c:v>
                </c:pt>
                <c:pt idx="1605">
                  <c:v>1.1478999999999999</c:v>
                </c:pt>
                <c:pt idx="1606">
                  <c:v>1.1516</c:v>
                </c:pt>
                <c:pt idx="1607">
                  <c:v>1.2451000000000001</c:v>
                </c:pt>
                <c:pt idx="1608">
                  <c:v>1.2450000000000001</c:v>
                </c:pt>
                <c:pt idx="1609">
                  <c:v>1.1911</c:v>
                </c:pt>
                <c:pt idx="1610">
                  <c:v>1.1536</c:v>
                </c:pt>
                <c:pt idx="1611">
                  <c:v>1.2450000000000001</c:v>
                </c:pt>
                <c:pt idx="1612">
                  <c:v>1.3656999999999999</c:v>
                </c:pt>
                <c:pt idx="1613">
                  <c:v>1.2099</c:v>
                </c:pt>
                <c:pt idx="1614">
                  <c:v>1.1078999999999999</c:v>
                </c:pt>
                <c:pt idx="1615">
                  <c:v>1.1616</c:v>
                </c:pt>
                <c:pt idx="1616">
                  <c:v>1.1406000000000001</c:v>
                </c:pt>
                <c:pt idx="1617">
                  <c:v>1.0596000000000001</c:v>
                </c:pt>
                <c:pt idx="1618">
                  <c:v>1.095</c:v>
                </c:pt>
                <c:pt idx="1619">
                  <c:v>1.042</c:v>
                </c:pt>
                <c:pt idx="1620">
                  <c:v>0.88700000000000001</c:v>
                </c:pt>
                <c:pt idx="1621">
                  <c:v>0.80510000000000004</c:v>
                </c:pt>
                <c:pt idx="1622">
                  <c:v>0.7732</c:v>
                </c:pt>
                <c:pt idx="1623">
                  <c:v>0.72540000000000004</c:v>
                </c:pt>
                <c:pt idx="1624">
                  <c:v>0.62660000000000005</c:v>
                </c:pt>
                <c:pt idx="1625">
                  <c:v>0.58409999999999995</c:v>
                </c:pt>
                <c:pt idx="1626">
                  <c:v>0.56479999999999997</c:v>
                </c:pt>
                <c:pt idx="1627">
                  <c:v>0.53310000000000002</c:v>
                </c:pt>
                <c:pt idx="1628">
                  <c:v>0.53339999999999999</c:v>
                </c:pt>
                <c:pt idx="1629">
                  <c:v>0.45340000000000003</c:v>
                </c:pt>
                <c:pt idx="1630">
                  <c:v>0.4723</c:v>
                </c:pt>
                <c:pt idx="1631">
                  <c:v>0.61880000000000002</c:v>
                </c:pt>
                <c:pt idx="1632">
                  <c:v>0.57399999999999995</c:v>
                </c:pt>
                <c:pt idx="1633">
                  <c:v>0.58230000000000004</c:v>
                </c:pt>
                <c:pt idx="1634">
                  <c:v>0.54900000000000004</c:v>
                </c:pt>
                <c:pt idx="1635">
                  <c:v>0.51700000000000002</c:v>
                </c:pt>
                <c:pt idx="1636">
                  <c:v>0.29289999999999999</c:v>
                </c:pt>
                <c:pt idx="1637">
                  <c:v>0.1203</c:v>
                </c:pt>
                <c:pt idx="1638">
                  <c:v>0.12330000000000001</c:v>
                </c:pt>
                <c:pt idx="1639">
                  <c:v>0.1134</c:v>
                </c:pt>
                <c:pt idx="1640">
                  <c:v>8.8900000000000007E-2</c:v>
                </c:pt>
                <c:pt idx="1641">
                  <c:v>8.77E-2</c:v>
                </c:pt>
                <c:pt idx="1642">
                  <c:v>0.10920000000000001</c:v>
                </c:pt>
                <c:pt idx="1643">
                  <c:v>9.8900000000000002E-2</c:v>
                </c:pt>
                <c:pt idx="1644">
                  <c:v>0.1114</c:v>
                </c:pt>
                <c:pt idx="1645">
                  <c:v>0.1132</c:v>
                </c:pt>
                <c:pt idx="1646">
                  <c:v>9.7500000000000003E-2</c:v>
                </c:pt>
                <c:pt idx="1647">
                  <c:v>0.1055</c:v>
                </c:pt>
                <c:pt idx="1648">
                  <c:v>0.1096</c:v>
                </c:pt>
                <c:pt idx="1649">
                  <c:v>0.1847</c:v>
                </c:pt>
                <c:pt idx="1650">
                  <c:v>0.27750000000000002</c:v>
                </c:pt>
                <c:pt idx="1651">
                  <c:v>0.13789999999999999</c:v>
                </c:pt>
                <c:pt idx="1652">
                  <c:v>0.1135</c:v>
                </c:pt>
                <c:pt idx="1653">
                  <c:v>0.16139999999999999</c:v>
                </c:pt>
                <c:pt idx="1654">
                  <c:v>0.24890000000000001</c:v>
                </c:pt>
                <c:pt idx="1655">
                  <c:v>0.23019999999999999</c:v>
                </c:pt>
                <c:pt idx="1656">
                  <c:v>0.24179999999999999</c:v>
                </c:pt>
                <c:pt idx="1657">
                  <c:v>0.30230000000000001</c:v>
                </c:pt>
                <c:pt idx="1658">
                  <c:v>0.44040000000000001</c:v>
                </c:pt>
                <c:pt idx="1659">
                  <c:v>0.53310000000000002</c:v>
                </c:pt>
                <c:pt idx="1660">
                  <c:v>0.52349999999999997</c:v>
                </c:pt>
                <c:pt idx="1661">
                  <c:v>0.40400000000000003</c:v>
                </c:pt>
                <c:pt idx="1662">
                  <c:v>0.3649</c:v>
                </c:pt>
                <c:pt idx="1663">
                  <c:v>0.35620000000000002</c:v>
                </c:pt>
                <c:pt idx="1664">
                  <c:v>0.32929999999999998</c:v>
                </c:pt>
                <c:pt idx="1665">
                  <c:v>0.33100000000000002</c:v>
                </c:pt>
                <c:pt idx="1666">
                  <c:v>0.33</c:v>
                </c:pt>
                <c:pt idx="1667">
                  <c:v>0.19950000000000001</c:v>
                </c:pt>
                <c:pt idx="1668">
                  <c:v>0.13450000000000001</c:v>
                </c:pt>
                <c:pt idx="1669">
                  <c:v>-2.41E-2</c:v>
                </c:pt>
                <c:pt idx="1670">
                  <c:v>0.3498</c:v>
                </c:pt>
                <c:pt idx="1671">
                  <c:v>0.55889999999999995</c:v>
                </c:pt>
                <c:pt idx="1672">
                  <c:v>0.73740000000000006</c:v>
                </c:pt>
                <c:pt idx="1673">
                  <c:v>0.80679999999999996</c:v>
                </c:pt>
                <c:pt idx="1674">
                  <c:v>0.85570000000000002</c:v>
                </c:pt>
                <c:pt idx="1675">
                  <c:v>0.88639999999999997</c:v>
                </c:pt>
                <c:pt idx="1676">
                  <c:v>0.95120000000000005</c:v>
                </c:pt>
                <c:pt idx="1677">
                  <c:v>0.9516</c:v>
                </c:pt>
                <c:pt idx="1678">
                  <c:v>0.96020000000000005</c:v>
                </c:pt>
                <c:pt idx="1679">
                  <c:v>0.90480000000000005</c:v>
                </c:pt>
                <c:pt idx="1680">
                  <c:v>0.94030000000000002</c:v>
                </c:pt>
                <c:pt idx="1681">
                  <c:v>0.90780000000000005</c:v>
                </c:pt>
                <c:pt idx="1682">
                  <c:v>0.87219999999999998</c:v>
                </c:pt>
                <c:pt idx="1683">
                  <c:v>0.90869999999999995</c:v>
                </c:pt>
                <c:pt idx="1684">
                  <c:v>0.91010000000000002</c:v>
                </c:pt>
                <c:pt idx="1685">
                  <c:v>0.85950000000000004</c:v>
                </c:pt>
                <c:pt idx="1686">
                  <c:v>0.81459999999999999</c:v>
                </c:pt>
                <c:pt idx="1687">
                  <c:v>0.74360000000000004</c:v>
                </c:pt>
                <c:pt idx="1688">
                  <c:v>0.69779999999999998</c:v>
                </c:pt>
                <c:pt idx="1689">
                  <c:v>0.93340000000000001</c:v>
                </c:pt>
                <c:pt idx="1690">
                  <c:v>1.0271999999999999</c:v>
                </c:pt>
                <c:pt idx="1691">
                  <c:v>1.1141000000000001</c:v>
                </c:pt>
                <c:pt idx="1692">
                  <c:v>1.1566000000000001</c:v>
                </c:pt>
                <c:pt idx="1693">
                  <c:v>1.0633999999999999</c:v>
                </c:pt>
                <c:pt idx="1694">
                  <c:v>0.95509999999999995</c:v>
                </c:pt>
                <c:pt idx="1695">
                  <c:v>0.97819999999999996</c:v>
                </c:pt>
                <c:pt idx="1696">
                  <c:v>1.0501</c:v>
                </c:pt>
                <c:pt idx="1697">
                  <c:v>1.0377000000000001</c:v>
                </c:pt>
                <c:pt idx="1698">
                  <c:v>0.9304</c:v>
                </c:pt>
                <c:pt idx="1699">
                  <c:v>1.0548</c:v>
                </c:pt>
                <c:pt idx="1700">
                  <c:v>1.004</c:v>
                </c:pt>
                <c:pt idx="1701">
                  <c:v>1.1884000000000001</c:v>
                </c:pt>
                <c:pt idx="1702">
                  <c:v>1.2886</c:v>
                </c:pt>
                <c:pt idx="1703">
                  <c:v>1.4460999999999999</c:v>
                </c:pt>
                <c:pt idx="1704">
                  <c:v>1.4748999999999999</c:v>
                </c:pt>
                <c:pt idx="1705">
                  <c:v>1.5096000000000001</c:v>
                </c:pt>
                <c:pt idx="1706">
                  <c:v>1.5857000000000001</c:v>
                </c:pt>
                <c:pt idx="1707">
                  <c:v>1.6179000000000001</c:v>
                </c:pt>
                <c:pt idx="1708">
                  <c:v>1.7738</c:v>
                </c:pt>
                <c:pt idx="1709">
                  <c:v>1.7837000000000001</c:v>
                </c:pt>
                <c:pt idx="1710">
                  <c:v>1.7604</c:v>
                </c:pt>
                <c:pt idx="1711">
                  <c:v>1.8492999999999999</c:v>
                </c:pt>
                <c:pt idx="1712">
                  <c:v>1.9683999999999999</c:v>
                </c:pt>
                <c:pt idx="1713">
                  <c:v>1.9224000000000001</c:v>
                </c:pt>
                <c:pt idx="1714">
                  <c:v>1.74</c:v>
                </c:pt>
                <c:pt idx="1715">
                  <c:v>1.603</c:v>
                </c:pt>
                <c:pt idx="1716">
                  <c:v>1.6339999999999999</c:v>
                </c:pt>
                <c:pt idx="1717">
                  <c:v>1.7685</c:v>
                </c:pt>
                <c:pt idx="1718">
                  <c:v>1.9475</c:v>
                </c:pt>
                <c:pt idx="1719">
                  <c:v>1.9632000000000001</c:v>
                </c:pt>
                <c:pt idx="1720">
                  <c:v>1.9661999999999999</c:v>
                </c:pt>
                <c:pt idx="1721">
                  <c:v>1.9384999999999999</c:v>
                </c:pt>
                <c:pt idx="1722">
                  <c:v>1.9936</c:v>
                </c:pt>
                <c:pt idx="1723">
                  <c:v>1.9864000000000002</c:v>
                </c:pt>
                <c:pt idx="1724">
                  <c:v>1.9458</c:v>
                </c:pt>
                <c:pt idx="1725">
                  <c:v>2.0045999999999999</c:v>
                </c:pt>
                <c:pt idx="1726">
                  <c:v>2.0470999999999999</c:v>
                </c:pt>
                <c:pt idx="1727">
                  <c:v>2.1453000000000002</c:v>
                </c:pt>
                <c:pt idx="1728">
                  <c:v>2.1454</c:v>
                </c:pt>
                <c:pt idx="1729">
                  <c:v>2.1730999999999998</c:v>
                </c:pt>
                <c:pt idx="1730">
                  <c:v>2.1894</c:v>
                </c:pt>
                <c:pt idx="1731">
                  <c:v>2.1591</c:v>
                </c:pt>
                <c:pt idx="1732">
                  <c:v>2.1512000000000002</c:v>
                </c:pt>
                <c:pt idx="1733">
                  <c:v>2.1874000000000002</c:v>
                </c:pt>
                <c:pt idx="1734">
                  <c:v>2.2332999999999998</c:v>
                </c:pt>
                <c:pt idx="1735">
                  <c:v>2.1972999999999998</c:v>
                </c:pt>
                <c:pt idx="1736">
                  <c:v>2.1720000000000002</c:v>
                </c:pt>
                <c:pt idx="1737">
                  <c:v>2.1568000000000001</c:v>
                </c:pt>
                <c:pt idx="1738">
                  <c:v>2.2265999999999999</c:v>
                </c:pt>
                <c:pt idx="1739">
                  <c:v>2.1733000000000002</c:v>
                </c:pt>
                <c:pt idx="1740">
                  <c:v>2.1989999999999998</c:v>
                </c:pt>
                <c:pt idx="1741">
                  <c:v>2.1880000000000002</c:v>
                </c:pt>
                <c:pt idx="1742">
                  <c:v>2.2040000000000002</c:v>
                </c:pt>
                <c:pt idx="1743">
                  <c:v>2.2309999999999999</c:v>
                </c:pt>
                <c:pt idx="1744">
                  <c:v>2.2589999999999999</c:v>
                </c:pt>
                <c:pt idx="1745">
                  <c:v>2.2770000000000001</c:v>
                </c:pt>
                <c:pt idx="1746">
                  <c:v>2.2690000000000001</c:v>
                </c:pt>
                <c:pt idx="1747">
                  <c:v>2.3279999999999998</c:v>
                </c:pt>
                <c:pt idx="1748">
                  <c:v>2.3159999999999998</c:v>
                </c:pt>
                <c:pt idx="1749">
                  <c:v>2.3069999999999999</c:v>
                </c:pt>
                <c:pt idx="1750">
                  <c:v>2.335</c:v>
                </c:pt>
                <c:pt idx="1751">
                  <c:v>2.3069999999999999</c:v>
                </c:pt>
                <c:pt idx="1752">
                  <c:v>2.3340000000000001</c:v>
                </c:pt>
                <c:pt idx="1753">
                  <c:v>2.327</c:v>
                </c:pt>
                <c:pt idx="1754">
                  <c:v>2.327</c:v>
                </c:pt>
                <c:pt idx="1755">
                  <c:v>2.3359999999999999</c:v>
                </c:pt>
                <c:pt idx="1756">
                  <c:v>2.403</c:v>
                </c:pt>
                <c:pt idx="1757">
                  <c:v>2.4239999999999999</c:v>
                </c:pt>
                <c:pt idx="1758">
                  <c:v>2.4390000000000001</c:v>
                </c:pt>
                <c:pt idx="1759">
                  <c:v>2.4500000000000002</c:v>
                </c:pt>
                <c:pt idx="1760">
                  <c:v>2.4699999999999998</c:v>
                </c:pt>
                <c:pt idx="1761">
                  <c:v>2.448</c:v>
                </c:pt>
                <c:pt idx="1762">
                  <c:v>2.4500000000000002</c:v>
                </c:pt>
                <c:pt idx="1763">
                  <c:v>2.4649999999999999</c:v>
                </c:pt>
                <c:pt idx="1764">
                  <c:v>2.4750000000000001</c:v>
                </c:pt>
                <c:pt idx="1765">
                  <c:v>2.4769999999999999</c:v>
                </c:pt>
                <c:pt idx="1766">
                  <c:v>2.4929999999999999</c:v>
                </c:pt>
                <c:pt idx="1767">
                  <c:v>2.5430000000000001</c:v>
                </c:pt>
                <c:pt idx="1768">
                  <c:v>2.605</c:v>
                </c:pt>
                <c:pt idx="1769">
                  <c:v>2.605</c:v>
                </c:pt>
                <c:pt idx="1770">
                  <c:v>2.585</c:v>
                </c:pt>
                <c:pt idx="1771">
                  <c:v>2.5529999999999999</c:v>
                </c:pt>
                <c:pt idx="1772">
                  <c:v>2.5430000000000001</c:v>
                </c:pt>
                <c:pt idx="1773">
                  <c:v>2.5390000000000001</c:v>
                </c:pt>
                <c:pt idx="1774">
                  <c:v>2.5460000000000003</c:v>
                </c:pt>
                <c:pt idx="1775">
                  <c:v>2.5099999999999998</c:v>
                </c:pt>
                <c:pt idx="1776">
                  <c:v>2.5</c:v>
                </c:pt>
                <c:pt idx="1777">
                  <c:v>2.468</c:v>
                </c:pt>
                <c:pt idx="1778">
                  <c:v>2.5</c:v>
                </c:pt>
                <c:pt idx="1779">
                  <c:v>2.5009999999999999</c:v>
                </c:pt>
                <c:pt idx="1780">
                  <c:v>2.5099999999999998</c:v>
                </c:pt>
                <c:pt idx="1781">
                  <c:v>2.5070000000000001</c:v>
                </c:pt>
                <c:pt idx="1782">
                  <c:v>2.5529999999999999</c:v>
                </c:pt>
                <c:pt idx="1783">
                  <c:v>2.524</c:v>
                </c:pt>
                <c:pt idx="1784">
                  <c:v>2.54</c:v>
                </c:pt>
                <c:pt idx="1785">
                  <c:v>2.5129999999999999</c:v>
                </c:pt>
                <c:pt idx="1786">
                  <c:v>2.524</c:v>
                </c:pt>
                <c:pt idx="1787">
                  <c:v>2.5140000000000002</c:v>
                </c:pt>
                <c:pt idx="1788">
                  <c:v>2.4900000000000002</c:v>
                </c:pt>
                <c:pt idx="1789">
                  <c:v>2.4630000000000001</c:v>
                </c:pt>
                <c:pt idx="1790">
                  <c:v>2.4460000000000002</c:v>
                </c:pt>
                <c:pt idx="1791">
                  <c:v>2.4460000000000002</c:v>
                </c:pt>
                <c:pt idx="1792">
                  <c:v>2.4929999999999999</c:v>
                </c:pt>
                <c:pt idx="1793">
                  <c:v>2.5249999999999999</c:v>
                </c:pt>
                <c:pt idx="1794">
                  <c:v>2.496</c:v>
                </c:pt>
                <c:pt idx="1795">
                  <c:v>2.4779999999999998</c:v>
                </c:pt>
                <c:pt idx="1796">
                  <c:v>2.5030000000000001</c:v>
                </c:pt>
                <c:pt idx="1797">
                  <c:v>2.524</c:v>
                </c:pt>
                <c:pt idx="1798">
                  <c:v>2.524</c:v>
                </c:pt>
                <c:pt idx="1799">
                  <c:v>2.5449999999999999</c:v>
                </c:pt>
                <c:pt idx="1800">
                  <c:v>2.5569999999999999</c:v>
                </c:pt>
                <c:pt idx="1801">
                  <c:v>2.5060000000000002</c:v>
                </c:pt>
                <c:pt idx="1802">
                  <c:v>2.5089999999999999</c:v>
                </c:pt>
                <c:pt idx="1803">
                  <c:v>2.484</c:v>
                </c:pt>
                <c:pt idx="1804">
                  <c:v>2.4609999999999999</c:v>
                </c:pt>
                <c:pt idx="1805">
                  <c:v>2.4740000000000002</c:v>
                </c:pt>
                <c:pt idx="1806">
                  <c:v>2.4470000000000001</c:v>
                </c:pt>
                <c:pt idx="1807">
                  <c:v>2.4129999999999998</c:v>
                </c:pt>
                <c:pt idx="1808">
                  <c:v>2.419</c:v>
                </c:pt>
                <c:pt idx="1809">
                  <c:v>2.4009999999999998</c:v>
                </c:pt>
                <c:pt idx="1810">
                  <c:v>2.42</c:v>
                </c:pt>
                <c:pt idx="1811">
                  <c:v>2.4117999999999999</c:v>
                </c:pt>
                <c:pt idx="1812">
                  <c:v>2.3967999999999998</c:v>
                </c:pt>
                <c:pt idx="1813">
                  <c:v>2.3607</c:v>
                </c:pt>
                <c:pt idx="1814">
                  <c:v>2.3235000000000001</c:v>
                </c:pt>
                <c:pt idx="1815">
                  <c:v>2.2797999999999998</c:v>
                </c:pt>
                <c:pt idx="1816">
                  <c:v>2.3144999999999998</c:v>
                </c:pt>
                <c:pt idx="1817">
                  <c:v>2.3220000000000001</c:v>
                </c:pt>
                <c:pt idx="1818">
                  <c:v>2.3325</c:v>
                </c:pt>
                <c:pt idx="1819">
                  <c:v>2.3250000000000002</c:v>
                </c:pt>
                <c:pt idx="1820">
                  <c:v>2.3428</c:v>
                </c:pt>
                <c:pt idx="1821">
                  <c:v>2.3563999999999998</c:v>
                </c:pt>
                <c:pt idx="1822">
                  <c:v>2.3384999999999998</c:v>
                </c:pt>
                <c:pt idx="1823">
                  <c:v>2.3445</c:v>
                </c:pt>
                <c:pt idx="1824">
                  <c:v>2.3382999999999998</c:v>
                </c:pt>
                <c:pt idx="1825">
                  <c:v>2.3824999999999998</c:v>
                </c:pt>
                <c:pt idx="1826">
                  <c:v>2.3696999999999999</c:v>
                </c:pt>
                <c:pt idx="1827">
                  <c:v>2.3336000000000001</c:v>
                </c:pt>
                <c:pt idx="1828">
                  <c:v>2.3250999999999999</c:v>
                </c:pt>
                <c:pt idx="1829">
                  <c:v>2.3132000000000001</c:v>
                </c:pt>
                <c:pt idx="1830">
                  <c:v>2.3028</c:v>
                </c:pt>
                <c:pt idx="1831">
                  <c:v>2.3134000000000001</c:v>
                </c:pt>
                <c:pt idx="1832">
                  <c:v>2.3325</c:v>
                </c:pt>
                <c:pt idx="1833">
                  <c:v>2.3024</c:v>
                </c:pt>
                <c:pt idx="1834">
                  <c:v>2.3437999999999999</c:v>
                </c:pt>
                <c:pt idx="1835">
                  <c:v>2.3843000000000001</c:v>
                </c:pt>
                <c:pt idx="1836">
                  <c:v>2.3544999999999998</c:v>
                </c:pt>
                <c:pt idx="1837">
                  <c:v>2.3246000000000002</c:v>
                </c:pt>
                <c:pt idx="1838">
                  <c:v>2.3448000000000002</c:v>
                </c:pt>
                <c:pt idx="1839">
                  <c:v>2.3435999999999999</c:v>
                </c:pt>
                <c:pt idx="1840">
                  <c:v>2.2707000000000002</c:v>
                </c:pt>
                <c:pt idx="1841">
                  <c:v>2.2509000000000001</c:v>
                </c:pt>
                <c:pt idx="1842">
                  <c:v>2.3102</c:v>
                </c:pt>
                <c:pt idx="1843">
                  <c:v>2.3292999999999999</c:v>
                </c:pt>
                <c:pt idx="1844">
                  <c:v>2.3290999999999999</c:v>
                </c:pt>
                <c:pt idx="1845">
                  <c:v>2.3329</c:v>
                </c:pt>
                <c:pt idx="1846">
                  <c:v>2.3944999999999999</c:v>
                </c:pt>
                <c:pt idx="1847">
                  <c:v>2.2730999999999999</c:v>
                </c:pt>
                <c:pt idx="1848">
                  <c:v>2.4672000000000001</c:v>
                </c:pt>
                <c:pt idx="1849">
                  <c:v>2.5249000000000001</c:v>
                </c:pt>
                <c:pt idx="1850">
                  <c:v>2.5301999999999998</c:v>
                </c:pt>
                <c:pt idx="1851">
                  <c:v>2.5451999999999999</c:v>
                </c:pt>
                <c:pt idx="1852">
                  <c:v>2.5434999999999999</c:v>
                </c:pt>
                <c:pt idx="1853">
                  <c:v>2.5623</c:v>
                </c:pt>
                <c:pt idx="1854">
                  <c:v>2.5381999999999998</c:v>
                </c:pt>
                <c:pt idx="1855">
                  <c:v>2.5533000000000001</c:v>
                </c:pt>
                <c:pt idx="1856">
                  <c:v>2.5127000000000002</c:v>
                </c:pt>
                <c:pt idx="1857">
                  <c:v>2.4596</c:v>
                </c:pt>
                <c:pt idx="1858">
                  <c:v>2.4398</c:v>
                </c:pt>
                <c:pt idx="1859">
                  <c:v>2.4750999999999999</c:v>
                </c:pt>
                <c:pt idx="1860">
                  <c:v>2.4523999999999999</c:v>
                </c:pt>
                <c:pt idx="1861">
                  <c:v>2.4516999999999998</c:v>
                </c:pt>
                <c:pt idx="1862">
                  <c:v>2.3959999999999999</c:v>
                </c:pt>
                <c:pt idx="1863">
                  <c:v>2.3635000000000002</c:v>
                </c:pt>
                <c:pt idx="1864">
                  <c:v>2.3633999999999999</c:v>
                </c:pt>
                <c:pt idx="1865">
                  <c:v>2.3875000000000002</c:v>
                </c:pt>
                <c:pt idx="1866">
                  <c:v>2.3572000000000002</c:v>
                </c:pt>
                <c:pt idx="1867">
                  <c:v>2.3003999999999998</c:v>
                </c:pt>
                <c:pt idx="1868">
                  <c:v>2.3003999999999998</c:v>
                </c:pt>
                <c:pt idx="1869">
                  <c:v>2.2974000000000001</c:v>
                </c:pt>
                <c:pt idx="1870">
                  <c:v>2.3045999999999998</c:v>
                </c:pt>
                <c:pt idx="1871">
                  <c:v>2.3418999999999999</c:v>
                </c:pt>
                <c:pt idx="1872">
                  <c:v>2.3306</c:v>
                </c:pt>
                <c:pt idx="1873">
                  <c:v>2.3218999999999999</c:v>
                </c:pt>
                <c:pt idx="1874">
                  <c:v>2.2826</c:v>
                </c:pt>
                <c:pt idx="1875">
                  <c:v>2.2517</c:v>
                </c:pt>
                <c:pt idx="1876">
                  <c:v>2.2532000000000001</c:v>
                </c:pt>
                <c:pt idx="1877">
                  <c:v>2.2709999999999999</c:v>
                </c:pt>
                <c:pt idx="1878">
                  <c:v>2.2854999999999999</c:v>
                </c:pt>
                <c:pt idx="1879">
                  <c:v>2.3186999999999998</c:v>
                </c:pt>
                <c:pt idx="1880">
                  <c:v>2.3829000000000002</c:v>
                </c:pt>
                <c:pt idx="1881">
                  <c:v>2.3262999999999998</c:v>
                </c:pt>
                <c:pt idx="1882">
                  <c:v>2.2465000000000002</c:v>
                </c:pt>
                <c:pt idx="1883">
                  <c:v>2.2185999999999999</c:v>
                </c:pt>
                <c:pt idx="1884">
                  <c:v>2.2909999999999999</c:v>
                </c:pt>
                <c:pt idx="1885">
                  <c:v>2.3113999999999999</c:v>
                </c:pt>
                <c:pt idx="1886">
                  <c:v>2.2023000000000001</c:v>
                </c:pt>
                <c:pt idx="1887">
                  <c:v>2.2137000000000002</c:v>
                </c:pt>
                <c:pt idx="1888">
                  <c:v>2.2138</c:v>
                </c:pt>
                <c:pt idx="1889">
                  <c:v>2.2031999999999998</c:v>
                </c:pt>
                <c:pt idx="1890">
                  <c:v>2.2179000000000002</c:v>
                </c:pt>
                <c:pt idx="1891">
                  <c:v>2.2437999999999998</c:v>
                </c:pt>
                <c:pt idx="1892">
                  <c:v>2.2580999999999998</c:v>
                </c:pt>
                <c:pt idx="1893">
                  <c:v>2.2326000000000001</c:v>
                </c:pt>
                <c:pt idx="1894">
                  <c:v>2.2776999999999998</c:v>
                </c:pt>
                <c:pt idx="1895">
                  <c:v>2.2742</c:v>
                </c:pt>
                <c:pt idx="1896">
                  <c:v>2.2797999999999998</c:v>
                </c:pt>
                <c:pt idx="1897">
                  <c:v>2.2835000000000001</c:v>
                </c:pt>
                <c:pt idx="1898">
                  <c:v>2.3143000000000002</c:v>
                </c:pt>
                <c:pt idx="1899">
                  <c:v>2.3483000000000001</c:v>
                </c:pt>
                <c:pt idx="1900">
                  <c:v>2.3329</c:v>
                </c:pt>
                <c:pt idx="1901">
                  <c:v>2.3323999999999998</c:v>
                </c:pt>
                <c:pt idx="1902">
                  <c:v>2.3323999999999998</c:v>
                </c:pt>
                <c:pt idx="1903">
                  <c:v>2.3205</c:v>
                </c:pt>
                <c:pt idx="1904">
                  <c:v>2.3592</c:v>
                </c:pt>
                <c:pt idx="1905">
                  <c:v>2.3677000000000001</c:v>
                </c:pt>
                <c:pt idx="1906">
                  <c:v>2.3660000000000001</c:v>
                </c:pt>
                <c:pt idx="1907">
                  <c:v>2.3658999999999999</c:v>
                </c:pt>
                <c:pt idx="1908">
                  <c:v>2.3471000000000002</c:v>
                </c:pt>
                <c:pt idx="1909">
                  <c:v>2.3105000000000002</c:v>
                </c:pt>
                <c:pt idx="1910">
                  <c:v>2.3269000000000002</c:v>
                </c:pt>
                <c:pt idx="1911">
                  <c:v>2.3502000000000001</c:v>
                </c:pt>
                <c:pt idx="1912">
                  <c:v>2.3517999999999999</c:v>
                </c:pt>
                <c:pt idx="1913">
                  <c:v>2.3635000000000002</c:v>
                </c:pt>
                <c:pt idx="1914">
                  <c:v>2.3445</c:v>
                </c:pt>
                <c:pt idx="1915">
                  <c:v>2.3083999999999998</c:v>
                </c:pt>
                <c:pt idx="1916">
                  <c:v>2.2482000000000002</c:v>
                </c:pt>
                <c:pt idx="1917">
                  <c:v>2.3018000000000001</c:v>
                </c:pt>
                <c:pt idx="1918">
                  <c:v>2.2856000000000001</c:v>
                </c:pt>
                <c:pt idx="1919">
                  <c:v>2.2806000000000002</c:v>
                </c:pt>
                <c:pt idx="1920">
                  <c:v>2.2797000000000001</c:v>
                </c:pt>
                <c:pt idx="1921">
                  <c:v>2.3067000000000002</c:v>
                </c:pt>
                <c:pt idx="1922">
                  <c:v>2.3265000000000002</c:v>
                </c:pt>
                <c:pt idx="1923">
                  <c:v>2.3645</c:v>
                </c:pt>
                <c:pt idx="1924">
                  <c:v>2.3593000000000002</c:v>
                </c:pt>
                <c:pt idx="1925">
                  <c:v>2.3531</c:v>
                </c:pt>
                <c:pt idx="1926">
                  <c:v>2.3856000000000002</c:v>
                </c:pt>
                <c:pt idx="1927">
                  <c:v>2.3967999999999998</c:v>
                </c:pt>
                <c:pt idx="1928">
                  <c:v>2.4207999999999998</c:v>
                </c:pt>
                <c:pt idx="1929">
                  <c:v>2.4207000000000001</c:v>
                </c:pt>
                <c:pt idx="1930">
                  <c:v>2.4203999999999999</c:v>
                </c:pt>
                <c:pt idx="1931">
                  <c:v>2.4247999999999998</c:v>
                </c:pt>
                <c:pt idx="1932">
                  <c:v>2.4161000000000001</c:v>
                </c:pt>
                <c:pt idx="1933">
                  <c:v>2.3822999999999999</c:v>
                </c:pt>
                <c:pt idx="1934">
                  <c:v>2.3698999999999999</c:v>
                </c:pt>
                <c:pt idx="1935">
                  <c:v>2.4009</c:v>
                </c:pt>
                <c:pt idx="1936">
                  <c:v>2.4056000000000002</c:v>
                </c:pt>
                <c:pt idx="1937">
                  <c:v>2.4272999999999998</c:v>
                </c:pt>
                <c:pt idx="1938">
                  <c:v>2.4272</c:v>
                </c:pt>
                <c:pt idx="1939">
                  <c:v>2.4085000000000001</c:v>
                </c:pt>
                <c:pt idx="1940">
                  <c:v>2.3990999999999998</c:v>
                </c:pt>
                <c:pt idx="1941">
                  <c:v>2.4441999999999999</c:v>
                </c:pt>
                <c:pt idx="1942">
                  <c:v>2.4051999999999998</c:v>
                </c:pt>
                <c:pt idx="1943">
                  <c:v>2.3929</c:v>
                </c:pt>
                <c:pt idx="1944">
                  <c:v>2.3580999999999999</c:v>
                </c:pt>
                <c:pt idx="1945">
                  <c:v>2.3561999999999999</c:v>
                </c:pt>
                <c:pt idx="1946">
                  <c:v>2.3252000000000002</c:v>
                </c:pt>
                <c:pt idx="1947">
                  <c:v>2.3374999999999999</c:v>
                </c:pt>
                <c:pt idx="1948">
                  <c:v>2.3483000000000001</c:v>
                </c:pt>
                <c:pt idx="1949">
                  <c:v>2.3298999999999999</c:v>
                </c:pt>
                <c:pt idx="1950">
                  <c:v>2.2928000000000002</c:v>
                </c:pt>
                <c:pt idx="1951">
                  <c:v>2.2873999999999999</c:v>
                </c:pt>
                <c:pt idx="1952">
                  <c:v>2.2951000000000001</c:v>
                </c:pt>
                <c:pt idx="1953">
                  <c:v>2.3016999999999999</c:v>
                </c:pt>
                <c:pt idx="1954">
                  <c:v>2.3119999999999998</c:v>
                </c:pt>
                <c:pt idx="1955">
                  <c:v>2.3169</c:v>
                </c:pt>
                <c:pt idx="1956">
                  <c:v>2.3395000000000001</c:v>
                </c:pt>
                <c:pt idx="1957">
                  <c:v>2.3426999999999998</c:v>
                </c:pt>
                <c:pt idx="1958">
                  <c:v>2.3271000000000002</c:v>
                </c:pt>
                <c:pt idx="1959">
                  <c:v>2.3220000000000001</c:v>
                </c:pt>
                <c:pt idx="1960">
                  <c:v>2.3235000000000001</c:v>
                </c:pt>
                <c:pt idx="1961">
                  <c:v>2.3178999999999998</c:v>
                </c:pt>
                <c:pt idx="1962">
                  <c:v>2.3166000000000002</c:v>
                </c:pt>
                <c:pt idx="1963">
                  <c:v>2.3166000000000002</c:v>
                </c:pt>
                <c:pt idx="1964">
                  <c:v>2.2871999999999999</c:v>
                </c:pt>
                <c:pt idx="1965">
                  <c:v>2.2957999999999998</c:v>
                </c:pt>
                <c:pt idx="1966">
                  <c:v>2.2953000000000001</c:v>
                </c:pt>
                <c:pt idx="1967">
                  <c:v>2.3012999999999999</c:v>
                </c:pt>
                <c:pt idx="1968">
                  <c:v>2.3161999999999998</c:v>
                </c:pt>
                <c:pt idx="1969">
                  <c:v>2.3012999999999999</c:v>
                </c:pt>
                <c:pt idx="1970">
                  <c:v>2.2967</c:v>
                </c:pt>
                <c:pt idx="1971">
                  <c:v>2.2759</c:v>
                </c:pt>
                <c:pt idx="1972">
                  <c:v>2.294</c:v>
                </c:pt>
                <c:pt idx="1973">
                  <c:v>2.3195000000000001</c:v>
                </c:pt>
                <c:pt idx="1974">
                  <c:v>2.3363999999999998</c:v>
                </c:pt>
                <c:pt idx="1975">
                  <c:v>2.3323</c:v>
                </c:pt>
                <c:pt idx="1976">
                  <c:v>2.3852000000000002</c:v>
                </c:pt>
                <c:pt idx="1977">
                  <c:v>2.3498000000000001</c:v>
                </c:pt>
                <c:pt idx="1978">
                  <c:v>2.3351000000000002</c:v>
                </c:pt>
                <c:pt idx="1979">
                  <c:v>2.3332000000000002</c:v>
                </c:pt>
                <c:pt idx="1980">
                  <c:v>2.3199999999999998</c:v>
                </c:pt>
                <c:pt idx="1981">
                  <c:v>2.2974000000000001</c:v>
                </c:pt>
                <c:pt idx="1982">
                  <c:v>2.2669000000000001</c:v>
                </c:pt>
                <c:pt idx="1983">
                  <c:v>2.2690999999999999</c:v>
                </c:pt>
                <c:pt idx="1984">
                  <c:v>2.2694000000000001</c:v>
                </c:pt>
                <c:pt idx="1985">
                  <c:v>2.2574999999999998</c:v>
                </c:pt>
                <c:pt idx="1986">
                  <c:v>2.2812999999999999</c:v>
                </c:pt>
                <c:pt idx="1987">
                  <c:v>2.2709999999999999</c:v>
                </c:pt>
                <c:pt idx="1988">
                  <c:v>2.2717000000000001</c:v>
                </c:pt>
                <c:pt idx="1989">
                  <c:v>2.2725</c:v>
                </c:pt>
                <c:pt idx="1990">
                  <c:v>2.2800000000000002</c:v>
                </c:pt>
                <c:pt idx="1991">
                  <c:v>2.2774000000000001</c:v>
                </c:pt>
                <c:pt idx="1992">
                  <c:v>2.2965999999999998</c:v>
                </c:pt>
                <c:pt idx="1993">
                  <c:v>2.3271000000000002</c:v>
                </c:pt>
                <c:pt idx="1994">
                  <c:v>2.3397000000000001</c:v>
                </c:pt>
                <c:pt idx="1995">
                  <c:v>2.3228</c:v>
                </c:pt>
                <c:pt idx="1996">
                  <c:v>2.3111999999999999</c:v>
                </c:pt>
                <c:pt idx="1997">
                  <c:v>2.3119000000000001</c:v>
                </c:pt>
                <c:pt idx="1998">
                  <c:v>2.3374000000000001</c:v>
                </c:pt>
                <c:pt idx="1999">
                  <c:v>2.3039000000000001</c:v>
                </c:pt>
                <c:pt idx="2000">
                  <c:v>2.3290000000000002</c:v>
                </c:pt>
                <c:pt idx="2001">
                  <c:v>2.3327999999999998</c:v>
                </c:pt>
                <c:pt idx="2002">
                  <c:v>2.3456999999999999</c:v>
                </c:pt>
                <c:pt idx="2003">
                  <c:v>2.3420000000000001</c:v>
                </c:pt>
                <c:pt idx="2004">
                  <c:v>2.3372999999999999</c:v>
                </c:pt>
                <c:pt idx="2005">
                  <c:v>2.3553999999999999</c:v>
                </c:pt>
                <c:pt idx="2006">
                  <c:v>2.3504</c:v>
                </c:pt>
                <c:pt idx="2007">
                  <c:v>2.3140999999999998</c:v>
                </c:pt>
                <c:pt idx="2008">
                  <c:v>2.3239999999999998</c:v>
                </c:pt>
                <c:pt idx="2009">
                  <c:v>2.3614999999999999</c:v>
                </c:pt>
                <c:pt idx="2010">
                  <c:v>2.3731</c:v>
                </c:pt>
                <c:pt idx="2011">
                  <c:v>2.3963999999999999</c:v>
                </c:pt>
                <c:pt idx="2012">
                  <c:v>2.3706999999999998</c:v>
                </c:pt>
                <c:pt idx="2013">
                  <c:v>2.3696999999999999</c:v>
                </c:pt>
                <c:pt idx="2014">
                  <c:v>2.4148000000000001</c:v>
                </c:pt>
                <c:pt idx="2015">
                  <c:v>2.4043999999999999</c:v>
                </c:pt>
                <c:pt idx="2016">
                  <c:v>2.3849</c:v>
                </c:pt>
                <c:pt idx="2017">
                  <c:v>2.4087999999999998</c:v>
                </c:pt>
                <c:pt idx="2018">
                  <c:v>2.4392</c:v>
                </c:pt>
                <c:pt idx="2019">
                  <c:v>2.4283999999999999</c:v>
                </c:pt>
                <c:pt idx="2020">
                  <c:v>2.4134000000000002</c:v>
                </c:pt>
                <c:pt idx="2021">
                  <c:v>2.4111000000000002</c:v>
                </c:pt>
                <c:pt idx="2022">
                  <c:v>2.3805000000000001</c:v>
                </c:pt>
                <c:pt idx="2023">
                  <c:v>2.3847</c:v>
                </c:pt>
                <c:pt idx="2024">
                  <c:v>2.3864000000000001</c:v>
                </c:pt>
                <c:pt idx="2025">
                  <c:v>2.3967000000000001</c:v>
                </c:pt>
                <c:pt idx="2026">
                  <c:v>2.4167000000000001</c:v>
                </c:pt>
                <c:pt idx="2027">
                  <c:v>2.4169</c:v>
                </c:pt>
                <c:pt idx="2028">
                  <c:v>2.4066999999999998</c:v>
                </c:pt>
                <c:pt idx="2029">
                  <c:v>2.3810000000000002</c:v>
                </c:pt>
                <c:pt idx="2030">
                  <c:v>2.3810000000000002</c:v>
                </c:pt>
                <c:pt idx="2031">
                  <c:v>2.3851</c:v>
                </c:pt>
                <c:pt idx="2032">
                  <c:v>2.3851</c:v>
                </c:pt>
                <c:pt idx="2033">
                  <c:v>2.399</c:v>
                </c:pt>
                <c:pt idx="2034">
                  <c:v>2.3946999999999998</c:v>
                </c:pt>
                <c:pt idx="2035">
                  <c:v>2.4022000000000001</c:v>
                </c:pt>
                <c:pt idx="2036">
                  <c:v>2.4291</c:v>
                </c:pt>
                <c:pt idx="2037">
                  <c:v>2.4573</c:v>
                </c:pt>
                <c:pt idx="2038">
                  <c:v>2.4460999999999999</c:v>
                </c:pt>
                <c:pt idx="2039">
                  <c:v>2.4214000000000002</c:v>
                </c:pt>
                <c:pt idx="2040">
                  <c:v>2.4195000000000002</c:v>
                </c:pt>
                <c:pt idx="2041">
                  <c:v>2.4348000000000001</c:v>
                </c:pt>
                <c:pt idx="2042">
                  <c:v>2.4396</c:v>
                </c:pt>
                <c:pt idx="2043">
                  <c:v>2.4729000000000001</c:v>
                </c:pt>
                <c:pt idx="2044">
                  <c:v>2.4722</c:v>
                </c:pt>
                <c:pt idx="2045">
                  <c:v>2.4903</c:v>
                </c:pt>
                <c:pt idx="2046">
                  <c:v>2.4558</c:v>
                </c:pt>
                <c:pt idx="2047">
                  <c:v>2.4238</c:v>
                </c:pt>
                <c:pt idx="2048">
                  <c:v>2.4626999999999999</c:v>
                </c:pt>
                <c:pt idx="2049">
                  <c:v>2.4013999999999998</c:v>
                </c:pt>
                <c:pt idx="2050">
                  <c:v>2.4096000000000002</c:v>
                </c:pt>
                <c:pt idx="2051">
                  <c:v>2.3992</c:v>
                </c:pt>
                <c:pt idx="2052">
                  <c:v>2.4018000000000002</c:v>
                </c:pt>
                <c:pt idx="2053">
                  <c:v>2.3893</c:v>
                </c:pt>
                <c:pt idx="2054">
                  <c:v>2.3650000000000002</c:v>
                </c:pt>
                <c:pt idx="2055">
                  <c:v>2.3698999999999999</c:v>
                </c:pt>
                <c:pt idx="2056">
                  <c:v>2.3839999999999999</c:v>
                </c:pt>
                <c:pt idx="2057">
                  <c:v>2.3839000000000001</c:v>
                </c:pt>
                <c:pt idx="2058">
                  <c:v>2.3837000000000002</c:v>
                </c:pt>
                <c:pt idx="2059">
                  <c:v>2.3696000000000002</c:v>
                </c:pt>
                <c:pt idx="2060">
                  <c:v>2.3601000000000001</c:v>
                </c:pt>
                <c:pt idx="2061">
                  <c:v>2.3664000000000001</c:v>
                </c:pt>
                <c:pt idx="2062">
                  <c:v>2.3592</c:v>
                </c:pt>
                <c:pt idx="2063">
                  <c:v>2.3576999999999999</c:v>
                </c:pt>
                <c:pt idx="2064">
                  <c:v>2.3458000000000001</c:v>
                </c:pt>
                <c:pt idx="2065">
                  <c:v>2.3486000000000002</c:v>
                </c:pt>
                <c:pt idx="2066">
                  <c:v>2.3877999999999999</c:v>
                </c:pt>
                <c:pt idx="2067">
                  <c:v>2.3890000000000002</c:v>
                </c:pt>
                <c:pt idx="2068">
                  <c:v>2.3982000000000001</c:v>
                </c:pt>
                <c:pt idx="2069">
                  <c:v>2.3938000000000001</c:v>
                </c:pt>
                <c:pt idx="2070">
                  <c:v>2.3913000000000002</c:v>
                </c:pt>
                <c:pt idx="2071">
                  <c:v>2.3759999999999999</c:v>
                </c:pt>
                <c:pt idx="2072">
                  <c:v>2.4005999999999998</c:v>
                </c:pt>
                <c:pt idx="2073">
                  <c:v>2.4346000000000001</c:v>
                </c:pt>
                <c:pt idx="2074">
                  <c:v>2.4365999999999999</c:v>
                </c:pt>
                <c:pt idx="2075">
                  <c:v>2.4411999999999998</c:v>
                </c:pt>
                <c:pt idx="2076">
                  <c:v>2.4361000000000002</c:v>
                </c:pt>
                <c:pt idx="2077">
                  <c:v>2.4474</c:v>
                </c:pt>
                <c:pt idx="2078">
                  <c:v>2.4441999999999999</c:v>
                </c:pt>
                <c:pt idx="2079">
                  <c:v>2.4407999999999999</c:v>
                </c:pt>
                <c:pt idx="2080">
                  <c:v>2.4142999999999999</c:v>
                </c:pt>
                <c:pt idx="2081">
                  <c:v>2.4093</c:v>
                </c:pt>
                <c:pt idx="2082">
                  <c:v>2.4089999999999998</c:v>
                </c:pt>
                <c:pt idx="2083">
                  <c:v>2.4011</c:v>
                </c:pt>
                <c:pt idx="2084">
                  <c:v>2.3959000000000001</c:v>
                </c:pt>
                <c:pt idx="2085">
                  <c:v>2.3974000000000002</c:v>
                </c:pt>
                <c:pt idx="2086">
                  <c:v>2.4445000000000001</c:v>
                </c:pt>
                <c:pt idx="2087">
                  <c:v>2.4582000000000002</c:v>
                </c:pt>
                <c:pt idx="2088">
                  <c:v>2.4693000000000001</c:v>
                </c:pt>
                <c:pt idx="2089">
                  <c:v>2.4670999999999998</c:v>
                </c:pt>
                <c:pt idx="2090">
                  <c:v>2.4638999999999998</c:v>
                </c:pt>
                <c:pt idx="2091">
                  <c:v>2.4666000000000001</c:v>
                </c:pt>
                <c:pt idx="2092">
                  <c:v>2.4922</c:v>
                </c:pt>
                <c:pt idx="2093">
                  <c:v>2.4698000000000002</c:v>
                </c:pt>
                <c:pt idx="2094">
                  <c:v>2.4397000000000002</c:v>
                </c:pt>
                <c:pt idx="2095">
                  <c:v>2.4148000000000001</c:v>
                </c:pt>
                <c:pt idx="2096">
                  <c:v>2.4386999999999999</c:v>
                </c:pt>
                <c:pt idx="2097">
                  <c:v>2.4426999999999999</c:v>
                </c:pt>
                <c:pt idx="2098">
                  <c:v>2.4653</c:v>
                </c:pt>
                <c:pt idx="2099">
                  <c:v>2.4609999999999999</c:v>
                </c:pt>
                <c:pt idx="2100">
                  <c:v>2.4512</c:v>
                </c:pt>
                <c:pt idx="2101">
                  <c:v>2.4533</c:v>
                </c:pt>
                <c:pt idx="2102">
                  <c:v>2.4298000000000002</c:v>
                </c:pt>
                <c:pt idx="2103">
                  <c:v>2.4247999999999998</c:v>
                </c:pt>
                <c:pt idx="2104">
                  <c:v>2.4142999999999999</c:v>
                </c:pt>
                <c:pt idx="2105">
                  <c:v>2.3946999999999998</c:v>
                </c:pt>
                <c:pt idx="2106">
                  <c:v>2.3944000000000001</c:v>
                </c:pt>
                <c:pt idx="2107">
                  <c:v>2.3904999999999998</c:v>
                </c:pt>
                <c:pt idx="2108">
                  <c:v>2.3685</c:v>
                </c:pt>
                <c:pt idx="2109">
                  <c:v>2.3664999999999998</c:v>
                </c:pt>
                <c:pt idx="2110">
                  <c:v>2.3513999999999999</c:v>
                </c:pt>
                <c:pt idx="2111">
                  <c:v>2.3315000000000001</c:v>
                </c:pt>
                <c:pt idx="2112">
                  <c:v>2.351</c:v>
                </c:pt>
                <c:pt idx="2113">
                  <c:v>2.3344</c:v>
                </c:pt>
                <c:pt idx="2114">
                  <c:v>2.3298999999999999</c:v>
                </c:pt>
                <c:pt idx="2115">
                  <c:v>2.35</c:v>
                </c:pt>
                <c:pt idx="2116">
                  <c:v>2.343</c:v>
                </c:pt>
                <c:pt idx="2117">
                  <c:v>2.3624000000000001</c:v>
                </c:pt>
                <c:pt idx="2118">
                  <c:v>2.375</c:v>
                </c:pt>
                <c:pt idx="2119">
                  <c:v>2.3784000000000001</c:v>
                </c:pt>
                <c:pt idx="2120">
                  <c:v>2.3462999999999998</c:v>
                </c:pt>
                <c:pt idx="2121">
                  <c:v>2.3795000000000002</c:v>
                </c:pt>
                <c:pt idx="2122">
                  <c:v>2.3809</c:v>
                </c:pt>
                <c:pt idx="2123">
                  <c:v>2.3871000000000002</c:v>
                </c:pt>
                <c:pt idx="2124">
                  <c:v>2.3653</c:v>
                </c:pt>
                <c:pt idx="2125">
                  <c:v>2.3262999999999998</c:v>
                </c:pt>
                <c:pt idx="2126">
                  <c:v>2.3401999999999998</c:v>
                </c:pt>
                <c:pt idx="2127">
                  <c:v>2.3401999999999998</c:v>
                </c:pt>
                <c:pt idx="2128">
                  <c:v>2.3260000000000001</c:v>
                </c:pt>
                <c:pt idx="2129">
                  <c:v>2.3523000000000001</c:v>
                </c:pt>
                <c:pt idx="2130">
                  <c:v>2.3580999999999999</c:v>
                </c:pt>
                <c:pt idx="2131">
                  <c:v>2.347</c:v>
                </c:pt>
                <c:pt idx="2132">
                  <c:v>2.3622999999999998</c:v>
                </c:pt>
                <c:pt idx="2133">
                  <c:v>2.3454999999999999</c:v>
                </c:pt>
                <c:pt idx="2134">
                  <c:v>2.3595999999999999</c:v>
                </c:pt>
                <c:pt idx="2135">
                  <c:v>2.3694999999999999</c:v>
                </c:pt>
                <c:pt idx="2136">
                  <c:v>2.399</c:v>
                </c:pt>
                <c:pt idx="2137">
                  <c:v>2.4049</c:v>
                </c:pt>
                <c:pt idx="2138">
                  <c:v>2.4119000000000002</c:v>
                </c:pt>
                <c:pt idx="2139">
                  <c:v>2.4245000000000001</c:v>
                </c:pt>
                <c:pt idx="2140">
                  <c:v>2.4127999999999998</c:v>
                </c:pt>
                <c:pt idx="2141">
                  <c:v>2.3957000000000002</c:v>
                </c:pt>
                <c:pt idx="2142">
                  <c:v>2.4043000000000001</c:v>
                </c:pt>
                <c:pt idx="2143">
                  <c:v>2.4024000000000001</c:v>
                </c:pt>
                <c:pt idx="2144">
                  <c:v>2.387</c:v>
                </c:pt>
                <c:pt idx="2145">
                  <c:v>2.3691</c:v>
                </c:pt>
                <c:pt idx="2146">
                  <c:v>2.3275000000000001</c:v>
                </c:pt>
                <c:pt idx="2147">
                  <c:v>2.3117000000000001</c:v>
                </c:pt>
                <c:pt idx="2148">
                  <c:v>2.2774999999999999</c:v>
                </c:pt>
                <c:pt idx="2149">
                  <c:v>2.2871000000000001</c:v>
                </c:pt>
                <c:pt idx="2150">
                  <c:v>2.2707999999999999</c:v>
                </c:pt>
                <c:pt idx="2151">
                  <c:v>2.2759</c:v>
                </c:pt>
                <c:pt idx="2152">
                  <c:v>2.2786</c:v>
                </c:pt>
                <c:pt idx="2153">
                  <c:v>2.2622</c:v>
                </c:pt>
                <c:pt idx="2154">
                  <c:v>2.2694999999999999</c:v>
                </c:pt>
                <c:pt idx="2155">
                  <c:v>2.2762000000000002</c:v>
                </c:pt>
                <c:pt idx="2156">
                  <c:v>2.2778</c:v>
                </c:pt>
                <c:pt idx="2157">
                  <c:v>2.2660999999999998</c:v>
                </c:pt>
                <c:pt idx="2158">
                  <c:v>2.2553999999999998</c:v>
                </c:pt>
                <c:pt idx="2159">
                  <c:v>2.302</c:v>
                </c:pt>
                <c:pt idx="2160">
                  <c:v>2.3037999999999998</c:v>
                </c:pt>
                <c:pt idx="2161">
                  <c:v>2.2983000000000002</c:v>
                </c:pt>
                <c:pt idx="2162">
                  <c:v>2.2983000000000002</c:v>
                </c:pt>
                <c:pt idx="2163">
                  <c:v>2.2743000000000002</c:v>
                </c:pt>
                <c:pt idx="2164">
                  <c:v>2.2553999999999998</c:v>
                </c:pt>
                <c:pt idx="2165">
                  <c:v>2.2621000000000002</c:v>
                </c:pt>
                <c:pt idx="2166">
                  <c:v>2.2747000000000002</c:v>
                </c:pt>
                <c:pt idx="2167">
                  <c:v>2.2747000000000002</c:v>
                </c:pt>
                <c:pt idx="2168">
                  <c:v>2.2576999999999998</c:v>
                </c:pt>
                <c:pt idx="2169">
                  <c:v>2.2835000000000001</c:v>
                </c:pt>
                <c:pt idx="2170">
                  <c:v>2.2902</c:v>
                </c:pt>
                <c:pt idx="2171">
                  <c:v>2.2768000000000002</c:v>
                </c:pt>
                <c:pt idx="2172">
                  <c:v>2.3140000000000001</c:v>
                </c:pt>
                <c:pt idx="2173">
                  <c:v>2.3664999999999998</c:v>
                </c:pt>
                <c:pt idx="2174">
                  <c:v>2.3612000000000002</c:v>
                </c:pt>
                <c:pt idx="2175">
                  <c:v>2.3330000000000002</c:v>
                </c:pt>
                <c:pt idx="2176">
                  <c:v>2.3502000000000001</c:v>
                </c:pt>
                <c:pt idx="2177">
                  <c:v>2.3416999999999999</c:v>
                </c:pt>
                <c:pt idx="2178">
                  <c:v>2.3325</c:v>
                </c:pt>
                <c:pt idx="2179">
                  <c:v>2.3399000000000001</c:v>
                </c:pt>
                <c:pt idx="2180">
                  <c:v>2.3357999999999999</c:v>
                </c:pt>
                <c:pt idx="2181">
                  <c:v>2.3235999999999999</c:v>
                </c:pt>
                <c:pt idx="2182">
                  <c:v>2.3332999999999999</c:v>
                </c:pt>
                <c:pt idx="2183">
                  <c:v>2.3088000000000002</c:v>
                </c:pt>
                <c:pt idx="2184">
                  <c:v>2.3071000000000002</c:v>
                </c:pt>
                <c:pt idx="2185">
                  <c:v>2.2964000000000002</c:v>
                </c:pt>
                <c:pt idx="2186">
                  <c:v>2.2987000000000002</c:v>
                </c:pt>
                <c:pt idx="2187">
                  <c:v>2.2896999999999998</c:v>
                </c:pt>
                <c:pt idx="2188">
                  <c:v>2.2616999999999998</c:v>
                </c:pt>
                <c:pt idx="2189">
                  <c:v>2.2616999999999998</c:v>
                </c:pt>
                <c:pt idx="2190">
                  <c:v>2.2589999999999999</c:v>
                </c:pt>
                <c:pt idx="2191">
                  <c:v>2.2648999999999999</c:v>
                </c:pt>
                <c:pt idx="2192">
                  <c:v>2.2686999999999999</c:v>
                </c:pt>
                <c:pt idx="2193">
                  <c:v>2.2922000000000002</c:v>
                </c:pt>
                <c:pt idx="2194">
                  <c:v>2.3060999999999998</c:v>
                </c:pt>
                <c:pt idx="2195">
                  <c:v>2.2887</c:v>
                </c:pt>
                <c:pt idx="2196">
                  <c:v>2.3214999999999999</c:v>
                </c:pt>
                <c:pt idx="2197">
                  <c:v>2.3284000000000002</c:v>
                </c:pt>
                <c:pt idx="2198">
                  <c:v>2.3515999999999999</c:v>
                </c:pt>
                <c:pt idx="2199">
                  <c:v>2.3490000000000002</c:v>
                </c:pt>
                <c:pt idx="2200">
                  <c:v>2.3386</c:v>
                </c:pt>
                <c:pt idx="2201">
                  <c:v>2.3439000000000001</c:v>
                </c:pt>
                <c:pt idx="2202">
                  <c:v>2.3262</c:v>
                </c:pt>
                <c:pt idx="2203">
                  <c:v>2.2734000000000001</c:v>
                </c:pt>
                <c:pt idx="2204">
                  <c:v>2.2778999999999998</c:v>
                </c:pt>
                <c:pt idx="2205">
                  <c:v>2.2685</c:v>
                </c:pt>
                <c:pt idx="2206">
                  <c:v>2.2804000000000002</c:v>
                </c:pt>
                <c:pt idx="2207">
                  <c:v>2.2951000000000001</c:v>
                </c:pt>
                <c:pt idx="2208">
                  <c:v>2.3102999999999998</c:v>
                </c:pt>
                <c:pt idx="2209">
                  <c:v>2.3252999999999999</c:v>
                </c:pt>
                <c:pt idx="2210">
                  <c:v>2.3128000000000002</c:v>
                </c:pt>
                <c:pt idx="2211">
                  <c:v>2.2989000000000002</c:v>
                </c:pt>
                <c:pt idx="2212">
                  <c:v>2.2913999999999999</c:v>
                </c:pt>
                <c:pt idx="2213">
                  <c:v>2.2965</c:v>
                </c:pt>
                <c:pt idx="2214">
                  <c:v>2.2957000000000001</c:v>
                </c:pt>
                <c:pt idx="2215">
                  <c:v>2.3113999999999999</c:v>
                </c:pt>
                <c:pt idx="2216">
                  <c:v>2.3395000000000001</c:v>
                </c:pt>
                <c:pt idx="2217">
                  <c:v>2.3361999999999998</c:v>
                </c:pt>
                <c:pt idx="2218">
                  <c:v>2.3281000000000001</c:v>
                </c:pt>
                <c:pt idx="2219">
                  <c:v>2.3271000000000002</c:v>
                </c:pt>
                <c:pt idx="2220">
                  <c:v>2.33</c:v>
                </c:pt>
                <c:pt idx="2221">
                  <c:v>2.3279999999999998</c:v>
                </c:pt>
                <c:pt idx="2222">
                  <c:v>2.3279999999999998</c:v>
                </c:pt>
                <c:pt idx="2223">
                  <c:v>2.3086000000000002</c:v>
                </c:pt>
                <c:pt idx="2224">
                  <c:v>2.2919</c:v>
                </c:pt>
                <c:pt idx="2225">
                  <c:v>2.3096000000000001</c:v>
                </c:pt>
                <c:pt idx="2226">
                  <c:v>2.3365999999999998</c:v>
                </c:pt>
                <c:pt idx="2227">
                  <c:v>2.3553000000000002</c:v>
                </c:pt>
                <c:pt idx="2228">
                  <c:v>2.3483999999999998</c:v>
                </c:pt>
                <c:pt idx="2229">
                  <c:v>2.3435000000000001</c:v>
                </c:pt>
                <c:pt idx="2230">
                  <c:v>2.3313999999999999</c:v>
                </c:pt>
                <c:pt idx="2231">
                  <c:v>2.3168000000000002</c:v>
                </c:pt>
                <c:pt idx="2232">
                  <c:v>2.3214000000000001</c:v>
                </c:pt>
                <c:pt idx="2233">
                  <c:v>2.3296000000000001</c:v>
                </c:pt>
                <c:pt idx="2234">
                  <c:v>2.3422999999999998</c:v>
                </c:pt>
                <c:pt idx="2235">
                  <c:v>2.3765000000000001</c:v>
                </c:pt>
                <c:pt idx="2236">
                  <c:v>2.4159999999999999</c:v>
                </c:pt>
                <c:pt idx="2237">
                  <c:v>2.4144000000000001</c:v>
                </c:pt>
                <c:pt idx="2238">
                  <c:v>2.4428000000000001</c:v>
                </c:pt>
                <c:pt idx="2239">
                  <c:v>2.4201000000000001</c:v>
                </c:pt>
                <c:pt idx="2240">
                  <c:v>2.4068999999999998</c:v>
                </c:pt>
                <c:pt idx="2241">
                  <c:v>2.4138999999999999</c:v>
                </c:pt>
                <c:pt idx="2242">
                  <c:v>2.4249000000000001</c:v>
                </c:pt>
                <c:pt idx="2243">
                  <c:v>2.4477000000000002</c:v>
                </c:pt>
                <c:pt idx="2244">
                  <c:v>2.4717000000000002</c:v>
                </c:pt>
                <c:pt idx="2245">
                  <c:v>2.4699999999999998</c:v>
                </c:pt>
                <c:pt idx="2246">
                  <c:v>2.4708999999999999</c:v>
                </c:pt>
                <c:pt idx="2247">
                  <c:v>2.4708999999999999</c:v>
                </c:pt>
                <c:pt idx="2248">
                  <c:v>2.4868000000000001</c:v>
                </c:pt>
                <c:pt idx="2249">
                  <c:v>2.4948999999999999</c:v>
                </c:pt>
                <c:pt idx="2250">
                  <c:v>2.5047999999999999</c:v>
                </c:pt>
                <c:pt idx="2251">
                  <c:v>2.5152000000000001</c:v>
                </c:pt>
                <c:pt idx="2252">
                  <c:v>2.5436000000000001</c:v>
                </c:pt>
                <c:pt idx="2253">
                  <c:v>2.5247999999999999</c:v>
                </c:pt>
                <c:pt idx="2254">
                  <c:v>2.5625</c:v>
                </c:pt>
                <c:pt idx="2255">
                  <c:v>2.5906000000000002</c:v>
                </c:pt>
                <c:pt idx="2256">
                  <c:v>2.5855999999999999</c:v>
                </c:pt>
                <c:pt idx="2257">
                  <c:v>2.5785999999999998</c:v>
                </c:pt>
                <c:pt idx="2258">
                  <c:v>2.5829</c:v>
                </c:pt>
                <c:pt idx="2259">
                  <c:v>2.5911999999999997</c:v>
                </c:pt>
                <c:pt idx="2260">
                  <c:v>2.6154000000000002</c:v>
                </c:pt>
                <c:pt idx="2261">
                  <c:v>2.6324000000000001</c:v>
                </c:pt>
                <c:pt idx="2262">
                  <c:v>2.6414</c:v>
                </c:pt>
                <c:pt idx="2263">
                  <c:v>2.6242000000000001</c:v>
                </c:pt>
                <c:pt idx="2264">
                  <c:v>2.6631999999999998</c:v>
                </c:pt>
                <c:pt idx="2265">
                  <c:v>2.6465000000000001</c:v>
                </c:pt>
                <c:pt idx="2266">
                  <c:v>2.6240000000000001</c:v>
                </c:pt>
                <c:pt idx="2267">
                  <c:v>2.6066000000000003</c:v>
                </c:pt>
                <c:pt idx="2268">
                  <c:v>2.5994000000000002</c:v>
                </c:pt>
                <c:pt idx="2269">
                  <c:v>2.5998999999999999</c:v>
                </c:pt>
                <c:pt idx="2270">
                  <c:v>2.5909</c:v>
                </c:pt>
                <c:pt idx="2271">
                  <c:v>2.5756000000000001</c:v>
                </c:pt>
                <c:pt idx="2272">
                  <c:v>2.5838999999999999</c:v>
                </c:pt>
                <c:pt idx="2273">
                  <c:v>2.5949</c:v>
                </c:pt>
                <c:pt idx="2274">
                  <c:v>2.5926999999999998</c:v>
                </c:pt>
                <c:pt idx="2275">
                  <c:v>2.5933000000000002</c:v>
                </c:pt>
                <c:pt idx="2276">
                  <c:v>2.5533999999999999</c:v>
                </c:pt>
                <c:pt idx="2277">
                  <c:v>2.5621</c:v>
                </c:pt>
                <c:pt idx="2278">
                  <c:v>2.5798000000000001</c:v>
                </c:pt>
                <c:pt idx="2279">
                  <c:v>2.5720000000000001</c:v>
                </c:pt>
                <c:pt idx="2280">
                  <c:v>2.5752000000000002</c:v>
                </c:pt>
                <c:pt idx="2281">
                  <c:v>2.5773999999999999</c:v>
                </c:pt>
                <c:pt idx="2282">
                  <c:v>2.5756000000000001</c:v>
                </c:pt>
                <c:pt idx="2283">
                  <c:v>2.5560999999999998</c:v>
                </c:pt>
                <c:pt idx="2284">
                  <c:v>2.5486</c:v>
                </c:pt>
                <c:pt idx="2285">
                  <c:v>2.5623</c:v>
                </c:pt>
                <c:pt idx="2286">
                  <c:v>2.5735000000000001</c:v>
                </c:pt>
                <c:pt idx="2287">
                  <c:v>2.5813999999999999</c:v>
                </c:pt>
                <c:pt idx="2288">
                  <c:v>2.5987999999999998</c:v>
                </c:pt>
                <c:pt idx="2289">
                  <c:v>2.6015999999999999</c:v>
                </c:pt>
                <c:pt idx="2290">
                  <c:v>2.597</c:v>
                </c:pt>
                <c:pt idx="2291">
                  <c:v>2.597</c:v>
                </c:pt>
                <c:pt idx="2292">
                  <c:v>2.6042000000000001</c:v>
                </c:pt>
                <c:pt idx="2293">
                  <c:v>2.6122999999999998</c:v>
                </c:pt>
                <c:pt idx="2294">
                  <c:v>2.5733999999999999</c:v>
                </c:pt>
                <c:pt idx="2295">
                  <c:v>2.5689000000000002</c:v>
                </c:pt>
                <c:pt idx="2296">
                  <c:v>2.5789</c:v>
                </c:pt>
                <c:pt idx="2297">
                  <c:v>2.5842000000000001</c:v>
                </c:pt>
                <c:pt idx="2298">
                  <c:v>2.5914000000000001</c:v>
                </c:pt>
                <c:pt idx="2299">
                  <c:v>2.5670000000000002</c:v>
                </c:pt>
                <c:pt idx="2300">
                  <c:v>2.5667999999999997</c:v>
                </c:pt>
                <c:pt idx="2301">
                  <c:v>2.5737000000000001</c:v>
                </c:pt>
                <c:pt idx="2302">
                  <c:v>2.5941999999999998</c:v>
                </c:pt>
                <c:pt idx="2303">
                  <c:v>2.585</c:v>
                </c:pt>
                <c:pt idx="2304">
                  <c:v>2.5697999999999999</c:v>
                </c:pt>
                <c:pt idx="2305">
                  <c:v>2.5261</c:v>
                </c:pt>
                <c:pt idx="2306">
                  <c:v>2.5366</c:v>
                </c:pt>
                <c:pt idx="2307">
                  <c:v>2.5400999999999998</c:v>
                </c:pt>
                <c:pt idx="2308">
                  <c:v>2.5438999999999998</c:v>
                </c:pt>
                <c:pt idx="2309">
                  <c:v>2.5436999999999999</c:v>
                </c:pt>
                <c:pt idx="2310">
                  <c:v>2.5708000000000002</c:v>
                </c:pt>
                <c:pt idx="2311">
                  <c:v>2.6227</c:v>
                </c:pt>
                <c:pt idx="2312">
                  <c:v>2.6227</c:v>
                </c:pt>
                <c:pt idx="2313">
                  <c:v>2.6494999999999997</c:v>
                </c:pt>
                <c:pt idx="2314">
                  <c:v>2.6604999999999999</c:v>
                </c:pt>
                <c:pt idx="2315">
                  <c:v>2.6425999999999998</c:v>
                </c:pt>
                <c:pt idx="2316">
                  <c:v>2.6183000000000001</c:v>
                </c:pt>
                <c:pt idx="2317">
                  <c:v>2.6183000000000001</c:v>
                </c:pt>
                <c:pt idx="2318">
                  <c:v>2.6259000000000001</c:v>
                </c:pt>
                <c:pt idx="2319">
                  <c:v>2.6108000000000002</c:v>
                </c:pt>
                <c:pt idx="2320">
                  <c:v>2.6036999999999999</c:v>
                </c:pt>
                <c:pt idx="2321">
                  <c:v>2.6335999999999999</c:v>
                </c:pt>
                <c:pt idx="2322">
                  <c:v>2.6276999999999999</c:v>
                </c:pt>
                <c:pt idx="2323">
                  <c:v>2.6654999999999998</c:v>
                </c:pt>
                <c:pt idx="2324">
                  <c:v>2.6867000000000001</c:v>
                </c:pt>
                <c:pt idx="2325">
                  <c:v>2.6663999999999999</c:v>
                </c:pt>
                <c:pt idx="2326">
                  <c:v>2.6840000000000002</c:v>
                </c:pt>
                <c:pt idx="2327">
                  <c:v>2.734</c:v>
                </c:pt>
                <c:pt idx="2328">
                  <c:v>2.7364000000000002</c:v>
                </c:pt>
                <c:pt idx="2329">
                  <c:v>2.7014</c:v>
                </c:pt>
                <c:pt idx="2330">
                  <c:v>2.6936999999999998</c:v>
                </c:pt>
                <c:pt idx="2331">
                  <c:v>2.6718999999999999</c:v>
                </c:pt>
                <c:pt idx="2332">
                  <c:v>2.6724999999999999</c:v>
                </c:pt>
                <c:pt idx="2333">
                  <c:v>2.6730999999999998</c:v>
                </c:pt>
                <c:pt idx="2334">
                  <c:v>2.6812</c:v>
                </c:pt>
                <c:pt idx="2335">
                  <c:v>2.6882999999999999</c:v>
                </c:pt>
                <c:pt idx="2336">
                  <c:v>2.6974</c:v>
                </c:pt>
                <c:pt idx="2337">
                  <c:v>2.6722000000000001</c:v>
                </c:pt>
                <c:pt idx="2338">
                  <c:v>2.6408</c:v>
                </c:pt>
                <c:pt idx="2339">
                  <c:v>2.6154000000000002</c:v>
                </c:pt>
                <c:pt idx="2340">
                  <c:v>2.5944000000000003</c:v>
                </c:pt>
                <c:pt idx="2341">
                  <c:v>2.5935000000000001</c:v>
                </c:pt>
                <c:pt idx="2342">
                  <c:v>2.6303000000000001</c:v>
                </c:pt>
                <c:pt idx="2343">
                  <c:v>2.6227999999999998</c:v>
                </c:pt>
                <c:pt idx="2344">
                  <c:v>2.6522000000000001</c:v>
                </c:pt>
                <c:pt idx="2345">
                  <c:v>2.6089000000000002</c:v>
                </c:pt>
                <c:pt idx="2346">
                  <c:v>2.5836000000000001</c:v>
                </c:pt>
                <c:pt idx="2347">
                  <c:v>2.5678999999999998</c:v>
                </c:pt>
                <c:pt idx="2348">
                  <c:v>2.5678999999999998</c:v>
                </c:pt>
                <c:pt idx="2349">
                  <c:v>2.5661</c:v>
                </c:pt>
                <c:pt idx="2350">
                  <c:v>2.5615999999999999</c:v>
                </c:pt>
                <c:pt idx="2351">
                  <c:v>2.5615000000000001</c:v>
                </c:pt>
                <c:pt idx="2352">
                  <c:v>2.5403000000000002</c:v>
                </c:pt>
                <c:pt idx="2353">
                  <c:v>2.5207999999999999</c:v>
                </c:pt>
                <c:pt idx="2354">
                  <c:v>2.5003000000000002</c:v>
                </c:pt>
                <c:pt idx="2355">
                  <c:v>2.4914999999999998</c:v>
                </c:pt>
                <c:pt idx="2356">
                  <c:v>2.5133000000000001</c:v>
                </c:pt>
                <c:pt idx="2357">
                  <c:v>2.5099</c:v>
                </c:pt>
                <c:pt idx="2358">
                  <c:v>2.5108999999999999</c:v>
                </c:pt>
                <c:pt idx="2359">
                  <c:v>2.4944999999999999</c:v>
                </c:pt>
                <c:pt idx="2360">
                  <c:v>2.4847000000000001</c:v>
                </c:pt>
                <c:pt idx="2361">
                  <c:v>2.4748999999999999</c:v>
                </c:pt>
                <c:pt idx="2362">
                  <c:v>2.4786000000000001</c:v>
                </c:pt>
                <c:pt idx="2363">
                  <c:v>2.5015999999999998</c:v>
                </c:pt>
                <c:pt idx="2364">
                  <c:v>2.48</c:v>
                </c:pt>
                <c:pt idx="2365">
                  <c:v>2.4765000000000001</c:v>
                </c:pt>
                <c:pt idx="2366">
                  <c:v>2.4935999999999998</c:v>
                </c:pt>
                <c:pt idx="2367">
                  <c:v>2.5201000000000002</c:v>
                </c:pt>
                <c:pt idx="2368">
                  <c:v>2.5258000000000003</c:v>
                </c:pt>
                <c:pt idx="2369">
                  <c:v>2.5478000000000001</c:v>
                </c:pt>
                <c:pt idx="2370">
                  <c:v>2.5369000000000002</c:v>
                </c:pt>
                <c:pt idx="2371">
                  <c:v>2.5361000000000002</c:v>
                </c:pt>
                <c:pt idx="2372">
                  <c:v>2.5295999999999998</c:v>
                </c:pt>
                <c:pt idx="2373">
                  <c:v>2.5225999999999997</c:v>
                </c:pt>
                <c:pt idx="2374">
                  <c:v>2.5282</c:v>
                </c:pt>
                <c:pt idx="2375">
                  <c:v>2.5794999999999999</c:v>
                </c:pt>
                <c:pt idx="2376">
                  <c:v>2.5952000000000002</c:v>
                </c:pt>
                <c:pt idx="2377">
                  <c:v>2.6223999999999998</c:v>
                </c:pt>
                <c:pt idx="2378">
                  <c:v>2.6040000000000001</c:v>
                </c:pt>
                <c:pt idx="2379">
                  <c:v>2.5655999999999999</c:v>
                </c:pt>
                <c:pt idx="2380">
                  <c:v>2.5529999999999999</c:v>
                </c:pt>
                <c:pt idx="2381">
                  <c:v>2.5505</c:v>
                </c:pt>
                <c:pt idx="2382">
                  <c:v>2.5659999999999998</c:v>
                </c:pt>
                <c:pt idx="2383">
                  <c:v>2.5324999999999998</c:v>
                </c:pt>
                <c:pt idx="2384">
                  <c:v>2.5183</c:v>
                </c:pt>
                <c:pt idx="2385">
                  <c:v>2.5247999999999999</c:v>
                </c:pt>
                <c:pt idx="2386">
                  <c:v>2.5024999999999999</c:v>
                </c:pt>
                <c:pt idx="2387">
                  <c:v>2.5024999999999999</c:v>
                </c:pt>
                <c:pt idx="2388">
                  <c:v>2.5022000000000002</c:v>
                </c:pt>
                <c:pt idx="2389">
                  <c:v>2.4773000000000001</c:v>
                </c:pt>
                <c:pt idx="2390">
                  <c:v>2.4786999999999999</c:v>
                </c:pt>
                <c:pt idx="2391">
                  <c:v>2.4946000000000002</c:v>
                </c:pt>
                <c:pt idx="2392">
                  <c:v>2.5024999999999999</c:v>
                </c:pt>
                <c:pt idx="2393">
                  <c:v>2.4963000000000002</c:v>
                </c:pt>
                <c:pt idx="2394">
                  <c:v>2.5247000000000002</c:v>
                </c:pt>
                <c:pt idx="2395">
                  <c:v>2.5324</c:v>
                </c:pt>
                <c:pt idx="2396">
                  <c:v>2.5434999999999999</c:v>
                </c:pt>
                <c:pt idx="2397">
                  <c:v>2.5356999999999998</c:v>
                </c:pt>
                <c:pt idx="2398">
                  <c:v>2.5243000000000002</c:v>
                </c:pt>
                <c:pt idx="2399">
                  <c:v>2.5327999999999999</c:v>
                </c:pt>
                <c:pt idx="2400">
                  <c:v>2.5327999999999999</c:v>
                </c:pt>
                <c:pt idx="2401">
                  <c:v>2.5063</c:v>
                </c:pt>
                <c:pt idx="2402">
                  <c:v>2.4920999999999998</c:v>
                </c:pt>
                <c:pt idx="2403">
                  <c:v>2.4563999999999999</c:v>
                </c:pt>
                <c:pt idx="2404">
                  <c:v>2.4146999999999998</c:v>
                </c:pt>
                <c:pt idx="2405">
                  <c:v>2.4237000000000002</c:v>
                </c:pt>
                <c:pt idx="2406">
                  <c:v>2.4142000000000001</c:v>
                </c:pt>
                <c:pt idx="2407">
                  <c:v>2.4359000000000002</c:v>
                </c:pt>
                <c:pt idx="2408">
                  <c:v>2.4215999999999998</c:v>
                </c:pt>
                <c:pt idx="2409">
                  <c:v>2.3942999999999999</c:v>
                </c:pt>
                <c:pt idx="2410">
                  <c:v>2.4001999999999999</c:v>
                </c:pt>
                <c:pt idx="2411">
                  <c:v>2.3761000000000001</c:v>
                </c:pt>
                <c:pt idx="2412">
                  <c:v>2.3761000000000001</c:v>
                </c:pt>
                <c:pt idx="2413">
                  <c:v>2.3879999999999999</c:v>
                </c:pt>
                <c:pt idx="2414">
                  <c:v>2.3860000000000001</c:v>
                </c:pt>
                <c:pt idx="2415">
                  <c:v>2.3677000000000001</c:v>
                </c:pt>
                <c:pt idx="2416">
                  <c:v>2.3345000000000002</c:v>
                </c:pt>
                <c:pt idx="2417">
                  <c:v>2.3315000000000001</c:v>
                </c:pt>
                <c:pt idx="2418">
                  <c:v>2.3102</c:v>
                </c:pt>
                <c:pt idx="2419">
                  <c:v>2.3388999999999998</c:v>
                </c:pt>
                <c:pt idx="2420">
                  <c:v>2.3439999999999999</c:v>
                </c:pt>
                <c:pt idx="2421">
                  <c:v>2.3368000000000002</c:v>
                </c:pt>
                <c:pt idx="2422">
                  <c:v>2.3368000000000002</c:v>
                </c:pt>
                <c:pt idx="2423">
                  <c:v>2.2907999999999999</c:v>
                </c:pt>
                <c:pt idx="2424">
                  <c:v>2.2921</c:v>
                </c:pt>
                <c:pt idx="2425">
                  <c:v>2.2862999999999998</c:v>
                </c:pt>
                <c:pt idx="2426">
                  <c:v>2.2959000000000001</c:v>
                </c:pt>
                <c:pt idx="2427">
                  <c:v>2.3199000000000001</c:v>
                </c:pt>
                <c:pt idx="2428">
                  <c:v>2.3460000000000001</c:v>
                </c:pt>
                <c:pt idx="2429">
                  <c:v>2.3424</c:v>
                </c:pt>
                <c:pt idx="2430">
                  <c:v>2.3391999999999999</c:v>
                </c:pt>
                <c:pt idx="2431">
                  <c:v>2.3315999999999999</c:v>
                </c:pt>
                <c:pt idx="2432">
                  <c:v>2.3502000000000001</c:v>
                </c:pt>
                <c:pt idx="2433">
                  <c:v>2.3555000000000001</c:v>
                </c:pt>
                <c:pt idx="2434">
                  <c:v>2.3782000000000001</c:v>
                </c:pt>
                <c:pt idx="2435">
                  <c:v>2.3765999999999998</c:v>
                </c:pt>
                <c:pt idx="2436">
                  <c:v>2.3529</c:v>
                </c:pt>
                <c:pt idx="2437">
                  <c:v>2.3344</c:v>
                </c:pt>
                <c:pt idx="2438">
                  <c:v>2.3357999999999999</c:v>
                </c:pt>
                <c:pt idx="2439">
                  <c:v>2.3652000000000002</c:v>
                </c:pt>
                <c:pt idx="2440">
                  <c:v>2.4062000000000001</c:v>
                </c:pt>
                <c:pt idx="2441">
                  <c:v>2.3673999999999999</c:v>
                </c:pt>
                <c:pt idx="2442">
                  <c:v>2.3714</c:v>
                </c:pt>
                <c:pt idx="2443">
                  <c:v>2.3694999999999999</c:v>
                </c:pt>
                <c:pt idx="2444">
                  <c:v>2.3706999999999998</c:v>
                </c:pt>
                <c:pt idx="2445">
                  <c:v>2.3731</c:v>
                </c:pt>
                <c:pt idx="2446">
                  <c:v>2.3801999999999999</c:v>
                </c:pt>
                <c:pt idx="2447">
                  <c:v>2.3944000000000001</c:v>
                </c:pt>
                <c:pt idx="2448">
                  <c:v>2.4013</c:v>
                </c:pt>
                <c:pt idx="2449">
                  <c:v>2.3986000000000001</c:v>
                </c:pt>
                <c:pt idx="2450">
                  <c:v>2.3866000000000001</c:v>
                </c:pt>
                <c:pt idx="2451">
                  <c:v>2.4068999999999998</c:v>
                </c:pt>
                <c:pt idx="2452">
                  <c:v>2.4119999999999999</c:v>
                </c:pt>
                <c:pt idx="2453">
                  <c:v>2.4276</c:v>
                </c:pt>
                <c:pt idx="2454">
                  <c:v>2.4306000000000001</c:v>
                </c:pt>
                <c:pt idx="2455">
                  <c:v>2.4525000000000001</c:v>
                </c:pt>
                <c:pt idx="2456">
                  <c:v>2.4944999999999999</c:v>
                </c:pt>
                <c:pt idx="2457">
                  <c:v>2.5601000000000003</c:v>
                </c:pt>
                <c:pt idx="2458">
                  <c:v>2.5463</c:v>
                </c:pt>
                <c:pt idx="2459">
                  <c:v>2.6085000000000003</c:v>
                </c:pt>
                <c:pt idx="2460">
                  <c:v>2.6074999999999999</c:v>
                </c:pt>
                <c:pt idx="2461">
                  <c:v>2.6149</c:v>
                </c:pt>
                <c:pt idx="2462">
                  <c:v>2.6006999999999998</c:v>
                </c:pt>
                <c:pt idx="2463">
                  <c:v>2.5832999999999999</c:v>
                </c:pt>
                <c:pt idx="2464">
                  <c:v>2.5657000000000001</c:v>
                </c:pt>
                <c:pt idx="2465">
                  <c:v>2.5602</c:v>
                </c:pt>
                <c:pt idx="2466">
                  <c:v>2.5455000000000001</c:v>
                </c:pt>
                <c:pt idx="2467">
                  <c:v>2.5407000000000002</c:v>
                </c:pt>
                <c:pt idx="2468">
                  <c:v>2.5244</c:v>
                </c:pt>
                <c:pt idx="2469">
                  <c:v>2.4999000000000002</c:v>
                </c:pt>
                <c:pt idx="2470">
                  <c:v>2.5019999999999998</c:v>
                </c:pt>
                <c:pt idx="2471">
                  <c:v>2.5388999999999999</c:v>
                </c:pt>
                <c:pt idx="2472">
                  <c:v>2.5122</c:v>
                </c:pt>
                <c:pt idx="2473">
                  <c:v>2.5682999999999998</c:v>
                </c:pt>
                <c:pt idx="2474">
                  <c:v>2.5605000000000002</c:v>
                </c:pt>
                <c:pt idx="2475">
                  <c:v>2.5286</c:v>
                </c:pt>
                <c:pt idx="2476">
                  <c:v>2.5159000000000002</c:v>
                </c:pt>
                <c:pt idx="2477">
                  <c:v>2.4779</c:v>
                </c:pt>
                <c:pt idx="2478">
                  <c:v>2.4779</c:v>
                </c:pt>
                <c:pt idx="2479">
                  <c:v>2.4634</c:v>
                </c:pt>
                <c:pt idx="2480">
                  <c:v>2.4792999999999998</c:v>
                </c:pt>
                <c:pt idx="2481">
                  <c:v>2.4756999999999998</c:v>
                </c:pt>
                <c:pt idx="2482">
                  <c:v>2.4931999999999999</c:v>
                </c:pt>
                <c:pt idx="2483">
                  <c:v>2.5068000000000001</c:v>
                </c:pt>
                <c:pt idx="2484">
                  <c:v>2.5419</c:v>
                </c:pt>
                <c:pt idx="2485">
                  <c:v>2.5628000000000002</c:v>
                </c:pt>
                <c:pt idx="2486">
                  <c:v>2.5488</c:v>
                </c:pt>
                <c:pt idx="2487">
                  <c:v>2.5335999999999999</c:v>
                </c:pt>
                <c:pt idx="2488">
                  <c:v>2.5211999999999999</c:v>
                </c:pt>
                <c:pt idx="2489">
                  <c:v>2.5274999999999999</c:v>
                </c:pt>
                <c:pt idx="2490">
                  <c:v>2.5102000000000002</c:v>
                </c:pt>
                <c:pt idx="2491">
                  <c:v>2.5163000000000002</c:v>
                </c:pt>
                <c:pt idx="2492">
                  <c:v>2.4872999999999998</c:v>
                </c:pt>
                <c:pt idx="2493">
                  <c:v>2.5095999999999998</c:v>
                </c:pt>
                <c:pt idx="2494">
                  <c:v>2.5514000000000001</c:v>
                </c:pt>
                <c:pt idx="2495">
                  <c:v>2.5422000000000002</c:v>
                </c:pt>
                <c:pt idx="2496">
                  <c:v>2.5093999999999999</c:v>
                </c:pt>
                <c:pt idx="2497">
                  <c:v>2.4937</c:v>
                </c:pt>
                <c:pt idx="2498">
                  <c:v>2.4670999999999998</c:v>
                </c:pt>
                <c:pt idx="2499">
                  <c:v>2.4874999999999998</c:v>
                </c:pt>
                <c:pt idx="2500">
                  <c:v>2.4782000000000002</c:v>
                </c:pt>
                <c:pt idx="2501">
                  <c:v>2.476</c:v>
                </c:pt>
                <c:pt idx="2502">
                  <c:v>2.4546000000000001</c:v>
                </c:pt>
                <c:pt idx="2503">
                  <c:v>2.4500000000000002</c:v>
                </c:pt>
                <c:pt idx="2504">
                  <c:v>2.4544999999999999</c:v>
                </c:pt>
                <c:pt idx="2505">
                  <c:v>2.4621</c:v>
                </c:pt>
                <c:pt idx="2506">
                  <c:v>2.4478</c:v>
                </c:pt>
                <c:pt idx="2507">
                  <c:v>2.3730000000000002</c:v>
                </c:pt>
                <c:pt idx="2508">
                  <c:v>2.3946999999999998</c:v>
                </c:pt>
                <c:pt idx="2509">
                  <c:v>2.3837999999999999</c:v>
                </c:pt>
                <c:pt idx="2510">
                  <c:v>2.3875999999999999</c:v>
                </c:pt>
                <c:pt idx="2511">
                  <c:v>2.3670999999999998</c:v>
                </c:pt>
                <c:pt idx="2512">
                  <c:v>2.3681000000000001</c:v>
                </c:pt>
                <c:pt idx="2513">
                  <c:v>2.3590999999999998</c:v>
                </c:pt>
                <c:pt idx="2514">
                  <c:v>2.3552</c:v>
                </c:pt>
                <c:pt idx="2515">
                  <c:v>2.355</c:v>
                </c:pt>
                <c:pt idx="2516">
                  <c:v>2.3403999999999998</c:v>
                </c:pt>
                <c:pt idx="2517">
                  <c:v>2.3666</c:v>
                </c:pt>
                <c:pt idx="2518">
                  <c:v>2.3481999999999998</c:v>
                </c:pt>
                <c:pt idx="2519">
                  <c:v>2.3662999999999998</c:v>
                </c:pt>
                <c:pt idx="2520">
                  <c:v>2.3292999999999999</c:v>
                </c:pt>
                <c:pt idx="2521">
                  <c:v>2.3759999999999999</c:v>
                </c:pt>
                <c:pt idx="2522">
                  <c:v>2.3708</c:v>
                </c:pt>
                <c:pt idx="2523">
                  <c:v>2.3740999999999999</c:v>
                </c:pt>
                <c:pt idx="2524">
                  <c:v>2.3988999999999998</c:v>
                </c:pt>
                <c:pt idx="2525">
                  <c:v>2.3929999999999998</c:v>
                </c:pt>
                <c:pt idx="2526">
                  <c:v>2.3853</c:v>
                </c:pt>
                <c:pt idx="2527">
                  <c:v>2.3774999999999999</c:v>
                </c:pt>
                <c:pt idx="2528">
                  <c:v>2.3601000000000001</c:v>
                </c:pt>
                <c:pt idx="2529">
                  <c:v>2.3639999999999999</c:v>
                </c:pt>
                <c:pt idx="2530">
                  <c:v>2.3805999999999998</c:v>
                </c:pt>
                <c:pt idx="2531">
                  <c:v>2.3264</c:v>
                </c:pt>
                <c:pt idx="2532">
                  <c:v>2.3448000000000002</c:v>
                </c:pt>
                <c:pt idx="2533">
                  <c:v>2.3204000000000002</c:v>
                </c:pt>
                <c:pt idx="2534">
                  <c:v>2.3124000000000002</c:v>
                </c:pt>
                <c:pt idx="2535">
                  <c:v>2.3369</c:v>
                </c:pt>
                <c:pt idx="2536">
                  <c:v>2.3317999999999999</c:v>
                </c:pt>
                <c:pt idx="2537">
                  <c:v>2.2656000000000001</c:v>
                </c:pt>
                <c:pt idx="2538">
                  <c:v>2.2629999999999999</c:v>
                </c:pt>
                <c:pt idx="2539">
                  <c:v>2.2416999999999998</c:v>
                </c:pt>
                <c:pt idx="2540">
                  <c:v>2.21</c:v>
                </c:pt>
                <c:pt idx="2541">
                  <c:v>2.2372999999999998</c:v>
                </c:pt>
                <c:pt idx="2542">
                  <c:v>2.3020999999999998</c:v>
                </c:pt>
                <c:pt idx="2543">
                  <c:v>2.3266</c:v>
                </c:pt>
                <c:pt idx="2544">
                  <c:v>2.3052000000000001</c:v>
                </c:pt>
                <c:pt idx="2545">
                  <c:v>2.2942999999999998</c:v>
                </c:pt>
                <c:pt idx="2546">
                  <c:v>2.2959000000000001</c:v>
                </c:pt>
                <c:pt idx="2547">
                  <c:v>2.3090999999999999</c:v>
                </c:pt>
                <c:pt idx="2548">
                  <c:v>2.319</c:v>
                </c:pt>
                <c:pt idx="2549">
                  <c:v>2.3106999999999998</c:v>
                </c:pt>
                <c:pt idx="2550">
                  <c:v>2.3222999999999998</c:v>
                </c:pt>
                <c:pt idx="2551">
                  <c:v>2.2738999999999998</c:v>
                </c:pt>
                <c:pt idx="2552">
                  <c:v>2.3140000000000001</c:v>
                </c:pt>
                <c:pt idx="2553">
                  <c:v>2.3205999999999998</c:v>
                </c:pt>
                <c:pt idx="2554">
                  <c:v>2.2982</c:v>
                </c:pt>
                <c:pt idx="2555">
                  <c:v>2.2833000000000001</c:v>
                </c:pt>
                <c:pt idx="2556">
                  <c:v>2.2892999999999999</c:v>
                </c:pt>
                <c:pt idx="2557">
                  <c:v>2.2850999999999999</c:v>
                </c:pt>
                <c:pt idx="2558">
                  <c:v>2.3437000000000001</c:v>
                </c:pt>
                <c:pt idx="2559">
                  <c:v>2.3829000000000002</c:v>
                </c:pt>
                <c:pt idx="2560">
                  <c:v>2.3711000000000002</c:v>
                </c:pt>
                <c:pt idx="2561">
                  <c:v>2.3531</c:v>
                </c:pt>
                <c:pt idx="2562">
                  <c:v>2.3393999999999999</c:v>
                </c:pt>
                <c:pt idx="2563">
                  <c:v>2.3508</c:v>
                </c:pt>
                <c:pt idx="2564">
                  <c:v>2.3443999999999998</c:v>
                </c:pt>
                <c:pt idx="2565">
                  <c:v>2.3290000000000002</c:v>
                </c:pt>
                <c:pt idx="2566">
                  <c:v>2.3323</c:v>
                </c:pt>
                <c:pt idx="2567">
                  <c:v>2.3330000000000002</c:v>
                </c:pt>
                <c:pt idx="2568">
                  <c:v>2.3290000000000002</c:v>
                </c:pt>
                <c:pt idx="2569">
                  <c:v>2.3643999999999998</c:v>
                </c:pt>
                <c:pt idx="2570">
                  <c:v>2.3835999999999999</c:v>
                </c:pt>
                <c:pt idx="2571">
                  <c:v>2.3626</c:v>
                </c:pt>
                <c:pt idx="2572">
                  <c:v>2.3820999999999999</c:v>
                </c:pt>
                <c:pt idx="2573">
                  <c:v>2.3774000000000002</c:v>
                </c:pt>
                <c:pt idx="2574">
                  <c:v>2.4249999999999998</c:v>
                </c:pt>
                <c:pt idx="2575">
                  <c:v>2.4081000000000001</c:v>
                </c:pt>
                <c:pt idx="2576">
                  <c:v>2.4369999999999998</c:v>
                </c:pt>
                <c:pt idx="2577">
                  <c:v>2.4163000000000001</c:v>
                </c:pt>
                <c:pt idx="2578">
                  <c:v>2.4396</c:v>
                </c:pt>
                <c:pt idx="2579">
                  <c:v>2.4681000000000002</c:v>
                </c:pt>
                <c:pt idx="2580">
                  <c:v>2.4515000000000002</c:v>
                </c:pt>
                <c:pt idx="2581">
                  <c:v>2.4319999999999999</c:v>
                </c:pt>
                <c:pt idx="2582">
                  <c:v>2.4834000000000001</c:v>
                </c:pt>
                <c:pt idx="2583">
                  <c:v>2.4828000000000001</c:v>
                </c:pt>
                <c:pt idx="2584">
                  <c:v>2.4750000000000001</c:v>
                </c:pt>
                <c:pt idx="2585">
                  <c:v>2.5457000000000001</c:v>
                </c:pt>
                <c:pt idx="2586">
                  <c:v>2.5808</c:v>
                </c:pt>
                <c:pt idx="2587">
                  <c:v>2.5876000000000001</c:v>
                </c:pt>
                <c:pt idx="2588">
                  <c:v>2.6166</c:v>
                </c:pt>
                <c:pt idx="2589">
                  <c:v>2.5926</c:v>
                </c:pt>
                <c:pt idx="2590">
                  <c:v>2.5644999999999998</c:v>
                </c:pt>
                <c:pt idx="2591">
                  <c:v>2.5909</c:v>
                </c:pt>
                <c:pt idx="2592">
                  <c:v>2.5672999999999999</c:v>
                </c:pt>
                <c:pt idx="2593">
                  <c:v>2.6029999999999998</c:v>
                </c:pt>
                <c:pt idx="2594">
                  <c:v>2.6025999999999998</c:v>
                </c:pt>
                <c:pt idx="2595">
                  <c:v>2.6219000000000001</c:v>
                </c:pt>
                <c:pt idx="2596">
                  <c:v>2.5897999999999999</c:v>
                </c:pt>
                <c:pt idx="2597">
                  <c:v>2.6280000000000001</c:v>
                </c:pt>
                <c:pt idx="2598">
                  <c:v>2.6432000000000002</c:v>
                </c:pt>
                <c:pt idx="2599">
                  <c:v>2.6585000000000001</c:v>
                </c:pt>
                <c:pt idx="2600">
                  <c:v>2.6611000000000002</c:v>
                </c:pt>
                <c:pt idx="2601">
                  <c:v>2.6145</c:v>
                </c:pt>
                <c:pt idx="2602">
                  <c:v>2.5983999999999998</c:v>
                </c:pt>
                <c:pt idx="2603">
                  <c:v>2.6126</c:v>
                </c:pt>
                <c:pt idx="2604">
                  <c:v>2.6036999999999999</c:v>
                </c:pt>
                <c:pt idx="2605">
                  <c:v>2.6362999999999999</c:v>
                </c:pt>
                <c:pt idx="2606">
                  <c:v>2.6356000000000002</c:v>
                </c:pt>
                <c:pt idx="2607">
                  <c:v>2.6362999999999999</c:v>
                </c:pt>
                <c:pt idx="2608">
                  <c:v>2.6457999999999999</c:v>
                </c:pt>
                <c:pt idx="2609">
                  <c:v>2.6596000000000002</c:v>
                </c:pt>
                <c:pt idx="2610">
                  <c:v>2.6520999999999999</c:v>
                </c:pt>
                <c:pt idx="2611">
                  <c:v>2.6553</c:v>
                </c:pt>
                <c:pt idx="2612">
                  <c:v>2.677</c:v>
                </c:pt>
                <c:pt idx="2613">
                  <c:v>2.6877</c:v>
                </c:pt>
                <c:pt idx="2614">
                  <c:v>2.6972</c:v>
                </c:pt>
                <c:pt idx="2615">
                  <c:v>2.7101999999999999</c:v>
                </c:pt>
                <c:pt idx="2616">
                  <c:v>2.6920999999999999</c:v>
                </c:pt>
                <c:pt idx="2617">
                  <c:v>2.6757999999999997</c:v>
                </c:pt>
                <c:pt idx="2618">
                  <c:v>2.7094</c:v>
                </c:pt>
                <c:pt idx="2619">
                  <c:v>2.7015000000000002</c:v>
                </c:pt>
                <c:pt idx="2620">
                  <c:v>2.7054999999999998</c:v>
                </c:pt>
                <c:pt idx="2621">
                  <c:v>2.7002000000000002</c:v>
                </c:pt>
                <c:pt idx="2622">
                  <c:v>2.7839</c:v>
                </c:pt>
                <c:pt idx="2623">
                  <c:v>2.7415000000000003</c:v>
                </c:pt>
                <c:pt idx="2624">
                  <c:v>2.7549999999999999</c:v>
                </c:pt>
                <c:pt idx="2625">
                  <c:v>2.7473999999999998</c:v>
                </c:pt>
                <c:pt idx="2626">
                  <c:v>2.7284999999999999</c:v>
                </c:pt>
                <c:pt idx="2627">
                  <c:v>2.7282000000000002</c:v>
                </c:pt>
                <c:pt idx="2628">
                  <c:v>2.7023000000000001</c:v>
                </c:pt>
                <c:pt idx="2629">
                  <c:v>2.7330999999999999</c:v>
                </c:pt>
                <c:pt idx="2630">
                  <c:v>2.7138</c:v>
                </c:pt>
                <c:pt idx="2631">
                  <c:v>2.7579000000000002</c:v>
                </c:pt>
                <c:pt idx="2632">
                  <c:v>2.7284999999999999</c:v>
                </c:pt>
                <c:pt idx="2633">
                  <c:v>2.6863999999999999</c:v>
                </c:pt>
                <c:pt idx="2634">
                  <c:v>2.6707999999999998</c:v>
                </c:pt>
                <c:pt idx="2635">
                  <c:v>2.6985999999999999</c:v>
                </c:pt>
                <c:pt idx="2636">
                  <c:v>2.7072000000000003</c:v>
                </c:pt>
                <c:pt idx="2637">
                  <c:v>2.6917999999999997</c:v>
                </c:pt>
                <c:pt idx="2638">
                  <c:v>2.6741999999999999</c:v>
                </c:pt>
                <c:pt idx="2639">
                  <c:v>2.6236999999999999</c:v>
                </c:pt>
                <c:pt idx="2640">
                  <c:v>2.6465999999999998</c:v>
                </c:pt>
                <c:pt idx="2641">
                  <c:v>2.6387</c:v>
                </c:pt>
                <c:pt idx="2642">
                  <c:v>2.621</c:v>
                </c:pt>
                <c:pt idx="2643">
                  <c:v>2.5922000000000001</c:v>
                </c:pt>
                <c:pt idx="2644">
                  <c:v>2.5960999999999999</c:v>
                </c:pt>
                <c:pt idx="2645">
                  <c:v>2.5478000000000001</c:v>
                </c:pt>
                <c:pt idx="2646">
                  <c:v>2.5171000000000001</c:v>
                </c:pt>
                <c:pt idx="2647">
                  <c:v>2.4986999999999999</c:v>
                </c:pt>
                <c:pt idx="2648">
                  <c:v>2.5381</c:v>
                </c:pt>
                <c:pt idx="2649">
                  <c:v>2.5228999999999999</c:v>
                </c:pt>
                <c:pt idx="2650">
                  <c:v>2.5289000000000001</c:v>
                </c:pt>
                <c:pt idx="2651">
                  <c:v>2.5055000000000001</c:v>
                </c:pt>
                <c:pt idx="2652">
                  <c:v>2.4672000000000001</c:v>
                </c:pt>
                <c:pt idx="2653">
                  <c:v>2.4390000000000001</c:v>
                </c:pt>
                <c:pt idx="2654">
                  <c:v>2.4283999999999999</c:v>
                </c:pt>
                <c:pt idx="2655">
                  <c:v>2.4422000000000001</c:v>
                </c:pt>
                <c:pt idx="2656">
                  <c:v>2.4497999999999998</c:v>
                </c:pt>
                <c:pt idx="2657">
                  <c:v>2.4788000000000001</c:v>
                </c:pt>
                <c:pt idx="2658">
                  <c:v>2.4912999999999998</c:v>
                </c:pt>
                <c:pt idx="2659">
                  <c:v>2.4927000000000001</c:v>
                </c:pt>
                <c:pt idx="2660">
                  <c:v>2.5076000000000001</c:v>
                </c:pt>
                <c:pt idx="2661">
                  <c:v>2.4773999999999998</c:v>
                </c:pt>
                <c:pt idx="2662">
                  <c:v>2.4424999999999999</c:v>
                </c:pt>
                <c:pt idx="2663">
                  <c:v>2.4479000000000002</c:v>
                </c:pt>
                <c:pt idx="2664">
                  <c:v>2.4535999999999998</c:v>
                </c:pt>
                <c:pt idx="2665">
                  <c:v>2.4529000000000001</c:v>
                </c:pt>
                <c:pt idx="2666">
                  <c:v>2.4763999999999999</c:v>
                </c:pt>
                <c:pt idx="2667">
                  <c:v>2.4866000000000001</c:v>
                </c:pt>
                <c:pt idx="2668">
                  <c:v>2.4843999999999999</c:v>
                </c:pt>
                <c:pt idx="2669">
                  <c:v>2.4855</c:v>
                </c:pt>
                <c:pt idx="2670">
                  <c:v>2.5185</c:v>
                </c:pt>
                <c:pt idx="2671">
                  <c:v>2.5358999999999998</c:v>
                </c:pt>
                <c:pt idx="2672">
                  <c:v>2.5148999999999999</c:v>
                </c:pt>
                <c:pt idx="2673">
                  <c:v>2.5411000000000001</c:v>
                </c:pt>
                <c:pt idx="2674">
                  <c:v>2.5251000000000001</c:v>
                </c:pt>
                <c:pt idx="2675">
                  <c:v>2.5506000000000002</c:v>
                </c:pt>
                <c:pt idx="2676">
                  <c:v>2.5455000000000001</c:v>
                </c:pt>
                <c:pt idx="2677">
                  <c:v>2.5709</c:v>
                </c:pt>
                <c:pt idx="2678">
                  <c:v>2.5592999999999999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Sheet1!$C$6</c:f>
              <c:strCache>
                <c:ptCount val="1"/>
                <c:pt idx="0">
                  <c:v>FOMC Implied CPI 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Sheet1!$C$7:$C$2686</c:f>
              <c:numCache>
                <c:formatCode>General</c:formatCode>
                <c:ptCount val="2680"/>
                <c:pt idx="0">
                  <c:v>2.2999999999999998</c:v>
                </c:pt>
                <c:pt idx="1">
                  <c:v>2.2999999999999998</c:v>
                </c:pt>
                <c:pt idx="2">
                  <c:v>2.2999999999999998</c:v>
                </c:pt>
                <c:pt idx="3">
                  <c:v>2.2999999999999998</c:v>
                </c:pt>
                <c:pt idx="4">
                  <c:v>2.2999999999999998</c:v>
                </c:pt>
                <c:pt idx="5">
                  <c:v>2.2999999999999998</c:v>
                </c:pt>
                <c:pt idx="6">
                  <c:v>2.2999999999999998</c:v>
                </c:pt>
                <c:pt idx="7">
                  <c:v>2.2999999999999998</c:v>
                </c:pt>
                <c:pt idx="8">
                  <c:v>2.2999999999999998</c:v>
                </c:pt>
                <c:pt idx="9">
                  <c:v>2.2999999999999998</c:v>
                </c:pt>
                <c:pt idx="10">
                  <c:v>2.2999999999999998</c:v>
                </c:pt>
                <c:pt idx="11">
                  <c:v>2.2999999999999998</c:v>
                </c:pt>
                <c:pt idx="12">
                  <c:v>2.2999999999999998</c:v>
                </c:pt>
                <c:pt idx="13">
                  <c:v>2.2999999999999998</c:v>
                </c:pt>
                <c:pt idx="14">
                  <c:v>2.2999999999999998</c:v>
                </c:pt>
                <c:pt idx="15">
                  <c:v>2.2999999999999998</c:v>
                </c:pt>
                <c:pt idx="16">
                  <c:v>2.2999999999999998</c:v>
                </c:pt>
                <c:pt idx="17">
                  <c:v>2.2999999999999998</c:v>
                </c:pt>
                <c:pt idx="18">
                  <c:v>2.2999999999999998</c:v>
                </c:pt>
                <c:pt idx="19">
                  <c:v>2.2999999999999998</c:v>
                </c:pt>
                <c:pt idx="20">
                  <c:v>2.2999999999999998</c:v>
                </c:pt>
                <c:pt idx="21">
                  <c:v>2.2999999999999998</c:v>
                </c:pt>
                <c:pt idx="22">
                  <c:v>2.2999999999999998</c:v>
                </c:pt>
                <c:pt idx="23">
                  <c:v>2.2999999999999998</c:v>
                </c:pt>
                <c:pt idx="24">
                  <c:v>2.2999999999999998</c:v>
                </c:pt>
                <c:pt idx="25">
                  <c:v>2.2999999999999998</c:v>
                </c:pt>
                <c:pt idx="26">
                  <c:v>2.2999999999999998</c:v>
                </c:pt>
                <c:pt idx="27">
                  <c:v>2.2999999999999998</c:v>
                </c:pt>
                <c:pt idx="28">
                  <c:v>2.2999999999999998</c:v>
                </c:pt>
                <c:pt idx="29">
                  <c:v>2.2999999999999998</c:v>
                </c:pt>
                <c:pt idx="30">
                  <c:v>2.2999999999999998</c:v>
                </c:pt>
                <c:pt idx="31">
                  <c:v>2.2999999999999998</c:v>
                </c:pt>
                <c:pt idx="32">
                  <c:v>2.2999999999999998</c:v>
                </c:pt>
                <c:pt idx="33">
                  <c:v>2.2999999999999998</c:v>
                </c:pt>
                <c:pt idx="34">
                  <c:v>2.2999999999999998</c:v>
                </c:pt>
                <c:pt idx="35">
                  <c:v>2.2999999999999998</c:v>
                </c:pt>
                <c:pt idx="36">
                  <c:v>2.2999999999999998</c:v>
                </c:pt>
                <c:pt idx="37">
                  <c:v>2.2999999999999998</c:v>
                </c:pt>
                <c:pt idx="38">
                  <c:v>2.2999999999999998</c:v>
                </c:pt>
                <c:pt idx="39">
                  <c:v>2.2999999999999998</c:v>
                </c:pt>
                <c:pt idx="40">
                  <c:v>2.2999999999999998</c:v>
                </c:pt>
                <c:pt idx="41">
                  <c:v>2.2999999999999998</c:v>
                </c:pt>
                <c:pt idx="42">
                  <c:v>2.2999999999999998</c:v>
                </c:pt>
                <c:pt idx="43">
                  <c:v>2.2999999999999998</c:v>
                </c:pt>
                <c:pt idx="44">
                  <c:v>2.2999999999999998</c:v>
                </c:pt>
                <c:pt idx="45">
                  <c:v>2.2999999999999998</c:v>
                </c:pt>
                <c:pt idx="46">
                  <c:v>2.2999999999999998</c:v>
                </c:pt>
                <c:pt idx="47">
                  <c:v>2.2999999999999998</c:v>
                </c:pt>
                <c:pt idx="48">
                  <c:v>2.2999999999999998</c:v>
                </c:pt>
                <c:pt idx="49">
                  <c:v>2.2999999999999998</c:v>
                </c:pt>
                <c:pt idx="50">
                  <c:v>2.2999999999999998</c:v>
                </c:pt>
                <c:pt idx="51">
                  <c:v>2.2999999999999998</c:v>
                </c:pt>
                <c:pt idx="52">
                  <c:v>2.2999999999999998</c:v>
                </c:pt>
                <c:pt idx="53">
                  <c:v>2.2999999999999998</c:v>
                </c:pt>
                <c:pt idx="54">
                  <c:v>2.2999999999999998</c:v>
                </c:pt>
                <c:pt idx="55">
                  <c:v>2.2999999999999998</c:v>
                </c:pt>
                <c:pt idx="56">
                  <c:v>2.2999999999999998</c:v>
                </c:pt>
                <c:pt idx="57">
                  <c:v>2.2999999999999998</c:v>
                </c:pt>
                <c:pt idx="58">
                  <c:v>2.2999999999999998</c:v>
                </c:pt>
                <c:pt idx="59">
                  <c:v>2.2999999999999998</c:v>
                </c:pt>
                <c:pt idx="60">
                  <c:v>2.2999999999999998</c:v>
                </c:pt>
                <c:pt idx="61">
                  <c:v>2.2999999999999998</c:v>
                </c:pt>
                <c:pt idx="62">
                  <c:v>2.2999999999999998</c:v>
                </c:pt>
                <c:pt idx="63">
                  <c:v>2.2999999999999998</c:v>
                </c:pt>
                <c:pt idx="64">
                  <c:v>2.2999999999999998</c:v>
                </c:pt>
                <c:pt idx="65">
                  <c:v>2.2999999999999998</c:v>
                </c:pt>
                <c:pt idx="66">
                  <c:v>2.2999999999999998</c:v>
                </c:pt>
                <c:pt idx="67">
                  <c:v>2.2999999999999998</c:v>
                </c:pt>
                <c:pt idx="68">
                  <c:v>2.2999999999999998</c:v>
                </c:pt>
                <c:pt idx="69">
                  <c:v>2.2999999999999998</c:v>
                </c:pt>
                <c:pt idx="70">
                  <c:v>2.2999999999999998</c:v>
                </c:pt>
                <c:pt idx="71">
                  <c:v>2.2999999999999998</c:v>
                </c:pt>
                <c:pt idx="72">
                  <c:v>2.2999999999999998</c:v>
                </c:pt>
                <c:pt idx="73">
                  <c:v>2.2999999999999998</c:v>
                </c:pt>
                <c:pt idx="74">
                  <c:v>2.2999999999999998</c:v>
                </c:pt>
                <c:pt idx="75">
                  <c:v>2.2999999999999998</c:v>
                </c:pt>
                <c:pt idx="76">
                  <c:v>2.2999999999999998</c:v>
                </c:pt>
                <c:pt idx="77">
                  <c:v>2.2999999999999998</c:v>
                </c:pt>
                <c:pt idx="78">
                  <c:v>2.2999999999999998</c:v>
                </c:pt>
                <c:pt idx="79">
                  <c:v>2.2999999999999998</c:v>
                </c:pt>
                <c:pt idx="80">
                  <c:v>2.2999999999999998</c:v>
                </c:pt>
                <c:pt idx="81">
                  <c:v>2.2999999999999998</c:v>
                </c:pt>
                <c:pt idx="82">
                  <c:v>2.2999999999999998</c:v>
                </c:pt>
                <c:pt idx="83">
                  <c:v>2.2999999999999998</c:v>
                </c:pt>
                <c:pt idx="84">
                  <c:v>2.2999999999999998</c:v>
                </c:pt>
                <c:pt idx="85">
                  <c:v>2.2999999999999998</c:v>
                </c:pt>
                <c:pt idx="86">
                  <c:v>2.2999999999999998</c:v>
                </c:pt>
                <c:pt idx="87">
                  <c:v>2.2999999999999998</c:v>
                </c:pt>
                <c:pt idx="88">
                  <c:v>2.2999999999999998</c:v>
                </c:pt>
                <c:pt idx="89">
                  <c:v>2.2999999999999998</c:v>
                </c:pt>
                <c:pt idx="90">
                  <c:v>2.2999999999999998</c:v>
                </c:pt>
                <c:pt idx="91">
                  <c:v>2.2999999999999998</c:v>
                </c:pt>
                <c:pt idx="92">
                  <c:v>2.2999999999999998</c:v>
                </c:pt>
                <c:pt idx="93">
                  <c:v>2.2999999999999998</c:v>
                </c:pt>
                <c:pt idx="94">
                  <c:v>2.2999999999999998</c:v>
                </c:pt>
                <c:pt idx="95">
                  <c:v>2.2999999999999998</c:v>
                </c:pt>
                <c:pt idx="96">
                  <c:v>2.2999999999999998</c:v>
                </c:pt>
                <c:pt idx="97">
                  <c:v>2.2999999999999998</c:v>
                </c:pt>
                <c:pt idx="98">
                  <c:v>2.2999999999999998</c:v>
                </c:pt>
                <c:pt idx="99">
                  <c:v>2.2999999999999998</c:v>
                </c:pt>
                <c:pt idx="100">
                  <c:v>2.2999999999999998</c:v>
                </c:pt>
                <c:pt idx="101">
                  <c:v>2.2999999999999998</c:v>
                </c:pt>
                <c:pt idx="102">
                  <c:v>2.2999999999999998</c:v>
                </c:pt>
                <c:pt idx="103">
                  <c:v>2.2999999999999998</c:v>
                </c:pt>
                <c:pt idx="104">
                  <c:v>2.2999999999999998</c:v>
                </c:pt>
                <c:pt idx="105">
                  <c:v>2.2999999999999998</c:v>
                </c:pt>
                <c:pt idx="106">
                  <c:v>2.2999999999999998</c:v>
                </c:pt>
                <c:pt idx="107">
                  <c:v>2.2999999999999998</c:v>
                </c:pt>
                <c:pt idx="108">
                  <c:v>2.2999999999999998</c:v>
                </c:pt>
                <c:pt idx="109">
                  <c:v>2.2999999999999998</c:v>
                </c:pt>
                <c:pt idx="110">
                  <c:v>2.2999999999999998</c:v>
                </c:pt>
                <c:pt idx="111">
                  <c:v>2.2999999999999998</c:v>
                </c:pt>
                <c:pt idx="112">
                  <c:v>2.2999999999999998</c:v>
                </c:pt>
                <c:pt idx="113">
                  <c:v>2.2999999999999998</c:v>
                </c:pt>
                <c:pt idx="114">
                  <c:v>2.2999999999999998</c:v>
                </c:pt>
                <c:pt idx="115">
                  <c:v>2.2999999999999998</c:v>
                </c:pt>
                <c:pt idx="116">
                  <c:v>2.2999999999999998</c:v>
                </c:pt>
                <c:pt idx="117">
                  <c:v>2.2999999999999998</c:v>
                </c:pt>
                <c:pt idx="118">
                  <c:v>2.2999999999999998</c:v>
                </c:pt>
                <c:pt idx="119">
                  <c:v>2.2999999999999998</c:v>
                </c:pt>
                <c:pt idx="120">
                  <c:v>2.2999999999999998</c:v>
                </c:pt>
                <c:pt idx="121">
                  <c:v>2.2999999999999998</c:v>
                </c:pt>
                <c:pt idx="122">
                  <c:v>2.2999999999999998</c:v>
                </c:pt>
                <c:pt idx="123">
                  <c:v>2.2999999999999998</c:v>
                </c:pt>
                <c:pt idx="124">
                  <c:v>2.2999999999999998</c:v>
                </c:pt>
                <c:pt idx="125">
                  <c:v>2.2999999999999998</c:v>
                </c:pt>
                <c:pt idx="126">
                  <c:v>2.2999999999999998</c:v>
                </c:pt>
                <c:pt idx="127">
                  <c:v>2.2999999999999998</c:v>
                </c:pt>
                <c:pt idx="128">
                  <c:v>2.2999999999999998</c:v>
                </c:pt>
                <c:pt idx="129">
                  <c:v>2.2999999999999998</c:v>
                </c:pt>
                <c:pt idx="130">
                  <c:v>2.2999999999999998</c:v>
                </c:pt>
                <c:pt idx="131">
                  <c:v>2.2999999999999998</c:v>
                </c:pt>
                <c:pt idx="132">
                  <c:v>2.2999999999999998</c:v>
                </c:pt>
                <c:pt idx="133">
                  <c:v>2.2999999999999998</c:v>
                </c:pt>
                <c:pt idx="134">
                  <c:v>2.2999999999999998</c:v>
                </c:pt>
                <c:pt idx="135">
                  <c:v>2.2999999999999998</c:v>
                </c:pt>
                <c:pt idx="136">
                  <c:v>2.2999999999999998</c:v>
                </c:pt>
                <c:pt idx="137">
                  <c:v>2.2999999999999998</c:v>
                </c:pt>
                <c:pt idx="138">
                  <c:v>2.2999999999999998</c:v>
                </c:pt>
                <c:pt idx="139">
                  <c:v>2.2999999999999998</c:v>
                </c:pt>
                <c:pt idx="140">
                  <c:v>2.2999999999999998</c:v>
                </c:pt>
                <c:pt idx="141">
                  <c:v>2.2999999999999998</c:v>
                </c:pt>
                <c:pt idx="142">
                  <c:v>2.2999999999999998</c:v>
                </c:pt>
                <c:pt idx="143">
                  <c:v>2.2999999999999998</c:v>
                </c:pt>
                <c:pt idx="144">
                  <c:v>2.2999999999999998</c:v>
                </c:pt>
                <c:pt idx="145">
                  <c:v>2.2999999999999998</c:v>
                </c:pt>
                <c:pt idx="146">
                  <c:v>2.2999999999999998</c:v>
                </c:pt>
                <c:pt idx="147">
                  <c:v>2.2999999999999998</c:v>
                </c:pt>
                <c:pt idx="148">
                  <c:v>2.2999999999999998</c:v>
                </c:pt>
                <c:pt idx="149">
                  <c:v>2.2999999999999998</c:v>
                </c:pt>
                <c:pt idx="150">
                  <c:v>2.2999999999999998</c:v>
                </c:pt>
                <c:pt idx="151">
                  <c:v>2.2999999999999998</c:v>
                </c:pt>
                <c:pt idx="152">
                  <c:v>2.2999999999999998</c:v>
                </c:pt>
                <c:pt idx="153">
                  <c:v>2.2999999999999998</c:v>
                </c:pt>
                <c:pt idx="154">
                  <c:v>2.2999999999999998</c:v>
                </c:pt>
                <c:pt idx="155">
                  <c:v>2.2999999999999998</c:v>
                </c:pt>
                <c:pt idx="156">
                  <c:v>2.2999999999999998</c:v>
                </c:pt>
                <c:pt idx="157">
                  <c:v>2.2999999999999998</c:v>
                </c:pt>
                <c:pt idx="158">
                  <c:v>2.2999999999999998</c:v>
                </c:pt>
                <c:pt idx="159">
                  <c:v>2.2999999999999998</c:v>
                </c:pt>
                <c:pt idx="160">
                  <c:v>2.2999999999999998</c:v>
                </c:pt>
                <c:pt idx="161">
                  <c:v>2.2999999999999998</c:v>
                </c:pt>
                <c:pt idx="162">
                  <c:v>2.2999999999999998</c:v>
                </c:pt>
                <c:pt idx="163">
                  <c:v>2.2999999999999998</c:v>
                </c:pt>
                <c:pt idx="164">
                  <c:v>2.2999999999999998</c:v>
                </c:pt>
                <c:pt idx="165">
                  <c:v>2.2999999999999998</c:v>
                </c:pt>
                <c:pt idx="166">
                  <c:v>2.2999999999999998</c:v>
                </c:pt>
                <c:pt idx="167">
                  <c:v>2.2999999999999998</c:v>
                </c:pt>
                <c:pt idx="168">
                  <c:v>2.2999999999999998</c:v>
                </c:pt>
                <c:pt idx="169">
                  <c:v>2.2999999999999998</c:v>
                </c:pt>
                <c:pt idx="170">
                  <c:v>2.2999999999999998</c:v>
                </c:pt>
                <c:pt idx="171">
                  <c:v>2.2999999999999998</c:v>
                </c:pt>
                <c:pt idx="172">
                  <c:v>2.2999999999999998</c:v>
                </c:pt>
                <c:pt idx="173">
                  <c:v>2.2999999999999998</c:v>
                </c:pt>
                <c:pt idx="174">
                  <c:v>2.2999999999999998</c:v>
                </c:pt>
                <c:pt idx="175">
                  <c:v>2.2999999999999998</c:v>
                </c:pt>
                <c:pt idx="176">
                  <c:v>2.2999999999999998</c:v>
                </c:pt>
                <c:pt idx="177">
                  <c:v>2.2999999999999998</c:v>
                </c:pt>
                <c:pt idx="178">
                  <c:v>2.2999999999999998</c:v>
                </c:pt>
                <c:pt idx="179">
                  <c:v>2.2999999999999998</c:v>
                </c:pt>
                <c:pt idx="180">
                  <c:v>2.2999999999999998</c:v>
                </c:pt>
                <c:pt idx="181">
                  <c:v>2.2999999999999998</c:v>
                </c:pt>
                <c:pt idx="182">
                  <c:v>2.2999999999999998</c:v>
                </c:pt>
                <c:pt idx="183">
                  <c:v>2.2999999999999998</c:v>
                </c:pt>
                <c:pt idx="184">
                  <c:v>2.2999999999999998</c:v>
                </c:pt>
                <c:pt idx="185">
                  <c:v>2.2999999999999998</c:v>
                </c:pt>
                <c:pt idx="186">
                  <c:v>2.2999999999999998</c:v>
                </c:pt>
                <c:pt idx="187">
                  <c:v>2.2999999999999998</c:v>
                </c:pt>
                <c:pt idx="188">
                  <c:v>2.2999999999999998</c:v>
                </c:pt>
                <c:pt idx="189">
                  <c:v>2.2999999999999998</c:v>
                </c:pt>
                <c:pt idx="190">
                  <c:v>2.2999999999999998</c:v>
                </c:pt>
                <c:pt idx="191">
                  <c:v>2.2999999999999998</c:v>
                </c:pt>
                <c:pt idx="192">
                  <c:v>2.2999999999999998</c:v>
                </c:pt>
                <c:pt idx="193">
                  <c:v>2.2999999999999998</c:v>
                </c:pt>
                <c:pt idx="194">
                  <c:v>2.2999999999999998</c:v>
                </c:pt>
                <c:pt idx="195">
                  <c:v>2.2999999999999998</c:v>
                </c:pt>
                <c:pt idx="196">
                  <c:v>2.2999999999999998</c:v>
                </c:pt>
                <c:pt idx="197">
                  <c:v>2.2999999999999998</c:v>
                </c:pt>
                <c:pt idx="198">
                  <c:v>2.2999999999999998</c:v>
                </c:pt>
                <c:pt idx="199">
                  <c:v>2.2999999999999998</c:v>
                </c:pt>
                <c:pt idx="200">
                  <c:v>2.2999999999999998</c:v>
                </c:pt>
                <c:pt idx="201">
                  <c:v>2.2999999999999998</c:v>
                </c:pt>
                <c:pt idx="202">
                  <c:v>2.2999999999999998</c:v>
                </c:pt>
                <c:pt idx="203">
                  <c:v>2.2999999999999998</c:v>
                </c:pt>
                <c:pt idx="204">
                  <c:v>2.2999999999999998</c:v>
                </c:pt>
                <c:pt idx="205">
                  <c:v>2.2999999999999998</c:v>
                </c:pt>
                <c:pt idx="206">
                  <c:v>2.2999999999999998</c:v>
                </c:pt>
                <c:pt idx="207">
                  <c:v>2.2999999999999998</c:v>
                </c:pt>
                <c:pt idx="208">
                  <c:v>2.2999999999999998</c:v>
                </c:pt>
                <c:pt idx="209">
                  <c:v>2.2999999999999998</c:v>
                </c:pt>
                <c:pt idx="210">
                  <c:v>2.2999999999999998</c:v>
                </c:pt>
                <c:pt idx="211">
                  <c:v>2.2999999999999998</c:v>
                </c:pt>
                <c:pt idx="212">
                  <c:v>2.2999999999999998</c:v>
                </c:pt>
                <c:pt idx="213">
                  <c:v>2.2999999999999998</c:v>
                </c:pt>
                <c:pt idx="214">
                  <c:v>2.2999999999999998</c:v>
                </c:pt>
                <c:pt idx="215">
                  <c:v>2.2999999999999998</c:v>
                </c:pt>
                <c:pt idx="216">
                  <c:v>2.2999999999999998</c:v>
                </c:pt>
                <c:pt idx="217">
                  <c:v>2.2999999999999998</c:v>
                </c:pt>
                <c:pt idx="218">
                  <c:v>2.2999999999999998</c:v>
                </c:pt>
                <c:pt idx="219">
                  <c:v>2.2999999999999998</c:v>
                </c:pt>
                <c:pt idx="220">
                  <c:v>2.2999999999999998</c:v>
                </c:pt>
                <c:pt idx="221">
                  <c:v>2.2999999999999998</c:v>
                </c:pt>
                <c:pt idx="222">
                  <c:v>2.2999999999999998</c:v>
                </c:pt>
                <c:pt idx="223">
                  <c:v>2.2999999999999998</c:v>
                </c:pt>
                <c:pt idx="224">
                  <c:v>2.2999999999999998</c:v>
                </c:pt>
                <c:pt idx="225">
                  <c:v>2.2999999999999998</c:v>
                </c:pt>
                <c:pt idx="226">
                  <c:v>2.2999999999999998</c:v>
                </c:pt>
                <c:pt idx="227">
                  <c:v>2.2999999999999998</c:v>
                </c:pt>
                <c:pt idx="228">
                  <c:v>2.2999999999999998</c:v>
                </c:pt>
                <c:pt idx="229">
                  <c:v>2.2999999999999998</c:v>
                </c:pt>
                <c:pt idx="230">
                  <c:v>2.2999999999999998</c:v>
                </c:pt>
                <c:pt idx="231">
                  <c:v>2.2999999999999998</c:v>
                </c:pt>
                <c:pt idx="232">
                  <c:v>2.2999999999999998</c:v>
                </c:pt>
                <c:pt idx="233">
                  <c:v>2.2999999999999998</c:v>
                </c:pt>
                <c:pt idx="234">
                  <c:v>2.2999999999999998</c:v>
                </c:pt>
                <c:pt idx="235">
                  <c:v>2.2999999999999998</c:v>
                </c:pt>
                <c:pt idx="236">
                  <c:v>2.2999999999999998</c:v>
                </c:pt>
                <c:pt idx="237">
                  <c:v>2.2999999999999998</c:v>
                </c:pt>
                <c:pt idx="238">
                  <c:v>2.2999999999999998</c:v>
                </c:pt>
                <c:pt idx="239">
                  <c:v>2.2999999999999998</c:v>
                </c:pt>
                <c:pt idx="240">
                  <c:v>2.2999999999999998</c:v>
                </c:pt>
                <c:pt idx="241">
                  <c:v>2.2999999999999998</c:v>
                </c:pt>
                <c:pt idx="242">
                  <c:v>2.2999999999999998</c:v>
                </c:pt>
                <c:pt idx="243">
                  <c:v>2.2999999999999998</c:v>
                </c:pt>
                <c:pt idx="244">
                  <c:v>2.2999999999999998</c:v>
                </c:pt>
                <c:pt idx="245">
                  <c:v>2.2999999999999998</c:v>
                </c:pt>
                <c:pt idx="246">
                  <c:v>2.2999999999999998</c:v>
                </c:pt>
                <c:pt idx="247">
                  <c:v>2.2999999999999998</c:v>
                </c:pt>
                <c:pt idx="248">
                  <c:v>2.2999999999999998</c:v>
                </c:pt>
                <c:pt idx="249">
                  <c:v>2.2999999999999998</c:v>
                </c:pt>
                <c:pt idx="250">
                  <c:v>2.2999999999999998</c:v>
                </c:pt>
                <c:pt idx="251">
                  <c:v>2.2999999999999998</c:v>
                </c:pt>
                <c:pt idx="252">
                  <c:v>2.2999999999999998</c:v>
                </c:pt>
                <c:pt idx="253">
                  <c:v>2.2999999999999998</c:v>
                </c:pt>
                <c:pt idx="254">
                  <c:v>2.2999999999999998</c:v>
                </c:pt>
                <c:pt idx="255">
                  <c:v>2.2999999999999998</c:v>
                </c:pt>
                <c:pt idx="256">
                  <c:v>2.2999999999999998</c:v>
                </c:pt>
                <c:pt idx="257">
                  <c:v>2.2999999999999998</c:v>
                </c:pt>
                <c:pt idx="258">
                  <c:v>2.2999999999999998</c:v>
                </c:pt>
                <c:pt idx="259">
                  <c:v>2.2999999999999998</c:v>
                </c:pt>
                <c:pt idx="260">
                  <c:v>2.2999999999999998</c:v>
                </c:pt>
                <c:pt idx="261">
                  <c:v>2.2999999999999998</c:v>
                </c:pt>
                <c:pt idx="262">
                  <c:v>2.2999999999999998</c:v>
                </c:pt>
                <c:pt idx="263">
                  <c:v>2.2999999999999998</c:v>
                </c:pt>
                <c:pt idx="264">
                  <c:v>2.2999999999999998</c:v>
                </c:pt>
                <c:pt idx="265">
                  <c:v>2.2999999999999998</c:v>
                </c:pt>
                <c:pt idx="266">
                  <c:v>2.2999999999999998</c:v>
                </c:pt>
                <c:pt idx="267">
                  <c:v>2.2999999999999998</c:v>
                </c:pt>
                <c:pt idx="268">
                  <c:v>2.2999999999999998</c:v>
                </c:pt>
                <c:pt idx="269">
                  <c:v>2.2999999999999998</c:v>
                </c:pt>
                <c:pt idx="270">
                  <c:v>2.2999999999999998</c:v>
                </c:pt>
                <c:pt idx="271">
                  <c:v>2.2999999999999998</c:v>
                </c:pt>
                <c:pt idx="272">
                  <c:v>2.2999999999999998</c:v>
                </c:pt>
                <c:pt idx="273">
                  <c:v>2.2999999999999998</c:v>
                </c:pt>
                <c:pt idx="274">
                  <c:v>2.2999999999999998</c:v>
                </c:pt>
                <c:pt idx="275">
                  <c:v>2.2999999999999998</c:v>
                </c:pt>
                <c:pt idx="276">
                  <c:v>2.2999999999999998</c:v>
                </c:pt>
                <c:pt idx="277">
                  <c:v>2.2999999999999998</c:v>
                </c:pt>
                <c:pt idx="278">
                  <c:v>2.2999999999999998</c:v>
                </c:pt>
                <c:pt idx="279">
                  <c:v>2.2999999999999998</c:v>
                </c:pt>
                <c:pt idx="280">
                  <c:v>2.2999999999999998</c:v>
                </c:pt>
                <c:pt idx="281">
                  <c:v>2.2999999999999998</c:v>
                </c:pt>
                <c:pt idx="282">
                  <c:v>2.2999999999999998</c:v>
                </c:pt>
                <c:pt idx="283">
                  <c:v>2.2999999999999998</c:v>
                </c:pt>
                <c:pt idx="284">
                  <c:v>2.2999999999999998</c:v>
                </c:pt>
                <c:pt idx="285">
                  <c:v>2.2999999999999998</c:v>
                </c:pt>
                <c:pt idx="286">
                  <c:v>2.2999999999999998</c:v>
                </c:pt>
                <c:pt idx="287">
                  <c:v>2.2999999999999998</c:v>
                </c:pt>
                <c:pt idx="288">
                  <c:v>2.2999999999999998</c:v>
                </c:pt>
                <c:pt idx="289">
                  <c:v>2.2999999999999998</c:v>
                </c:pt>
                <c:pt idx="290">
                  <c:v>2.2999999999999998</c:v>
                </c:pt>
                <c:pt idx="291">
                  <c:v>2.2999999999999998</c:v>
                </c:pt>
                <c:pt idx="292">
                  <c:v>2.2999999999999998</c:v>
                </c:pt>
                <c:pt idx="293">
                  <c:v>2.2999999999999998</c:v>
                </c:pt>
                <c:pt idx="294">
                  <c:v>2.2999999999999998</c:v>
                </c:pt>
                <c:pt idx="295">
                  <c:v>2.2999999999999998</c:v>
                </c:pt>
                <c:pt idx="296">
                  <c:v>2.2999999999999998</c:v>
                </c:pt>
                <c:pt idx="297">
                  <c:v>2.2999999999999998</c:v>
                </c:pt>
                <c:pt idx="298">
                  <c:v>2.2999999999999998</c:v>
                </c:pt>
                <c:pt idx="299">
                  <c:v>2.2999999999999998</c:v>
                </c:pt>
                <c:pt idx="300">
                  <c:v>2.2999999999999998</c:v>
                </c:pt>
                <c:pt idx="301">
                  <c:v>2.2999999999999998</c:v>
                </c:pt>
                <c:pt idx="302">
                  <c:v>2.2999999999999998</c:v>
                </c:pt>
                <c:pt idx="303">
                  <c:v>2.2999999999999998</c:v>
                </c:pt>
                <c:pt idx="304">
                  <c:v>2.2999999999999998</c:v>
                </c:pt>
                <c:pt idx="305">
                  <c:v>2.2999999999999998</c:v>
                </c:pt>
                <c:pt idx="306">
                  <c:v>2.2999999999999998</c:v>
                </c:pt>
                <c:pt idx="307">
                  <c:v>2.2999999999999998</c:v>
                </c:pt>
                <c:pt idx="308">
                  <c:v>2.2999999999999998</c:v>
                </c:pt>
                <c:pt idx="309">
                  <c:v>2.2999999999999998</c:v>
                </c:pt>
                <c:pt idx="310">
                  <c:v>2.2999999999999998</c:v>
                </c:pt>
                <c:pt idx="311">
                  <c:v>2.2999999999999998</c:v>
                </c:pt>
                <c:pt idx="312">
                  <c:v>2.2999999999999998</c:v>
                </c:pt>
                <c:pt idx="313">
                  <c:v>2.2999999999999998</c:v>
                </c:pt>
                <c:pt idx="314">
                  <c:v>2.2999999999999998</c:v>
                </c:pt>
                <c:pt idx="315">
                  <c:v>2.2999999999999998</c:v>
                </c:pt>
                <c:pt idx="316">
                  <c:v>2.2999999999999998</c:v>
                </c:pt>
                <c:pt idx="317">
                  <c:v>2.2999999999999998</c:v>
                </c:pt>
                <c:pt idx="318">
                  <c:v>2.2999999999999998</c:v>
                </c:pt>
                <c:pt idx="319">
                  <c:v>2.2999999999999998</c:v>
                </c:pt>
                <c:pt idx="320">
                  <c:v>2.2999999999999998</c:v>
                </c:pt>
                <c:pt idx="321">
                  <c:v>2.2999999999999998</c:v>
                </c:pt>
                <c:pt idx="322">
                  <c:v>2.2999999999999998</c:v>
                </c:pt>
                <c:pt idx="323">
                  <c:v>2.2999999999999998</c:v>
                </c:pt>
                <c:pt idx="324">
                  <c:v>2.2999999999999998</c:v>
                </c:pt>
                <c:pt idx="325">
                  <c:v>2.2999999999999998</c:v>
                </c:pt>
                <c:pt idx="326">
                  <c:v>2.2999999999999998</c:v>
                </c:pt>
                <c:pt idx="327">
                  <c:v>2.2999999999999998</c:v>
                </c:pt>
                <c:pt idx="328">
                  <c:v>2.2999999999999998</c:v>
                </c:pt>
                <c:pt idx="329">
                  <c:v>2.2999999999999998</c:v>
                </c:pt>
                <c:pt idx="330">
                  <c:v>2.2999999999999998</c:v>
                </c:pt>
                <c:pt idx="331">
                  <c:v>2.2999999999999998</c:v>
                </c:pt>
                <c:pt idx="332">
                  <c:v>2.2999999999999998</c:v>
                </c:pt>
                <c:pt idx="333">
                  <c:v>2.2999999999999998</c:v>
                </c:pt>
                <c:pt idx="334">
                  <c:v>2.2999999999999998</c:v>
                </c:pt>
                <c:pt idx="335">
                  <c:v>2.2999999999999998</c:v>
                </c:pt>
                <c:pt idx="336">
                  <c:v>2.2999999999999998</c:v>
                </c:pt>
                <c:pt idx="337">
                  <c:v>2.2999999999999998</c:v>
                </c:pt>
                <c:pt idx="338">
                  <c:v>2.2999999999999998</c:v>
                </c:pt>
                <c:pt idx="339">
                  <c:v>2.2999999999999998</c:v>
                </c:pt>
                <c:pt idx="340">
                  <c:v>2.2999999999999998</c:v>
                </c:pt>
                <c:pt idx="341">
                  <c:v>2.2999999999999998</c:v>
                </c:pt>
                <c:pt idx="342">
                  <c:v>2.2999999999999998</c:v>
                </c:pt>
                <c:pt idx="343">
                  <c:v>2.2999999999999998</c:v>
                </c:pt>
                <c:pt idx="344">
                  <c:v>2.2999999999999998</c:v>
                </c:pt>
                <c:pt idx="345">
                  <c:v>2.2999999999999998</c:v>
                </c:pt>
                <c:pt idx="346">
                  <c:v>2.2999999999999998</c:v>
                </c:pt>
                <c:pt idx="347">
                  <c:v>2.2999999999999998</c:v>
                </c:pt>
                <c:pt idx="348">
                  <c:v>2.2999999999999998</c:v>
                </c:pt>
                <c:pt idx="349">
                  <c:v>2.2999999999999998</c:v>
                </c:pt>
                <c:pt idx="350">
                  <c:v>2.2999999999999998</c:v>
                </c:pt>
                <c:pt idx="351">
                  <c:v>2.2999999999999998</c:v>
                </c:pt>
                <c:pt idx="352">
                  <c:v>2.2999999999999998</c:v>
                </c:pt>
                <c:pt idx="353">
                  <c:v>2.2999999999999998</c:v>
                </c:pt>
                <c:pt idx="354">
                  <c:v>2.2999999999999998</c:v>
                </c:pt>
                <c:pt idx="355">
                  <c:v>2.2999999999999998</c:v>
                </c:pt>
                <c:pt idx="356">
                  <c:v>2.2999999999999998</c:v>
                </c:pt>
                <c:pt idx="357">
                  <c:v>2.2999999999999998</c:v>
                </c:pt>
                <c:pt idx="358">
                  <c:v>2.2999999999999998</c:v>
                </c:pt>
                <c:pt idx="359">
                  <c:v>2.2999999999999998</c:v>
                </c:pt>
                <c:pt idx="360">
                  <c:v>2.2999999999999998</c:v>
                </c:pt>
                <c:pt idx="361">
                  <c:v>2.2999999999999998</c:v>
                </c:pt>
                <c:pt idx="362">
                  <c:v>2.2999999999999998</c:v>
                </c:pt>
                <c:pt idx="363">
                  <c:v>2.2999999999999998</c:v>
                </c:pt>
                <c:pt idx="364">
                  <c:v>2.2999999999999998</c:v>
                </c:pt>
                <c:pt idx="365">
                  <c:v>2.2999999999999998</c:v>
                </c:pt>
                <c:pt idx="366">
                  <c:v>2.2999999999999998</c:v>
                </c:pt>
                <c:pt idx="367">
                  <c:v>2.2999999999999998</c:v>
                </c:pt>
                <c:pt idx="368">
                  <c:v>2.2999999999999998</c:v>
                </c:pt>
                <c:pt idx="369">
                  <c:v>2.2999999999999998</c:v>
                </c:pt>
                <c:pt idx="370">
                  <c:v>2.2999999999999998</c:v>
                </c:pt>
                <c:pt idx="371">
                  <c:v>2.2999999999999998</c:v>
                </c:pt>
                <c:pt idx="372">
                  <c:v>2.2999999999999998</c:v>
                </c:pt>
                <c:pt idx="373">
                  <c:v>2.2999999999999998</c:v>
                </c:pt>
                <c:pt idx="374">
                  <c:v>2.2999999999999998</c:v>
                </c:pt>
                <c:pt idx="375">
                  <c:v>2.2999999999999998</c:v>
                </c:pt>
                <c:pt idx="376">
                  <c:v>2.2999999999999998</c:v>
                </c:pt>
                <c:pt idx="377">
                  <c:v>2.2999999999999998</c:v>
                </c:pt>
                <c:pt idx="378">
                  <c:v>2.2999999999999998</c:v>
                </c:pt>
                <c:pt idx="379">
                  <c:v>2.2999999999999998</c:v>
                </c:pt>
                <c:pt idx="380">
                  <c:v>2.2999999999999998</c:v>
                </c:pt>
                <c:pt idx="381">
                  <c:v>2.2999999999999998</c:v>
                </c:pt>
                <c:pt idx="382">
                  <c:v>2.2999999999999998</c:v>
                </c:pt>
                <c:pt idx="383">
                  <c:v>2.2999999999999998</c:v>
                </c:pt>
                <c:pt idx="384">
                  <c:v>2.2999999999999998</c:v>
                </c:pt>
                <c:pt idx="385">
                  <c:v>2.2999999999999998</c:v>
                </c:pt>
                <c:pt idx="386">
                  <c:v>2.2999999999999998</c:v>
                </c:pt>
                <c:pt idx="387">
                  <c:v>2.2999999999999998</c:v>
                </c:pt>
                <c:pt idx="388">
                  <c:v>2.2999999999999998</c:v>
                </c:pt>
                <c:pt idx="389">
                  <c:v>2.2999999999999998</c:v>
                </c:pt>
                <c:pt idx="390">
                  <c:v>2.2999999999999998</c:v>
                </c:pt>
                <c:pt idx="391">
                  <c:v>2.2999999999999998</c:v>
                </c:pt>
                <c:pt idx="392">
                  <c:v>2.2999999999999998</c:v>
                </c:pt>
                <c:pt idx="393">
                  <c:v>2.2999999999999998</c:v>
                </c:pt>
                <c:pt idx="394">
                  <c:v>2.2999999999999998</c:v>
                </c:pt>
                <c:pt idx="395">
                  <c:v>2.2999999999999998</c:v>
                </c:pt>
                <c:pt idx="396">
                  <c:v>2.2999999999999998</c:v>
                </c:pt>
                <c:pt idx="397">
                  <c:v>2.2999999999999998</c:v>
                </c:pt>
                <c:pt idx="398">
                  <c:v>2.2999999999999998</c:v>
                </c:pt>
                <c:pt idx="399">
                  <c:v>2.2999999999999998</c:v>
                </c:pt>
                <c:pt idx="400">
                  <c:v>2.2999999999999998</c:v>
                </c:pt>
                <c:pt idx="401">
                  <c:v>2.2999999999999998</c:v>
                </c:pt>
                <c:pt idx="402">
                  <c:v>2.2999999999999998</c:v>
                </c:pt>
                <c:pt idx="403">
                  <c:v>2.2999999999999998</c:v>
                </c:pt>
                <c:pt idx="404">
                  <c:v>2.2999999999999998</c:v>
                </c:pt>
                <c:pt idx="405">
                  <c:v>2.2999999999999998</c:v>
                </c:pt>
                <c:pt idx="406">
                  <c:v>2.2999999999999998</c:v>
                </c:pt>
                <c:pt idx="407">
                  <c:v>2.2999999999999998</c:v>
                </c:pt>
                <c:pt idx="408">
                  <c:v>2.2999999999999998</c:v>
                </c:pt>
                <c:pt idx="409">
                  <c:v>2.2999999999999998</c:v>
                </c:pt>
                <c:pt idx="410">
                  <c:v>2.2999999999999998</c:v>
                </c:pt>
                <c:pt idx="411">
                  <c:v>2.2999999999999998</c:v>
                </c:pt>
                <c:pt idx="412">
                  <c:v>2.2999999999999998</c:v>
                </c:pt>
                <c:pt idx="413">
                  <c:v>2.2999999999999998</c:v>
                </c:pt>
                <c:pt idx="414">
                  <c:v>2.2999999999999998</c:v>
                </c:pt>
                <c:pt idx="415">
                  <c:v>2.2999999999999998</c:v>
                </c:pt>
                <c:pt idx="416">
                  <c:v>2.2999999999999998</c:v>
                </c:pt>
                <c:pt idx="417">
                  <c:v>2.2999999999999998</c:v>
                </c:pt>
                <c:pt idx="418">
                  <c:v>2.2999999999999998</c:v>
                </c:pt>
                <c:pt idx="419">
                  <c:v>2.2999999999999998</c:v>
                </c:pt>
                <c:pt idx="420">
                  <c:v>2.2999999999999998</c:v>
                </c:pt>
                <c:pt idx="421">
                  <c:v>2.2999999999999998</c:v>
                </c:pt>
                <c:pt idx="422">
                  <c:v>2.2999999999999998</c:v>
                </c:pt>
                <c:pt idx="423">
                  <c:v>2.2999999999999998</c:v>
                </c:pt>
                <c:pt idx="424">
                  <c:v>2.2999999999999998</c:v>
                </c:pt>
                <c:pt idx="425">
                  <c:v>2.2999999999999998</c:v>
                </c:pt>
                <c:pt idx="426">
                  <c:v>2.2999999999999998</c:v>
                </c:pt>
                <c:pt idx="427">
                  <c:v>2.2999999999999998</c:v>
                </c:pt>
                <c:pt idx="428">
                  <c:v>2.2999999999999998</c:v>
                </c:pt>
                <c:pt idx="429">
                  <c:v>2.2999999999999998</c:v>
                </c:pt>
                <c:pt idx="430">
                  <c:v>2.2999999999999998</c:v>
                </c:pt>
                <c:pt idx="431">
                  <c:v>2.2999999999999998</c:v>
                </c:pt>
                <c:pt idx="432">
                  <c:v>2.2999999999999998</c:v>
                </c:pt>
                <c:pt idx="433">
                  <c:v>2.2999999999999998</c:v>
                </c:pt>
                <c:pt idx="434">
                  <c:v>2.2999999999999998</c:v>
                </c:pt>
                <c:pt idx="435">
                  <c:v>2.2999999999999998</c:v>
                </c:pt>
                <c:pt idx="436">
                  <c:v>2.2999999999999998</c:v>
                </c:pt>
                <c:pt idx="437">
                  <c:v>2.2999999999999998</c:v>
                </c:pt>
                <c:pt idx="438">
                  <c:v>2.2999999999999998</c:v>
                </c:pt>
                <c:pt idx="439">
                  <c:v>2.2999999999999998</c:v>
                </c:pt>
                <c:pt idx="440">
                  <c:v>2.2999999999999998</c:v>
                </c:pt>
                <c:pt idx="441">
                  <c:v>2.2999999999999998</c:v>
                </c:pt>
                <c:pt idx="442">
                  <c:v>2.2999999999999998</c:v>
                </c:pt>
                <c:pt idx="443">
                  <c:v>2.2999999999999998</c:v>
                </c:pt>
                <c:pt idx="444">
                  <c:v>2.2999999999999998</c:v>
                </c:pt>
                <c:pt idx="445">
                  <c:v>2.2999999999999998</c:v>
                </c:pt>
                <c:pt idx="446">
                  <c:v>2.2999999999999998</c:v>
                </c:pt>
                <c:pt idx="447">
                  <c:v>2.2999999999999998</c:v>
                </c:pt>
                <c:pt idx="448">
                  <c:v>2.2999999999999998</c:v>
                </c:pt>
                <c:pt idx="449">
                  <c:v>2.2999999999999998</c:v>
                </c:pt>
                <c:pt idx="450">
                  <c:v>2.2999999999999998</c:v>
                </c:pt>
                <c:pt idx="451">
                  <c:v>2.2999999999999998</c:v>
                </c:pt>
                <c:pt idx="452">
                  <c:v>2.2999999999999998</c:v>
                </c:pt>
                <c:pt idx="453">
                  <c:v>2.2999999999999998</c:v>
                </c:pt>
                <c:pt idx="454">
                  <c:v>2.2999999999999998</c:v>
                </c:pt>
                <c:pt idx="455">
                  <c:v>2.2999999999999998</c:v>
                </c:pt>
                <c:pt idx="456">
                  <c:v>2.2999999999999998</c:v>
                </c:pt>
                <c:pt idx="457">
                  <c:v>2.2999999999999998</c:v>
                </c:pt>
                <c:pt idx="458">
                  <c:v>2.2999999999999998</c:v>
                </c:pt>
                <c:pt idx="459">
                  <c:v>2.2999999999999998</c:v>
                </c:pt>
                <c:pt idx="460">
                  <c:v>2.2999999999999998</c:v>
                </c:pt>
                <c:pt idx="461">
                  <c:v>2.2999999999999998</c:v>
                </c:pt>
                <c:pt idx="462">
                  <c:v>2.2999999999999998</c:v>
                </c:pt>
                <c:pt idx="463">
                  <c:v>2.2999999999999998</c:v>
                </c:pt>
                <c:pt idx="464">
                  <c:v>2.2999999999999998</c:v>
                </c:pt>
                <c:pt idx="465">
                  <c:v>2.2999999999999998</c:v>
                </c:pt>
                <c:pt idx="466">
                  <c:v>2.2999999999999998</c:v>
                </c:pt>
                <c:pt idx="467">
                  <c:v>2.2999999999999998</c:v>
                </c:pt>
                <c:pt idx="468">
                  <c:v>2.2999999999999998</c:v>
                </c:pt>
                <c:pt idx="469">
                  <c:v>2.2999999999999998</c:v>
                </c:pt>
                <c:pt idx="470">
                  <c:v>2.2999999999999998</c:v>
                </c:pt>
                <c:pt idx="471">
                  <c:v>2.2999999999999998</c:v>
                </c:pt>
                <c:pt idx="472">
                  <c:v>2.2999999999999998</c:v>
                </c:pt>
                <c:pt idx="473">
                  <c:v>2.2999999999999998</c:v>
                </c:pt>
                <c:pt idx="474">
                  <c:v>2.2999999999999998</c:v>
                </c:pt>
                <c:pt idx="475">
                  <c:v>2.2999999999999998</c:v>
                </c:pt>
                <c:pt idx="476">
                  <c:v>2.2999999999999998</c:v>
                </c:pt>
                <c:pt idx="477">
                  <c:v>2.2999999999999998</c:v>
                </c:pt>
                <c:pt idx="478">
                  <c:v>2.2999999999999998</c:v>
                </c:pt>
                <c:pt idx="479">
                  <c:v>2.2999999999999998</c:v>
                </c:pt>
                <c:pt idx="480">
                  <c:v>2.2999999999999998</c:v>
                </c:pt>
                <c:pt idx="481">
                  <c:v>2.2999999999999998</c:v>
                </c:pt>
                <c:pt idx="482">
                  <c:v>2.2999999999999998</c:v>
                </c:pt>
                <c:pt idx="483">
                  <c:v>2.2999999999999998</c:v>
                </c:pt>
                <c:pt idx="484">
                  <c:v>2.2999999999999998</c:v>
                </c:pt>
                <c:pt idx="485">
                  <c:v>2.2999999999999998</c:v>
                </c:pt>
                <c:pt idx="486">
                  <c:v>2.2999999999999998</c:v>
                </c:pt>
                <c:pt idx="487">
                  <c:v>2.2999999999999998</c:v>
                </c:pt>
                <c:pt idx="488">
                  <c:v>2.2999999999999998</c:v>
                </c:pt>
                <c:pt idx="489">
                  <c:v>2.2999999999999998</c:v>
                </c:pt>
                <c:pt idx="490">
                  <c:v>2.2999999999999998</c:v>
                </c:pt>
                <c:pt idx="491">
                  <c:v>2.2999999999999998</c:v>
                </c:pt>
                <c:pt idx="492">
                  <c:v>2.2999999999999998</c:v>
                </c:pt>
                <c:pt idx="493">
                  <c:v>2.2999999999999998</c:v>
                </c:pt>
                <c:pt idx="494">
                  <c:v>2.2999999999999998</c:v>
                </c:pt>
                <c:pt idx="495">
                  <c:v>2.2999999999999998</c:v>
                </c:pt>
                <c:pt idx="496">
                  <c:v>2.2999999999999998</c:v>
                </c:pt>
                <c:pt idx="497">
                  <c:v>2.2999999999999998</c:v>
                </c:pt>
                <c:pt idx="498">
                  <c:v>2.2999999999999998</c:v>
                </c:pt>
                <c:pt idx="499">
                  <c:v>2.2999999999999998</c:v>
                </c:pt>
                <c:pt idx="500">
                  <c:v>2.2999999999999998</c:v>
                </c:pt>
                <c:pt idx="501">
                  <c:v>2.2999999999999998</c:v>
                </c:pt>
                <c:pt idx="502">
                  <c:v>2.2999999999999998</c:v>
                </c:pt>
                <c:pt idx="503">
                  <c:v>2.2999999999999998</c:v>
                </c:pt>
                <c:pt idx="504">
                  <c:v>2.2999999999999998</c:v>
                </c:pt>
                <c:pt idx="505">
                  <c:v>2.2999999999999998</c:v>
                </c:pt>
                <c:pt idx="506">
                  <c:v>2.2999999999999998</c:v>
                </c:pt>
                <c:pt idx="507">
                  <c:v>2.2999999999999998</c:v>
                </c:pt>
                <c:pt idx="508">
                  <c:v>2.2999999999999998</c:v>
                </c:pt>
                <c:pt idx="509">
                  <c:v>2.2999999999999998</c:v>
                </c:pt>
                <c:pt idx="510">
                  <c:v>2.2999999999999998</c:v>
                </c:pt>
                <c:pt idx="511">
                  <c:v>2.2999999999999998</c:v>
                </c:pt>
                <c:pt idx="512">
                  <c:v>2.2999999999999998</c:v>
                </c:pt>
                <c:pt idx="513">
                  <c:v>2.2999999999999998</c:v>
                </c:pt>
                <c:pt idx="514">
                  <c:v>2.2999999999999998</c:v>
                </c:pt>
                <c:pt idx="515">
                  <c:v>2.2999999999999998</c:v>
                </c:pt>
                <c:pt idx="516">
                  <c:v>2.2999999999999998</c:v>
                </c:pt>
                <c:pt idx="517">
                  <c:v>2.2999999999999998</c:v>
                </c:pt>
                <c:pt idx="518">
                  <c:v>2.2999999999999998</c:v>
                </c:pt>
                <c:pt idx="519">
                  <c:v>2.2999999999999998</c:v>
                </c:pt>
                <c:pt idx="520">
                  <c:v>2.2999999999999998</c:v>
                </c:pt>
                <c:pt idx="521">
                  <c:v>2.2999999999999998</c:v>
                </c:pt>
                <c:pt idx="522">
                  <c:v>2.2999999999999998</c:v>
                </c:pt>
                <c:pt idx="523">
                  <c:v>2.2999999999999998</c:v>
                </c:pt>
                <c:pt idx="524">
                  <c:v>2.2999999999999998</c:v>
                </c:pt>
                <c:pt idx="525">
                  <c:v>2.2999999999999998</c:v>
                </c:pt>
                <c:pt idx="526">
                  <c:v>2.2999999999999998</c:v>
                </c:pt>
                <c:pt idx="527">
                  <c:v>2.2999999999999998</c:v>
                </c:pt>
                <c:pt idx="528">
                  <c:v>2.2999999999999998</c:v>
                </c:pt>
                <c:pt idx="529">
                  <c:v>2.2999999999999998</c:v>
                </c:pt>
                <c:pt idx="530">
                  <c:v>2.2999999999999998</c:v>
                </c:pt>
                <c:pt idx="531">
                  <c:v>2.2999999999999998</c:v>
                </c:pt>
                <c:pt idx="532">
                  <c:v>2.2999999999999998</c:v>
                </c:pt>
                <c:pt idx="533">
                  <c:v>2.2999999999999998</c:v>
                </c:pt>
                <c:pt idx="534">
                  <c:v>2.2999999999999998</c:v>
                </c:pt>
                <c:pt idx="535">
                  <c:v>2.2999999999999998</c:v>
                </c:pt>
                <c:pt idx="536">
                  <c:v>2.2999999999999998</c:v>
                </c:pt>
                <c:pt idx="537">
                  <c:v>2.2999999999999998</c:v>
                </c:pt>
                <c:pt idx="538">
                  <c:v>2.2999999999999998</c:v>
                </c:pt>
                <c:pt idx="539">
                  <c:v>2.2999999999999998</c:v>
                </c:pt>
                <c:pt idx="540">
                  <c:v>2.2999999999999998</c:v>
                </c:pt>
                <c:pt idx="541">
                  <c:v>2.2999999999999998</c:v>
                </c:pt>
                <c:pt idx="542">
                  <c:v>2.2999999999999998</c:v>
                </c:pt>
                <c:pt idx="543">
                  <c:v>2.2999999999999998</c:v>
                </c:pt>
                <c:pt idx="544">
                  <c:v>2.2999999999999998</c:v>
                </c:pt>
                <c:pt idx="545">
                  <c:v>2.2999999999999998</c:v>
                </c:pt>
                <c:pt idx="546">
                  <c:v>2.2999999999999998</c:v>
                </c:pt>
                <c:pt idx="547">
                  <c:v>2.2999999999999998</c:v>
                </c:pt>
                <c:pt idx="548">
                  <c:v>2.2999999999999998</c:v>
                </c:pt>
                <c:pt idx="549">
                  <c:v>2.2999999999999998</c:v>
                </c:pt>
                <c:pt idx="550">
                  <c:v>2.2999999999999998</c:v>
                </c:pt>
                <c:pt idx="551">
                  <c:v>2.2999999999999998</c:v>
                </c:pt>
                <c:pt idx="552">
                  <c:v>2.2999999999999998</c:v>
                </c:pt>
                <c:pt idx="553">
                  <c:v>2.2999999999999998</c:v>
                </c:pt>
                <c:pt idx="554">
                  <c:v>2.2999999999999998</c:v>
                </c:pt>
                <c:pt idx="555">
                  <c:v>2.2999999999999998</c:v>
                </c:pt>
                <c:pt idx="556">
                  <c:v>2.2999999999999998</c:v>
                </c:pt>
                <c:pt idx="557">
                  <c:v>2.2999999999999998</c:v>
                </c:pt>
                <c:pt idx="558">
                  <c:v>2.2999999999999998</c:v>
                </c:pt>
                <c:pt idx="559">
                  <c:v>2.2999999999999998</c:v>
                </c:pt>
                <c:pt idx="560">
                  <c:v>2.2999999999999998</c:v>
                </c:pt>
                <c:pt idx="561">
                  <c:v>2.2999999999999998</c:v>
                </c:pt>
                <c:pt idx="562">
                  <c:v>2.2999999999999998</c:v>
                </c:pt>
                <c:pt idx="563">
                  <c:v>2.2999999999999998</c:v>
                </c:pt>
                <c:pt idx="564">
                  <c:v>2.2999999999999998</c:v>
                </c:pt>
                <c:pt idx="565">
                  <c:v>2.2999999999999998</c:v>
                </c:pt>
                <c:pt idx="566">
                  <c:v>2.2999999999999998</c:v>
                </c:pt>
                <c:pt idx="567">
                  <c:v>2.2999999999999998</c:v>
                </c:pt>
                <c:pt idx="568">
                  <c:v>2.2999999999999998</c:v>
                </c:pt>
                <c:pt idx="569">
                  <c:v>2.2999999999999998</c:v>
                </c:pt>
                <c:pt idx="570">
                  <c:v>2.2999999999999998</c:v>
                </c:pt>
                <c:pt idx="571">
                  <c:v>2.2999999999999998</c:v>
                </c:pt>
                <c:pt idx="572">
                  <c:v>2.2999999999999998</c:v>
                </c:pt>
                <c:pt idx="573">
                  <c:v>2.2999999999999998</c:v>
                </c:pt>
                <c:pt idx="574">
                  <c:v>2.2999999999999998</c:v>
                </c:pt>
                <c:pt idx="575">
                  <c:v>2.2999999999999998</c:v>
                </c:pt>
                <c:pt idx="576">
                  <c:v>2.2999999999999998</c:v>
                </c:pt>
                <c:pt idx="577">
                  <c:v>2.2999999999999998</c:v>
                </c:pt>
                <c:pt idx="578">
                  <c:v>2.2999999999999998</c:v>
                </c:pt>
                <c:pt idx="579">
                  <c:v>2.2999999999999998</c:v>
                </c:pt>
                <c:pt idx="580">
                  <c:v>2.2999999999999998</c:v>
                </c:pt>
                <c:pt idx="581">
                  <c:v>2.2999999999999998</c:v>
                </c:pt>
                <c:pt idx="582">
                  <c:v>2.2999999999999998</c:v>
                </c:pt>
                <c:pt idx="583">
                  <c:v>2.2999999999999998</c:v>
                </c:pt>
                <c:pt idx="584">
                  <c:v>2.2999999999999998</c:v>
                </c:pt>
                <c:pt idx="585">
                  <c:v>2.2999999999999998</c:v>
                </c:pt>
                <c:pt idx="586">
                  <c:v>2.2999999999999998</c:v>
                </c:pt>
                <c:pt idx="587">
                  <c:v>2.2999999999999998</c:v>
                </c:pt>
                <c:pt idx="588">
                  <c:v>2.2999999999999998</c:v>
                </c:pt>
                <c:pt idx="589">
                  <c:v>2.2999999999999998</c:v>
                </c:pt>
                <c:pt idx="590">
                  <c:v>2.2999999999999998</c:v>
                </c:pt>
                <c:pt idx="591">
                  <c:v>2.2999999999999998</c:v>
                </c:pt>
                <c:pt idx="592">
                  <c:v>2.2999999999999998</c:v>
                </c:pt>
                <c:pt idx="593">
                  <c:v>2.2999999999999998</c:v>
                </c:pt>
                <c:pt idx="594">
                  <c:v>2.2999999999999998</c:v>
                </c:pt>
                <c:pt idx="595">
                  <c:v>2.2999999999999998</c:v>
                </c:pt>
                <c:pt idx="596">
                  <c:v>2.2999999999999998</c:v>
                </c:pt>
                <c:pt idx="597">
                  <c:v>2.2999999999999998</c:v>
                </c:pt>
                <c:pt idx="598">
                  <c:v>2.2999999999999998</c:v>
                </c:pt>
                <c:pt idx="599">
                  <c:v>2.2999999999999998</c:v>
                </c:pt>
                <c:pt idx="600">
                  <c:v>2.2999999999999998</c:v>
                </c:pt>
                <c:pt idx="601">
                  <c:v>2.2999999999999998</c:v>
                </c:pt>
                <c:pt idx="602">
                  <c:v>2.2999999999999998</c:v>
                </c:pt>
                <c:pt idx="603">
                  <c:v>2.2999999999999998</c:v>
                </c:pt>
                <c:pt idx="604">
                  <c:v>2.2999999999999998</c:v>
                </c:pt>
                <c:pt idx="605">
                  <c:v>2.2999999999999998</c:v>
                </c:pt>
                <c:pt idx="606">
                  <c:v>2.2999999999999998</c:v>
                </c:pt>
                <c:pt idx="607">
                  <c:v>2.2999999999999998</c:v>
                </c:pt>
                <c:pt idx="608">
                  <c:v>2.2999999999999998</c:v>
                </c:pt>
                <c:pt idx="609">
                  <c:v>2.2999999999999998</c:v>
                </c:pt>
                <c:pt idx="610">
                  <c:v>2.2999999999999998</c:v>
                </c:pt>
                <c:pt idx="611">
                  <c:v>2.2999999999999998</c:v>
                </c:pt>
                <c:pt idx="612">
                  <c:v>2.2999999999999998</c:v>
                </c:pt>
                <c:pt idx="613">
                  <c:v>2.2999999999999998</c:v>
                </c:pt>
                <c:pt idx="614">
                  <c:v>2.2999999999999998</c:v>
                </c:pt>
                <c:pt idx="615">
                  <c:v>2.2999999999999998</c:v>
                </c:pt>
                <c:pt idx="616">
                  <c:v>2.2999999999999998</c:v>
                </c:pt>
                <c:pt idx="617">
                  <c:v>2.2999999999999998</c:v>
                </c:pt>
                <c:pt idx="618">
                  <c:v>2.2999999999999998</c:v>
                </c:pt>
                <c:pt idx="619">
                  <c:v>2.2999999999999998</c:v>
                </c:pt>
                <c:pt idx="620">
                  <c:v>2.2999999999999998</c:v>
                </c:pt>
                <c:pt idx="621">
                  <c:v>2.2999999999999998</c:v>
                </c:pt>
                <c:pt idx="622">
                  <c:v>2.2999999999999998</c:v>
                </c:pt>
                <c:pt idx="623">
                  <c:v>2.2999999999999998</c:v>
                </c:pt>
                <c:pt idx="624">
                  <c:v>2.2999999999999998</c:v>
                </c:pt>
                <c:pt idx="625">
                  <c:v>2.2999999999999998</c:v>
                </c:pt>
                <c:pt idx="626">
                  <c:v>2.2999999999999998</c:v>
                </c:pt>
                <c:pt idx="627">
                  <c:v>2.2999999999999998</c:v>
                </c:pt>
                <c:pt idx="628">
                  <c:v>2.2999999999999998</c:v>
                </c:pt>
                <c:pt idx="629">
                  <c:v>2.2999999999999998</c:v>
                </c:pt>
                <c:pt idx="630">
                  <c:v>2.2999999999999998</c:v>
                </c:pt>
                <c:pt idx="631">
                  <c:v>2.2999999999999998</c:v>
                </c:pt>
                <c:pt idx="632">
                  <c:v>2.2999999999999998</c:v>
                </c:pt>
                <c:pt idx="633">
                  <c:v>2.2999999999999998</c:v>
                </c:pt>
                <c:pt idx="634">
                  <c:v>2.2999999999999998</c:v>
                </c:pt>
                <c:pt idx="635">
                  <c:v>2.2999999999999998</c:v>
                </c:pt>
                <c:pt idx="636">
                  <c:v>2.2999999999999998</c:v>
                </c:pt>
                <c:pt idx="637">
                  <c:v>2.2999999999999998</c:v>
                </c:pt>
                <c:pt idx="638">
                  <c:v>2.2999999999999998</c:v>
                </c:pt>
                <c:pt idx="639">
                  <c:v>2.2999999999999998</c:v>
                </c:pt>
                <c:pt idx="640">
                  <c:v>2.2999999999999998</c:v>
                </c:pt>
                <c:pt idx="641">
                  <c:v>2.2999999999999998</c:v>
                </c:pt>
                <c:pt idx="642">
                  <c:v>2.2999999999999998</c:v>
                </c:pt>
                <c:pt idx="643">
                  <c:v>2.2999999999999998</c:v>
                </c:pt>
                <c:pt idx="644">
                  <c:v>2.2999999999999998</c:v>
                </c:pt>
                <c:pt idx="645">
                  <c:v>2.2999999999999998</c:v>
                </c:pt>
                <c:pt idx="646">
                  <c:v>2.2999999999999998</c:v>
                </c:pt>
                <c:pt idx="647">
                  <c:v>2.2999999999999998</c:v>
                </c:pt>
                <c:pt idx="648">
                  <c:v>2.2999999999999998</c:v>
                </c:pt>
                <c:pt idx="649">
                  <c:v>2.2999999999999998</c:v>
                </c:pt>
                <c:pt idx="650">
                  <c:v>2.2999999999999998</c:v>
                </c:pt>
                <c:pt idx="651">
                  <c:v>2.2999999999999998</c:v>
                </c:pt>
                <c:pt idx="652">
                  <c:v>2.2999999999999998</c:v>
                </c:pt>
                <c:pt idx="653">
                  <c:v>2.2999999999999998</c:v>
                </c:pt>
                <c:pt idx="654">
                  <c:v>2.2999999999999998</c:v>
                </c:pt>
                <c:pt idx="655">
                  <c:v>2.2999999999999998</c:v>
                </c:pt>
                <c:pt idx="656">
                  <c:v>2.2999999999999998</c:v>
                </c:pt>
                <c:pt idx="657">
                  <c:v>2.2999999999999998</c:v>
                </c:pt>
                <c:pt idx="658">
                  <c:v>2.2999999999999998</c:v>
                </c:pt>
                <c:pt idx="659">
                  <c:v>2.2999999999999998</c:v>
                </c:pt>
                <c:pt idx="660">
                  <c:v>2.2999999999999998</c:v>
                </c:pt>
                <c:pt idx="661">
                  <c:v>2.2999999999999998</c:v>
                </c:pt>
                <c:pt idx="662">
                  <c:v>2.2999999999999998</c:v>
                </c:pt>
                <c:pt idx="663">
                  <c:v>2.2999999999999998</c:v>
                </c:pt>
                <c:pt idx="664">
                  <c:v>2.2999999999999998</c:v>
                </c:pt>
                <c:pt idx="665">
                  <c:v>2.2999999999999998</c:v>
                </c:pt>
                <c:pt idx="666">
                  <c:v>2.2999999999999998</c:v>
                </c:pt>
                <c:pt idx="667">
                  <c:v>2.2999999999999998</c:v>
                </c:pt>
                <c:pt idx="668">
                  <c:v>2.2999999999999998</c:v>
                </c:pt>
                <c:pt idx="669">
                  <c:v>2.2999999999999998</c:v>
                </c:pt>
                <c:pt idx="670">
                  <c:v>2.2999999999999998</c:v>
                </c:pt>
                <c:pt idx="671">
                  <c:v>2.2999999999999998</c:v>
                </c:pt>
                <c:pt idx="672">
                  <c:v>2.2999999999999998</c:v>
                </c:pt>
                <c:pt idx="673">
                  <c:v>2.2999999999999998</c:v>
                </c:pt>
                <c:pt idx="674">
                  <c:v>2.2999999999999998</c:v>
                </c:pt>
                <c:pt idx="675">
                  <c:v>2.2999999999999998</c:v>
                </c:pt>
                <c:pt idx="676">
                  <c:v>2.2999999999999998</c:v>
                </c:pt>
                <c:pt idx="677">
                  <c:v>2.2999999999999998</c:v>
                </c:pt>
                <c:pt idx="678">
                  <c:v>2.2999999999999998</c:v>
                </c:pt>
                <c:pt idx="679">
                  <c:v>2.2999999999999998</c:v>
                </c:pt>
                <c:pt idx="680">
                  <c:v>2.2999999999999998</c:v>
                </c:pt>
                <c:pt idx="681">
                  <c:v>2.2999999999999998</c:v>
                </c:pt>
                <c:pt idx="682">
                  <c:v>2.2999999999999998</c:v>
                </c:pt>
                <c:pt idx="683">
                  <c:v>2.2999999999999998</c:v>
                </c:pt>
                <c:pt idx="684">
                  <c:v>2.2999999999999998</c:v>
                </c:pt>
                <c:pt idx="685">
                  <c:v>2.2999999999999998</c:v>
                </c:pt>
                <c:pt idx="686">
                  <c:v>2.2999999999999998</c:v>
                </c:pt>
                <c:pt idx="687">
                  <c:v>2.2999999999999998</c:v>
                </c:pt>
                <c:pt idx="688">
                  <c:v>2.2999999999999998</c:v>
                </c:pt>
                <c:pt idx="689">
                  <c:v>2.2999999999999998</c:v>
                </c:pt>
                <c:pt idx="690">
                  <c:v>2.2999999999999998</c:v>
                </c:pt>
                <c:pt idx="691">
                  <c:v>2.2999999999999998</c:v>
                </c:pt>
                <c:pt idx="692">
                  <c:v>2.2999999999999998</c:v>
                </c:pt>
                <c:pt idx="693">
                  <c:v>2.2999999999999998</c:v>
                </c:pt>
                <c:pt idx="694">
                  <c:v>2.2999999999999998</c:v>
                </c:pt>
                <c:pt idx="695">
                  <c:v>2.2999999999999998</c:v>
                </c:pt>
                <c:pt idx="696">
                  <c:v>2.2999999999999998</c:v>
                </c:pt>
                <c:pt idx="697">
                  <c:v>2.2999999999999998</c:v>
                </c:pt>
                <c:pt idx="698">
                  <c:v>2.2999999999999998</c:v>
                </c:pt>
                <c:pt idx="699">
                  <c:v>2.2999999999999998</c:v>
                </c:pt>
                <c:pt idx="700">
                  <c:v>2.2999999999999998</c:v>
                </c:pt>
                <c:pt idx="701">
                  <c:v>2.2999999999999998</c:v>
                </c:pt>
                <c:pt idx="702">
                  <c:v>2.2999999999999998</c:v>
                </c:pt>
                <c:pt idx="703">
                  <c:v>2.2999999999999998</c:v>
                </c:pt>
                <c:pt idx="704">
                  <c:v>2.2999999999999998</c:v>
                </c:pt>
                <c:pt idx="705">
                  <c:v>2.2999999999999998</c:v>
                </c:pt>
                <c:pt idx="706">
                  <c:v>2.2999999999999998</c:v>
                </c:pt>
                <c:pt idx="707">
                  <c:v>2.2999999999999998</c:v>
                </c:pt>
                <c:pt idx="708">
                  <c:v>2.2999999999999998</c:v>
                </c:pt>
                <c:pt idx="709">
                  <c:v>2.2999999999999998</c:v>
                </c:pt>
                <c:pt idx="710">
                  <c:v>2.2999999999999998</c:v>
                </c:pt>
                <c:pt idx="711">
                  <c:v>2.2999999999999998</c:v>
                </c:pt>
                <c:pt idx="712">
                  <c:v>2.2999999999999998</c:v>
                </c:pt>
                <c:pt idx="713">
                  <c:v>2.2999999999999998</c:v>
                </c:pt>
                <c:pt idx="714">
                  <c:v>2.2999999999999998</c:v>
                </c:pt>
                <c:pt idx="715">
                  <c:v>2.2999999999999998</c:v>
                </c:pt>
                <c:pt idx="716">
                  <c:v>2.2999999999999998</c:v>
                </c:pt>
                <c:pt idx="717">
                  <c:v>2.2999999999999998</c:v>
                </c:pt>
                <c:pt idx="718">
                  <c:v>2.2999999999999998</c:v>
                </c:pt>
                <c:pt idx="719">
                  <c:v>2.2999999999999998</c:v>
                </c:pt>
                <c:pt idx="720">
                  <c:v>2.2999999999999998</c:v>
                </c:pt>
                <c:pt idx="721">
                  <c:v>2.2999999999999998</c:v>
                </c:pt>
                <c:pt idx="722">
                  <c:v>2.2999999999999998</c:v>
                </c:pt>
                <c:pt idx="723">
                  <c:v>2.2999999999999998</c:v>
                </c:pt>
                <c:pt idx="724">
                  <c:v>2.2999999999999998</c:v>
                </c:pt>
                <c:pt idx="725">
                  <c:v>2.2999999999999998</c:v>
                </c:pt>
                <c:pt idx="726">
                  <c:v>2.2999999999999998</c:v>
                </c:pt>
                <c:pt idx="727">
                  <c:v>2.2999999999999998</c:v>
                </c:pt>
                <c:pt idx="728">
                  <c:v>2.2999999999999998</c:v>
                </c:pt>
                <c:pt idx="729">
                  <c:v>2.2999999999999998</c:v>
                </c:pt>
                <c:pt idx="730">
                  <c:v>2.2999999999999998</c:v>
                </c:pt>
                <c:pt idx="731">
                  <c:v>2.2999999999999998</c:v>
                </c:pt>
                <c:pt idx="732">
                  <c:v>2.2999999999999998</c:v>
                </c:pt>
                <c:pt idx="733">
                  <c:v>2.2999999999999998</c:v>
                </c:pt>
                <c:pt idx="734">
                  <c:v>2.2999999999999998</c:v>
                </c:pt>
                <c:pt idx="735">
                  <c:v>2.2999999999999998</c:v>
                </c:pt>
                <c:pt idx="736">
                  <c:v>2.2999999999999998</c:v>
                </c:pt>
                <c:pt idx="737">
                  <c:v>2.2999999999999998</c:v>
                </c:pt>
                <c:pt idx="738">
                  <c:v>2.2999999999999998</c:v>
                </c:pt>
                <c:pt idx="739">
                  <c:v>2.2999999999999998</c:v>
                </c:pt>
                <c:pt idx="740">
                  <c:v>2.2999999999999998</c:v>
                </c:pt>
                <c:pt idx="741">
                  <c:v>2.2999999999999998</c:v>
                </c:pt>
                <c:pt idx="742">
                  <c:v>2.2999999999999998</c:v>
                </c:pt>
                <c:pt idx="743">
                  <c:v>2.2999999999999998</c:v>
                </c:pt>
                <c:pt idx="744">
                  <c:v>2.2999999999999998</c:v>
                </c:pt>
                <c:pt idx="745">
                  <c:v>2.2999999999999998</c:v>
                </c:pt>
                <c:pt idx="746">
                  <c:v>2.2999999999999998</c:v>
                </c:pt>
                <c:pt idx="747">
                  <c:v>2.2999999999999998</c:v>
                </c:pt>
                <c:pt idx="748">
                  <c:v>2.2999999999999998</c:v>
                </c:pt>
                <c:pt idx="749">
                  <c:v>2.2999999999999998</c:v>
                </c:pt>
                <c:pt idx="750">
                  <c:v>2.2999999999999998</c:v>
                </c:pt>
                <c:pt idx="751">
                  <c:v>2.2999999999999998</c:v>
                </c:pt>
                <c:pt idx="752">
                  <c:v>2.2999999999999998</c:v>
                </c:pt>
                <c:pt idx="753">
                  <c:v>2.2999999999999998</c:v>
                </c:pt>
                <c:pt idx="754">
                  <c:v>2.2999999999999998</c:v>
                </c:pt>
                <c:pt idx="755">
                  <c:v>2.2999999999999998</c:v>
                </c:pt>
                <c:pt idx="756">
                  <c:v>2.2999999999999998</c:v>
                </c:pt>
                <c:pt idx="757">
                  <c:v>2.2999999999999998</c:v>
                </c:pt>
                <c:pt idx="758">
                  <c:v>2.2999999999999998</c:v>
                </c:pt>
                <c:pt idx="759">
                  <c:v>2.2999999999999998</c:v>
                </c:pt>
                <c:pt idx="760">
                  <c:v>2.2999999999999998</c:v>
                </c:pt>
                <c:pt idx="761">
                  <c:v>2.2999999999999998</c:v>
                </c:pt>
                <c:pt idx="762">
                  <c:v>2.2999999999999998</c:v>
                </c:pt>
                <c:pt idx="763">
                  <c:v>2.2999999999999998</c:v>
                </c:pt>
                <c:pt idx="764">
                  <c:v>2.2999999999999998</c:v>
                </c:pt>
                <c:pt idx="765">
                  <c:v>2.2999999999999998</c:v>
                </c:pt>
                <c:pt idx="766">
                  <c:v>2.2999999999999998</c:v>
                </c:pt>
                <c:pt idx="767">
                  <c:v>2.2999999999999998</c:v>
                </c:pt>
                <c:pt idx="768">
                  <c:v>2.2999999999999998</c:v>
                </c:pt>
                <c:pt idx="769">
                  <c:v>2.2999999999999998</c:v>
                </c:pt>
                <c:pt idx="770">
                  <c:v>2.2999999999999998</c:v>
                </c:pt>
                <c:pt idx="771">
                  <c:v>2.2999999999999998</c:v>
                </c:pt>
                <c:pt idx="772">
                  <c:v>2.2999999999999998</c:v>
                </c:pt>
                <c:pt idx="773">
                  <c:v>2.2999999999999998</c:v>
                </c:pt>
                <c:pt idx="774">
                  <c:v>2.2999999999999998</c:v>
                </c:pt>
                <c:pt idx="775">
                  <c:v>2.2999999999999998</c:v>
                </c:pt>
                <c:pt idx="776">
                  <c:v>2.2999999999999998</c:v>
                </c:pt>
                <c:pt idx="777">
                  <c:v>2.2999999999999998</c:v>
                </c:pt>
                <c:pt idx="778">
                  <c:v>2.2999999999999998</c:v>
                </c:pt>
                <c:pt idx="779">
                  <c:v>2.2999999999999998</c:v>
                </c:pt>
                <c:pt idx="780">
                  <c:v>2.2999999999999998</c:v>
                </c:pt>
                <c:pt idx="781">
                  <c:v>2.2999999999999998</c:v>
                </c:pt>
                <c:pt idx="782">
                  <c:v>2.2999999999999998</c:v>
                </c:pt>
                <c:pt idx="783">
                  <c:v>2.2999999999999998</c:v>
                </c:pt>
                <c:pt idx="784">
                  <c:v>2.2999999999999998</c:v>
                </c:pt>
                <c:pt idx="785">
                  <c:v>2.2999999999999998</c:v>
                </c:pt>
                <c:pt idx="786">
                  <c:v>2.2999999999999998</c:v>
                </c:pt>
                <c:pt idx="787">
                  <c:v>2.2999999999999998</c:v>
                </c:pt>
                <c:pt idx="788">
                  <c:v>2.2999999999999998</c:v>
                </c:pt>
                <c:pt idx="789">
                  <c:v>2.2999999999999998</c:v>
                </c:pt>
                <c:pt idx="790">
                  <c:v>2.2999999999999998</c:v>
                </c:pt>
                <c:pt idx="791">
                  <c:v>2.2999999999999998</c:v>
                </c:pt>
                <c:pt idx="792">
                  <c:v>2.2999999999999998</c:v>
                </c:pt>
                <c:pt idx="793">
                  <c:v>2.2999999999999998</c:v>
                </c:pt>
                <c:pt idx="794">
                  <c:v>2.2999999999999998</c:v>
                </c:pt>
                <c:pt idx="795">
                  <c:v>2.2999999999999998</c:v>
                </c:pt>
                <c:pt idx="796">
                  <c:v>2.2999999999999998</c:v>
                </c:pt>
                <c:pt idx="797">
                  <c:v>2.2999999999999998</c:v>
                </c:pt>
                <c:pt idx="798">
                  <c:v>2.2999999999999998</c:v>
                </c:pt>
                <c:pt idx="799">
                  <c:v>2.2999999999999998</c:v>
                </c:pt>
                <c:pt idx="800">
                  <c:v>2.2999999999999998</c:v>
                </c:pt>
                <c:pt idx="801">
                  <c:v>2.2999999999999998</c:v>
                </c:pt>
                <c:pt idx="802">
                  <c:v>2.2999999999999998</c:v>
                </c:pt>
                <c:pt idx="803">
                  <c:v>2.2999999999999998</c:v>
                </c:pt>
                <c:pt idx="804">
                  <c:v>2.2999999999999998</c:v>
                </c:pt>
                <c:pt idx="805">
                  <c:v>2.2999999999999998</c:v>
                </c:pt>
                <c:pt idx="806">
                  <c:v>2.2999999999999998</c:v>
                </c:pt>
                <c:pt idx="807">
                  <c:v>2.2999999999999998</c:v>
                </c:pt>
                <c:pt idx="808">
                  <c:v>2.2999999999999998</c:v>
                </c:pt>
                <c:pt idx="809">
                  <c:v>2.2999999999999998</c:v>
                </c:pt>
                <c:pt idx="810">
                  <c:v>2.2999999999999998</c:v>
                </c:pt>
                <c:pt idx="811">
                  <c:v>2.2999999999999998</c:v>
                </c:pt>
                <c:pt idx="812">
                  <c:v>2.2999999999999998</c:v>
                </c:pt>
                <c:pt idx="813">
                  <c:v>2.2999999999999998</c:v>
                </c:pt>
                <c:pt idx="814">
                  <c:v>2.2999999999999998</c:v>
                </c:pt>
                <c:pt idx="815">
                  <c:v>2.2999999999999998</c:v>
                </c:pt>
                <c:pt idx="816">
                  <c:v>2.2999999999999998</c:v>
                </c:pt>
                <c:pt idx="817">
                  <c:v>2.2999999999999998</c:v>
                </c:pt>
                <c:pt idx="818">
                  <c:v>2.2999999999999998</c:v>
                </c:pt>
                <c:pt idx="819">
                  <c:v>2.2999999999999998</c:v>
                </c:pt>
                <c:pt idx="820">
                  <c:v>2.2999999999999998</c:v>
                </c:pt>
                <c:pt idx="821">
                  <c:v>2.2999999999999998</c:v>
                </c:pt>
                <c:pt idx="822">
                  <c:v>2.2999999999999998</c:v>
                </c:pt>
                <c:pt idx="823">
                  <c:v>2.2999999999999998</c:v>
                </c:pt>
                <c:pt idx="824">
                  <c:v>2.2999999999999998</c:v>
                </c:pt>
                <c:pt idx="825">
                  <c:v>2.2999999999999998</c:v>
                </c:pt>
                <c:pt idx="826">
                  <c:v>2.2999999999999998</c:v>
                </c:pt>
                <c:pt idx="827">
                  <c:v>2.2999999999999998</c:v>
                </c:pt>
                <c:pt idx="828">
                  <c:v>2.2999999999999998</c:v>
                </c:pt>
                <c:pt idx="829">
                  <c:v>2.2999999999999998</c:v>
                </c:pt>
                <c:pt idx="830">
                  <c:v>2.2999999999999998</c:v>
                </c:pt>
                <c:pt idx="831">
                  <c:v>2.2999999999999998</c:v>
                </c:pt>
                <c:pt idx="832">
                  <c:v>2.2999999999999998</c:v>
                </c:pt>
                <c:pt idx="833">
                  <c:v>2.2999999999999998</c:v>
                </c:pt>
                <c:pt idx="834">
                  <c:v>2.2999999999999998</c:v>
                </c:pt>
                <c:pt idx="835">
                  <c:v>2.2999999999999998</c:v>
                </c:pt>
                <c:pt idx="836">
                  <c:v>2.2999999999999998</c:v>
                </c:pt>
                <c:pt idx="837">
                  <c:v>2.2999999999999998</c:v>
                </c:pt>
                <c:pt idx="838">
                  <c:v>2.2999999999999998</c:v>
                </c:pt>
                <c:pt idx="839">
                  <c:v>2.2999999999999998</c:v>
                </c:pt>
                <c:pt idx="840">
                  <c:v>2.2999999999999998</c:v>
                </c:pt>
                <c:pt idx="841">
                  <c:v>2.2999999999999998</c:v>
                </c:pt>
                <c:pt idx="842">
                  <c:v>2.2999999999999998</c:v>
                </c:pt>
                <c:pt idx="843">
                  <c:v>2.2999999999999998</c:v>
                </c:pt>
                <c:pt idx="844">
                  <c:v>2.2999999999999998</c:v>
                </c:pt>
                <c:pt idx="845">
                  <c:v>2.2999999999999998</c:v>
                </c:pt>
                <c:pt idx="846">
                  <c:v>2.2999999999999998</c:v>
                </c:pt>
                <c:pt idx="847">
                  <c:v>2.2999999999999998</c:v>
                </c:pt>
                <c:pt idx="848">
                  <c:v>2.2999999999999998</c:v>
                </c:pt>
                <c:pt idx="849">
                  <c:v>2.2999999999999998</c:v>
                </c:pt>
                <c:pt idx="850">
                  <c:v>2.2999999999999998</c:v>
                </c:pt>
                <c:pt idx="851">
                  <c:v>2.2999999999999998</c:v>
                </c:pt>
                <c:pt idx="852">
                  <c:v>2.2999999999999998</c:v>
                </c:pt>
                <c:pt idx="853">
                  <c:v>2.2999999999999998</c:v>
                </c:pt>
                <c:pt idx="854">
                  <c:v>2.2999999999999998</c:v>
                </c:pt>
                <c:pt idx="855">
                  <c:v>2.2999999999999998</c:v>
                </c:pt>
                <c:pt idx="856">
                  <c:v>2.2999999999999998</c:v>
                </c:pt>
                <c:pt idx="857">
                  <c:v>2.2999999999999998</c:v>
                </c:pt>
                <c:pt idx="858">
                  <c:v>2.2999999999999998</c:v>
                </c:pt>
                <c:pt idx="859">
                  <c:v>2.2999999999999998</c:v>
                </c:pt>
                <c:pt idx="860">
                  <c:v>2.2999999999999998</c:v>
                </c:pt>
                <c:pt idx="861">
                  <c:v>2.2999999999999998</c:v>
                </c:pt>
                <c:pt idx="862">
                  <c:v>2.2999999999999998</c:v>
                </c:pt>
                <c:pt idx="863">
                  <c:v>2.2999999999999998</c:v>
                </c:pt>
                <c:pt idx="864">
                  <c:v>2.2999999999999998</c:v>
                </c:pt>
                <c:pt idx="865">
                  <c:v>2.2999999999999998</c:v>
                </c:pt>
                <c:pt idx="866">
                  <c:v>2.2999999999999998</c:v>
                </c:pt>
                <c:pt idx="867">
                  <c:v>2.2999999999999998</c:v>
                </c:pt>
                <c:pt idx="868">
                  <c:v>2.2999999999999998</c:v>
                </c:pt>
                <c:pt idx="869">
                  <c:v>2.2999999999999998</c:v>
                </c:pt>
                <c:pt idx="870">
                  <c:v>2.2999999999999998</c:v>
                </c:pt>
                <c:pt idx="871">
                  <c:v>2.2999999999999998</c:v>
                </c:pt>
                <c:pt idx="872">
                  <c:v>2.2999999999999998</c:v>
                </c:pt>
                <c:pt idx="873">
                  <c:v>2.2999999999999998</c:v>
                </c:pt>
                <c:pt idx="874">
                  <c:v>2.2999999999999998</c:v>
                </c:pt>
                <c:pt idx="875">
                  <c:v>2.2999999999999998</c:v>
                </c:pt>
                <c:pt idx="876">
                  <c:v>2.2999999999999998</c:v>
                </c:pt>
                <c:pt idx="877">
                  <c:v>2.2999999999999998</c:v>
                </c:pt>
                <c:pt idx="878">
                  <c:v>2.2999999999999998</c:v>
                </c:pt>
                <c:pt idx="879">
                  <c:v>2.2999999999999998</c:v>
                </c:pt>
                <c:pt idx="880">
                  <c:v>2.2999999999999998</c:v>
                </c:pt>
                <c:pt idx="881">
                  <c:v>2.2999999999999998</c:v>
                </c:pt>
                <c:pt idx="882">
                  <c:v>2.2999999999999998</c:v>
                </c:pt>
                <c:pt idx="883">
                  <c:v>2.2999999999999998</c:v>
                </c:pt>
                <c:pt idx="884">
                  <c:v>2.2999999999999998</c:v>
                </c:pt>
                <c:pt idx="885">
                  <c:v>2.2999999999999998</c:v>
                </c:pt>
                <c:pt idx="886">
                  <c:v>2.2999999999999998</c:v>
                </c:pt>
                <c:pt idx="887">
                  <c:v>2.2999999999999998</c:v>
                </c:pt>
                <c:pt idx="888">
                  <c:v>2.2999999999999998</c:v>
                </c:pt>
                <c:pt idx="889">
                  <c:v>2.2999999999999998</c:v>
                </c:pt>
                <c:pt idx="890">
                  <c:v>2.2999999999999998</c:v>
                </c:pt>
                <c:pt idx="891">
                  <c:v>2.2999999999999998</c:v>
                </c:pt>
                <c:pt idx="892">
                  <c:v>2.2999999999999998</c:v>
                </c:pt>
                <c:pt idx="893">
                  <c:v>2.2999999999999998</c:v>
                </c:pt>
                <c:pt idx="894">
                  <c:v>2.2999999999999998</c:v>
                </c:pt>
                <c:pt idx="895">
                  <c:v>2.2999999999999998</c:v>
                </c:pt>
                <c:pt idx="896">
                  <c:v>2.2999999999999998</c:v>
                </c:pt>
                <c:pt idx="897">
                  <c:v>2.2999999999999998</c:v>
                </c:pt>
                <c:pt idx="898">
                  <c:v>2.2999999999999998</c:v>
                </c:pt>
                <c:pt idx="899">
                  <c:v>2.2999999999999998</c:v>
                </c:pt>
                <c:pt idx="900">
                  <c:v>2.2999999999999998</c:v>
                </c:pt>
                <c:pt idx="901">
                  <c:v>2.2999999999999998</c:v>
                </c:pt>
                <c:pt idx="902">
                  <c:v>2.2999999999999998</c:v>
                </c:pt>
                <c:pt idx="903">
                  <c:v>2.2999999999999998</c:v>
                </c:pt>
                <c:pt idx="904">
                  <c:v>2.2999999999999998</c:v>
                </c:pt>
                <c:pt idx="905">
                  <c:v>2.2999999999999998</c:v>
                </c:pt>
                <c:pt idx="906">
                  <c:v>2.2999999999999998</c:v>
                </c:pt>
                <c:pt idx="907">
                  <c:v>2.2999999999999998</c:v>
                </c:pt>
                <c:pt idx="908">
                  <c:v>2.2999999999999998</c:v>
                </c:pt>
                <c:pt idx="909">
                  <c:v>2.2999999999999998</c:v>
                </c:pt>
                <c:pt idx="910">
                  <c:v>2.2999999999999998</c:v>
                </c:pt>
                <c:pt idx="911">
                  <c:v>2.2999999999999998</c:v>
                </c:pt>
                <c:pt idx="912">
                  <c:v>2.2999999999999998</c:v>
                </c:pt>
                <c:pt idx="913">
                  <c:v>2.2999999999999998</c:v>
                </c:pt>
                <c:pt idx="914">
                  <c:v>2.2999999999999998</c:v>
                </c:pt>
                <c:pt idx="915">
                  <c:v>2.2999999999999998</c:v>
                </c:pt>
                <c:pt idx="916">
                  <c:v>2.2999999999999998</c:v>
                </c:pt>
                <c:pt idx="917">
                  <c:v>2.2999999999999998</c:v>
                </c:pt>
                <c:pt idx="918">
                  <c:v>2.2999999999999998</c:v>
                </c:pt>
                <c:pt idx="919">
                  <c:v>2.2999999999999998</c:v>
                </c:pt>
                <c:pt idx="920">
                  <c:v>2.2999999999999998</c:v>
                </c:pt>
                <c:pt idx="921">
                  <c:v>2.2999999999999998</c:v>
                </c:pt>
                <c:pt idx="922">
                  <c:v>2.2999999999999998</c:v>
                </c:pt>
                <c:pt idx="923">
                  <c:v>2.2999999999999998</c:v>
                </c:pt>
                <c:pt idx="924">
                  <c:v>2.2999999999999998</c:v>
                </c:pt>
                <c:pt idx="925">
                  <c:v>2.2999999999999998</c:v>
                </c:pt>
                <c:pt idx="926">
                  <c:v>2.2999999999999998</c:v>
                </c:pt>
                <c:pt idx="927">
                  <c:v>2.2999999999999998</c:v>
                </c:pt>
                <c:pt idx="928">
                  <c:v>2.2999999999999998</c:v>
                </c:pt>
                <c:pt idx="929">
                  <c:v>2.2999999999999998</c:v>
                </c:pt>
                <c:pt idx="930">
                  <c:v>2.2999999999999998</c:v>
                </c:pt>
                <c:pt idx="931">
                  <c:v>2.2999999999999998</c:v>
                </c:pt>
                <c:pt idx="932">
                  <c:v>2.2999999999999998</c:v>
                </c:pt>
                <c:pt idx="933">
                  <c:v>2.2999999999999998</c:v>
                </c:pt>
                <c:pt idx="934">
                  <c:v>2.2999999999999998</c:v>
                </c:pt>
                <c:pt idx="935">
                  <c:v>2.2999999999999998</c:v>
                </c:pt>
                <c:pt idx="936">
                  <c:v>2.2999999999999998</c:v>
                </c:pt>
                <c:pt idx="937">
                  <c:v>2.2999999999999998</c:v>
                </c:pt>
                <c:pt idx="938">
                  <c:v>2.2999999999999998</c:v>
                </c:pt>
                <c:pt idx="939">
                  <c:v>2.2999999999999998</c:v>
                </c:pt>
                <c:pt idx="940">
                  <c:v>2.2999999999999998</c:v>
                </c:pt>
                <c:pt idx="941">
                  <c:v>2.2999999999999998</c:v>
                </c:pt>
                <c:pt idx="942">
                  <c:v>2.2999999999999998</c:v>
                </c:pt>
                <c:pt idx="943">
                  <c:v>2.2999999999999998</c:v>
                </c:pt>
                <c:pt idx="944">
                  <c:v>2.2999999999999998</c:v>
                </c:pt>
                <c:pt idx="945">
                  <c:v>2.2999999999999998</c:v>
                </c:pt>
                <c:pt idx="946">
                  <c:v>2.2999999999999998</c:v>
                </c:pt>
                <c:pt idx="947">
                  <c:v>2.2999999999999998</c:v>
                </c:pt>
                <c:pt idx="948">
                  <c:v>2.2999999999999998</c:v>
                </c:pt>
                <c:pt idx="949">
                  <c:v>2.2999999999999998</c:v>
                </c:pt>
                <c:pt idx="950">
                  <c:v>2.2999999999999998</c:v>
                </c:pt>
                <c:pt idx="951">
                  <c:v>2.2999999999999998</c:v>
                </c:pt>
                <c:pt idx="952">
                  <c:v>2.2999999999999998</c:v>
                </c:pt>
                <c:pt idx="953">
                  <c:v>2.2999999999999998</c:v>
                </c:pt>
                <c:pt idx="954">
                  <c:v>2.2999999999999998</c:v>
                </c:pt>
                <c:pt idx="955">
                  <c:v>2.2999999999999998</c:v>
                </c:pt>
                <c:pt idx="956">
                  <c:v>2.2999999999999998</c:v>
                </c:pt>
                <c:pt idx="957">
                  <c:v>2.2999999999999998</c:v>
                </c:pt>
                <c:pt idx="958">
                  <c:v>2.2999999999999998</c:v>
                </c:pt>
                <c:pt idx="959">
                  <c:v>2.2999999999999998</c:v>
                </c:pt>
                <c:pt idx="960">
                  <c:v>2.2999999999999998</c:v>
                </c:pt>
                <c:pt idx="961">
                  <c:v>2.2999999999999998</c:v>
                </c:pt>
                <c:pt idx="962">
                  <c:v>2.2999999999999998</c:v>
                </c:pt>
                <c:pt idx="963">
                  <c:v>2.2999999999999998</c:v>
                </c:pt>
                <c:pt idx="964">
                  <c:v>2.2999999999999998</c:v>
                </c:pt>
                <c:pt idx="965">
                  <c:v>2.2999999999999998</c:v>
                </c:pt>
                <c:pt idx="966">
                  <c:v>2.2999999999999998</c:v>
                </c:pt>
                <c:pt idx="967">
                  <c:v>2.2999999999999998</c:v>
                </c:pt>
                <c:pt idx="968">
                  <c:v>2.2999999999999998</c:v>
                </c:pt>
                <c:pt idx="969">
                  <c:v>2.2999999999999998</c:v>
                </c:pt>
                <c:pt idx="970">
                  <c:v>2.2999999999999998</c:v>
                </c:pt>
                <c:pt idx="971">
                  <c:v>2.2999999999999998</c:v>
                </c:pt>
                <c:pt idx="972">
                  <c:v>2.2999999999999998</c:v>
                </c:pt>
                <c:pt idx="973">
                  <c:v>2.2999999999999998</c:v>
                </c:pt>
                <c:pt idx="974">
                  <c:v>2.2999999999999998</c:v>
                </c:pt>
                <c:pt idx="975">
                  <c:v>2.2999999999999998</c:v>
                </c:pt>
                <c:pt idx="976">
                  <c:v>2.2999999999999998</c:v>
                </c:pt>
                <c:pt idx="977">
                  <c:v>2.2999999999999998</c:v>
                </c:pt>
                <c:pt idx="978">
                  <c:v>2.2999999999999998</c:v>
                </c:pt>
                <c:pt idx="979">
                  <c:v>2.2999999999999998</c:v>
                </c:pt>
                <c:pt idx="980">
                  <c:v>2.2999999999999998</c:v>
                </c:pt>
                <c:pt idx="981">
                  <c:v>2.2999999999999998</c:v>
                </c:pt>
                <c:pt idx="982">
                  <c:v>2.2999999999999998</c:v>
                </c:pt>
                <c:pt idx="983">
                  <c:v>2.2999999999999998</c:v>
                </c:pt>
                <c:pt idx="984">
                  <c:v>2.2999999999999998</c:v>
                </c:pt>
                <c:pt idx="985">
                  <c:v>2.2999999999999998</c:v>
                </c:pt>
                <c:pt idx="986">
                  <c:v>2.2999999999999998</c:v>
                </c:pt>
                <c:pt idx="987">
                  <c:v>2.2999999999999998</c:v>
                </c:pt>
                <c:pt idx="988">
                  <c:v>2.2999999999999998</c:v>
                </c:pt>
                <c:pt idx="989">
                  <c:v>2.2999999999999998</c:v>
                </c:pt>
                <c:pt idx="990">
                  <c:v>2.2999999999999998</c:v>
                </c:pt>
                <c:pt idx="991">
                  <c:v>2.2999999999999998</c:v>
                </c:pt>
                <c:pt idx="992">
                  <c:v>2.2999999999999998</c:v>
                </c:pt>
                <c:pt idx="993">
                  <c:v>2.2999999999999998</c:v>
                </c:pt>
                <c:pt idx="994">
                  <c:v>2.2999999999999998</c:v>
                </c:pt>
                <c:pt idx="995">
                  <c:v>2.2999999999999998</c:v>
                </c:pt>
                <c:pt idx="996">
                  <c:v>2.2999999999999998</c:v>
                </c:pt>
                <c:pt idx="997">
                  <c:v>2.2999999999999998</c:v>
                </c:pt>
                <c:pt idx="998">
                  <c:v>2.2999999999999998</c:v>
                </c:pt>
                <c:pt idx="999">
                  <c:v>2.2999999999999998</c:v>
                </c:pt>
                <c:pt idx="1000">
                  <c:v>2.2999999999999998</c:v>
                </c:pt>
                <c:pt idx="1001">
                  <c:v>2.2999999999999998</c:v>
                </c:pt>
                <c:pt idx="1002">
                  <c:v>2.2999999999999998</c:v>
                </c:pt>
                <c:pt idx="1003">
                  <c:v>2.2999999999999998</c:v>
                </c:pt>
                <c:pt idx="1004">
                  <c:v>2.2999999999999998</c:v>
                </c:pt>
                <c:pt idx="1005">
                  <c:v>2.2999999999999998</c:v>
                </c:pt>
                <c:pt idx="1006">
                  <c:v>2.2999999999999998</c:v>
                </c:pt>
                <c:pt idx="1007">
                  <c:v>2.2999999999999998</c:v>
                </c:pt>
                <c:pt idx="1008">
                  <c:v>2.2999999999999998</c:v>
                </c:pt>
                <c:pt idx="1009">
                  <c:v>2.2999999999999998</c:v>
                </c:pt>
                <c:pt idx="1010">
                  <c:v>2.2999999999999998</c:v>
                </c:pt>
                <c:pt idx="1011">
                  <c:v>2.2999999999999998</c:v>
                </c:pt>
                <c:pt idx="1012">
                  <c:v>2.2999999999999998</c:v>
                </c:pt>
                <c:pt idx="1013">
                  <c:v>2.2999999999999998</c:v>
                </c:pt>
                <c:pt idx="1014">
                  <c:v>2.2999999999999998</c:v>
                </c:pt>
                <c:pt idx="1015">
                  <c:v>2.2999999999999998</c:v>
                </c:pt>
                <c:pt idx="1016">
                  <c:v>2.2999999999999998</c:v>
                </c:pt>
                <c:pt idx="1017">
                  <c:v>2.2999999999999998</c:v>
                </c:pt>
                <c:pt idx="1018">
                  <c:v>2.2999999999999998</c:v>
                </c:pt>
                <c:pt idx="1019">
                  <c:v>2.2999999999999998</c:v>
                </c:pt>
                <c:pt idx="1020">
                  <c:v>2.2999999999999998</c:v>
                </c:pt>
                <c:pt idx="1021">
                  <c:v>2.2999999999999998</c:v>
                </c:pt>
                <c:pt idx="1022">
                  <c:v>2.2999999999999998</c:v>
                </c:pt>
                <c:pt idx="1023">
                  <c:v>2.2999999999999998</c:v>
                </c:pt>
                <c:pt idx="1024">
                  <c:v>2.2999999999999998</c:v>
                </c:pt>
                <c:pt idx="1025">
                  <c:v>2.2999999999999998</c:v>
                </c:pt>
                <c:pt idx="1026">
                  <c:v>2.2999999999999998</c:v>
                </c:pt>
                <c:pt idx="1027">
                  <c:v>2.2999999999999998</c:v>
                </c:pt>
                <c:pt idx="1028">
                  <c:v>2.2999999999999998</c:v>
                </c:pt>
                <c:pt idx="1029">
                  <c:v>2.2999999999999998</c:v>
                </c:pt>
                <c:pt idx="1030">
                  <c:v>2.2999999999999998</c:v>
                </c:pt>
                <c:pt idx="1031">
                  <c:v>2.2999999999999998</c:v>
                </c:pt>
                <c:pt idx="1032">
                  <c:v>2.2999999999999998</c:v>
                </c:pt>
                <c:pt idx="1033">
                  <c:v>2.2999999999999998</c:v>
                </c:pt>
                <c:pt idx="1034">
                  <c:v>2.2999999999999998</c:v>
                </c:pt>
                <c:pt idx="1035">
                  <c:v>2.2999999999999998</c:v>
                </c:pt>
                <c:pt idx="1036">
                  <c:v>2.2999999999999998</c:v>
                </c:pt>
                <c:pt idx="1037">
                  <c:v>2.2999999999999998</c:v>
                </c:pt>
                <c:pt idx="1038">
                  <c:v>2.2999999999999998</c:v>
                </c:pt>
                <c:pt idx="1039">
                  <c:v>2.2999999999999998</c:v>
                </c:pt>
                <c:pt idx="1040">
                  <c:v>2.2999999999999998</c:v>
                </c:pt>
                <c:pt idx="1041">
                  <c:v>2.2999999999999998</c:v>
                </c:pt>
                <c:pt idx="1042">
                  <c:v>2.2999999999999998</c:v>
                </c:pt>
                <c:pt idx="1043">
                  <c:v>2.2999999999999998</c:v>
                </c:pt>
                <c:pt idx="1044">
                  <c:v>2.2999999999999998</c:v>
                </c:pt>
                <c:pt idx="1045">
                  <c:v>2.2999999999999998</c:v>
                </c:pt>
                <c:pt idx="1046">
                  <c:v>2.2999999999999998</c:v>
                </c:pt>
                <c:pt idx="1047">
                  <c:v>2.2999999999999998</c:v>
                </c:pt>
                <c:pt idx="1048">
                  <c:v>2.2999999999999998</c:v>
                </c:pt>
                <c:pt idx="1049">
                  <c:v>2.2999999999999998</c:v>
                </c:pt>
                <c:pt idx="1050">
                  <c:v>2.2999999999999998</c:v>
                </c:pt>
                <c:pt idx="1051">
                  <c:v>2.2999999999999998</c:v>
                </c:pt>
                <c:pt idx="1052">
                  <c:v>2.2999999999999998</c:v>
                </c:pt>
                <c:pt idx="1053">
                  <c:v>2.2999999999999998</c:v>
                </c:pt>
                <c:pt idx="1054">
                  <c:v>2.2999999999999998</c:v>
                </c:pt>
                <c:pt idx="1055">
                  <c:v>2.2999999999999998</c:v>
                </c:pt>
                <c:pt idx="1056">
                  <c:v>2.2999999999999998</c:v>
                </c:pt>
                <c:pt idx="1057">
                  <c:v>2.2999999999999998</c:v>
                </c:pt>
                <c:pt idx="1058">
                  <c:v>2.2999999999999998</c:v>
                </c:pt>
                <c:pt idx="1059">
                  <c:v>2.2999999999999998</c:v>
                </c:pt>
                <c:pt idx="1060">
                  <c:v>2.2999999999999998</c:v>
                </c:pt>
                <c:pt idx="1061">
                  <c:v>2.2999999999999998</c:v>
                </c:pt>
                <c:pt idx="1062">
                  <c:v>2.2999999999999998</c:v>
                </c:pt>
                <c:pt idx="1063">
                  <c:v>2.2999999999999998</c:v>
                </c:pt>
                <c:pt idx="1064">
                  <c:v>2.2999999999999998</c:v>
                </c:pt>
                <c:pt idx="1065">
                  <c:v>2.2999999999999998</c:v>
                </c:pt>
                <c:pt idx="1066">
                  <c:v>2.2999999999999998</c:v>
                </c:pt>
                <c:pt idx="1067">
                  <c:v>2.2999999999999998</c:v>
                </c:pt>
                <c:pt idx="1068">
                  <c:v>2.2999999999999998</c:v>
                </c:pt>
                <c:pt idx="1069">
                  <c:v>2.2999999999999998</c:v>
                </c:pt>
                <c:pt idx="1070">
                  <c:v>2.2999999999999998</c:v>
                </c:pt>
                <c:pt idx="1071">
                  <c:v>2.2999999999999998</c:v>
                </c:pt>
                <c:pt idx="1072">
                  <c:v>2.2999999999999998</c:v>
                </c:pt>
                <c:pt idx="1073">
                  <c:v>2.2999999999999998</c:v>
                </c:pt>
                <c:pt idx="1074">
                  <c:v>2.2999999999999998</c:v>
                </c:pt>
                <c:pt idx="1075">
                  <c:v>2.2999999999999998</c:v>
                </c:pt>
                <c:pt idx="1076">
                  <c:v>2.2999999999999998</c:v>
                </c:pt>
                <c:pt idx="1077">
                  <c:v>2.2999999999999998</c:v>
                </c:pt>
                <c:pt idx="1078">
                  <c:v>2.2999999999999998</c:v>
                </c:pt>
                <c:pt idx="1079">
                  <c:v>2.2999999999999998</c:v>
                </c:pt>
                <c:pt idx="1080">
                  <c:v>2.2999999999999998</c:v>
                </c:pt>
                <c:pt idx="1081">
                  <c:v>2.2999999999999998</c:v>
                </c:pt>
                <c:pt idx="1082">
                  <c:v>2.2999999999999998</c:v>
                </c:pt>
                <c:pt idx="1083">
                  <c:v>2.2999999999999998</c:v>
                </c:pt>
                <c:pt idx="1084">
                  <c:v>2.2999999999999998</c:v>
                </c:pt>
                <c:pt idx="1085">
                  <c:v>2.2999999999999998</c:v>
                </c:pt>
                <c:pt idx="1086">
                  <c:v>2.2999999999999998</c:v>
                </c:pt>
                <c:pt idx="1087">
                  <c:v>2.2999999999999998</c:v>
                </c:pt>
                <c:pt idx="1088">
                  <c:v>2.2999999999999998</c:v>
                </c:pt>
                <c:pt idx="1089">
                  <c:v>2.2999999999999998</c:v>
                </c:pt>
                <c:pt idx="1090">
                  <c:v>2.2999999999999998</c:v>
                </c:pt>
                <c:pt idx="1091">
                  <c:v>2.2999999999999998</c:v>
                </c:pt>
                <c:pt idx="1092">
                  <c:v>2.2999999999999998</c:v>
                </c:pt>
                <c:pt idx="1093">
                  <c:v>2.2999999999999998</c:v>
                </c:pt>
                <c:pt idx="1094">
                  <c:v>2.2999999999999998</c:v>
                </c:pt>
                <c:pt idx="1095">
                  <c:v>2.2999999999999998</c:v>
                </c:pt>
                <c:pt idx="1096">
                  <c:v>2.2999999999999998</c:v>
                </c:pt>
                <c:pt idx="1097">
                  <c:v>2.2999999999999998</c:v>
                </c:pt>
                <c:pt idx="1098">
                  <c:v>2.2999999999999998</c:v>
                </c:pt>
                <c:pt idx="1099">
                  <c:v>2.2999999999999998</c:v>
                </c:pt>
                <c:pt idx="1100">
                  <c:v>2.2999999999999998</c:v>
                </c:pt>
                <c:pt idx="1101">
                  <c:v>2.2999999999999998</c:v>
                </c:pt>
                <c:pt idx="1102">
                  <c:v>2.2999999999999998</c:v>
                </c:pt>
                <c:pt idx="1103">
                  <c:v>2.2999999999999998</c:v>
                </c:pt>
                <c:pt idx="1104">
                  <c:v>2.2999999999999998</c:v>
                </c:pt>
                <c:pt idx="1105">
                  <c:v>2.2999999999999998</c:v>
                </c:pt>
                <c:pt idx="1106">
                  <c:v>2.2999999999999998</c:v>
                </c:pt>
                <c:pt idx="1107">
                  <c:v>2.2999999999999998</c:v>
                </c:pt>
                <c:pt idx="1108">
                  <c:v>2.2999999999999998</c:v>
                </c:pt>
                <c:pt idx="1109">
                  <c:v>2.2999999999999998</c:v>
                </c:pt>
                <c:pt idx="1110">
                  <c:v>2.2999999999999998</c:v>
                </c:pt>
                <c:pt idx="1111">
                  <c:v>2.2999999999999998</c:v>
                </c:pt>
                <c:pt idx="1112">
                  <c:v>2.2999999999999998</c:v>
                </c:pt>
                <c:pt idx="1113">
                  <c:v>2.2999999999999998</c:v>
                </c:pt>
                <c:pt idx="1114">
                  <c:v>2.2999999999999998</c:v>
                </c:pt>
                <c:pt idx="1115">
                  <c:v>2.2999999999999998</c:v>
                </c:pt>
                <c:pt idx="1116">
                  <c:v>2.2999999999999998</c:v>
                </c:pt>
                <c:pt idx="1117">
                  <c:v>2.2999999999999998</c:v>
                </c:pt>
                <c:pt idx="1118">
                  <c:v>2.2999999999999998</c:v>
                </c:pt>
                <c:pt idx="1119">
                  <c:v>2.2999999999999998</c:v>
                </c:pt>
                <c:pt idx="1120">
                  <c:v>2.2999999999999998</c:v>
                </c:pt>
                <c:pt idx="1121">
                  <c:v>2.2999999999999998</c:v>
                </c:pt>
                <c:pt idx="1122">
                  <c:v>2.2999999999999998</c:v>
                </c:pt>
                <c:pt idx="1123">
                  <c:v>2.2999999999999998</c:v>
                </c:pt>
                <c:pt idx="1124">
                  <c:v>2.2999999999999998</c:v>
                </c:pt>
                <c:pt idx="1125">
                  <c:v>2.2999999999999998</c:v>
                </c:pt>
                <c:pt idx="1126">
                  <c:v>2.2999999999999998</c:v>
                </c:pt>
                <c:pt idx="1127">
                  <c:v>2.2999999999999998</c:v>
                </c:pt>
                <c:pt idx="1128">
                  <c:v>2.2999999999999998</c:v>
                </c:pt>
                <c:pt idx="1129">
                  <c:v>2.2999999999999998</c:v>
                </c:pt>
                <c:pt idx="1130">
                  <c:v>2.2999999999999998</c:v>
                </c:pt>
                <c:pt idx="1131">
                  <c:v>2.2999999999999998</c:v>
                </c:pt>
                <c:pt idx="1132">
                  <c:v>2.2999999999999998</c:v>
                </c:pt>
                <c:pt idx="1133">
                  <c:v>2.2999999999999998</c:v>
                </c:pt>
                <c:pt idx="1134">
                  <c:v>2.2999999999999998</c:v>
                </c:pt>
                <c:pt idx="1135">
                  <c:v>2.2999999999999998</c:v>
                </c:pt>
                <c:pt idx="1136">
                  <c:v>2.2999999999999998</c:v>
                </c:pt>
                <c:pt idx="1137">
                  <c:v>2.2999999999999998</c:v>
                </c:pt>
                <c:pt idx="1138">
                  <c:v>2.2999999999999998</c:v>
                </c:pt>
                <c:pt idx="1139">
                  <c:v>2.2999999999999998</c:v>
                </c:pt>
                <c:pt idx="1140">
                  <c:v>2.2999999999999998</c:v>
                </c:pt>
                <c:pt idx="1141">
                  <c:v>2.2999999999999998</c:v>
                </c:pt>
                <c:pt idx="1142">
                  <c:v>2.2999999999999998</c:v>
                </c:pt>
                <c:pt idx="1143">
                  <c:v>2.2999999999999998</c:v>
                </c:pt>
                <c:pt idx="1144">
                  <c:v>2.2999999999999998</c:v>
                </c:pt>
                <c:pt idx="1145">
                  <c:v>2.2999999999999998</c:v>
                </c:pt>
                <c:pt idx="1146">
                  <c:v>2.2999999999999998</c:v>
                </c:pt>
                <c:pt idx="1147">
                  <c:v>2.2999999999999998</c:v>
                </c:pt>
                <c:pt idx="1148">
                  <c:v>2.2999999999999998</c:v>
                </c:pt>
                <c:pt idx="1149">
                  <c:v>2.2999999999999998</c:v>
                </c:pt>
                <c:pt idx="1150">
                  <c:v>2.2999999999999998</c:v>
                </c:pt>
                <c:pt idx="1151">
                  <c:v>2.2999999999999998</c:v>
                </c:pt>
                <c:pt idx="1152">
                  <c:v>2.2999999999999998</c:v>
                </c:pt>
                <c:pt idx="1153">
                  <c:v>2.2999999999999998</c:v>
                </c:pt>
                <c:pt idx="1154">
                  <c:v>2.2999999999999998</c:v>
                </c:pt>
                <c:pt idx="1155">
                  <c:v>2.2999999999999998</c:v>
                </c:pt>
                <c:pt idx="1156">
                  <c:v>2.2999999999999998</c:v>
                </c:pt>
                <c:pt idx="1157">
                  <c:v>2.2999999999999998</c:v>
                </c:pt>
                <c:pt idx="1158">
                  <c:v>2.2999999999999998</c:v>
                </c:pt>
                <c:pt idx="1159">
                  <c:v>2.2999999999999998</c:v>
                </c:pt>
                <c:pt idx="1160">
                  <c:v>2.2999999999999998</c:v>
                </c:pt>
                <c:pt idx="1161">
                  <c:v>2.2999999999999998</c:v>
                </c:pt>
                <c:pt idx="1162">
                  <c:v>2.2999999999999998</c:v>
                </c:pt>
                <c:pt idx="1163">
                  <c:v>2.2999999999999998</c:v>
                </c:pt>
                <c:pt idx="1164">
                  <c:v>2.2999999999999998</c:v>
                </c:pt>
                <c:pt idx="1165">
                  <c:v>2.2999999999999998</c:v>
                </c:pt>
                <c:pt idx="1166">
                  <c:v>2.2999999999999998</c:v>
                </c:pt>
                <c:pt idx="1167">
                  <c:v>2.2999999999999998</c:v>
                </c:pt>
                <c:pt idx="1168">
                  <c:v>2.2999999999999998</c:v>
                </c:pt>
                <c:pt idx="1169">
                  <c:v>2.2999999999999998</c:v>
                </c:pt>
                <c:pt idx="1170">
                  <c:v>2.2999999999999998</c:v>
                </c:pt>
                <c:pt idx="1171">
                  <c:v>2.2999999999999998</c:v>
                </c:pt>
                <c:pt idx="1172">
                  <c:v>2.2999999999999998</c:v>
                </c:pt>
                <c:pt idx="1173">
                  <c:v>2.2999999999999998</c:v>
                </c:pt>
                <c:pt idx="1174">
                  <c:v>2.2999999999999998</c:v>
                </c:pt>
                <c:pt idx="1175">
                  <c:v>2.2999999999999998</c:v>
                </c:pt>
                <c:pt idx="1176">
                  <c:v>2.2999999999999998</c:v>
                </c:pt>
                <c:pt idx="1177">
                  <c:v>2.2999999999999998</c:v>
                </c:pt>
                <c:pt idx="1178">
                  <c:v>2.2999999999999998</c:v>
                </c:pt>
                <c:pt idx="1179">
                  <c:v>2.2999999999999998</c:v>
                </c:pt>
                <c:pt idx="1180">
                  <c:v>2.2999999999999998</c:v>
                </c:pt>
                <c:pt idx="1181">
                  <c:v>2.2999999999999998</c:v>
                </c:pt>
                <c:pt idx="1182">
                  <c:v>2.2999999999999998</c:v>
                </c:pt>
                <c:pt idx="1183">
                  <c:v>2.2999999999999998</c:v>
                </c:pt>
                <c:pt idx="1184">
                  <c:v>2.2999999999999998</c:v>
                </c:pt>
                <c:pt idx="1185">
                  <c:v>2.2999999999999998</c:v>
                </c:pt>
                <c:pt idx="1186">
                  <c:v>2.2999999999999998</c:v>
                </c:pt>
                <c:pt idx="1187">
                  <c:v>2.2999999999999998</c:v>
                </c:pt>
                <c:pt idx="1188">
                  <c:v>2.2999999999999998</c:v>
                </c:pt>
                <c:pt idx="1189">
                  <c:v>2.2999999999999998</c:v>
                </c:pt>
                <c:pt idx="1190">
                  <c:v>2.2999999999999998</c:v>
                </c:pt>
                <c:pt idx="1191">
                  <c:v>2.2999999999999998</c:v>
                </c:pt>
                <c:pt idx="1192">
                  <c:v>2.2999999999999998</c:v>
                </c:pt>
                <c:pt idx="1193">
                  <c:v>2.2999999999999998</c:v>
                </c:pt>
                <c:pt idx="1194">
                  <c:v>2.2999999999999998</c:v>
                </c:pt>
                <c:pt idx="1195">
                  <c:v>2.2999999999999998</c:v>
                </c:pt>
                <c:pt idx="1196">
                  <c:v>2.2999999999999998</c:v>
                </c:pt>
                <c:pt idx="1197">
                  <c:v>2.2999999999999998</c:v>
                </c:pt>
                <c:pt idx="1198">
                  <c:v>2.2999999999999998</c:v>
                </c:pt>
                <c:pt idx="1199">
                  <c:v>2.2999999999999998</c:v>
                </c:pt>
                <c:pt idx="1200">
                  <c:v>2.2999999999999998</c:v>
                </c:pt>
                <c:pt idx="1201">
                  <c:v>2.2999999999999998</c:v>
                </c:pt>
                <c:pt idx="1202">
                  <c:v>2.2999999999999998</c:v>
                </c:pt>
                <c:pt idx="1203">
                  <c:v>2.2999999999999998</c:v>
                </c:pt>
                <c:pt idx="1204">
                  <c:v>2.2999999999999998</c:v>
                </c:pt>
                <c:pt idx="1205">
                  <c:v>2.2999999999999998</c:v>
                </c:pt>
                <c:pt idx="1206">
                  <c:v>2.2999999999999998</c:v>
                </c:pt>
                <c:pt idx="1207">
                  <c:v>2.2999999999999998</c:v>
                </c:pt>
                <c:pt idx="1208">
                  <c:v>2.2999999999999998</c:v>
                </c:pt>
                <c:pt idx="1209">
                  <c:v>2.2999999999999998</c:v>
                </c:pt>
                <c:pt idx="1210">
                  <c:v>2.2999999999999998</c:v>
                </c:pt>
                <c:pt idx="1211">
                  <c:v>2.2999999999999998</c:v>
                </c:pt>
                <c:pt idx="1212">
                  <c:v>2.2999999999999998</c:v>
                </c:pt>
                <c:pt idx="1213">
                  <c:v>2.2999999999999998</c:v>
                </c:pt>
                <c:pt idx="1214">
                  <c:v>2.2999999999999998</c:v>
                </c:pt>
                <c:pt idx="1215">
                  <c:v>2.2999999999999998</c:v>
                </c:pt>
                <c:pt idx="1216">
                  <c:v>2.2999999999999998</c:v>
                </c:pt>
                <c:pt idx="1217">
                  <c:v>2.2999999999999998</c:v>
                </c:pt>
                <c:pt idx="1218">
                  <c:v>2.2999999999999998</c:v>
                </c:pt>
                <c:pt idx="1219">
                  <c:v>2.2999999999999998</c:v>
                </c:pt>
                <c:pt idx="1220">
                  <c:v>2.2999999999999998</c:v>
                </c:pt>
                <c:pt idx="1221">
                  <c:v>2.2999999999999998</c:v>
                </c:pt>
                <c:pt idx="1222">
                  <c:v>2.2999999999999998</c:v>
                </c:pt>
                <c:pt idx="1223">
                  <c:v>2.2999999999999998</c:v>
                </c:pt>
                <c:pt idx="1224">
                  <c:v>2.2999999999999998</c:v>
                </c:pt>
                <c:pt idx="1225">
                  <c:v>2.2999999999999998</c:v>
                </c:pt>
                <c:pt idx="1226">
                  <c:v>2.2999999999999998</c:v>
                </c:pt>
                <c:pt idx="1227">
                  <c:v>2.2999999999999998</c:v>
                </c:pt>
                <c:pt idx="1228">
                  <c:v>2.2999999999999998</c:v>
                </c:pt>
                <c:pt idx="1229">
                  <c:v>2.2999999999999998</c:v>
                </c:pt>
                <c:pt idx="1230">
                  <c:v>2.2999999999999998</c:v>
                </c:pt>
                <c:pt idx="1231">
                  <c:v>2.2999999999999998</c:v>
                </c:pt>
                <c:pt idx="1232">
                  <c:v>2.2999999999999998</c:v>
                </c:pt>
                <c:pt idx="1233">
                  <c:v>2.2999999999999998</c:v>
                </c:pt>
                <c:pt idx="1234">
                  <c:v>2.2999999999999998</c:v>
                </c:pt>
                <c:pt idx="1235">
                  <c:v>2.2999999999999998</c:v>
                </c:pt>
                <c:pt idx="1236">
                  <c:v>2.2999999999999998</c:v>
                </c:pt>
                <c:pt idx="1237">
                  <c:v>2.2999999999999998</c:v>
                </c:pt>
                <c:pt idx="1238">
                  <c:v>2.2999999999999998</c:v>
                </c:pt>
                <c:pt idx="1239">
                  <c:v>2.2999999999999998</c:v>
                </c:pt>
                <c:pt idx="1240">
                  <c:v>2.2999999999999998</c:v>
                </c:pt>
                <c:pt idx="1241">
                  <c:v>2.2999999999999998</c:v>
                </c:pt>
                <c:pt idx="1242">
                  <c:v>2.2999999999999998</c:v>
                </c:pt>
                <c:pt idx="1243">
                  <c:v>2.2999999999999998</c:v>
                </c:pt>
                <c:pt idx="1244">
                  <c:v>2.2999999999999998</c:v>
                </c:pt>
                <c:pt idx="1245">
                  <c:v>2.2999999999999998</c:v>
                </c:pt>
                <c:pt idx="1246">
                  <c:v>2.2999999999999998</c:v>
                </c:pt>
                <c:pt idx="1247">
                  <c:v>2.2999999999999998</c:v>
                </c:pt>
                <c:pt idx="1248">
                  <c:v>2.2999999999999998</c:v>
                </c:pt>
                <c:pt idx="1249">
                  <c:v>2.2999999999999998</c:v>
                </c:pt>
                <c:pt idx="1250">
                  <c:v>2.2999999999999998</c:v>
                </c:pt>
                <c:pt idx="1251">
                  <c:v>2.2999999999999998</c:v>
                </c:pt>
                <c:pt idx="1252">
                  <c:v>2.2999999999999998</c:v>
                </c:pt>
                <c:pt idx="1253">
                  <c:v>2.2999999999999998</c:v>
                </c:pt>
                <c:pt idx="1254">
                  <c:v>2.2999999999999998</c:v>
                </c:pt>
                <c:pt idx="1255">
                  <c:v>2.2999999999999998</c:v>
                </c:pt>
                <c:pt idx="1256">
                  <c:v>2.2999999999999998</c:v>
                </c:pt>
                <c:pt idx="1257">
                  <c:v>2.2999999999999998</c:v>
                </c:pt>
                <c:pt idx="1258">
                  <c:v>2.2999999999999998</c:v>
                </c:pt>
                <c:pt idx="1259">
                  <c:v>2.2999999999999998</c:v>
                </c:pt>
                <c:pt idx="1260">
                  <c:v>2.2999999999999998</c:v>
                </c:pt>
                <c:pt idx="1261">
                  <c:v>2.2999999999999998</c:v>
                </c:pt>
                <c:pt idx="1262">
                  <c:v>2.2999999999999998</c:v>
                </c:pt>
                <c:pt idx="1263">
                  <c:v>2.2999999999999998</c:v>
                </c:pt>
                <c:pt idx="1264">
                  <c:v>2.2999999999999998</c:v>
                </c:pt>
                <c:pt idx="1265">
                  <c:v>2.2999999999999998</c:v>
                </c:pt>
                <c:pt idx="1266">
                  <c:v>2.2999999999999998</c:v>
                </c:pt>
                <c:pt idx="1267">
                  <c:v>2.2999999999999998</c:v>
                </c:pt>
                <c:pt idx="1268">
                  <c:v>2.2999999999999998</c:v>
                </c:pt>
                <c:pt idx="1269">
                  <c:v>2.2999999999999998</c:v>
                </c:pt>
                <c:pt idx="1270">
                  <c:v>2.2999999999999998</c:v>
                </c:pt>
                <c:pt idx="1271">
                  <c:v>2.2999999999999998</c:v>
                </c:pt>
                <c:pt idx="1272">
                  <c:v>2.2999999999999998</c:v>
                </c:pt>
                <c:pt idx="1273">
                  <c:v>2.2999999999999998</c:v>
                </c:pt>
                <c:pt idx="1274">
                  <c:v>2.2999999999999998</c:v>
                </c:pt>
                <c:pt idx="1275">
                  <c:v>2.2999999999999998</c:v>
                </c:pt>
                <c:pt idx="1276">
                  <c:v>2.2999999999999998</c:v>
                </c:pt>
                <c:pt idx="1277">
                  <c:v>2.2999999999999998</c:v>
                </c:pt>
                <c:pt idx="1278">
                  <c:v>2.2999999999999998</c:v>
                </c:pt>
                <c:pt idx="1279">
                  <c:v>2.2999999999999998</c:v>
                </c:pt>
                <c:pt idx="1280">
                  <c:v>2.2999999999999998</c:v>
                </c:pt>
                <c:pt idx="1281">
                  <c:v>2.2999999999999998</c:v>
                </c:pt>
                <c:pt idx="1282">
                  <c:v>2.2999999999999998</c:v>
                </c:pt>
                <c:pt idx="1283">
                  <c:v>2.2999999999999998</c:v>
                </c:pt>
                <c:pt idx="1284">
                  <c:v>2.2999999999999998</c:v>
                </c:pt>
                <c:pt idx="1285">
                  <c:v>2.2999999999999998</c:v>
                </c:pt>
                <c:pt idx="1286">
                  <c:v>2.2999999999999998</c:v>
                </c:pt>
                <c:pt idx="1287">
                  <c:v>2.2999999999999998</c:v>
                </c:pt>
                <c:pt idx="1288">
                  <c:v>2.2999999999999998</c:v>
                </c:pt>
                <c:pt idx="1289">
                  <c:v>2.2999999999999998</c:v>
                </c:pt>
                <c:pt idx="1290">
                  <c:v>2.2999999999999998</c:v>
                </c:pt>
                <c:pt idx="1291">
                  <c:v>2.2999999999999998</c:v>
                </c:pt>
                <c:pt idx="1292">
                  <c:v>2.2999999999999998</c:v>
                </c:pt>
                <c:pt idx="1293">
                  <c:v>2.2999999999999998</c:v>
                </c:pt>
                <c:pt idx="1294">
                  <c:v>2.2999999999999998</c:v>
                </c:pt>
                <c:pt idx="1295">
                  <c:v>2.2999999999999998</c:v>
                </c:pt>
                <c:pt idx="1296">
                  <c:v>2.2999999999999998</c:v>
                </c:pt>
                <c:pt idx="1297">
                  <c:v>2.2999999999999998</c:v>
                </c:pt>
                <c:pt idx="1298">
                  <c:v>2.2999999999999998</c:v>
                </c:pt>
                <c:pt idx="1299">
                  <c:v>2.2999999999999998</c:v>
                </c:pt>
                <c:pt idx="1300">
                  <c:v>2.2999999999999998</c:v>
                </c:pt>
                <c:pt idx="1301">
                  <c:v>2.2999999999999998</c:v>
                </c:pt>
                <c:pt idx="1302">
                  <c:v>2.2999999999999998</c:v>
                </c:pt>
                <c:pt idx="1303">
                  <c:v>2.2999999999999998</c:v>
                </c:pt>
                <c:pt idx="1304">
                  <c:v>2.2999999999999998</c:v>
                </c:pt>
                <c:pt idx="1305">
                  <c:v>2.2999999999999998</c:v>
                </c:pt>
                <c:pt idx="1306">
                  <c:v>2.2999999999999998</c:v>
                </c:pt>
                <c:pt idx="1307">
                  <c:v>2.2999999999999998</c:v>
                </c:pt>
                <c:pt idx="1308">
                  <c:v>2.2999999999999998</c:v>
                </c:pt>
                <c:pt idx="1309">
                  <c:v>2.2999999999999998</c:v>
                </c:pt>
                <c:pt idx="1310">
                  <c:v>2.2999999999999998</c:v>
                </c:pt>
                <c:pt idx="1311">
                  <c:v>2.2999999999999998</c:v>
                </c:pt>
                <c:pt idx="1312">
                  <c:v>2.2999999999999998</c:v>
                </c:pt>
                <c:pt idx="1313">
                  <c:v>2.2999999999999998</c:v>
                </c:pt>
                <c:pt idx="1314">
                  <c:v>2.2999999999999998</c:v>
                </c:pt>
                <c:pt idx="1315">
                  <c:v>2.2999999999999998</c:v>
                </c:pt>
                <c:pt idx="1316">
                  <c:v>2.2999999999999998</c:v>
                </c:pt>
                <c:pt idx="1317">
                  <c:v>2.2999999999999998</c:v>
                </c:pt>
                <c:pt idx="1318">
                  <c:v>2.2999999999999998</c:v>
                </c:pt>
                <c:pt idx="1319">
                  <c:v>2.2999999999999998</c:v>
                </c:pt>
                <c:pt idx="1320">
                  <c:v>2.2999999999999998</c:v>
                </c:pt>
                <c:pt idx="1321">
                  <c:v>2.2999999999999998</c:v>
                </c:pt>
                <c:pt idx="1322">
                  <c:v>2.2999999999999998</c:v>
                </c:pt>
                <c:pt idx="1323">
                  <c:v>2.2999999999999998</c:v>
                </c:pt>
                <c:pt idx="1324">
                  <c:v>2.2999999999999998</c:v>
                </c:pt>
                <c:pt idx="1325">
                  <c:v>2.2999999999999998</c:v>
                </c:pt>
                <c:pt idx="1326">
                  <c:v>2.2999999999999998</c:v>
                </c:pt>
                <c:pt idx="1327">
                  <c:v>2.2999999999999998</c:v>
                </c:pt>
                <c:pt idx="1328">
                  <c:v>2.2999999999999998</c:v>
                </c:pt>
                <c:pt idx="1329">
                  <c:v>2.2999999999999998</c:v>
                </c:pt>
                <c:pt idx="1330">
                  <c:v>2.2999999999999998</c:v>
                </c:pt>
                <c:pt idx="1331">
                  <c:v>2.2999999999999998</c:v>
                </c:pt>
                <c:pt idx="1332">
                  <c:v>2.2999999999999998</c:v>
                </c:pt>
                <c:pt idx="1333">
                  <c:v>2.2999999999999998</c:v>
                </c:pt>
                <c:pt idx="1334">
                  <c:v>2.2999999999999998</c:v>
                </c:pt>
                <c:pt idx="1335">
                  <c:v>2.2999999999999998</c:v>
                </c:pt>
                <c:pt idx="1336">
                  <c:v>2.2999999999999998</c:v>
                </c:pt>
                <c:pt idx="1337">
                  <c:v>2.2999999999999998</c:v>
                </c:pt>
                <c:pt idx="1338">
                  <c:v>2.2999999999999998</c:v>
                </c:pt>
                <c:pt idx="1339">
                  <c:v>2.2999999999999998</c:v>
                </c:pt>
                <c:pt idx="1340">
                  <c:v>2.2999999999999998</c:v>
                </c:pt>
                <c:pt idx="1341">
                  <c:v>2.2999999999999998</c:v>
                </c:pt>
                <c:pt idx="1342">
                  <c:v>2.2999999999999998</c:v>
                </c:pt>
                <c:pt idx="1343">
                  <c:v>2.2999999999999998</c:v>
                </c:pt>
                <c:pt idx="1344">
                  <c:v>2.2999999999999998</c:v>
                </c:pt>
                <c:pt idx="1345">
                  <c:v>2.2999999999999998</c:v>
                </c:pt>
                <c:pt idx="1346">
                  <c:v>2.2999999999999998</c:v>
                </c:pt>
                <c:pt idx="1347">
                  <c:v>2.2999999999999998</c:v>
                </c:pt>
                <c:pt idx="1348">
                  <c:v>2.2999999999999998</c:v>
                </c:pt>
                <c:pt idx="1349">
                  <c:v>2.2999999999999998</c:v>
                </c:pt>
                <c:pt idx="1350">
                  <c:v>2.2999999999999998</c:v>
                </c:pt>
                <c:pt idx="1351">
                  <c:v>2.2999999999999998</c:v>
                </c:pt>
                <c:pt idx="1352">
                  <c:v>2.2999999999999998</c:v>
                </c:pt>
                <c:pt idx="1353">
                  <c:v>2.2999999999999998</c:v>
                </c:pt>
                <c:pt idx="1354">
                  <c:v>2.2999999999999998</c:v>
                </c:pt>
                <c:pt idx="1355">
                  <c:v>2.2999999999999998</c:v>
                </c:pt>
                <c:pt idx="1356">
                  <c:v>2.2999999999999998</c:v>
                </c:pt>
                <c:pt idx="1357">
                  <c:v>2.2999999999999998</c:v>
                </c:pt>
                <c:pt idx="1358">
                  <c:v>2.2999999999999998</c:v>
                </c:pt>
                <c:pt idx="1359">
                  <c:v>2.2999999999999998</c:v>
                </c:pt>
                <c:pt idx="1360">
                  <c:v>2.2999999999999998</c:v>
                </c:pt>
                <c:pt idx="1361">
                  <c:v>2.2999999999999998</c:v>
                </c:pt>
                <c:pt idx="1362">
                  <c:v>2.2999999999999998</c:v>
                </c:pt>
                <c:pt idx="1363">
                  <c:v>2.2999999999999998</c:v>
                </c:pt>
                <c:pt idx="1364">
                  <c:v>2.2999999999999998</c:v>
                </c:pt>
                <c:pt idx="1365">
                  <c:v>2.2999999999999998</c:v>
                </c:pt>
                <c:pt idx="1366">
                  <c:v>2.2999999999999998</c:v>
                </c:pt>
                <c:pt idx="1367">
                  <c:v>2.2999999999999998</c:v>
                </c:pt>
                <c:pt idx="1368">
                  <c:v>2.2999999999999998</c:v>
                </c:pt>
                <c:pt idx="1369">
                  <c:v>2.2999999999999998</c:v>
                </c:pt>
                <c:pt idx="1370">
                  <c:v>2.2999999999999998</c:v>
                </c:pt>
                <c:pt idx="1371">
                  <c:v>2.2999999999999998</c:v>
                </c:pt>
                <c:pt idx="1372">
                  <c:v>2.2999999999999998</c:v>
                </c:pt>
                <c:pt idx="1373">
                  <c:v>2.2999999999999998</c:v>
                </c:pt>
                <c:pt idx="1374">
                  <c:v>2.2999999999999998</c:v>
                </c:pt>
                <c:pt idx="1375">
                  <c:v>2.2999999999999998</c:v>
                </c:pt>
                <c:pt idx="1376">
                  <c:v>2.2999999999999998</c:v>
                </c:pt>
                <c:pt idx="1377">
                  <c:v>2.2999999999999998</c:v>
                </c:pt>
                <c:pt idx="1378">
                  <c:v>2.2999999999999998</c:v>
                </c:pt>
                <c:pt idx="1379">
                  <c:v>2.2999999999999998</c:v>
                </c:pt>
                <c:pt idx="1380">
                  <c:v>2.2999999999999998</c:v>
                </c:pt>
                <c:pt idx="1381">
                  <c:v>2.2999999999999998</c:v>
                </c:pt>
                <c:pt idx="1382">
                  <c:v>2.2999999999999998</c:v>
                </c:pt>
                <c:pt idx="1383">
                  <c:v>2.2999999999999998</c:v>
                </c:pt>
                <c:pt idx="1384">
                  <c:v>2.2999999999999998</c:v>
                </c:pt>
                <c:pt idx="1385">
                  <c:v>2.2999999999999998</c:v>
                </c:pt>
                <c:pt idx="1386">
                  <c:v>2.2999999999999998</c:v>
                </c:pt>
                <c:pt idx="1387">
                  <c:v>2.2999999999999998</c:v>
                </c:pt>
                <c:pt idx="1388">
                  <c:v>2.2999999999999998</c:v>
                </c:pt>
                <c:pt idx="1389">
                  <c:v>2.2999999999999998</c:v>
                </c:pt>
                <c:pt idx="1390">
                  <c:v>2.2999999999999998</c:v>
                </c:pt>
                <c:pt idx="1391">
                  <c:v>2.2999999999999998</c:v>
                </c:pt>
                <c:pt idx="1392">
                  <c:v>2.2999999999999998</c:v>
                </c:pt>
                <c:pt idx="1393">
                  <c:v>2.2999999999999998</c:v>
                </c:pt>
                <c:pt idx="1394">
                  <c:v>2.2999999999999998</c:v>
                </c:pt>
                <c:pt idx="1395">
                  <c:v>2.2999999999999998</c:v>
                </c:pt>
                <c:pt idx="1396">
                  <c:v>2.2999999999999998</c:v>
                </c:pt>
                <c:pt idx="1397">
                  <c:v>2.2999999999999998</c:v>
                </c:pt>
                <c:pt idx="1398">
                  <c:v>2.2999999999999998</c:v>
                </c:pt>
                <c:pt idx="1399">
                  <c:v>2.2999999999999998</c:v>
                </c:pt>
                <c:pt idx="1400">
                  <c:v>2.2999999999999998</c:v>
                </c:pt>
                <c:pt idx="1401">
                  <c:v>2.2999999999999998</c:v>
                </c:pt>
                <c:pt idx="1402">
                  <c:v>2.2999999999999998</c:v>
                </c:pt>
                <c:pt idx="1403">
                  <c:v>2.2999999999999998</c:v>
                </c:pt>
                <c:pt idx="1404">
                  <c:v>2.2999999999999998</c:v>
                </c:pt>
                <c:pt idx="1405">
                  <c:v>2.2999999999999998</c:v>
                </c:pt>
                <c:pt idx="1406">
                  <c:v>2.2999999999999998</c:v>
                </c:pt>
                <c:pt idx="1407">
                  <c:v>2.2999999999999998</c:v>
                </c:pt>
                <c:pt idx="1408">
                  <c:v>2.2999999999999998</c:v>
                </c:pt>
                <c:pt idx="1409">
                  <c:v>2.2999999999999998</c:v>
                </c:pt>
                <c:pt idx="1410">
                  <c:v>2.2999999999999998</c:v>
                </c:pt>
                <c:pt idx="1411">
                  <c:v>2.2999999999999998</c:v>
                </c:pt>
                <c:pt idx="1412">
                  <c:v>2.2999999999999998</c:v>
                </c:pt>
                <c:pt idx="1413">
                  <c:v>2.2999999999999998</c:v>
                </c:pt>
                <c:pt idx="1414">
                  <c:v>2.2999999999999998</c:v>
                </c:pt>
                <c:pt idx="1415">
                  <c:v>2.2999999999999998</c:v>
                </c:pt>
                <c:pt idx="1416">
                  <c:v>2.2999999999999998</c:v>
                </c:pt>
                <c:pt idx="1417">
                  <c:v>2.2999999999999998</c:v>
                </c:pt>
                <c:pt idx="1418">
                  <c:v>2.2999999999999998</c:v>
                </c:pt>
                <c:pt idx="1419">
                  <c:v>2.2999999999999998</c:v>
                </c:pt>
                <c:pt idx="1420">
                  <c:v>2.2999999999999998</c:v>
                </c:pt>
                <c:pt idx="1421">
                  <c:v>2.2999999999999998</c:v>
                </c:pt>
                <c:pt idx="1422">
                  <c:v>2.2999999999999998</c:v>
                </c:pt>
                <c:pt idx="1423">
                  <c:v>2.2999999999999998</c:v>
                </c:pt>
                <c:pt idx="1424">
                  <c:v>2.2999999999999998</c:v>
                </c:pt>
                <c:pt idx="1425">
                  <c:v>2.2999999999999998</c:v>
                </c:pt>
                <c:pt idx="1426">
                  <c:v>2.2999999999999998</c:v>
                </c:pt>
                <c:pt idx="1427">
                  <c:v>2.2999999999999998</c:v>
                </c:pt>
                <c:pt idx="1428">
                  <c:v>2.2999999999999998</c:v>
                </c:pt>
                <c:pt idx="1429">
                  <c:v>2.2999999999999998</c:v>
                </c:pt>
                <c:pt idx="1430">
                  <c:v>2.2999999999999998</c:v>
                </c:pt>
                <c:pt idx="1431">
                  <c:v>2.2999999999999998</c:v>
                </c:pt>
                <c:pt idx="1432">
                  <c:v>2.2999999999999998</c:v>
                </c:pt>
                <c:pt idx="1433">
                  <c:v>2.2999999999999998</c:v>
                </c:pt>
                <c:pt idx="1434">
                  <c:v>2.2999999999999998</c:v>
                </c:pt>
                <c:pt idx="1435">
                  <c:v>2.2999999999999998</c:v>
                </c:pt>
                <c:pt idx="1436">
                  <c:v>2.2999999999999998</c:v>
                </c:pt>
                <c:pt idx="1437">
                  <c:v>2.2999999999999998</c:v>
                </c:pt>
                <c:pt idx="1438">
                  <c:v>2.2999999999999998</c:v>
                </c:pt>
                <c:pt idx="1439">
                  <c:v>2.2999999999999998</c:v>
                </c:pt>
                <c:pt idx="1440">
                  <c:v>2.2999999999999998</c:v>
                </c:pt>
                <c:pt idx="1441">
                  <c:v>2.2999999999999998</c:v>
                </c:pt>
                <c:pt idx="1442">
                  <c:v>2.2999999999999998</c:v>
                </c:pt>
                <c:pt idx="1443">
                  <c:v>2.2999999999999998</c:v>
                </c:pt>
                <c:pt idx="1444">
                  <c:v>2.2999999999999998</c:v>
                </c:pt>
                <c:pt idx="1445">
                  <c:v>2.2999999999999998</c:v>
                </c:pt>
                <c:pt idx="1446">
                  <c:v>2.2999999999999998</c:v>
                </c:pt>
                <c:pt idx="1447">
                  <c:v>2.2999999999999998</c:v>
                </c:pt>
                <c:pt idx="1448">
                  <c:v>2.2999999999999998</c:v>
                </c:pt>
                <c:pt idx="1449">
                  <c:v>2.2999999999999998</c:v>
                </c:pt>
                <c:pt idx="1450">
                  <c:v>2.2999999999999998</c:v>
                </c:pt>
                <c:pt idx="1451">
                  <c:v>2.2999999999999998</c:v>
                </c:pt>
                <c:pt idx="1452">
                  <c:v>2.2999999999999998</c:v>
                </c:pt>
                <c:pt idx="1453">
                  <c:v>2.2999999999999998</c:v>
                </c:pt>
                <c:pt idx="1454">
                  <c:v>2.2999999999999998</c:v>
                </c:pt>
                <c:pt idx="1455">
                  <c:v>2.2999999999999998</c:v>
                </c:pt>
                <c:pt idx="1456">
                  <c:v>2.2999999999999998</c:v>
                </c:pt>
                <c:pt idx="1457">
                  <c:v>2.2999999999999998</c:v>
                </c:pt>
                <c:pt idx="1458">
                  <c:v>2.2999999999999998</c:v>
                </c:pt>
                <c:pt idx="1459">
                  <c:v>2.2999999999999998</c:v>
                </c:pt>
                <c:pt idx="1460">
                  <c:v>2.2999999999999998</c:v>
                </c:pt>
                <c:pt idx="1461">
                  <c:v>2.2999999999999998</c:v>
                </c:pt>
                <c:pt idx="1462">
                  <c:v>2.2999999999999998</c:v>
                </c:pt>
                <c:pt idx="1463">
                  <c:v>2.2999999999999998</c:v>
                </c:pt>
                <c:pt idx="1464">
                  <c:v>2.2999999999999998</c:v>
                </c:pt>
                <c:pt idx="1465">
                  <c:v>2.2999999999999998</c:v>
                </c:pt>
                <c:pt idx="1466">
                  <c:v>2.2999999999999998</c:v>
                </c:pt>
                <c:pt idx="1467">
                  <c:v>2.2999999999999998</c:v>
                </c:pt>
                <c:pt idx="1468">
                  <c:v>2.2999999999999998</c:v>
                </c:pt>
                <c:pt idx="1469">
                  <c:v>2.2999999999999998</c:v>
                </c:pt>
                <c:pt idx="1470">
                  <c:v>2.2999999999999998</c:v>
                </c:pt>
                <c:pt idx="1471">
                  <c:v>2.2999999999999998</c:v>
                </c:pt>
                <c:pt idx="1472">
                  <c:v>2.2999999999999998</c:v>
                </c:pt>
                <c:pt idx="1473">
                  <c:v>2.2999999999999998</c:v>
                </c:pt>
                <c:pt idx="1474">
                  <c:v>2.2999999999999998</c:v>
                </c:pt>
                <c:pt idx="1475">
                  <c:v>2.2999999999999998</c:v>
                </c:pt>
                <c:pt idx="1476">
                  <c:v>2.2999999999999998</c:v>
                </c:pt>
                <c:pt idx="1477">
                  <c:v>2.2999999999999998</c:v>
                </c:pt>
                <c:pt idx="1478">
                  <c:v>2.2999999999999998</c:v>
                </c:pt>
                <c:pt idx="1479">
                  <c:v>2.2999999999999998</c:v>
                </c:pt>
                <c:pt idx="1480">
                  <c:v>2.2999999999999998</c:v>
                </c:pt>
                <c:pt idx="1481">
                  <c:v>2.2999999999999998</c:v>
                </c:pt>
                <c:pt idx="1482">
                  <c:v>2.2999999999999998</c:v>
                </c:pt>
                <c:pt idx="1483">
                  <c:v>2.2999999999999998</c:v>
                </c:pt>
                <c:pt idx="1484">
                  <c:v>2.2999999999999998</c:v>
                </c:pt>
                <c:pt idx="1485">
                  <c:v>2.2999999999999998</c:v>
                </c:pt>
                <c:pt idx="1486">
                  <c:v>2.2999999999999998</c:v>
                </c:pt>
                <c:pt idx="1487">
                  <c:v>2.2999999999999998</c:v>
                </c:pt>
                <c:pt idx="1488">
                  <c:v>2.2999999999999998</c:v>
                </c:pt>
                <c:pt idx="1489">
                  <c:v>2.2999999999999998</c:v>
                </c:pt>
                <c:pt idx="1490">
                  <c:v>2.2999999999999998</c:v>
                </c:pt>
                <c:pt idx="1491">
                  <c:v>2.2999999999999998</c:v>
                </c:pt>
                <c:pt idx="1492">
                  <c:v>2.2999999999999998</c:v>
                </c:pt>
                <c:pt idx="1493">
                  <c:v>2.2999999999999998</c:v>
                </c:pt>
                <c:pt idx="1494">
                  <c:v>2.2999999999999998</c:v>
                </c:pt>
                <c:pt idx="1495">
                  <c:v>2.2999999999999998</c:v>
                </c:pt>
                <c:pt idx="1496">
                  <c:v>2.2999999999999998</c:v>
                </c:pt>
                <c:pt idx="1497">
                  <c:v>2.2999999999999998</c:v>
                </c:pt>
                <c:pt idx="1498">
                  <c:v>2.2999999999999998</c:v>
                </c:pt>
                <c:pt idx="1499">
                  <c:v>2.2999999999999998</c:v>
                </c:pt>
                <c:pt idx="1500">
                  <c:v>2.2999999999999998</c:v>
                </c:pt>
                <c:pt idx="1501">
                  <c:v>2.2999999999999998</c:v>
                </c:pt>
                <c:pt idx="1502">
                  <c:v>2.2999999999999998</c:v>
                </c:pt>
                <c:pt idx="1503">
                  <c:v>2.2999999999999998</c:v>
                </c:pt>
                <c:pt idx="1504">
                  <c:v>2.2999999999999998</c:v>
                </c:pt>
                <c:pt idx="1505">
                  <c:v>2.2999999999999998</c:v>
                </c:pt>
                <c:pt idx="1506">
                  <c:v>2.2999999999999998</c:v>
                </c:pt>
                <c:pt idx="1507">
                  <c:v>2.2999999999999998</c:v>
                </c:pt>
                <c:pt idx="1508">
                  <c:v>2.2999999999999998</c:v>
                </c:pt>
                <c:pt idx="1509">
                  <c:v>2.2999999999999998</c:v>
                </c:pt>
                <c:pt idx="1510">
                  <c:v>2.2999999999999998</c:v>
                </c:pt>
                <c:pt idx="1511">
                  <c:v>2.2999999999999998</c:v>
                </c:pt>
                <c:pt idx="1512">
                  <c:v>2.2999999999999998</c:v>
                </c:pt>
                <c:pt idx="1513">
                  <c:v>2.2999999999999998</c:v>
                </c:pt>
                <c:pt idx="1514">
                  <c:v>2.2999999999999998</c:v>
                </c:pt>
                <c:pt idx="1515">
                  <c:v>2.2999999999999998</c:v>
                </c:pt>
                <c:pt idx="1516">
                  <c:v>2.2999999999999998</c:v>
                </c:pt>
                <c:pt idx="1517">
                  <c:v>2.2999999999999998</c:v>
                </c:pt>
                <c:pt idx="1518">
                  <c:v>2.2999999999999998</c:v>
                </c:pt>
                <c:pt idx="1519">
                  <c:v>2.2999999999999998</c:v>
                </c:pt>
                <c:pt idx="1520">
                  <c:v>2.2999999999999998</c:v>
                </c:pt>
                <c:pt idx="1521">
                  <c:v>2.2999999999999998</c:v>
                </c:pt>
                <c:pt idx="1522">
                  <c:v>2.2999999999999998</c:v>
                </c:pt>
                <c:pt idx="1523">
                  <c:v>2.2999999999999998</c:v>
                </c:pt>
                <c:pt idx="1524">
                  <c:v>2.2999999999999998</c:v>
                </c:pt>
                <c:pt idx="1525">
                  <c:v>2.2999999999999998</c:v>
                </c:pt>
                <c:pt idx="1526">
                  <c:v>2.2999999999999998</c:v>
                </c:pt>
                <c:pt idx="1527">
                  <c:v>2.2999999999999998</c:v>
                </c:pt>
                <c:pt idx="1528">
                  <c:v>2.2999999999999998</c:v>
                </c:pt>
                <c:pt idx="1529">
                  <c:v>2.2999999999999998</c:v>
                </c:pt>
                <c:pt idx="1530">
                  <c:v>2.2999999999999998</c:v>
                </c:pt>
                <c:pt idx="1531">
                  <c:v>2.2999999999999998</c:v>
                </c:pt>
                <c:pt idx="1532">
                  <c:v>2.2999999999999998</c:v>
                </c:pt>
                <c:pt idx="1533">
                  <c:v>2.2999999999999998</c:v>
                </c:pt>
                <c:pt idx="1534">
                  <c:v>2.2999999999999998</c:v>
                </c:pt>
                <c:pt idx="1535">
                  <c:v>2.2999999999999998</c:v>
                </c:pt>
                <c:pt idx="1536">
                  <c:v>2.2999999999999998</c:v>
                </c:pt>
                <c:pt idx="1537">
                  <c:v>2.2999999999999998</c:v>
                </c:pt>
                <c:pt idx="1538">
                  <c:v>2.2999999999999998</c:v>
                </c:pt>
                <c:pt idx="1539">
                  <c:v>2.2999999999999998</c:v>
                </c:pt>
                <c:pt idx="1540">
                  <c:v>2.2999999999999998</c:v>
                </c:pt>
                <c:pt idx="1541">
                  <c:v>2.2999999999999998</c:v>
                </c:pt>
                <c:pt idx="1542">
                  <c:v>2.2999999999999998</c:v>
                </c:pt>
                <c:pt idx="1543">
                  <c:v>2.2999999999999998</c:v>
                </c:pt>
                <c:pt idx="1544">
                  <c:v>2.2999999999999998</c:v>
                </c:pt>
                <c:pt idx="1545">
                  <c:v>2.2999999999999998</c:v>
                </c:pt>
                <c:pt idx="1546">
                  <c:v>2.2999999999999998</c:v>
                </c:pt>
                <c:pt idx="1547">
                  <c:v>2.2999999999999998</c:v>
                </c:pt>
                <c:pt idx="1548">
                  <c:v>2.2999999999999998</c:v>
                </c:pt>
                <c:pt idx="1549">
                  <c:v>2.2999999999999998</c:v>
                </c:pt>
                <c:pt idx="1550">
                  <c:v>2.2999999999999998</c:v>
                </c:pt>
                <c:pt idx="1551">
                  <c:v>2.2999999999999998</c:v>
                </c:pt>
                <c:pt idx="1552">
                  <c:v>2.2999999999999998</c:v>
                </c:pt>
                <c:pt idx="1553">
                  <c:v>2.2999999999999998</c:v>
                </c:pt>
                <c:pt idx="1554">
                  <c:v>2.2999999999999998</c:v>
                </c:pt>
                <c:pt idx="1555">
                  <c:v>2.2999999999999998</c:v>
                </c:pt>
                <c:pt idx="1556">
                  <c:v>2.2999999999999998</c:v>
                </c:pt>
                <c:pt idx="1557">
                  <c:v>2.2999999999999998</c:v>
                </c:pt>
                <c:pt idx="1558">
                  <c:v>2.2999999999999998</c:v>
                </c:pt>
                <c:pt idx="1559">
                  <c:v>2.2999999999999998</c:v>
                </c:pt>
                <c:pt idx="1560">
                  <c:v>2.2999999999999998</c:v>
                </c:pt>
                <c:pt idx="1561">
                  <c:v>2.2999999999999998</c:v>
                </c:pt>
                <c:pt idx="1562">
                  <c:v>2.2999999999999998</c:v>
                </c:pt>
                <c:pt idx="1563">
                  <c:v>2.2999999999999998</c:v>
                </c:pt>
                <c:pt idx="1564">
                  <c:v>2.2999999999999998</c:v>
                </c:pt>
                <c:pt idx="1565">
                  <c:v>2.2999999999999998</c:v>
                </c:pt>
                <c:pt idx="1566">
                  <c:v>2.2999999999999998</c:v>
                </c:pt>
                <c:pt idx="1567">
                  <c:v>2.2999999999999998</c:v>
                </c:pt>
                <c:pt idx="1568">
                  <c:v>2.2999999999999998</c:v>
                </c:pt>
                <c:pt idx="1569">
                  <c:v>2.2999999999999998</c:v>
                </c:pt>
                <c:pt idx="1570">
                  <c:v>2.2999999999999998</c:v>
                </c:pt>
                <c:pt idx="1571">
                  <c:v>2.2999999999999998</c:v>
                </c:pt>
                <c:pt idx="1572">
                  <c:v>2.2999999999999998</c:v>
                </c:pt>
                <c:pt idx="1573">
                  <c:v>2.2999999999999998</c:v>
                </c:pt>
                <c:pt idx="1574">
                  <c:v>2.2999999999999998</c:v>
                </c:pt>
                <c:pt idx="1575">
                  <c:v>2.2999999999999998</c:v>
                </c:pt>
                <c:pt idx="1576">
                  <c:v>2.2999999999999998</c:v>
                </c:pt>
                <c:pt idx="1577">
                  <c:v>2.2999999999999998</c:v>
                </c:pt>
                <c:pt idx="1578">
                  <c:v>2.2999999999999998</c:v>
                </c:pt>
                <c:pt idx="1579">
                  <c:v>2.2999999999999998</c:v>
                </c:pt>
                <c:pt idx="1580">
                  <c:v>2.2999999999999998</c:v>
                </c:pt>
                <c:pt idx="1581">
                  <c:v>2.2999999999999998</c:v>
                </c:pt>
                <c:pt idx="1582">
                  <c:v>2.2999999999999998</c:v>
                </c:pt>
                <c:pt idx="1583">
                  <c:v>2.2999999999999998</c:v>
                </c:pt>
                <c:pt idx="1584">
                  <c:v>2.2999999999999998</c:v>
                </c:pt>
                <c:pt idx="1585">
                  <c:v>2.2999999999999998</c:v>
                </c:pt>
                <c:pt idx="1586">
                  <c:v>2.2999999999999998</c:v>
                </c:pt>
                <c:pt idx="1587">
                  <c:v>2.2999999999999998</c:v>
                </c:pt>
                <c:pt idx="1588">
                  <c:v>2.2999999999999998</c:v>
                </c:pt>
                <c:pt idx="1589">
                  <c:v>2.2999999999999998</c:v>
                </c:pt>
                <c:pt idx="1590">
                  <c:v>2.2999999999999998</c:v>
                </c:pt>
                <c:pt idx="1591">
                  <c:v>2.2999999999999998</c:v>
                </c:pt>
                <c:pt idx="1592">
                  <c:v>2.2999999999999998</c:v>
                </c:pt>
                <c:pt idx="1593">
                  <c:v>2.2999999999999998</c:v>
                </c:pt>
                <c:pt idx="1594">
                  <c:v>2.2999999999999998</c:v>
                </c:pt>
                <c:pt idx="1595">
                  <c:v>2.2999999999999998</c:v>
                </c:pt>
                <c:pt idx="1596">
                  <c:v>2.2999999999999998</c:v>
                </c:pt>
                <c:pt idx="1597">
                  <c:v>2.2999999999999998</c:v>
                </c:pt>
                <c:pt idx="1598">
                  <c:v>2.2999999999999998</c:v>
                </c:pt>
                <c:pt idx="1599">
                  <c:v>2.2999999999999998</c:v>
                </c:pt>
                <c:pt idx="1600">
                  <c:v>2.2999999999999998</c:v>
                </c:pt>
                <c:pt idx="1601">
                  <c:v>2.2999999999999998</c:v>
                </c:pt>
                <c:pt idx="1602">
                  <c:v>2.2999999999999998</c:v>
                </c:pt>
                <c:pt idx="1603">
                  <c:v>2.2999999999999998</c:v>
                </c:pt>
                <c:pt idx="1604">
                  <c:v>2.2999999999999998</c:v>
                </c:pt>
                <c:pt idx="1605">
                  <c:v>2.2999999999999998</c:v>
                </c:pt>
                <c:pt idx="1606">
                  <c:v>2.2999999999999998</c:v>
                </c:pt>
                <c:pt idx="1607">
                  <c:v>2.2999999999999998</c:v>
                </c:pt>
                <c:pt idx="1608">
                  <c:v>2.2999999999999998</c:v>
                </c:pt>
                <c:pt idx="1609">
                  <c:v>2.2999999999999998</c:v>
                </c:pt>
                <c:pt idx="1610">
                  <c:v>2.2999999999999998</c:v>
                </c:pt>
                <c:pt idx="1611">
                  <c:v>2.2999999999999998</c:v>
                </c:pt>
                <c:pt idx="1612">
                  <c:v>2.2999999999999998</c:v>
                </c:pt>
                <c:pt idx="1613">
                  <c:v>2.2999999999999998</c:v>
                </c:pt>
                <c:pt idx="1614">
                  <c:v>2.2999999999999998</c:v>
                </c:pt>
                <c:pt idx="1615">
                  <c:v>2.2999999999999998</c:v>
                </c:pt>
                <c:pt idx="1616">
                  <c:v>2.2999999999999998</c:v>
                </c:pt>
                <c:pt idx="1617">
                  <c:v>2.2999999999999998</c:v>
                </c:pt>
                <c:pt idx="1618">
                  <c:v>2.2999999999999998</c:v>
                </c:pt>
                <c:pt idx="1619">
                  <c:v>2.2999999999999998</c:v>
                </c:pt>
                <c:pt idx="1620">
                  <c:v>2.2999999999999998</c:v>
                </c:pt>
                <c:pt idx="1621">
                  <c:v>2.2999999999999998</c:v>
                </c:pt>
                <c:pt idx="1622">
                  <c:v>2.2999999999999998</c:v>
                </c:pt>
                <c:pt idx="1623">
                  <c:v>2.2999999999999998</c:v>
                </c:pt>
                <c:pt idx="1624">
                  <c:v>2.2999999999999998</c:v>
                </c:pt>
                <c:pt idx="1625">
                  <c:v>2.2999999999999998</c:v>
                </c:pt>
                <c:pt idx="1626">
                  <c:v>2.2999999999999998</c:v>
                </c:pt>
                <c:pt idx="1627">
                  <c:v>2.2999999999999998</c:v>
                </c:pt>
                <c:pt idx="1628">
                  <c:v>2.2999999999999998</c:v>
                </c:pt>
                <c:pt idx="1629">
                  <c:v>2.2999999999999998</c:v>
                </c:pt>
                <c:pt idx="1630">
                  <c:v>2.2999999999999998</c:v>
                </c:pt>
                <c:pt idx="1631">
                  <c:v>2.2999999999999998</c:v>
                </c:pt>
                <c:pt idx="1632">
                  <c:v>2.2999999999999998</c:v>
                </c:pt>
                <c:pt idx="1633">
                  <c:v>2.2999999999999998</c:v>
                </c:pt>
                <c:pt idx="1634">
                  <c:v>2.2999999999999998</c:v>
                </c:pt>
                <c:pt idx="1635">
                  <c:v>2.2999999999999998</c:v>
                </c:pt>
                <c:pt idx="1636">
                  <c:v>2.2999999999999998</c:v>
                </c:pt>
                <c:pt idx="1637">
                  <c:v>2.2999999999999998</c:v>
                </c:pt>
                <c:pt idx="1638">
                  <c:v>2.2999999999999998</c:v>
                </c:pt>
                <c:pt idx="1639">
                  <c:v>2.2999999999999998</c:v>
                </c:pt>
                <c:pt idx="1640">
                  <c:v>2.2999999999999998</c:v>
                </c:pt>
                <c:pt idx="1641">
                  <c:v>2.2999999999999998</c:v>
                </c:pt>
                <c:pt idx="1642">
                  <c:v>2.2999999999999998</c:v>
                </c:pt>
                <c:pt idx="1643">
                  <c:v>2.2999999999999998</c:v>
                </c:pt>
                <c:pt idx="1644">
                  <c:v>2.2999999999999998</c:v>
                </c:pt>
                <c:pt idx="1645">
                  <c:v>2.2999999999999998</c:v>
                </c:pt>
                <c:pt idx="1646">
                  <c:v>2.2999999999999998</c:v>
                </c:pt>
                <c:pt idx="1647">
                  <c:v>2.2999999999999998</c:v>
                </c:pt>
                <c:pt idx="1648">
                  <c:v>2.2999999999999998</c:v>
                </c:pt>
                <c:pt idx="1649">
                  <c:v>2.2999999999999998</c:v>
                </c:pt>
                <c:pt idx="1650">
                  <c:v>2.2999999999999998</c:v>
                </c:pt>
                <c:pt idx="1651">
                  <c:v>2.2999999999999998</c:v>
                </c:pt>
                <c:pt idx="1652">
                  <c:v>2.2999999999999998</c:v>
                </c:pt>
                <c:pt idx="1653">
                  <c:v>2.2999999999999998</c:v>
                </c:pt>
                <c:pt idx="1654">
                  <c:v>2.2999999999999998</c:v>
                </c:pt>
                <c:pt idx="1655">
                  <c:v>2.2999999999999998</c:v>
                </c:pt>
                <c:pt idx="1656">
                  <c:v>2.2999999999999998</c:v>
                </c:pt>
                <c:pt idx="1657">
                  <c:v>2.2999999999999998</c:v>
                </c:pt>
                <c:pt idx="1658">
                  <c:v>2.2999999999999998</c:v>
                </c:pt>
                <c:pt idx="1659">
                  <c:v>2.2999999999999998</c:v>
                </c:pt>
                <c:pt idx="1660">
                  <c:v>2.2999999999999998</c:v>
                </c:pt>
                <c:pt idx="1661">
                  <c:v>2.2999999999999998</c:v>
                </c:pt>
                <c:pt idx="1662">
                  <c:v>2.2999999999999998</c:v>
                </c:pt>
                <c:pt idx="1663">
                  <c:v>2.2999999999999998</c:v>
                </c:pt>
                <c:pt idx="1664">
                  <c:v>2.2999999999999998</c:v>
                </c:pt>
                <c:pt idx="1665">
                  <c:v>2.2999999999999998</c:v>
                </c:pt>
                <c:pt idx="1666">
                  <c:v>2.2999999999999998</c:v>
                </c:pt>
                <c:pt idx="1667">
                  <c:v>2.2999999999999998</c:v>
                </c:pt>
                <c:pt idx="1668">
                  <c:v>2.2999999999999998</c:v>
                </c:pt>
                <c:pt idx="1669">
                  <c:v>2.2999999999999998</c:v>
                </c:pt>
                <c:pt idx="1670">
                  <c:v>2.2999999999999998</c:v>
                </c:pt>
                <c:pt idx="1671">
                  <c:v>2.2999999999999998</c:v>
                </c:pt>
                <c:pt idx="1672">
                  <c:v>2.2999999999999998</c:v>
                </c:pt>
                <c:pt idx="1673">
                  <c:v>2.2999999999999998</c:v>
                </c:pt>
                <c:pt idx="1674">
                  <c:v>2.2999999999999998</c:v>
                </c:pt>
                <c:pt idx="1675">
                  <c:v>2.2999999999999998</c:v>
                </c:pt>
                <c:pt idx="1676">
                  <c:v>2.2999999999999998</c:v>
                </c:pt>
                <c:pt idx="1677">
                  <c:v>2.2999999999999998</c:v>
                </c:pt>
                <c:pt idx="1678">
                  <c:v>2.2999999999999998</c:v>
                </c:pt>
                <c:pt idx="1679">
                  <c:v>2.2999999999999998</c:v>
                </c:pt>
                <c:pt idx="1680">
                  <c:v>2.2999999999999998</c:v>
                </c:pt>
                <c:pt idx="1681">
                  <c:v>2.2999999999999998</c:v>
                </c:pt>
                <c:pt idx="1682">
                  <c:v>2.2999999999999998</c:v>
                </c:pt>
                <c:pt idx="1683">
                  <c:v>2.2999999999999998</c:v>
                </c:pt>
                <c:pt idx="1684">
                  <c:v>2.2999999999999998</c:v>
                </c:pt>
                <c:pt idx="1685">
                  <c:v>2.2999999999999998</c:v>
                </c:pt>
                <c:pt idx="1686">
                  <c:v>2.2999999999999998</c:v>
                </c:pt>
                <c:pt idx="1687">
                  <c:v>2.2999999999999998</c:v>
                </c:pt>
                <c:pt idx="1688">
                  <c:v>2.2999999999999998</c:v>
                </c:pt>
                <c:pt idx="1689">
                  <c:v>2.2999999999999998</c:v>
                </c:pt>
                <c:pt idx="1690">
                  <c:v>2.2999999999999998</c:v>
                </c:pt>
                <c:pt idx="1691">
                  <c:v>2.2999999999999998</c:v>
                </c:pt>
                <c:pt idx="1692">
                  <c:v>2.2999999999999998</c:v>
                </c:pt>
                <c:pt idx="1693">
                  <c:v>2.2999999999999998</c:v>
                </c:pt>
                <c:pt idx="1694">
                  <c:v>2.2999999999999998</c:v>
                </c:pt>
                <c:pt idx="1695">
                  <c:v>2.2999999999999998</c:v>
                </c:pt>
                <c:pt idx="1696">
                  <c:v>2.2999999999999998</c:v>
                </c:pt>
                <c:pt idx="1697">
                  <c:v>2.2999999999999998</c:v>
                </c:pt>
                <c:pt idx="1698">
                  <c:v>2.2999999999999998</c:v>
                </c:pt>
                <c:pt idx="1699">
                  <c:v>2.2999999999999998</c:v>
                </c:pt>
                <c:pt idx="1700">
                  <c:v>2.2999999999999998</c:v>
                </c:pt>
                <c:pt idx="1701">
                  <c:v>2.2999999999999998</c:v>
                </c:pt>
                <c:pt idx="1702">
                  <c:v>2.2999999999999998</c:v>
                </c:pt>
                <c:pt idx="1703">
                  <c:v>2.2999999999999998</c:v>
                </c:pt>
                <c:pt idx="1704">
                  <c:v>2.2999999999999998</c:v>
                </c:pt>
                <c:pt idx="1705">
                  <c:v>2.2999999999999998</c:v>
                </c:pt>
                <c:pt idx="1706">
                  <c:v>2.2999999999999998</c:v>
                </c:pt>
                <c:pt idx="1707">
                  <c:v>2.2999999999999998</c:v>
                </c:pt>
                <c:pt idx="1708">
                  <c:v>2.2999999999999998</c:v>
                </c:pt>
                <c:pt idx="1709">
                  <c:v>2.2999999999999998</c:v>
                </c:pt>
                <c:pt idx="1710">
                  <c:v>2.2999999999999998</c:v>
                </c:pt>
                <c:pt idx="1711">
                  <c:v>2.2999999999999998</c:v>
                </c:pt>
                <c:pt idx="1712">
                  <c:v>2.2999999999999998</c:v>
                </c:pt>
                <c:pt idx="1713">
                  <c:v>2.2999999999999998</c:v>
                </c:pt>
                <c:pt idx="1714">
                  <c:v>2.2999999999999998</c:v>
                </c:pt>
                <c:pt idx="1715">
                  <c:v>2.2999999999999998</c:v>
                </c:pt>
                <c:pt idx="1716">
                  <c:v>2.2999999999999998</c:v>
                </c:pt>
                <c:pt idx="1717">
                  <c:v>2.2999999999999998</c:v>
                </c:pt>
                <c:pt idx="1718">
                  <c:v>2.2999999999999998</c:v>
                </c:pt>
                <c:pt idx="1719">
                  <c:v>2.2999999999999998</c:v>
                </c:pt>
                <c:pt idx="1720">
                  <c:v>2.2999999999999998</c:v>
                </c:pt>
                <c:pt idx="1721">
                  <c:v>2.2999999999999998</c:v>
                </c:pt>
                <c:pt idx="1722">
                  <c:v>2.2999999999999998</c:v>
                </c:pt>
                <c:pt idx="1723">
                  <c:v>2.2999999999999998</c:v>
                </c:pt>
                <c:pt idx="1724">
                  <c:v>2.2999999999999998</c:v>
                </c:pt>
                <c:pt idx="1725">
                  <c:v>2.2999999999999998</c:v>
                </c:pt>
                <c:pt idx="1726">
                  <c:v>2.2999999999999998</c:v>
                </c:pt>
                <c:pt idx="1727">
                  <c:v>2.2999999999999998</c:v>
                </c:pt>
                <c:pt idx="1728">
                  <c:v>2.2999999999999998</c:v>
                </c:pt>
                <c:pt idx="1729">
                  <c:v>2.2999999999999998</c:v>
                </c:pt>
                <c:pt idx="1730">
                  <c:v>2.2999999999999998</c:v>
                </c:pt>
                <c:pt idx="1731">
                  <c:v>2.2999999999999998</c:v>
                </c:pt>
                <c:pt idx="1732">
                  <c:v>2.2999999999999998</c:v>
                </c:pt>
                <c:pt idx="1733">
                  <c:v>2.2999999999999998</c:v>
                </c:pt>
                <c:pt idx="1734">
                  <c:v>2.2999999999999998</c:v>
                </c:pt>
                <c:pt idx="1735">
                  <c:v>2.2999999999999998</c:v>
                </c:pt>
                <c:pt idx="1736">
                  <c:v>2.2999999999999998</c:v>
                </c:pt>
                <c:pt idx="1737">
                  <c:v>2.2999999999999998</c:v>
                </c:pt>
                <c:pt idx="1738">
                  <c:v>2.2999999999999998</c:v>
                </c:pt>
                <c:pt idx="1739">
                  <c:v>2.2999999999999998</c:v>
                </c:pt>
                <c:pt idx="1740">
                  <c:v>2.2999999999999998</c:v>
                </c:pt>
                <c:pt idx="1741">
                  <c:v>2.2999999999999998</c:v>
                </c:pt>
                <c:pt idx="1742">
                  <c:v>2.2999999999999998</c:v>
                </c:pt>
                <c:pt idx="1743">
                  <c:v>2.2999999999999998</c:v>
                </c:pt>
                <c:pt idx="1744">
                  <c:v>2.2999999999999998</c:v>
                </c:pt>
                <c:pt idx="1745">
                  <c:v>2.2999999999999998</c:v>
                </c:pt>
                <c:pt idx="1746">
                  <c:v>2.2999999999999998</c:v>
                </c:pt>
                <c:pt idx="1747">
                  <c:v>2.2999999999999998</c:v>
                </c:pt>
                <c:pt idx="1748">
                  <c:v>2.2999999999999998</c:v>
                </c:pt>
                <c:pt idx="1749">
                  <c:v>2.2999999999999998</c:v>
                </c:pt>
                <c:pt idx="1750">
                  <c:v>2.2999999999999998</c:v>
                </c:pt>
                <c:pt idx="1751">
                  <c:v>2.2999999999999998</c:v>
                </c:pt>
                <c:pt idx="1752">
                  <c:v>2.2999999999999998</c:v>
                </c:pt>
                <c:pt idx="1753">
                  <c:v>2.2999999999999998</c:v>
                </c:pt>
                <c:pt idx="1754">
                  <c:v>2.2999999999999998</c:v>
                </c:pt>
                <c:pt idx="1755">
                  <c:v>2.2999999999999998</c:v>
                </c:pt>
                <c:pt idx="1756">
                  <c:v>2.2999999999999998</c:v>
                </c:pt>
                <c:pt idx="1757">
                  <c:v>2.2999999999999998</c:v>
                </c:pt>
                <c:pt idx="1758">
                  <c:v>2.2999999999999998</c:v>
                </c:pt>
                <c:pt idx="1759">
                  <c:v>2.2999999999999998</c:v>
                </c:pt>
                <c:pt idx="1760">
                  <c:v>2.2999999999999998</c:v>
                </c:pt>
                <c:pt idx="1761">
                  <c:v>2.2999999999999998</c:v>
                </c:pt>
                <c:pt idx="1762">
                  <c:v>2.2999999999999998</c:v>
                </c:pt>
                <c:pt idx="1763">
                  <c:v>2.2999999999999998</c:v>
                </c:pt>
                <c:pt idx="1764">
                  <c:v>2.2999999999999998</c:v>
                </c:pt>
                <c:pt idx="1765">
                  <c:v>2.2999999999999998</c:v>
                </c:pt>
                <c:pt idx="1766">
                  <c:v>2.2999999999999998</c:v>
                </c:pt>
                <c:pt idx="1767">
                  <c:v>2.2999999999999998</c:v>
                </c:pt>
                <c:pt idx="1768">
                  <c:v>2.2999999999999998</c:v>
                </c:pt>
                <c:pt idx="1769">
                  <c:v>2.2999999999999998</c:v>
                </c:pt>
                <c:pt idx="1770">
                  <c:v>2.2999999999999998</c:v>
                </c:pt>
                <c:pt idx="1771">
                  <c:v>2.2999999999999998</c:v>
                </c:pt>
                <c:pt idx="1772">
                  <c:v>2.2999999999999998</c:v>
                </c:pt>
                <c:pt idx="1773">
                  <c:v>2.2999999999999998</c:v>
                </c:pt>
                <c:pt idx="1774">
                  <c:v>2.2999999999999998</c:v>
                </c:pt>
                <c:pt idx="1775">
                  <c:v>2.2999999999999998</c:v>
                </c:pt>
                <c:pt idx="1776">
                  <c:v>2.2999999999999998</c:v>
                </c:pt>
                <c:pt idx="1777">
                  <c:v>2.2999999999999998</c:v>
                </c:pt>
                <c:pt idx="1778">
                  <c:v>2.2999999999999998</c:v>
                </c:pt>
                <c:pt idx="1779">
                  <c:v>2.2999999999999998</c:v>
                </c:pt>
                <c:pt idx="1780">
                  <c:v>2.2999999999999998</c:v>
                </c:pt>
                <c:pt idx="1781">
                  <c:v>2.2999999999999998</c:v>
                </c:pt>
                <c:pt idx="1782">
                  <c:v>2.2999999999999998</c:v>
                </c:pt>
                <c:pt idx="1783">
                  <c:v>2.2999999999999998</c:v>
                </c:pt>
                <c:pt idx="1784">
                  <c:v>2.2999999999999998</c:v>
                </c:pt>
                <c:pt idx="1785">
                  <c:v>2.2999999999999998</c:v>
                </c:pt>
                <c:pt idx="1786">
                  <c:v>2.2999999999999998</c:v>
                </c:pt>
                <c:pt idx="1787">
                  <c:v>2.2999999999999998</c:v>
                </c:pt>
                <c:pt idx="1788">
                  <c:v>2.2999999999999998</c:v>
                </c:pt>
                <c:pt idx="1789">
                  <c:v>2.2999999999999998</c:v>
                </c:pt>
                <c:pt idx="1790">
                  <c:v>2.2999999999999998</c:v>
                </c:pt>
                <c:pt idx="1791">
                  <c:v>2.2999999999999998</c:v>
                </c:pt>
                <c:pt idx="1792">
                  <c:v>2.2999999999999998</c:v>
                </c:pt>
                <c:pt idx="1793">
                  <c:v>2.2999999999999998</c:v>
                </c:pt>
                <c:pt idx="1794">
                  <c:v>2.2999999999999998</c:v>
                </c:pt>
                <c:pt idx="1795">
                  <c:v>2.2999999999999998</c:v>
                </c:pt>
                <c:pt idx="1796">
                  <c:v>2.2999999999999998</c:v>
                </c:pt>
                <c:pt idx="1797">
                  <c:v>2.2999999999999998</c:v>
                </c:pt>
                <c:pt idx="1798">
                  <c:v>2.2999999999999998</c:v>
                </c:pt>
                <c:pt idx="1799">
                  <c:v>2.2999999999999998</c:v>
                </c:pt>
                <c:pt idx="1800">
                  <c:v>2.2999999999999998</c:v>
                </c:pt>
                <c:pt idx="1801">
                  <c:v>2.2999999999999998</c:v>
                </c:pt>
                <c:pt idx="1802">
                  <c:v>2.2999999999999998</c:v>
                </c:pt>
                <c:pt idx="1803">
                  <c:v>2.2999999999999998</c:v>
                </c:pt>
                <c:pt idx="1804">
                  <c:v>2.2999999999999998</c:v>
                </c:pt>
                <c:pt idx="1805">
                  <c:v>2.2999999999999998</c:v>
                </c:pt>
                <c:pt idx="1806">
                  <c:v>2.2999999999999998</c:v>
                </c:pt>
                <c:pt idx="1807">
                  <c:v>2.2999999999999998</c:v>
                </c:pt>
                <c:pt idx="1808">
                  <c:v>2.2999999999999998</c:v>
                </c:pt>
                <c:pt idx="1809">
                  <c:v>2.2999999999999998</c:v>
                </c:pt>
                <c:pt idx="1810">
                  <c:v>2.2999999999999998</c:v>
                </c:pt>
                <c:pt idx="1811">
                  <c:v>2.2999999999999998</c:v>
                </c:pt>
                <c:pt idx="1812">
                  <c:v>2.2999999999999998</c:v>
                </c:pt>
                <c:pt idx="1813">
                  <c:v>2.2999999999999998</c:v>
                </c:pt>
                <c:pt idx="1814">
                  <c:v>2.2999999999999998</c:v>
                </c:pt>
                <c:pt idx="1815">
                  <c:v>2.2999999999999998</c:v>
                </c:pt>
                <c:pt idx="1816">
                  <c:v>2.2999999999999998</c:v>
                </c:pt>
                <c:pt idx="1817">
                  <c:v>2.2999999999999998</c:v>
                </c:pt>
                <c:pt idx="1818">
                  <c:v>2.2999999999999998</c:v>
                </c:pt>
                <c:pt idx="1819">
                  <c:v>2.2999999999999998</c:v>
                </c:pt>
                <c:pt idx="1820">
                  <c:v>2.2999999999999998</c:v>
                </c:pt>
                <c:pt idx="1821">
                  <c:v>2.2999999999999998</c:v>
                </c:pt>
                <c:pt idx="1822">
                  <c:v>2.2999999999999998</c:v>
                </c:pt>
                <c:pt idx="1823">
                  <c:v>2.2999999999999998</c:v>
                </c:pt>
                <c:pt idx="1824">
                  <c:v>2.2999999999999998</c:v>
                </c:pt>
                <c:pt idx="1825">
                  <c:v>2.2999999999999998</c:v>
                </c:pt>
                <c:pt idx="1826">
                  <c:v>2.2999999999999998</c:v>
                </c:pt>
                <c:pt idx="1827">
                  <c:v>2.2999999999999998</c:v>
                </c:pt>
                <c:pt idx="1828">
                  <c:v>2.2999999999999998</c:v>
                </c:pt>
                <c:pt idx="1829">
                  <c:v>2.2999999999999998</c:v>
                </c:pt>
                <c:pt idx="1830">
                  <c:v>2.2999999999999998</c:v>
                </c:pt>
                <c:pt idx="1831">
                  <c:v>2.2999999999999998</c:v>
                </c:pt>
                <c:pt idx="1832">
                  <c:v>2.2999999999999998</c:v>
                </c:pt>
                <c:pt idx="1833">
                  <c:v>2.2999999999999998</c:v>
                </c:pt>
                <c:pt idx="1834">
                  <c:v>2.2999999999999998</c:v>
                </c:pt>
                <c:pt idx="1835">
                  <c:v>2.2999999999999998</c:v>
                </c:pt>
                <c:pt idx="1836">
                  <c:v>2.2999999999999998</c:v>
                </c:pt>
                <c:pt idx="1837">
                  <c:v>2.2999999999999998</c:v>
                </c:pt>
                <c:pt idx="1838">
                  <c:v>2.2999999999999998</c:v>
                </c:pt>
                <c:pt idx="1839">
                  <c:v>2.2999999999999998</c:v>
                </c:pt>
                <c:pt idx="1840">
                  <c:v>2.2999999999999998</c:v>
                </c:pt>
                <c:pt idx="1841">
                  <c:v>2.2999999999999998</c:v>
                </c:pt>
                <c:pt idx="1842">
                  <c:v>2.2999999999999998</c:v>
                </c:pt>
                <c:pt idx="1843">
                  <c:v>2.2999999999999998</c:v>
                </c:pt>
                <c:pt idx="1844">
                  <c:v>2.2999999999999998</c:v>
                </c:pt>
                <c:pt idx="1845">
                  <c:v>2.2999999999999998</c:v>
                </c:pt>
                <c:pt idx="1846">
                  <c:v>2.2999999999999998</c:v>
                </c:pt>
                <c:pt idx="1847">
                  <c:v>2.2999999999999998</c:v>
                </c:pt>
                <c:pt idx="1848">
                  <c:v>2.2999999999999998</c:v>
                </c:pt>
                <c:pt idx="1849">
                  <c:v>2.2999999999999998</c:v>
                </c:pt>
                <c:pt idx="1850">
                  <c:v>2.2999999999999998</c:v>
                </c:pt>
                <c:pt idx="1851">
                  <c:v>2.2999999999999998</c:v>
                </c:pt>
                <c:pt idx="1852">
                  <c:v>2.2999999999999998</c:v>
                </c:pt>
                <c:pt idx="1853">
                  <c:v>2.2999999999999998</c:v>
                </c:pt>
                <c:pt idx="1854">
                  <c:v>2.2999999999999998</c:v>
                </c:pt>
                <c:pt idx="1855">
                  <c:v>2.2999999999999998</c:v>
                </c:pt>
                <c:pt idx="1856">
                  <c:v>2.2999999999999998</c:v>
                </c:pt>
                <c:pt idx="1857">
                  <c:v>2.2999999999999998</c:v>
                </c:pt>
                <c:pt idx="1858">
                  <c:v>2.2999999999999998</c:v>
                </c:pt>
                <c:pt idx="1859">
                  <c:v>2.2999999999999998</c:v>
                </c:pt>
                <c:pt idx="1860">
                  <c:v>2.2999999999999998</c:v>
                </c:pt>
                <c:pt idx="1861">
                  <c:v>2.2999999999999998</c:v>
                </c:pt>
                <c:pt idx="1862">
                  <c:v>2.2999999999999998</c:v>
                </c:pt>
                <c:pt idx="1863">
                  <c:v>2.2999999999999998</c:v>
                </c:pt>
                <c:pt idx="1864">
                  <c:v>2.2999999999999998</c:v>
                </c:pt>
                <c:pt idx="1865">
                  <c:v>2.2999999999999998</c:v>
                </c:pt>
                <c:pt idx="1866">
                  <c:v>2.2999999999999998</c:v>
                </c:pt>
                <c:pt idx="1867">
                  <c:v>2.2999999999999998</c:v>
                </c:pt>
                <c:pt idx="1868">
                  <c:v>2.2999999999999998</c:v>
                </c:pt>
                <c:pt idx="1869">
                  <c:v>2.2999999999999998</c:v>
                </c:pt>
                <c:pt idx="1870">
                  <c:v>2.2999999999999998</c:v>
                </c:pt>
                <c:pt idx="1871">
                  <c:v>2.2999999999999998</c:v>
                </c:pt>
                <c:pt idx="1872">
                  <c:v>2.2999999999999998</c:v>
                </c:pt>
                <c:pt idx="1873">
                  <c:v>2.2999999999999998</c:v>
                </c:pt>
                <c:pt idx="1874">
                  <c:v>2.2999999999999998</c:v>
                </c:pt>
                <c:pt idx="1875">
                  <c:v>2.2999999999999998</c:v>
                </c:pt>
                <c:pt idx="1876">
                  <c:v>2.2999999999999998</c:v>
                </c:pt>
                <c:pt idx="1877">
                  <c:v>2.2999999999999998</c:v>
                </c:pt>
                <c:pt idx="1878">
                  <c:v>2.2999999999999998</c:v>
                </c:pt>
                <c:pt idx="1879">
                  <c:v>2.2999999999999998</c:v>
                </c:pt>
                <c:pt idx="1880">
                  <c:v>2.2999999999999998</c:v>
                </c:pt>
                <c:pt idx="1881">
                  <c:v>2.2999999999999998</c:v>
                </c:pt>
                <c:pt idx="1882">
                  <c:v>2.2999999999999998</c:v>
                </c:pt>
                <c:pt idx="1883">
                  <c:v>2.2999999999999998</c:v>
                </c:pt>
                <c:pt idx="1884">
                  <c:v>2.2999999999999998</c:v>
                </c:pt>
                <c:pt idx="1885">
                  <c:v>2.2999999999999998</c:v>
                </c:pt>
                <c:pt idx="1886">
                  <c:v>2.2999999999999998</c:v>
                </c:pt>
                <c:pt idx="1887">
                  <c:v>2.2999999999999998</c:v>
                </c:pt>
                <c:pt idx="1888">
                  <c:v>2.2999999999999998</c:v>
                </c:pt>
                <c:pt idx="1889">
                  <c:v>2.2999999999999998</c:v>
                </c:pt>
                <c:pt idx="1890">
                  <c:v>2.2999999999999998</c:v>
                </c:pt>
                <c:pt idx="1891">
                  <c:v>2.2999999999999998</c:v>
                </c:pt>
                <c:pt idx="1892">
                  <c:v>2.2999999999999998</c:v>
                </c:pt>
                <c:pt idx="1893">
                  <c:v>2.2999999999999998</c:v>
                </c:pt>
                <c:pt idx="1894">
                  <c:v>2.2999999999999998</c:v>
                </c:pt>
                <c:pt idx="1895">
                  <c:v>2.2999999999999998</c:v>
                </c:pt>
                <c:pt idx="1896">
                  <c:v>2.2999999999999998</c:v>
                </c:pt>
                <c:pt idx="1897">
                  <c:v>2.2999999999999998</c:v>
                </c:pt>
                <c:pt idx="1898">
                  <c:v>2.2999999999999998</c:v>
                </c:pt>
                <c:pt idx="1899">
                  <c:v>2.2999999999999998</c:v>
                </c:pt>
                <c:pt idx="1900">
                  <c:v>2.2999999999999998</c:v>
                </c:pt>
                <c:pt idx="1901">
                  <c:v>2.2999999999999998</c:v>
                </c:pt>
                <c:pt idx="1902">
                  <c:v>2.2999999999999998</c:v>
                </c:pt>
                <c:pt idx="1903">
                  <c:v>2.2999999999999998</c:v>
                </c:pt>
                <c:pt idx="1904">
                  <c:v>2.2999999999999998</c:v>
                </c:pt>
                <c:pt idx="1905">
                  <c:v>2.2999999999999998</c:v>
                </c:pt>
                <c:pt idx="1906">
                  <c:v>2.2999999999999998</c:v>
                </c:pt>
                <c:pt idx="1907">
                  <c:v>2.2999999999999998</c:v>
                </c:pt>
                <c:pt idx="1908">
                  <c:v>2.2999999999999998</c:v>
                </c:pt>
                <c:pt idx="1909">
                  <c:v>2.2999999999999998</c:v>
                </c:pt>
                <c:pt idx="1910">
                  <c:v>2.2999999999999998</c:v>
                </c:pt>
                <c:pt idx="1911">
                  <c:v>2.2999999999999998</c:v>
                </c:pt>
                <c:pt idx="1912">
                  <c:v>2.2999999999999998</c:v>
                </c:pt>
                <c:pt idx="1913">
                  <c:v>2.2999999999999998</c:v>
                </c:pt>
                <c:pt idx="1914">
                  <c:v>2.2999999999999998</c:v>
                </c:pt>
                <c:pt idx="1915">
                  <c:v>2.2999999999999998</c:v>
                </c:pt>
                <c:pt idx="1916">
                  <c:v>2.2999999999999998</c:v>
                </c:pt>
                <c:pt idx="1917">
                  <c:v>2.2999999999999998</c:v>
                </c:pt>
                <c:pt idx="1918">
                  <c:v>2.2999999999999998</c:v>
                </c:pt>
                <c:pt idx="1919">
                  <c:v>2.2999999999999998</c:v>
                </c:pt>
                <c:pt idx="1920">
                  <c:v>2.2999999999999998</c:v>
                </c:pt>
                <c:pt idx="1921">
                  <c:v>2.2999999999999998</c:v>
                </c:pt>
                <c:pt idx="1922">
                  <c:v>2.2999999999999998</c:v>
                </c:pt>
                <c:pt idx="1923">
                  <c:v>2.2999999999999998</c:v>
                </c:pt>
                <c:pt idx="1924">
                  <c:v>2.2999999999999998</c:v>
                </c:pt>
                <c:pt idx="1925">
                  <c:v>2.2999999999999998</c:v>
                </c:pt>
                <c:pt idx="1926">
                  <c:v>2.2999999999999998</c:v>
                </c:pt>
                <c:pt idx="1927">
                  <c:v>2.2999999999999998</c:v>
                </c:pt>
                <c:pt idx="1928">
                  <c:v>2.2999999999999998</c:v>
                </c:pt>
                <c:pt idx="1929">
                  <c:v>2.2999999999999998</c:v>
                </c:pt>
                <c:pt idx="1930">
                  <c:v>2.2999999999999998</c:v>
                </c:pt>
                <c:pt idx="1931">
                  <c:v>2.2999999999999998</c:v>
                </c:pt>
                <c:pt idx="1932">
                  <c:v>2.2999999999999998</c:v>
                </c:pt>
                <c:pt idx="1933">
                  <c:v>2.2999999999999998</c:v>
                </c:pt>
                <c:pt idx="1934">
                  <c:v>2.2999999999999998</c:v>
                </c:pt>
                <c:pt idx="1935">
                  <c:v>2.2999999999999998</c:v>
                </c:pt>
                <c:pt idx="1936">
                  <c:v>2.2999999999999998</c:v>
                </c:pt>
                <c:pt idx="1937">
                  <c:v>2.2999999999999998</c:v>
                </c:pt>
                <c:pt idx="1938">
                  <c:v>2.2999999999999998</c:v>
                </c:pt>
                <c:pt idx="1939">
                  <c:v>2.2999999999999998</c:v>
                </c:pt>
                <c:pt idx="1940">
                  <c:v>2.2999999999999998</c:v>
                </c:pt>
                <c:pt idx="1941">
                  <c:v>2.2999999999999998</c:v>
                </c:pt>
                <c:pt idx="1942">
                  <c:v>2.2999999999999998</c:v>
                </c:pt>
                <c:pt idx="1943">
                  <c:v>2.2999999999999998</c:v>
                </c:pt>
                <c:pt idx="1944">
                  <c:v>2.2999999999999998</c:v>
                </c:pt>
                <c:pt idx="1945">
                  <c:v>2.2999999999999998</c:v>
                </c:pt>
                <c:pt idx="1946">
                  <c:v>2.2999999999999998</c:v>
                </c:pt>
                <c:pt idx="1947">
                  <c:v>2.2999999999999998</c:v>
                </c:pt>
                <c:pt idx="1948">
                  <c:v>2.2999999999999998</c:v>
                </c:pt>
                <c:pt idx="1949">
                  <c:v>2.2999999999999998</c:v>
                </c:pt>
                <c:pt idx="1950">
                  <c:v>2.2999999999999998</c:v>
                </c:pt>
                <c:pt idx="1951">
                  <c:v>2.2999999999999998</c:v>
                </c:pt>
                <c:pt idx="1952">
                  <c:v>2.2999999999999998</c:v>
                </c:pt>
                <c:pt idx="1953">
                  <c:v>2.2999999999999998</c:v>
                </c:pt>
                <c:pt idx="1954">
                  <c:v>2.2999999999999998</c:v>
                </c:pt>
                <c:pt idx="1955">
                  <c:v>2.2999999999999998</c:v>
                </c:pt>
                <c:pt idx="1956">
                  <c:v>2.2999999999999998</c:v>
                </c:pt>
                <c:pt idx="1957">
                  <c:v>2.2999999999999998</c:v>
                </c:pt>
                <c:pt idx="1958">
                  <c:v>2.2999999999999998</c:v>
                </c:pt>
                <c:pt idx="1959">
                  <c:v>2.2999999999999998</c:v>
                </c:pt>
                <c:pt idx="1960">
                  <c:v>2.2999999999999998</c:v>
                </c:pt>
                <c:pt idx="1961">
                  <c:v>2.2999999999999998</c:v>
                </c:pt>
                <c:pt idx="1962">
                  <c:v>2.2999999999999998</c:v>
                </c:pt>
                <c:pt idx="1963">
                  <c:v>2.2999999999999998</c:v>
                </c:pt>
                <c:pt idx="1964">
                  <c:v>2.2999999999999998</c:v>
                </c:pt>
                <c:pt idx="1965">
                  <c:v>2.2999999999999998</c:v>
                </c:pt>
                <c:pt idx="1966">
                  <c:v>2.2999999999999998</c:v>
                </c:pt>
                <c:pt idx="1967">
                  <c:v>2.2999999999999998</c:v>
                </c:pt>
                <c:pt idx="1968">
                  <c:v>2.2999999999999998</c:v>
                </c:pt>
                <c:pt idx="1969">
                  <c:v>2.2999999999999998</c:v>
                </c:pt>
                <c:pt idx="1970">
                  <c:v>2.2999999999999998</c:v>
                </c:pt>
                <c:pt idx="1971">
                  <c:v>2.2999999999999998</c:v>
                </c:pt>
                <c:pt idx="1972">
                  <c:v>2.2999999999999998</c:v>
                </c:pt>
                <c:pt idx="1973">
                  <c:v>2.2999999999999998</c:v>
                </c:pt>
                <c:pt idx="1974">
                  <c:v>2.2999999999999998</c:v>
                </c:pt>
                <c:pt idx="1975">
                  <c:v>2.2999999999999998</c:v>
                </c:pt>
                <c:pt idx="1976">
                  <c:v>2.2999999999999998</c:v>
                </c:pt>
                <c:pt idx="1977">
                  <c:v>2.2999999999999998</c:v>
                </c:pt>
                <c:pt idx="1978">
                  <c:v>2.2999999999999998</c:v>
                </c:pt>
                <c:pt idx="1979">
                  <c:v>2.2999999999999998</c:v>
                </c:pt>
                <c:pt idx="1980">
                  <c:v>2.2999999999999998</c:v>
                </c:pt>
                <c:pt idx="1981">
                  <c:v>2.2999999999999998</c:v>
                </c:pt>
                <c:pt idx="1982">
                  <c:v>2.2999999999999998</c:v>
                </c:pt>
                <c:pt idx="1983">
                  <c:v>2.2999999999999998</c:v>
                </c:pt>
                <c:pt idx="1984">
                  <c:v>2.2999999999999998</c:v>
                </c:pt>
                <c:pt idx="1985">
                  <c:v>2.2999999999999998</c:v>
                </c:pt>
                <c:pt idx="1986">
                  <c:v>2.2999999999999998</c:v>
                </c:pt>
                <c:pt idx="1987">
                  <c:v>2.2999999999999998</c:v>
                </c:pt>
                <c:pt idx="1988">
                  <c:v>2.2999999999999998</c:v>
                </c:pt>
                <c:pt idx="1989">
                  <c:v>2.2999999999999998</c:v>
                </c:pt>
                <c:pt idx="1990">
                  <c:v>2.2999999999999998</c:v>
                </c:pt>
                <c:pt idx="1991">
                  <c:v>2.2999999999999998</c:v>
                </c:pt>
                <c:pt idx="1992">
                  <c:v>2.2999999999999998</c:v>
                </c:pt>
                <c:pt idx="1993">
                  <c:v>2.2999999999999998</c:v>
                </c:pt>
                <c:pt idx="1994">
                  <c:v>2.2999999999999998</c:v>
                </c:pt>
                <c:pt idx="1995">
                  <c:v>2.2999999999999998</c:v>
                </c:pt>
                <c:pt idx="1996">
                  <c:v>2.2999999999999998</c:v>
                </c:pt>
                <c:pt idx="1997">
                  <c:v>2.2999999999999998</c:v>
                </c:pt>
                <c:pt idx="1998">
                  <c:v>2.2999999999999998</c:v>
                </c:pt>
                <c:pt idx="1999">
                  <c:v>2.2999999999999998</c:v>
                </c:pt>
                <c:pt idx="2000">
                  <c:v>2.2999999999999998</c:v>
                </c:pt>
                <c:pt idx="2001">
                  <c:v>2.2999999999999998</c:v>
                </c:pt>
                <c:pt idx="2002">
                  <c:v>2.2999999999999998</c:v>
                </c:pt>
                <c:pt idx="2003">
                  <c:v>2.2999999999999998</c:v>
                </c:pt>
                <c:pt idx="2004">
                  <c:v>2.2999999999999998</c:v>
                </c:pt>
                <c:pt idx="2005">
                  <c:v>2.2999999999999998</c:v>
                </c:pt>
                <c:pt idx="2006">
                  <c:v>2.2999999999999998</c:v>
                </c:pt>
                <c:pt idx="2007">
                  <c:v>2.2999999999999998</c:v>
                </c:pt>
                <c:pt idx="2008">
                  <c:v>2.2999999999999998</c:v>
                </c:pt>
                <c:pt idx="2009">
                  <c:v>2.2999999999999998</c:v>
                </c:pt>
                <c:pt idx="2010">
                  <c:v>2.2999999999999998</c:v>
                </c:pt>
                <c:pt idx="2011">
                  <c:v>2.2999999999999998</c:v>
                </c:pt>
                <c:pt idx="2012">
                  <c:v>2.2999999999999998</c:v>
                </c:pt>
                <c:pt idx="2013">
                  <c:v>2.2999999999999998</c:v>
                </c:pt>
                <c:pt idx="2014">
                  <c:v>2.2999999999999998</c:v>
                </c:pt>
                <c:pt idx="2015">
                  <c:v>2.2999999999999998</c:v>
                </c:pt>
                <c:pt idx="2016">
                  <c:v>2.2999999999999998</c:v>
                </c:pt>
                <c:pt idx="2017">
                  <c:v>2.2999999999999998</c:v>
                </c:pt>
                <c:pt idx="2018">
                  <c:v>2.2999999999999998</c:v>
                </c:pt>
                <c:pt idx="2019">
                  <c:v>2.2999999999999998</c:v>
                </c:pt>
                <c:pt idx="2020">
                  <c:v>2.2999999999999998</c:v>
                </c:pt>
                <c:pt idx="2021">
                  <c:v>2.2999999999999998</c:v>
                </c:pt>
                <c:pt idx="2022">
                  <c:v>2.2999999999999998</c:v>
                </c:pt>
                <c:pt idx="2023">
                  <c:v>2.2999999999999998</c:v>
                </c:pt>
                <c:pt idx="2024">
                  <c:v>2.2999999999999998</c:v>
                </c:pt>
                <c:pt idx="2025">
                  <c:v>2.2999999999999998</c:v>
                </c:pt>
                <c:pt idx="2026">
                  <c:v>2.2999999999999998</c:v>
                </c:pt>
                <c:pt idx="2027">
                  <c:v>2.2999999999999998</c:v>
                </c:pt>
                <c:pt idx="2028">
                  <c:v>2.2999999999999998</c:v>
                </c:pt>
                <c:pt idx="2029">
                  <c:v>2.2999999999999998</c:v>
                </c:pt>
                <c:pt idx="2030">
                  <c:v>2.2999999999999998</c:v>
                </c:pt>
                <c:pt idx="2031">
                  <c:v>2.2999999999999998</c:v>
                </c:pt>
                <c:pt idx="2032">
                  <c:v>2.2999999999999998</c:v>
                </c:pt>
                <c:pt idx="2033">
                  <c:v>2.2999999999999998</c:v>
                </c:pt>
                <c:pt idx="2034">
                  <c:v>2.2999999999999998</c:v>
                </c:pt>
                <c:pt idx="2035">
                  <c:v>2.2999999999999998</c:v>
                </c:pt>
                <c:pt idx="2036">
                  <c:v>2.2999999999999998</c:v>
                </c:pt>
                <c:pt idx="2037">
                  <c:v>2.2999999999999998</c:v>
                </c:pt>
                <c:pt idx="2038">
                  <c:v>2.2999999999999998</c:v>
                </c:pt>
                <c:pt idx="2039">
                  <c:v>2.2999999999999998</c:v>
                </c:pt>
                <c:pt idx="2040">
                  <c:v>2.2999999999999998</c:v>
                </c:pt>
                <c:pt idx="2041">
                  <c:v>2.2999999999999998</c:v>
                </c:pt>
                <c:pt idx="2042">
                  <c:v>2.2999999999999998</c:v>
                </c:pt>
                <c:pt idx="2043">
                  <c:v>2.2999999999999998</c:v>
                </c:pt>
                <c:pt idx="2044">
                  <c:v>2.2999999999999998</c:v>
                </c:pt>
                <c:pt idx="2045">
                  <c:v>2.2999999999999998</c:v>
                </c:pt>
                <c:pt idx="2046">
                  <c:v>2.2999999999999998</c:v>
                </c:pt>
                <c:pt idx="2047">
                  <c:v>2.2999999999999998</c:v>
                </c:pt>
                <c:pt idx="2048">
                  <c:v>2.2999999999999998</c:v>
                </c:pt>
                <c:pt idx="2049">
                  <c:v>2.2999999999999998</c:v>
                </c:pt>
                <c:pt idx="2050">
                  <c:v>2.2999999999999998</c:v>
                </c:pt>
                <c:pt idx="2051">
                  <c:v>2.2999999999999998</c:v>
                </c:pt>
                <c:pt idx="2052">
                  <c:v>2.2999999999999998</c:v>
                </c:pt>
                <c:pt idx="2053">
                  <c:v>2.2999999999999998</c:v>
                </c:pt>
                <c:pt idx="2054">
                  <c:v>2.2999999999999998</c:v>
                </c:pt>
                <c:pt idx="2055">
                  <c:v>2.2999999999999998</c:v>
                </c:pt>
                <c:pt idx="2056">
                  <c:v>2.2999999999999998</c:v>
                </c:pt>
                <c:pt idx="2057">
                  <c:v>2.2999999999999998</c:v>
                </c:pt>
                <c:pt idx="2058">
                  <c:v>2.2999999999999998</c:v>
                </c:pt>
                <c:pt idx="2059">
                  <c:v>2.2999999999999998</c:v>
                </c:pt>
                <c:pt idx="2060">
                  <c:v>2.2999999999999998</c:v>
                </c:pt>
                <c:pt idx="2061">
                  <c:v>2.2999999999999998</c:v>
                </c:pt>
                <c:pt idx="2062">
                  <c:v>2.2999999999999998</c:v>
                </c:pt>
                <c:pt idx="2063">
                  <c:v>2.2999999999999998</c:v>
                </c:pt>
                <c:pt idx="2064">
                  <c:v>2.2999999999999998</c:v>
                </c:pt>
                <c:pt idx="2065">
                  <c:v>2.2999999999999998</c:v>
                </c:pt>
                <c:pt idx="2066">
                  <c:v>2.2999999999999998</c:v>
                </c:pt>
                <c:pt idx="2067">
                  <c:v>2.2999999999999998</c:v>
                </c:pt>
                <c:pt idx="2068">
                  <c:v>2.2999999999999998</c:v>
                </c:pt>
                <c:pt idx="2069">
                  <c:v>2.2999999999999998</c:v>
                </c:pt>
                <c:pt idx="2070">
                  <c:v>2.2999999999999998</c:v>
                </c:pt>
                <c:pt idx="2071">
                  <c:v>2.2999999999999998</c:v>
                </c:pt>
                <c:pt idx="2072">
                  <c:v>2.2999999999999998</c:v>
                </c:pt>
                <c:pt idx="2073">
                  <c:v>2.2999999999999998</c:v>
                </c:pt>
                <c:pt idx="2074">
                  <c:v>2.2999999999999998</c:v>
                </c:pt>
                <c:pt idx="2075">
                  <c:v>2.2999999999999998</c:v>
                </c:pt>
                <c:pt idx="2076">
                  <c:v>2.2999999999999998</c:v>
                </c:pt>
                <c:pt idx="2077">
                  <c:v>2.2999999999999998</c:v>
                </c:pt>
                <c:pt idx="2078">
                  <c:v>2.2999999999999998</c:v>
                </c:pt>
                <c:pt idx="2079">
                  <c:v>2.2999999999999998</c:v>
                </c:pt>
                <c:pt idx="2080">
                  <c:v>2.2999999999999998</c:v>
                </c:pt>
                <c:pt idx="2081">
                  <c:v>2.2999999999999998</c:v>
                </c:pt>
                <c:pt idx="2082">
                  <c:v>2.2999999999999998</c:v>
                </c:pt>
                <c:pt idx="2083">
                  <c:v>2.2999999999999998</c:v>
                </c:pt>
                <c:pt idx="2084">
                  <c:v>2.2999999999999998</c:v>
                </c:pt>
                <c:pt idx="2085">
                  <c:v>2.2999999999999998</c:v>
                </c:pt>
                <c:pt idx="2086">
                  <c:v>2.2999999999999998</c:v>
                </c:pt>
                <c:pt idx="2087">
                  <c:v>2.2999999999999998</c:v>
                </c:pt>
                <c:pt idx="2088">
                  <c:v>2.2999999999999998</c:v>
                </c:pt>
                <c:pt idx="2089">
                  <c:v>2.2999999999999998</c:v>
                </c:pt>
                <c:pt idx="2090">
                  <c:v>2.2999999999999998</c:v>
                </c:pt>
                <c:pt idx="2091">
                  <c:v>2.2999999999999998</c:v>
                </c:pt>
                <c:pt idx="2092">
                  <c:v>2.2999999999999998</c:v>
                </c:pt>
                <c:pt idx="2093">
                  <c:v>2.2999999999999998</c:v>
                </c:pt>
                <c:pt idx="2094">
                  <c:v>2.2999999999999998</c:v>
                </c:pt>
                <c:pt idx="2095">
                  <c:v>2.2999999999999998</c:v>
                </c:pt>
                <c:pt idx="2096">
                  <c:v>2.2999999999999998</c:v>
                </c:pt>
                <c:pt idx="2097">
                  <c:v>2.2999999999999998</c:v>
                </c:pt>
                <c:pt idx="2098">
                  <c:v>2.2999999999999998</c:v>
                </c:pt>
                <c:pt idx="2099">
                  <c:v>2.2999999999999998</c:v>
                </c:pt>
                <c:pt idx="2100">
                  <c:v>2.2999999999999998</c:v>
                </c:pt>
                <c:pt idx="2101">
                  <c:v>2.2999999999999998</c:v>
                </c:pt>
                <c:pt idx="2102">
                  <c:v>2.2999999999999998</c:v>
                </c:pt>
                <c:pt idx="2103">
                  <c:v>2.2999999999999998</c:v>
                </c:pt>
                <c:pt idx="2104">
                  <c:v>2.2999999999999998</c:v>
                </c:pt>
                <c:pt idx="2105">
                  <c:v>2.2999999999999998</c:v>
                </c:pt>
                <c:pt idx="2106">
                  <c:v>2.2999999999999998</c:v>
                </c:pt>
                <c:pt idx="2107">
                  <c:v>2.2999999999999998</c:v>
                </c:pt>
                <c:pt idx="2108">
                  <c:v>2.2999999999999998</c:v>
                </c:pt>
                <c:pt idx="2109">
                  <c:v>2.2999999999999998</c:v>
                </c:pt>
                <c:pt idx="2110">
                  <c:v>2.2999999999999998</c:v>
                </c:pt>
                <c:pt idx="2111">
                  <c:v>2.2999999999999998</c:v>
                </c:pt>
                <c:pt idx="2112">
                  <c:v>2.2999999999999998</c:v>
                </c:pt>
                <c:pt idx="2113">
                  <c:v>2.2999999999999998</c:v>
                </c:pt>
                <c:pt idx="2114">
                  <c:v>2.2999999999999998</c:v>
                </c:pt>
                <c:pt idx="2115">
                  <c:v>2.2999999999999998</c:v>
                </c:pt>
                <c:pt idx="2116">
                  <c:v>2.2999999999999998</c:v>
                </c:pt>
                <c:pt idx="2117">
                  <c:v>2.2999999999999998</c:v>
                </c:pt>
                <c:pt idx="2118">
                  <c:v>2.2999999999999998</c:v>
                </c:pt>
                <c:pt idx="2119">
                  <c:v>2.2999999999999998</c:v>
                </c:pt>
                <c:pt idx="2120">
                  <c:v>2.2999999999999998</c:v>
                </c:pt>
                <c:pt idx="2121">
                  <c:v>2.2999999999999998</c:v>
                </c:pt>
                <c:pt idx="2122">
                  <c:v>2.2999999999999998</c:v>
                </c:pt>
                <c:pt idx="2123">
                  <c:v>2.2999999999999998</c:v>
                </c:pt>
                <c:pt idx="2124">
                  <c:v>2.2999999999999998</c:v>
                </c:pt>
                <c:pt idx="2125">
                  <c:v>2.2999999999999998</c:v>
                </c:pt>
                <c:pt idx="2126">
                  <c:v>2.2999999999999998</c:v>
                </c:pt>
                <c:pt idx="2127">
                  <c:v>2.2999999999999998</c:v>
                </c:pt>
                <c:pt idx="2128">
                  <c:v>2.2999999999999998</c:v>
                </c:pt>
                <c:pt idx="2129">
                  <c:v>2.2999999999999998</c:v>
                </c:pt>
                <c:pt idx="2130">
                  <c:v>2.2999999999999998</c:v>
                </c:pt>
                <c:pt idx="2131">
                  <c:v>2.2999999999999998</c:v>
                </c:pt>
                <c:pt idx="2132">
                  <c:v>2.2999999999999998</c:v>
                </c:pt>
                <c:pt idx="2133">
                  <c:v>2.2999999999999998</c:v>
                </c:pt>
                <c:pt idx="2134">
                  <c:v>2.2999999999999998</c:v>
                </c:pt>
                <c:pt idx="2135">
                  <c:v>2.2999999999999998</c:v>
                </c:pt>
                <c:pt idx="2136">
                  <c:v>2.2999999999999998</c:v>
                </c:pt>
                <c:pt idx="2137">
                  <c:v>2.2999999999999998</c:v>
                </c:pt>
                <c:pt idx="2138">
                  <c:v>2.2999999999999998</c:v>
                </c:pt>
                <c:pt idx="2139">
                  <c:v>2.2999999999999998</c:v>
                </c:pt>
                <c:pt idx="2140">
                  <c:v>2.2999999999999998</c:v>
                </c:pt>
                <c:pt idx="2141">
                  <c:v>2.2999999999999998</c:v>
                </c:pt>
                <c:pt idx="2142">
                  <c:v>2.2999999999999998</c:v>
                </c:pt>
                <c:pt idx="2143">
                  <c:v>2.2999999999999998</c:v>
                </c:pt>
                <c:pt idx="2144">
                  <c:v>2.2999999999999998</c:v>
                </c:pt>
                <c:pt idx="2145">
                  <c:v>2.2999999999999998</c:v>
                </c:pt>
                <c:pt idx="2146">
                  <c:v>2.2999999999999998</c:v>
                </c:pt>
                <c:pt idx="2147">
                  <c:v>2.2999999999999998</c:v>
                </c:pt>
                <c:pt idx="2148">
                  <c:v>2.2999999999999998</c:v>
                </c:pt>
                <c:pt idx="2149">
                  <c:v>2.2999999999999998</c:v>
                </c:pt>
                <c:pt idx="2150">
                  <c:v>2.2999999999999998</c:v>
                </c:pt>
                <c:pt idx="2151">
                  <c:v>2.2999999999999998</c:v>
                </c:pt>
                <c:pt idx="2152">
                  <c:v>2.2999999999999998</c:v>
                </c:pt>
                <c:pt idx="2153">
                  <c:v>2.2999999999999998</c:v>
                </c:pt>
                <c:pt idx="2154">
                  <c:v>2.2999999999999998</c:v>
                </c:pt>
                <c:pt idx="2155">
                  <c:v>2.2999999999999998</c:v>
                </c:pt>
                <c:pt idx="2156">
                  <c:v>2.2999999999999998</c:v>
                </c:pt>
                <c:pt idx="2157">
                  <c:v>2.2999999999999998</c:v>
                </c:pt>
                <c:pt idx="2158">
                  <c:v>2.2999999999999998</c:v>
                </c:pt>
                <c:pt idx="2159">
                  <c:v>2.2999999999999998</c:v>
                </c:pt>
                <c:pt idx="2160">
                  <c:v>2.2999999999999998</c:v>
                </c:pt>
                <c:pt idx="2161">
                  <c:v>2.2999999999999998</c:v>
                </c:pt>
                <c:pt idx="2162">
                  <c:v>2.2999999999999998</c:v>
                </c:pt>
                <c:pt idx="2163">
                  <c:v>2.2999999999999998</c:v>
                </c:pt>
                <c:pt idx="2164">
                  <c:v>2.2999999999999998</c:v>
                </c:pt>
                <c:pt idx="2165">
                  <c:v>2.2999999999999998</c:v>
                </c:pt>
                <c:pt idx="2166">
                  <c:v>2.2999999999999998</c:v>
                </c:pt>
                <c:pt idx="2167">
                  <c:v>2.2999999999999998</c:v>
                </c:pt>
                <c:pt idx="2168">
                  <c:v>2.2999999999999998</c:v>
                </c:pt>
                <c:pt idx="2169">
                  <c:v>2.2999999999999998</c:v>
                </c:pt>
                <c:pt idx="2170">
                  <c:v>2.2999999999999998</c:v>
                </c:pt>
                <c:pt idx="2171">
                  <c:v>2.2999999999999998</c:v>
                </c:pt>
                <c:pt idx="2172">
                  <c:v>2.2999999999999998</c:v>
                </c:pt>
                <c:pt idx="2173">
                  <c:v>2.2999999999999998</c:v>
                </c:pt>
                <c:pt idx="2174">
                  <c:v>2.2999999999999998</c:v>
                </c:pt>
                <c:pt idx="2175">
                  <c:v>2.2999999999999998</c:v>
                </c:pt>
                <c:pt idx="2176">
                  <c:v>2.2999999999999998</c:v>
                </c:pt>
                <c:pt idx="2177">
                  <c:v>2.2999999999999998</c:v>
                </c:pt>
                <c:pt idx="2178">
                  <c:v>2.2999999999999998</c:v>
                </c:pt>
                <c:pt idx="2179">
                  <c:v>2.2999999999999998</c:v>
                </c:pt>
                <c:pt idx="2180">
                  <c:v>2.2999999999999998</c:v>
                </c:pt>
                <c:pt idx="2181">
                  <c:v>2.2999999999999998</c:v>
                </c:pt>
                <c:pt idx="2182">
                  <c:v>2.2999999999999998</c:v>
                </c:pt>
                <c:pt idx="2183">
                  <c:v>2.2999999999999998</c:v>
                </c:pt>
                <c:pt idx="2184">
                  <c:v>2.2999999999999998</c:v>
                </c:pt>
                <c:pt idx="2185">
                  <c:v>2.2999999999999998</c:v>
                </c:pt>
                <c:pt idx="2186">
                  <c:v>2.2999999999999998</c:v>
                </c:pt>
                <c:pt idx="2187">
                  <c:v>2.2999999999999998</c:v>
                </c:pt>
                <c:pt idx="2188">
                  <c:v>2.2999999999999998</c:v>
                </c:pt>
                <c:pt idx="2189">
                  <c:v>2.2999999999999998</c:v>
                </c:pt>
                <c:pt idx="2190">
                  <c:v>2.2999999999999998</c:v>
                </c:pt>
                <c:pt idx="2191">
                  <c:v>2.2999999999999998</c:v>
                </c:pt>
                <c:pt idx="2192">
                  <c:v>2.2999999999999998</c:v>
                </c:pt>
                <c:pt idx="2193">
                  <c:v>2.2999999999999998</c:v>
                </c:pt>
                <c:pt idx="2194">
                  <c:v>2.2999999999999998</c:v>
                </c:pt>
                <c:pt idx="2195">
                  <c:v>2.2999999999999998</c:v>
                </c:pt>
                <c:pt idx="2196">
                  <c:v>2.2999999999999998</c:v>
                </c:pt>
                <c:pt idx="2197">
                  <c:v>2.2999999999999998</c:v>
                </c:pt>
                <c:pt idx="2198">
                  <c:v>2.2999999999999998</c:v>
                </c:pt>
                <c:pt idx="2199">
                  <c:v>2.2999999999999998</c:v>
                </c:pt>
                <c:pt idx="2200">
                  <c:v>2.2999999999999998</c:v>
                </c:pt>
                <c:pt idx="2201">
                  <c:v>2.2999999999999998</c:v>
                </c:pt>
                <c:pt idx="2202">
                  <c:v>2.2999999999999998</c:v>
                </c:pt>
                <c:pt idx="2203">
                  <c:v>2.2999999999999998</c:v>
                </c:pt>
                <c:pt idx="2204">
                  <c:v>2.2999999999999998</c:v>
                </c:pt>
                <c:pt idx="2205">
                  <c:v>2.2999999999999998</c:v>
                </c:pt>
                <c:pt idx="2206">
                  <c:v>2.2999999999999998</c:v>
                </c:pt>
                <c:pt idx="2207">
                  <c:v>2.2999999999999998</c:v>
                </c:pt>
                <c:pt idx="2208">
                  <c:v>2.2999999999999998</c:v>
                </c:pt>
                <c:pt idx="2209">
                  <c:v>2.2999999999999998</c:v>
                </c:pt>
                <c:pt idx="2210">
                  <c:v>2.2999999999999998</c:v>
                </c:pt>
                <c:pt idx="2211">
                  <c:v>2.2999999999999998</c:v>
                </c:pt>
                <c:pt idx="2212">
                  <c:v>2.2999999999999998</c:v>
                </c:pt>
                <c:pt idx="2213">
                  <c:v>2.2999999999999998</c:v>
                </c:pt>
                <c:pt idx="2214">
                  <c:v>2.2999999999999998</c:v>
                </c:pt>
                <c:pt idx="2215">
                  <c:v>2.2999999999999998</c:v>
                </c:pt>
                <c:pt idx="2216">
                  <c:v>2.2999999999999998</c:v>
                </c:pt>
                <c:pt idx="2217">
                  <c:v>2.2999999999999998</c:v>
                </c:pt>
                <c:pt idx="2218">
                  <c:v>2.2999999999999998</c:v>
                </c:pt>
                <c:pt idx="2219">
                  <c:v>2.2999999999999998</c:v>
                </c:pt>
                <c:pt idx="2220">
                  <c:v>2.2999999999999998</c:v>
                </c:pt>
                <c:pt idx="2221">
                  <c:v>2.2999999999999998</c:v>
                </c:pt>
                <c:pt idx="2222">
                  <c:v>2.2999999999999998</c:v>
                </c:pt>
                <c:pt idx="2223">
                  <c:v>2.2999999999999998</c:v>
                </c:pt>
                <c:pt idx="2224">
                  <c:v>2.2999999999999998</c:v>
                </c:pt>
                <c:pt idx="2225">
                  <c:v>2.2999999999999998</c:v>
                </c:pt>
                <c:pt idx="2226">
                  <c:v>2.2999999999999998</c:v>
                </c:pt>
                <c:pt idx="2227">
                  <c:v>2.2999999999999998</c:v>
                </c:pt>
                <c:pt idx="2228">
                  <c:v>2.2999999999999998</c:v>
                </c:pt>
                <c:pt idx="2229">
                  <c:v>2.2999999999999998</c:v>
                </c:pt>
                <c:pt idx="2230">
                  <c:v>2.2999999999999998</c:v>
                </c:pt>
                <c:pt idx="2231">
                  <c:v>2.2999999999999998</c:v>
                </c:pt>
                <c:pt idx="2232">
                  <c:v>2.2999999999999998</c:v>
                </c:pt>
                <c:pt idx="2233">
                  <c:v>2.2999999999999998</c:v>
                </c:pt>
                <c:pt idx="2234">
                  <c:v>2.2999999999999998</c:v>
                </c:pt>
                <c:pt idx="2235">
                  <c:v>2.2999999999999998</c:v>
                </c:pt>
                <c:pt idx="2236">
                  <c:v>2.2999999999999998</c:v>
                </c:pt>
                <c:pt idx="2237">
                  <c:v>2.2999999999999998</c:v>
                </c:pt>
                <c:pt idx="2238">
                  <c:v>2.2999999999999998</c:v>
                </c:pt>
                <c:pt idx="2239">
                  <c:v>2.2999999999999998</c:v>
                </c:pt>
                <c:pt idx="2240">
                  <c:v>2.2999999999999998</c:v>
                </c:pt>
                <c:pt idx="2241">
                  <c:v>2.2999999999999998</c:v>
                </c:pt>
                <c:pt idx="2242">
                  <c:v>2.2999999999999998</c:v>
                </c:pt>
                <c:pt idx="2243">
                  <c:v>2.2999999999999998</c:v>
                </c:pt>
                <c:pt idx="2244">
                  <c:v>2.2999999999999998</c:v>
                </c:pt>
                <c:pt idx="2245">
                  <c:v>2.2999999999999998</c:v>
                </c:pt>
                <c:pt idx="2246">
                  <c:v>2.2999999999999998</c:v>
                </c:pt>
                <c:pt idx="2247">
                  <c:v>2.2999999999999998</c:v>
                </c:pt>
                <c:pt idx="2248">
                  <c:v>2.2999999999999998</c:v>
                </c:pt>
                <c:pt idx="2249">
                  <c:v>2.2999999999999998</c:v>
                </c:pt>
                <c:pt idx="2250">
                  <c:v>2.2999999999999998</c:v>
                </c:pt>
                <c:pt idx="2251">
                  <c:v>2.2999999999999998</c:v>
                </c:pt>
                <c:pt idx="2252">
                  <c:v>2.2999999999999998</c:v>
                </c:pt>
                <c:pt idx="2253">
                  <c:v>2.2999999999999998</c:v>
                </c:pt>
                <c:pt idx="2254">
                  <c:v>2.2999999999999998</c:v>
                </c:pt>
                <c:pt idx="2255">
                  <c:v>2.2999999999999998</c:v>
                </c:pt>
                <c:pt idx="2256">
                  <c:v>2.2999999999999998</c:v>
                </c:pt>
                <c:pt idx="2257">
                  <c:v>2.2999999999999998</c:v>
                </c:pt>
                <c:pt idx="2258">
                  <c:v>2.2999999999999998</c:v>
                </c:pt>
                <c:pt idx="2259">
                  <c:v>2.2999999999999998</c:v>
                </c:pt>
                <c:pt idx="2260">
                  <c:v>2.2999999999999998</c:v>
                </c:pt>
                <c:pt idx="2261">
                  <c:v>2.2999999999999998</c:v>
                </c:pt>
                <c:pt idx="2262">
                  <c:v>2.2999999999999998</c:v>
                </c:pt>
                <c:pt idx="2263">
                  <c:v>2.2999999999999998</c:v>
                </c:pt>
                <c:pt idx="2264">
                  <c:v>2.2999999999999998</c:v>
                </c:pt>
                <c:pt idx="2265">
                  <c:v>2.2999999999999998</c:v>
                </c:pt>
                <c:pt idx="2266">
                  <c:v>2.2999999999999998</c:v>
                </c:pt>
                <c:pt idx="2267">
                  <c:v>2.2999999999999998</c:v>
                </c:pt>
                <c:pt idx="2268">
                  <c:v>2.2999999999999998</c:v>
                </c:pt>
                <c:pt idx="2269">
                  <c:v>2.2999999999999998</c:v>
                </c:pt>
                <c:pt idx="2270">
                  <c:v>2.2999999999999998</c:v>
                </c:pt>
                <c:pt idx="2271">
                  <c:v>2.2999999999999998</c:v>
                </c:pt>
                <c:pt idx="2272">
                  <c:v>2.2999999999999998</c:v>
                </c:pt>
                <c:pt idx="2273">
                  <c:v>2.2999999999999998</c:v>
                </c:pt>
                <c:pt idx="2274">
                  <c:v>2.2999999999999998</c:v>
                </c:pt>
                <c:pt idx="2275">
                  <c:v>2.2999999999999998</c:v>
                </c:pt>
                <c:pt idx="2276">
                  <c:v>2.2999999999999998</c:v>
                </c:pt>
                <c:pt idx="2277">
                  <c:v>2.2999999999999998</c:v>
                </c:pt>
                <c:pt idx="2278">
                  <c:v>2.2999999999999998</c:v>
                </c:pt>
                <c:pt idx="2279">
                  <c:v>2.2999999999999998</c:v>
                </c:pt>
                <c:pt idx="2280">
                  <c:v>2.2999999999999998</c:v>
                </c:pt>
                <c:pt idx="2281">
                  <c:v>2.2999999999999998</c:v>
                </c:pt>
                <c:pt idx="2282">
                  <c:v>2.2999999999999998</c:v>
                </c:pt>
                <c:pt idx="2283">
                  <c:v>2.2999999999999998</c:v>
                </c:pt>
                <c:pt idx="2284">
                  <c:v>2.2999999999999998</c:v>
                </c:pt>
                <c:pt idx="2285">
                  <c:v>2.2999999999999998</c:v>
                </c:pt>
                <c:pt idx="2286">
                  <c:v>2.2999999999999998</c:v>
                </c:pt>
                <c:pt idx="2287">
                  <c:v>2.2999999999999998</c:v>
                </c:pt>
                <c:pt idx="2288">
                  <c:v>2.2999999999999998</c:v>
                </c:pt>
                <c:pt idx="2289">
                  <c:v>2.2999999999999998</c:v>
                </c:pt>
                <c:pt idx="2290">
                  <c:v>2.2999999999999998</c:v>
                </c:pt>
                <c:pt idx="2291">
                  <c:v>2.2999999999999998</c:v>
                </c:pt>
                <c:pt idx="2292">
                  <c:v>2.2999999999999998</c:v>
                </c:pt>
                <c:pt idx="2293">
                  <c:v>2.2999999999999998</c:v>
                </c:pt>
                <c:pt idx="2294">
                  <c:v>2.2999999999999998</c:v>
                </c:pt>
                <c:pt idx="2295">
                  <c:v>2.2999999999999998</c:v>
                </c:pt>
                <c:pt idx="2296">
                  <c:v>2.2999999999999998</c:v>
                </c:pt>
                <c:pt idx="2297">
                  <c:v>2.2999999999999998</c:v>
                </c:pt>
                <c:pt idx="2298">
                  <c:v>2.2999999999999998</c:v>
                </c:pt>
                <c:pt idx="2299">
                  <c:v>2.2999999999999998</c:v>
                </c:pt>
                <c:pt idx="2300">
                  <c:v>2.2999999999999998</c:v>
                </c:pt>
                <c:pt idx="2301">
                  <c:v>2.2999999999999998</c:v>
                </c:pt>
                <c:pt idx="2302">
                  <c:v>2.2999999999999998</c:v>
                </c:pt>
                <c:pt idx="2303">
                  <c:v>2.2999999999999998</c:v>
                </c:pt>
                <c:pt idx="2304">
                  <c:v>2.2999999999999998</c:v>
                </c:pt>
                <c:pt idx="2305">
                  <c:v>2.2999999999999998</c:v>
                </c:pt>
                <c:pt idx="2306">
                  <c:v>2.2999999999999998</c:v>
                </c:pt>
                <c:pt idx="2307">
                  <c:v>2.2999999999999998</c:v>
                </c:pt>
                <c:pt idx="2308">
                  <c:v>2.2999999999999998</c:v>
                </c:pt>
                <c:pt idx="2309">
                  <c:v>2.2999999999999998</c:v>
                </c:pt>
                <c:pt idx="2310">
                  <c:v>2.2999999999999998</c:v>
                </c:pt>
                <c:pt idx="2311">
                  <c:v>2.2999999999999998</c:v>
                </c:pt>
                <c:pt idx="2312">
                  <c:v>2.2999999999999998</c:v>
                </c:pt>
                <c:pt idx="2313">
                  <c:v>2.2999999999999998</c:v>
                </c:pt>
                <c:pt idx="2314">
                  <c:v>2.2999999999999998</c:v>
                </c:pt>
                <c:pt idx="2315">
                  <c:v>2.2999999999999998</c:v>
                </c:pt>
                <c:pt idx="2316">
                  <c:v>2.2999999999999998</c:v>
                </c:pt>
                <c:pt idx="2317">
                  <c:v>2.2999999999999998</c:v>
                </c:pt>
                <c:pt idx="2318">
                  <c:v>2.2999999999999998</c:v>
                </c:pt>
                <c:pt idx="2319">
                  <c:v>2.2999999999999998</c:v>
                </c:pt>
                <c:pt idx="2320">
                  <c:v>2.2999999999999998</c:v>
                </c:pt>
                <c:pt idx="2321">
                  <c:v>2.2999999999999998</c:v>
                </c:pt>
                <c:pt idx="2322">
                  <c:v>2.2999999999999998</c:v>
                </c:pt>
                <c:pt idx="2323">
                  <c:v>2.2999999999999998</c:v>
                </c:pt>
                <c:pt idx="2324">
                  <c:v>2.2999999999999998</c:v>
                </c:pt>
                <c:pt idx="2325">
                  <c:v>2.2999999999999998</c:v>
                </c:pt>
                <c:pt idx="2326">
                  <c:v>2.2999999999999998</c:v>
                </c:pt>
                <c:pt idx="2327">
                  <c:v>2.2999999999999998</c:v>
                </c:pt>
                <c:pt idx="2328">
                  <c:v>2.2999999999999998</c:v>
                </c:pt>
                <c:pt idx="2329">
                  <c:v>2.2999999999999998</c:v>
                </c:pt>
                <c:pt idx="2330">
                  <c:v>2.2999999999999998</c:v>
                </c:pt>
                <c:pt idx="2331">
                  <c:v>2.2999999999999998</c:v>
                </c:pt>
                <c:pt idx="2332">
                  <c:v>2.2999999999999998</c:v>
                </c:pt>
                <c:pt idx="2333">
                  <c:v>2.2999999999999998</c:v>
                </c:pt>
                <c:pt idx="2334">
                  <c:v>2.2999999999999998</c:v>
                </c:pt>
                <c:pt idx="2335">
                  <c:v>2.2999999999999998</c:v>
                </c:pt>
                <c:pt idx="2336">
                  <c:v>2.2999999999999998</c:v>
                </c:pt>
                <c:pt idx="2337">
                  <c:v>2.2999999999999998</c:v>
                </c:pt>
                <c:pt idx="2338">
                  <c:v>2.2999999999999998</c:v>
                </c:pt>
                <c:pt idx="2339">
                  <c:v>2.2999999999999998</c:v>
                </c:pt>
                <c:pt idx="2340">
                  <c:v>2.2999999999999998</c:v>
                </c:pt>
                <c:pt idx="2341">
                  <c:v>2.2999999999999998</c:v>
                </c:pt>
                <c:pt idx="2342">
                  <c:v>2.2999999999999998</c:v>
                </c:pt>
                <c:pt idx="2343">
                  <c:v>2.2999999999999998</c:v>
                </c:pt>
                <c:pt idx="2344">
                  <c:v>2.2999999999999998</c:v>
                </c:pt>
                <c:pt idx="2345">
                  <c:v>2.2999999999999998</c:v>
                </c:pt>
                <c:pt idx="2346">
                  <c:v>2.2999999999999998</c:v>
                </c:pt>
                <c:pt idx="2347">
                  <c:v>2.2999999999999998</c:v>
                </c:pt>
                <c:pt idx="2348">
                  <c:v>2.2999999999999998</c:v>
                </c:pt>
                <c:pt idx="2349">
                  <c:v>2.2999999999999998</c:v>
                </c:pt>
                <c:pt idx="2350">
                  <c:v>2.2999999999999998</c:v>
                </c:pt>
                <c:pt idx="2351">
                  <c:v>2.2999999999999998</c:v>
                </c:pt>
                <c:pt idx="2352">
                  <c:v>2.2999999999999998</c:v>
                </c:pt>
                <c:pt idx="2353">
                  <c:v>2.2999999999999998</c:v>
                </c:pt>
                <c:pt idx="2354">
                  <c:v>2.2999999999999998</c:v>
                </c:pt>
                <c:pt idx="2355">
                  <c:v>2.2999999999999998</c:v>
                </c:pt>
                <c:pt idx="2356">
                  <c:v>2.2999999999999998</c:v>
                </c:pt>
                <c:pt idx="2357">
                  <c:v>2.2999999999999998</c:v>
                </c:pt>
                <c:pt idx="2358">
                  <c:v>2.2999999999999998</c:v>
                </c:pt>
                <c:pt idx="2359">
                  <c:v>2.2999999999999998</c:v>
                </c:pt>
                <c:pt idx="2360">
                  <c:v>2.2999999999999998</c:v>
                </c:pt>
                <c:pt idx="2361">
                  <c:v>2.2999999999999998</c:v>
                </c:pt>
                <c:pt idx="2362">
                  <c:v>2.2999999999999998</c:v>
                </c:pt>
                <c:pt idx="2363">
                  <c:v>2.2999999999999998</c:v>
                </c:pt>
                <c:pt idx="2364">
                  <c:v>2.2999999999999998</c:v>
                </c:pt>
                <c:pt idx="2365">
                  <c:v>2.2999999999999998</c:v>
                </c:pt>
                <c:pt idx="2366">
                  <c:v>2.2999999999999998</c:v>
                </c:pt>
                <c:pt idx="2367">
                  <c:v>2.2999999999999998</c:v>
                </c:pt>
                <c:pt idx="2368">
                  <c:v>2.2999999999999998</c:v>
                </c:pt>
                <c:pt idx="2369">
                  <c:v>2.2999999999999998</c:v>
                </c:pt>
                <c:pt idx="2370">
                  <c:v>2.2999999999999998</c:v>
                </c:pt>
                <c:pt idx="2371">
                  <c:v>2.2999999999999998</c:v>
                </c:pt>
                <c:pt idx="2372">
                  <c:v>2.2999999999999998</c:v>
                </c:pt>
                <c:pt idx="2373">
                  <c:v>2.2999999999999998</c:v>
                </c:pt>
                <c:pt idx="2374">
                  <c:v>2.2999999999999998</c:v>
                </c:pt>
                <c:pt idx="2375">
                  <c:v>2.2999999999999998</c:v>
                </c:pt>
                <c:pt idx="2376">
                  <c:v>2.2999999999999998</c:v>
                </c:pt>
                <c:pt idx="2377">
                  <c:v>2.2999999999999998</c:v>
                </c:pt>
                <c:pt idx="2378">
                  <c:v>2.2999999999999998</c:v>
                </c:pt>
                <c:pt idx="2379">
                  <c:v>2.2999999999999998</c:v>
                </c:pt>
                <c:pt idx="2380">
                  <c:v>2.2999999999999998</c:v>
                </c:pt>
                <c:pt idx="2381">
                  <c:v>2.2999999999999998</c:v>
                </c:pt>
                <c:pt idx="2382">
                  <c:v>2.2999999999999998</c:v>
                </c:pt>
                <c:pt idx="2383">
                  <c:v>2.2999999999999998</c:v>
                </c:pt>
                <c:pt idx="2384">
                  <c:v>2.2999999999999998</c:v>
                </c:pt>
                <c:pt idx="2385">
                  <c:v>2.2999999999999998</c:v>
                </c:pt>
                <c:pt idx="2386">
                  <c:v>2.2999999999999998</c:v>
                </c:pt>
                <c:pt idx="2387">
                  <c:v>2.2999999999999998</c:v>
                </c:pt>
                <c:pt idx="2388">
                  <c:v>2.2999999999999998</c:v>
                </c:pt>
                <c:pt idx="2389">
                  <c:v>2.2999999999999998</c:v>
                </c:pt>
                <c:pt idx="2390">
                  <c:v>2.2999999999999998</c:v>
                </c:pt>
                <c:pt idx="2391">
                  <c:v>2.2999999999999998</c:v>
                </c:pt>
                <c:pt idx="2392">
                  <c:v>2.2999999999999998</c:v>
                </c:pt>
                <c:pt idx="2393">
                  <c:v>2.2999999999999998</c:v>
                </c:pt>
                <c:pt idx="2394">
                  <c:v>2.2999999999999998</c:v>
                </c:pt>
                <c:pt idx="2395">
                  <c:v>2.2999999999999998</c:v>
                </c:pt>
                <c:pt idx="2396">
                  <c:v>2.2999999999999998</c:v>
                </c:pt>
                <c:pt idx="2397">
                  <c:v>2.2999999999999998</c:v>
                </c:pt>
                <c:pt idx="2398">
                  <c:v>2.2999999999999998</c:v>
                </c:pt>
                <c:pt idx="2399">
                  <c:v>2.2999999999999998</c:v>
                </c:pt>
                <c:pt idx="2400">
                  <c:v>2.2999999999999998</c:v>
                </c:pt>
                <c:pt idx="2401">
                  <c:v>2.2999999999999998</c:v>
                </c:pt>
                <c:pt idx="2402">
                  <c:v>2.2999999999999998</c:v>
                </c:pt>
                <c:pt idx="2403">
                  <c:v>2.2999999999999998</c:v>
                </c:pt>
                <c:pt idx="2404">
                  <c:v>2.2999999999999998</c:v>
                </c:pt>
                <c:pt idx="2405">
                  <c:v>2.2999999999999998</c:v>
                </c:pt>
                <c:pt idx="2406">
                  <c:v>2.2999999999999998</c:v>
                </c:pt>
                <c:pt idx="2407">
                  <c:v>2.2999999999999998</c:v>
                </c:pt>
                <c:pt idx="2408">
                  <c:v>2.2999999999999998</c:v>
                </c:pt>
                <c:pt idx="2409">
                  <c:v>2.2999999999999998</c:v>
                </c:pt>
                <c:pt idx="2410">
                  <c:v>2.2999999999999998</c:v>
                </c:pt>
                <c:pt idx="2411">
                  <c:v>2.2999999999999998</c:v>
                </c:pt>
                <c:pt idx="2412">
                  <c:v>2.2999999999999998</c:v>
                </c:pt>
                <c:pt idx="2413">
                  <c:v>2.2999999999999998</c:v>
                </c:pt>
                <c:pt idx="2414">
                  <c:v>2.2999999999999998</c:v>
                </c:pt>
                <c:pt idx="2415">
                  <c:v>2.2999999999999998</c:v>
                </c:pt>
                <c:pt idx="2416">
                  <c:v>2.2999999999999998</c:v>
                </c:pt>
                <c:pt idx="2417">
                  <c:v>2.2999999999999998</c:v>
                </c:pt>
                <c:pt idx="2418">
                  <c:v>2.2999999999999998</c:v>
                </c:pt>
                <c:pt idx="2419">
                  <c:v>2.2999999999999998</c:v>
                </c:pt>
                <c:pt idx="2420">
                  <c:v>2.2999999999999998</c:v>
                </c:pt>
                <c:pt idx="2421">
                  <c:v>2.2999999999999998</c:v>
                </c:pt>
                <c:pt idx="2422">
                  <c:v>2.2999999999999998</c:v>
                </c:pt>
                <c:pt idx="2423">
                  <c:v>2.2999999999999998</c:v>
                </c:pt>
                <c:pt idx="2424">
                  <c:v>2.2999999999999998</c:v>
                </c:pt>
                <c:pt idx="2425">
                  <c:v>2.2999999999999998</c:v>
                </c:pt>
                <c:pt idx="2426">
                  <c:v>2.2999999999999998</c:v>
                </c:pt>
                <c:pt idx="2427">
                  <c:v>2.2999999999999998</c:v>
                </c:pt>
                <c:pt idx="2428">
                  <c:v>2.2999999999999998</c:v>
                </c:pt>
                <c:pt idx="2429">
                  <c:v>2.2999999999999998</c:v>
                </c:pt>
                <c:pt idx="2430">
                  <c:v>2.2999999999999998</c:v>
                </c:pt>
                <c:pt idx="2431">
                  <c:v>2.2999999999999998</c:v>
                </c:pt>
                <c:pt idx="2432">
                  <c:v>2.2999999999999998</c:v>
                </c:pt>
                <c:pt idx="2433">
                  <c:v>2.2999999999999998</c:v>
                </c:pt>
                <c:pt idx="2434">
                  <c:v>2.2999999999999998</c:v>
                </c:pt>
                <c:pt idx="2435">
                  <c:v>2.2999999999999998</c:v>
                </c:pt>
                <c:pt idx="2436">
                  <c:v>2.2999999999999998</c:v>
                </c:pt>
                <c:pt idx="2437">
                  <c:v>2.2999999999999998</c:v>
                </c:pt>
                <c:pt idx="2438">
                  <c:v>2.2999999999999998</c:v>
                </c:pt>
                <c:pt idx="2439">
                  <c:v>2.2999999999999998</c:v>
                </c:pt>
                <c:pt idx="2440">
                  <c:v>2.2999999999999998</c:v>
                </c:pt>
                <c:pt idx="2441">
                  <c:v>2.2999999999999998</c:v>
                </c:pt>
                <c:pt idx="2442">
                  <c:v>2.2999999999999998</c:v>
                </c:pt>
                <c:pt idx="2443">
                  <c:v>2.2999999999999998</c:v>
                </c:pt>
                <c:pt idx="2444">
                  <c:v>2.2999999999999998</c:v>
                </c:pt>
                <c:pt idx="2445">
                  <c:v>2.2999999999999998</c:v>
                </c:pt>
                <c:pt idx="2446">
                  <c:v>2.2999999999999998</c:v>
                </c:pt>
                <c:pt idx="2447">
                  <c:v>2.2999999999999998</c:v>
                </c:pt>
                <c:pt idx="2448">
                  <c:v>2.2999999999999998</c:v>
                </c:pt>
                <c:pt idx="2449">
                  <c:v>2.2999999999999998</c:v>
                </c:pt>
                <c:pt idx="2450">
                  <c:v>2.2999999999999998</c:v>
                </c:pt>
                <c:pt idx="2451">
                  <c:v>2.2999999999999998</c:v>
                </c:pt>
                <c:pt idx="2452">
                  <c:v>2.2999999999999998</c:v>
                </c:pt>
                <c:pt idx="2453">
                  <c:v>2.2999999999999998</c:v>
                </c:pt>
                <c:pt idx="2454">
                  <c:v>2.2999999999999998</c:v>
                </c:pt>
                <c:pt idx="2455">
                  <c:v>2.2999999999999998</c:v>
                </c:pt>
                <c:pt idx="2456">
                  <c:v>2.2999999999999998</c:v>
                </c:pt>
                <c:pt idx="2457">
                  <c:v>2.2999999999999998</c:v>
                </c:pt>
                <c:pt idx="2458">
                  <c:v>2.2999999999999998</c:v>
                </c:pt>
                <c:pt idx="2459">
                  <c:v>2.2999999999999998</c:v>
                </c:pt>
                <c:pt idx="2460">
                  <c:v>2.2999999999999998</c:v>
                </c:pt>
                <c:pt idx="2461">
                  <c:v>2.2999999999999998</c:v>
                </c:pt>
                <c:pt idx="2462">
                  <c:v>2.2999999999999998</c:v>
                </c:pt>
                <c:pt idx="2463">
                  <c:v>2.2999999999999998</c:v>
                </c:pt>
                <c:pt idx="2464">
                  <c:v>2.2999999999999998</c:v>
                </c:pt>
                <c:pt idx="2465">
                  <c:v>2.2999999999999998</c:v>
                </c:pt>
                <c:pt idx="2466">
                  <c:v>2.2999999999999998</c:v>
                </c:pt>
                <c:pt idx="2467">
                  <c:v>2.2999999999999998</c:v>
                </c:pt>
                <c:pt idx="2468">
                  <c:v>2.2999999999999998</c:v>
                </c:pt>
                <c:pt idx="2469">
                  <c:v>2.2999999999999998</c:v>
                </c:pt>
                <c:pt idx="2470">
                  <c:v>2.2999999999999998</c:v>
                </c:pt>
                <c:pt idx="2471">
                  <c:v>2.2999999999999998</c:v>
                </c:pt>
                <c:pt idx="2472">
                  <c:v>2.2999999999999998</c:v>
                </c:pt>
                <c:pt idx="2473">
                  <c:v>2.2999999999999998</c:v>
                </c:pt>
                <c:pt idx="2474">
                  <c:v>2.2999999999999998</c:v>
                </c:pt>
                <c:pt idx="2475">
                  <c:v>2.2999999999999998</c:v>
                </c:pt>
                <c:pt idx="2476">
                  <c:v>2.2999999999999998</c:v>
                </c:pt>
                <c:pt idx="2477">
                  <c:v>2.2999999999999998</c:v>
                </c:pt>
                <c:pt idx="2478">
                  <c:v>2.2999999999999998</c:v>
                </c:pt>
                <c:pt idx="2479">
                  <c:v>2.2999999999999998</c:v>
                </c:pt>
                <c:pt idx="2480">
                  <c:v>2.2999999999999998</c:v>
                </c:pt>
                <c:pt idx="2481">
                  <c:v>2.2999999999999998</c:v>
                </c:pt>
                <c:pt idx="2482">
                  <c:v>2.2999999999999998</c:v>
                </c:pt>
                <c:pt idx="2483">
                  <c:v>2.2999999999999998</c:v>
                </c:pt>
                <c:pt idx="2484">
                  <c:v>2.2999999999999998</c:v>
                </c:pt>
                <c:pt idx="2485">
                  <c:v>2.2999999999999998</c:v>
                </c:pt>
                <c:pt idx="2486">
                  <c:v>2.2999999999999998</c:v>
                </c:pt>
                <c:pt idx="2487">
                  <c:v>2.2999999999999998</c:v>
                </c:pt>
                <c:pt idx="2488">
                  <c:v>2.2999999999999998</c:v>
                </c:pt>
                <c:pt idx="2489">
                  <c:v>2.2999999999999998</c:v>
                </c:pt>
                <c:pt idx="2490">
                  <c:v>2.2999999999999998</c:v>
                </c:pt>
                <c:pt idx="2491">
                  <c:v>2.2999999999999998</c:v>
                </c:pt>
                <c:pt idx="2492">
                  <c:v>2.2999999999999998</c:v>
                </c:pt>
                <c:pt idx="2493">
                  <c:v>2.2999999999999998</c:v>
                </c:pt>
                <c:pt idx="2494">
                  <c:v>2.2999999999999998</c:v>
                </c:pt>
                <c:pt idx="2495">
                  <c:v>2.2999999999999998</c:v>
                </c:pt>
                <c:pt idx="2496">
                  <c:v>2.2999999999999998</c:v>
                </c:pt>
                <c:pt idx="2497">
                  <c:v>2.2999999999999998</c:v>
                </c:pt>
                <c:pt idx="2498">
                  <c:v>2.2999999999999998</c:v>
                </c:pt>
                <c:pt idx="2499">
                  <c:v>2.2999999999999998</c:v>
                </c:pt>
                <c:pt idx="2500">
                  <c:v>2.2999999999999998</c:v>
                </c:pt>
                <c:pt idx="2501">
                  <c:v>2.2999999999999998</c:v>
                </c:pt>
                <c:pt idx="2502">
                  <c:v>2.2999999999999998</c:v>
                </c:pt>
                <c:pt idx="2503">
                  <c:v>2.2999999999999998</c:v>
                </c:pt>
                <c:pt idx="2504">
                  <c:v>2.2999999999999998</c:v>
                </c:pt>
                <c:pt idx="2505">
                  <c:v>2.2999999999999998</c:v>
                </c:pt>
                <c:pt idx="2506">
                  <c:v>2.2999999999999998</c:v>
                </c:pt>
                <c:pt idx="2507">
                  <c:v>2.2999999999999998</c:v>
                </c:pt>
                <c:pt idx="2508">
                  <c:v>2.2999999999999998</c:v>
                </c:pt>
                <c:pt idx="2509">
                  <c:v>2.2999999999999998</c:v>
                </c:pt>
                <c:pt idx="2510">
                  <c:v>2.2999999999999998</c:v>
                </c:pt>
                <c:pt idx="2511">
                  <c:v>2.2999999999999998</c:v>
                </c:pt>
                <c:pt idx="2512">
                  <c:v>2.2999999999999998</c:v>
                </c:pt>
                <c:pt idx="2513">
                  <c:v>2.2999999999999998</c:v>
                </c:pt>
                <c:pt idx="2514">
                  <c:v>2.2999999999999998</c:v>
                </c:pt>
                <c:pt idx="2515">
                  <c:v>2.2999999999999998</c:v>
                </c:pt>
                <c:pt idx="2516">
                  <c:v>2.2999999999999998</c:v>
                </c:pt>
                <c:pt idx="2517">
                  <c:v>2.2999999999999998</c:v>
                </c:pt>
                <c:pt idx="2518">
                  <c:v>2.2999999999999998</c:v>
                </c:pt>
                <c:pt idx="2519">
                  <c:v>2.2999999999999998</c:v>
                </c:pt>
                <c:pt idx="2520">
                  <c:v>2.2999999999999998</c:v>
                </c:pt>
                <c:pt idx="2521">
                  <c:v>2.2999999999999998</c:v>
                </c:pt>
                <c:pt idx="2522">
                  <c:v>2.2999999999999998</c:v>
                </c:pt>
                <c:pt idx="2523">
                  <c:v>2.2999999999999998</c:v>
                </c:pt>
                <c:pt idx="2524">
                  <c:v>2.2999999999999998</c:v>
                </c:pt>
                <c:pt idx="2525">
                  <c:v>2.2999999999999998</c:v>
                </c:pt>
                <c:pt idx="2526">
                  <c:v>2.2999999999999998</c:v>
                </c:pt>
                <c:pt idx="2527">
                  <c:v>2.2999999999999998</c:v>
                </c:pt>
                <c:pt idx="2528">
                  <c:v>2.2999999999999998</c:v>
                </c:pt>
                <c:pt idx="2529">
                  <c:v>2.2999999999999998</c:v>
                </c:pt>
                <c:pt idx="2530">
                  <c:v>2.2999999999999998</c:v>
                </c:pt>
                <c:pt idx="2531">
                  <c:v>2.2999999999999998</c:v>
                </c:pt>
                <c:pt idx="2532">
                  <c:v>2.2999999999999998</c:v>
                </c:pt>
                <c:pt idx="2533">
                  <c:v>2.2999999999999998</c:v>
                </c:pt>
                <c:pt idx="2534">
                  <c:v>2.2999999999999998</c:v>
                </c:pt>
                <c:pt idx="2535">
                  <c:v>2.2999999999999998</c:v>
                </c:pt>
                <c:pt idx="2536">
                  <c:v>2.2999999999999998</c:v>
                </c:pt>
                <c:pt idx="2537">
                  <c:v>2.2999999999999998</c:v>
                </c:pt>
                <c:pt idx="2538">
                  <c:v>2.2999999999999998</c:v>
                </c:pt>
                <c:pt idx="2539">
                  <c:v>2.2999999999999998</c:v>
                </c:pt>
                <c:pt idx="2540">
                  <c:v>2.2999999999999998</c:v>
                </c:pt>
                <c:pt idx="2541">
                  <c:v>2.2999999999999998</c:v>
                </c:pt>
                <c:pt idx="2542">
                  <c:v>2.2999999999999998</c:v>
                </c:pt>
                <c:pt idx="2543">
                  <c:v>2.2999999999999998</c:v>
                </c:pt>
                <c:pt idx="2544">
                  <c:v>2.2999999999999998</c:v>
                </c:pt>
                <c:pt idx="2545">
                  <c:v>2.2999999999999998</c:v>
                </c:pt>
                <c:pt idx="2546">
                  <c:v>2.2999999999999998</c:v>
                </c:pt>
                <c:pt idx="2547">
                  <c:v>2.2999999999999998</c:v>
                </c:pt>
                <c:pt idx="2548">
                  <c:v>2.2999999999999998</c:v>
                </c:pt>
                <c:pt idx="2549">
                  <c:v>2.2999999999999998</c:v>
                </c:pt>
                <c:pt idx="2550">
                  <c:v>2.2999999999999998</c:v>
                </c:pt>
                <c:pt idx="2551">
                  <c:v>2.2999999999999998</c:v>
                </c:pt>
                <c:pt idx="2552">
                  <c:v>2.2999999999999998</c:v>
                </c:pt>
                <c:pt idx="2553">
                  <c:v>2.2999999999999998</c:v>
                </c:pt>
                <c:pt idx="2554">
                  <c:v>2.2999999999999998</c:v>
                </c:pt>
                <c:pt idx="2555">
                  <c:v>2.2999999999999998</c:v>
                </c:pt>
                <c:pt idx="2556">
                  <c:v>2.2999999999999998</c:v>
                </c:pt>
                <c:pt idx="2557">
                  <c:v>2.2999999999999998</c:v>
                </c:pt>
                <c:pt idx="2558">
                  <c:v>2.2999999999999998</c:v>
                </c:pt>
                <c:pt idx="2559">
                  <c:v>2.2999999999999998</c:v>
                </c:pt>
                <c:pt idx="2560">
                  <c:v>2.2999999999999998</c:v>
                </c:pt>
                <c:pt idx="2561">
                  <c:v>2.2999999999999998</c:v>
                </c:pt>
                <c:pt idx="2562">
                  <c:v>2.2999999999999998</c:v>
                </c:pt>
                <c:pt idx="2563">
                  <c:v>2.2999999999999998</c:v>
                </c:pt>
                <c:pt idx="2564">
                  <c:v>2.2999999999999998</c:v>
                </c:pt>
                <c:pt idx="2565">
                  <c:v>2.2999999999999998</c:v>
                </c:pt>
                <c:pt idx="2566">
                  <c:v>2.2999999999999998</c:v>
                </c:pt>
                <c:pt idx="2567">
                  <c:v>2.2999999999999998</c:v>
                </c:pt>
                <c:pt idx="2568">
                  <c:v>2.2999999999999998</c:v>
                </c:pt>
                <c:pt idx="2569">
                  <c:v>2.2999999999999998</c:v>
                </c:pt>
                <c:pt idx="2570">
                  <c:v>2.2999999999999998</c:v>
                </c:pt>
                <c:pt idx="2571">
                  <c:v>2.2999999999999998</c:v>
                </c:pt>
                <c:pt idx="2572">
                  <c:v>2.2999999999999998</c:v>
                </c:pt>
                <c:pt idx="2573">
                  <c:v>2.2999999999999998</c:v>
                </c:pt>
                <c:pt idx="2574">
                  <c:v>2.2999999999999998</c:v>
                </c:pt>
                <c:pt idx="2575">
                  <c:v>2.2999999999999998</c:v>
                </c:pt>
                <c:pt idx="2576">
                  <c:v>2.2999999999999998</c:v>
                </c:pt>
                <c:pt idx="2577">
                  <c:v>2.2999999999999998</c:v>
                </c:pt>
                <c:pt idx="2578">
                  <c:v>2.2999999999999998</c:v>
                </c:pt>
                <c:pt idx="2579">
                  <c:v>2.2999999999999998</c:v>
                </c:pt>
                <c:pt idx="2580">
                  <c:v>2.2999999999999998</c:v>
                </c:pt>
                <c:pt idx="2581">
                  <c:v>2.2999999999999998</c:v>
                </c:pt>
                <c:pt idx="2582">
                  <c:v>2.2999999999999998</c:v>
                </c:pt>
                <c:pt idx="2583">
                  <c:v>2.2999999999999998</c:v>
                </c:pt>
                <c:pt idx="2584">
                  <c:v>2.2999999999999998</c:v>
                </c:pt>
                <c:pt idx="2585">
                  <c:v>2.2999999999999998</c:v>
                </c:pt>
                <c:pt idx="2586">
                  <c:v>2.2999999999999998</c:v>
                </c:pt>
                <c:pt idx="2587">
                  <c:v>2.2999999999999998</c:v>
                </c:pt>
                <c:pt idx="2588">
                  <c:v>2.2999999999999998</c:v>
                </c:pt>
                <c:pt idx="2589">
                  <c:v>2.2999999999999998</c:v>
                </c:pt>
                <c:pt idx="2590">
                  <c:v>2.2999999999999998</c:v>
                </c:pt>
                <c:pt idx="2591">
                  <c:v>2.2999999999999998</c:v>
                </c:pt>
                <c:pt idx="2592">
                  <c:v>2.2999999999999998</c:v>
                </c:pt>
                <c:pt idx="2593">
                  <c:v>2.2999999999999998</c:v>
                </c:pt>
                <c:pt idx="2594">
                  <c:v>2.2999999999999998</c:v>
                </c:pt>
                <c:pt idx="2595">
                  <c:v>2.2999999999999998</c:v>
                </c:pt>
                <c:pt idx="2596">
                  <c:v>2.2999999999999998</c:v>
                </c:pt>
                <c:pt idx="2597">
                  <c:v>2.2999999999999998</c:v>
                </c:pt>
                <c:pt idx="2598">
                  <c:v>2.2999999999999998</c:v>
                </c:pt>
                <c:pt idx="2599">
                  <c:v>2.2999999999999998</c:v>
                </c:pt>
                <c:pt idx="2600">
                  <c:v>2.2999999999999998</c:v>
                </c:pt>
                <c:pt idx="2601">
                  <c:v>2.2999999999999998</c:v>
                </c:pt>
                <c:pt idx="2602">
                  <c:v>2.2999999999999998</c:v>
                </c:pt>
                <c:pt idx="2603">
                  <c:v>2.2999999999999998</c:v>
                </c:pt>
                <c:pt idx="2604">
                  <c:v>2.2999999999999998</c:v>
                </c:pt>
                <c:pt idx="2605">
                  <c:v>2.2999999999999998</c:v>
                </c:pt>
                <c:pt idx="2606">
                  <c:v>2.2999999999999998</c:v>
                </c:pt>
                <c:pt idx="2607">
                  <c:v>2.2999999999999998</c:v>
                </c:pt>
                <c:pt idx="2608">
                  <c:v>2.2999999999999998</c:v>
                </c:pt>
                <c:pt idx="2609">
                  <c:v>2.2999999999999998</c:v>
                </c:pt>
                <c:pt idx="2610">
                  <c:v>2.2999999999999998</c:v>
                </c:pt>
                <c:pt idx="2611">
                  <c:v>2.2999999999999998</c:v>
                </c:pt>
                <c:pt idx="2612">
                  <c:v>2.2999999999999998</c:v>
                </c:pt>
                <c:pt idx="2613">
                  <c:v>2.2999999999999998</c:v>
                </c:pt>
                <c:pt idx="2614">
                  <c:v>2.2999999999999998</c:v>
                </c:pt>
                <c:pt idx="2615">
                  <c:v>2.2999999999999998</c:v>
                </c:pt>
                <c:pt idx="2616">
                  <c:v>2.2999999999999998</c:v>
                </c:pt>
                <c:pt idx="2617">
                  <c:v>2.2999999999999998</c:v>
                </c:pt>
                <c:pt idx="2618">
                  <c:v>2.2999999999999998</c:v>
                </c:pt>
                <c:pt idx="2619">
                  <c:v>2.2999999999999998</c:v>
                </c:pt>
                <c:pt idx="2620">
                  <c:v>2.2999999999999998</c:v>
                </c:pt>
                <c:pt idx="2621">
                  <c:v>2.2999999999999998</c:v>
                </c:pt>
                <c:pt idx="2622">
                  <c:v>2.2999999999999998</c:v>
                </c:pt>
                <c:pt idx="2623">
                  <c:v>2.2999999999999998</c:v>
                </c:pt>
                <c:pt idx="2624">
                  <c:v>2.2999999999999998</c:v>
                </c:pt>
                <c:pt idx="2625">
                  <c:v>2.2999999999999998</c:v>
                </c:pt>
                <c:pt idx="2626">
                  <c:v>2.2999999999999998</c:v>
                </c:pt>
                <c:pt idx="2627">
                  <c:v>2.2999999999999998</c:v>
                </c:pt>
                <c:pt idx="2628">
                  <c:v>2.2999999999999998</c:v>
                </c:pt>
                <c:pt idx="2629">
                  <c:v>2.2999999999999998</c:v>
                </c:pt>
                <c:pt idx="2630">
                  <c:v>2.2999999999999998</c:v>
                </c:pt>
                <c:pt idx="2631">
                  <c:v>2.2999999999999998</c:v>
                </c:pt>
                <c:pt idx="2632">
                  <c:v>2.2999999999999998</c:v>
                </c:pt>
                <c:pt idx="2633">
                  <c:v>2.2999999999999998</c:v>
                </c:pt>
                <c:pt idx="2634">
                  <c:v>2.2999999999999998</c:v>
                </c:pt>
                <c:pt idx="2635">
                  <c:v>2.2999999999999998</c:v>
                </c:pt>
                <c:pt idx="2636">
                  <c:v>2.2999999999999998</c:v>
                </c:pt>
                <c:pt idx="2637">
                  <c:v>2.2999999999999998</c:v>
                </c:pt>
                <c:pt idx="2638">
                  <c:v>2.2999999999999998</c:v>
                </c:pt>
                <c:pt idx="2639">
                  <c:v>2.2999999999999998</c:v>
                </c:pt>
                <c:pt idx="2640">
                  <c:v>2.2999999999999998</c:v>
                </c:pt>
                <c:pt idx="2641">
                  <c:v>2.2999999999999998</c:v>
                </c:pt>
                <c:pt idx="2642">
                  <c:v>2.2999999999999998</c:v>
                </c:pt>
                <c:pt idx="2643">
                  <c:v>2.2999999999999998</c:v>
                </c:pt>
                <c:pt idx="2644">
                  <c:v>2.2999999999999998</c:v>
                </c:pt>
                <c:pt idx="2645">
                  <c:v>2.2999999999999998</c:v>
                </c:pt>
                <c:pt idx="2646">
                  <c:v>2.2999999999999998</c:v>
                </c:pt>
                <c:pt idx="2647">
                  <c:v>2.2999999999999998</c:v>
                </c:pt>
                <c:pt idx="2648">
                  <c:v>2.2999999999999998</c:v>
                </c:pt>
                <c:pt idx="2649">
                  <c:v>2.2999999999999998</c:v>
                </c:pt>
                <c:pt idx="2650">
                  <c:v>2.2999999999999998</c:v>
                </c:pt>
                <c:pt idx="2651">
                  <c:v>2.2999999999999998</c:v>
                </c:pt>
                <c:pt idx="2652">
                  <c:v>2.2999999999999998</c:v>
                </c:pt>
                <c:pt idx="2653">
                  <c:v>2.2999999999999998</c:v>
                </c:pt>
                <c:pt idx="2654">
                  <c:v>2.2999999999999998</c:v>
                </c:pt>
                <c:pt idx="2655">
                  <c:v>2.2999999999999998</c:v>
                </c:pt>
                <c:pt idx="2656">
                  <c:v>2.2999999999999998</c:v>
                </c:pt>
                <c:pt idx="2657">
                  <c:v>2.2999999999999998</c:v>
                </c:pt>
                <c:pt idx="2658">
                  <c:v>2.2999999999999998</c:v>
                </c:pt>
                <c:pt idx="2659">
                  <c:v>2.2999999999999998</c:v>
                </c:pt>
                <c:pt idx="2660">
                  <c:v>2.2999999999999998</c:v>
                </c:pt>
                <c:pt idx="2661">
                  <c:v>2.2999999999999998</c:v>
                </c:pt>
                <c:pt idx="2662">
                  <c:v>2.2999999999999998</c:v>
                </c:pt>
                <c:pt idx="2663">
                  <c:v>2.2999999999999998</c:v>
                </c:pt>
                <c:pt idx="2664">
                  <c:v>2.2999999999999998</c:v>
                </c:pt>
                <c:pt idx="2665">
                  <c:v>2.2999999999999998</c:v>
                </c:pt>
                <c:pt idx="2666">
                  <c:v>2.2999999999999998</c:v>
                </c:pt>
                <c:pt idx="2667">
                  <c:v>2.2999999999999998</c:v>
                </c:pt>
                <c:pt idx="2668">
                  <c:v>2.2999999999999998</c:v>
                </c:pt>
                <c:pt idx="2669">
                  <c:v>2.2999999999999998</c:v>
                </c:pt>
                <c:pt idx="2670">
                  <c:v>2.2999999999999998</c:v>
                </c:pt>
                <c:pt idx="2671">
                  <c:v>2.2999999999999998</c:v>
                </c:pt>
                <c:pt idx="2672">
                  <c:v>2.2999999999999998</c:v>
                </c:pt>
                <c:pt idx="2673">
                  <c:v>2.2999999999999998</c:v>
                </c:pt>
                <c:pt idx="2674">
                  <c:v>2.2999999999999998</c:v>
                </c:pt>
                <c:pt idx="2675">
                  <c:v>2.2999999999999998</c:v>
                </c:pt>
                <c:pt idx="2676">
                  <c:v>2.2999999999999998</c:v>
                </c:pt>
                <c:pt idx="2677">
                  <c:v>2.2999999999999998</c:v>
                </c:pt>
                <c:pt idx="2678">
                  <c:v>2.2999999999999998</c:v>
                </c:pt>
                <c:pt idx="2679">
                  <c:v>2.2999999999999998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278080"/>
        <c:axId val="37279616"/>
      </c:lineChart>
      <c:dateAx>
        <c:axId val="37278080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30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79616"/>
        <c:crosses val="autoZero"/>
        <c:auto val="1"/>
        <c:lblOffset val="100"/>
        <c:baseTimeUnit val="days"/>
        <c:majorUnit val="150"/>
        <c:majorTimeUnit val="days"/>
      </c:dateAx>
      <c:valAx>
        <c:axId val="37279616"/>
        <c:scaling>
          <c:orientation val="minMax"/>
        </c:scaling>
        <c:delete val="0"/>
        <c:axPos val="l"/>
        <c:numFmt formatCode="#,##0.0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278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Sheet1!$B$5</c:f>
              <c:strCache>
                <c:ptCount val="1"/>
                <c:pt idx="0">
                  <c:v>5 Yr TIPS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Sheet1!$A$7:$A$2870</c:f>
              <c:numCache>
                <c:formatCode>m/d/yyyy</c:formatCode>
                <c:ptCount val="2864"/>
                <c:pt idx="0">
                  <c:v>42114</c:v>
                </c:pt>
                <c:pt idx="1">
                  <c:v>42111</c:v>
                </c:pt>
                <c:pt idx="2">
                  <c:v>42110</c:v>
                </c:pt>
                <c:pt idx="3">
                  <c:v>42109</c:v>
                </c:pt>
                <c:pt idx="4">
                  <c:v>42108</c:v>
                </c:pt>
                <c:pt idx="5">
                  <c:v>42107</c:v>
                </c:pt>
                <c:pt idx="6">
                  <c:v>42104</c:v>
                </c:pt>
                <c:pt idx="7">
                  <c:v>42103</c:v>
                </c:pt>
                <c:pt idx="8">
                  <c:v>42102</c:v>
                </c:pt>
                <c:pt idx="9">
                  <c:v>42101</c:v>
                </c:pt>
                <c:pt idx="10">
                  <c:v>42100</c:v>
                </c:pt>
                <c:pt idx="11">
                  <c:v>42097</c:v>
                </c:pt>
                <c:pt idx="12">
                  <c:v>42096</c:v>
                </c:pt>
                <c:pt idx="13">
                  <c:v>42095</c:v>
                </c:pt>
                <c:pt idx="14">
                  <c:v>42094</c:v>
                </c:pt>
                <c:pt idx="15">
                  <c:v>42093</c:v>
                </c:pt>
                <c:pt idx="16">
                  <c:v>42090</c:v>
                </c:pt>
                <c:pt idx="17">
                  <c:v>42089</c:v>
                </c:pt>
                <c:pt idx="18">
                  <c:v>42088</c:v>
                </c:pt>
                <c:pt idx="19">
                  <c:v>42087</c:v>
                </c:pt>
                <c:pt idx="20">
                  <c:v>42086</c:v>
                </c:pt>
                <c:pt idx="21">
                  <c:v>42083</c:v>
                </c:pt>
                <c:pt idx="22">
                  <c:v>42082</c:v>
                </c:pt>
                <c:pt idx="23">
                  <c:v>42081</c:v>
                </c:pt>
                <c:pt idx="24">
                  <c:v>42080</c:v>
                </c:pt>
                <c:pt idx="25">
                  <c:v>42079</c:v>
                </c:pt>
                <c:pt idx="26">
                  <c:v>42076</c:v>
                </c:pt>
                <c:pt idx="27">
                  <c:v>42075</c:v>
                </c:pt>
                <c:pt idx="28">
                  <c:v>42074</c:v>
                </c:pt>
                <c:pt idx="29">
                  <c:v>42073</c:v>
                </c:pt>
                <c:pt idx="30">
                  <c:v>42072</c:v>
                </c:pt>
                <c:pt idx="31">
                  <c:v>42069</c:v>
                </c:pt>
                <c:pt idx="32">
                  <c:v>42068</c:v>
                </c:pt>
                <c:pt idx="33">
                  <c:v>42067</c:v>
                </c:pt>
                <c:pt idx="34">
                  <c:v>42066</c:v>
                </c:pt>
                <c:pt idx="35">
                  <c:v>42065</c:v>
                </c:pt>
                <c:pt idx="36">
                  <c:v>42062</c:v>
                </c:pt>
                <c:pt idx="37">
                  <c:v>42061</c:v>
                </c:pt>
                <c:pt idx="38">
                  <c:v>42060</c:v>
                </c:pt>
                <c:pt idx="39">
                  <c:v>42059</c:v>
                </c:pt>
                <c:pt idx="40">
                  <c:v>42058</c:v>
                </c:pt>
                <c:pt idx="41">
                  <c:v>42055</c:v>
                </c:pt>
                <c:pt idx="42">
                  <c:v>42054</c:v>
                </c:pt>
                <c:pt idx="43">
                  <c:v>42053</c:v>
                </c:pt>
                <c:pt idx="44">
                  <c:v>42052</c:v>
                </c:pt>
                <c:pt idx="45">
                  <c:v>42051</c:v>
                </c:pt>
                <c:pt idx="46">
                  <c:v>42048</c:v>
                </c:pt>
                <c:pt idx="47">
                  <c:v>42047</c:v>
                </c:pt>
                <c:pt idx="48">
                  <c:v>42046</c:v>
                </c:pt>
                <c:pt idx="49">
                  <c:v>42045</c:v>
                </c:pt>
                <c:pt idx="50">
                  <c:v>42044</c:v>
                </c:pt>
                <c:pt idx="51">
                  <c:v>42041</c:v>
                </c:pt>
                <c:pt idx="52">
                  <c:v>42040</c:v>
                </c:pt>
                <c:pt idx="53">
                  <c:v>42039</c:v>
                </c:pt>
                <c:pt idx="54">
                  <c:v>42038</c:v>
                </c:pt>
                <c:pt idx="55">
                  <c:v>42037</c:v>
                </c:pt>
                <c:pt idx="56">
                  <c:v>42034</c:v>
                </c:pt>
                <c:pt idx="57">
                  <c:v>42033</c:v>
                </c:pt>
                <c:pt idx="58">
                  <c:v>42032</c:v>
                </c:pt>
                <c:pt idx="59">
                  <c:v>42031</c:v>
                </c:pt>
                <c:pt idx="60">
                  <c:v>42030</c:v>
                </c:pt>
                <c:pt idx="61">
                  <c:v>42027</c:v>
                </c:pt>
                <c:pt idx="62">
                  <c:v>42026</c:v>
                </c:pt>
                <c:pt idx="63">
                  <c:v>42025</c:v>
                </c:pt>
                <c:pt idx="64">
                  <c:v>42024</c:v>
                </c:pt>
                <c:pt idx="65">
                  <c:v>42023</c:v>
                </c:pt>
                <c:pt idx="66">
                  <c:v>42020</c:v>
                </c:pt>
                <c:pt idx="67">
                  <c:v>42019</c:v>
                </c:pt>
                <c:pt idx="68">
                  <c:v>42018</c:v>
                </c:pt>
                <c:pt idx="69">
                  <c:v>42017</c:v>
                </c:pt>
                <c:pt idx="70">
                  <c:v>42016</c:v>
                </c:pt>
                <c:pt idx="71">
                  <c:v>42013</c:v>
                </c:pt>
                <c:pt idx="72">
                  <c:v>42012</c:v>
                </c:pt>
                <c:pt idx="73">
                  <c:v>42011</c:v>
                </c:pt>
                <c:pt idx="74">
                  <c:v>42010</c:v>
                </c:pt>
                <c:pt idx="75">
                  <c:v>42009</c:v>
                </c:pt>
                <c:pt idx="76">
                  <c:v>42006</c:v>
                </c:pt>
                <c:pt idx="77">
                  <c:v>42005</c:v>
                </c:pt>
                <c:pt idx="78">
                  <c:v>42004</c:v>
                </c:pt>
                <c:pt idx="79">
                  <c:v>42003</c:v>
                </c:pt>
                <c:pt idx="80">
                  <c:v>42002</c:v>
                </c:pt>
                <c:pt idx="81">
                  <c:v>41999</c:v>
                </c:pt>
                <c:pt idx="82">
                  <c:v>41998</c:v>
                </c:pt>
                <c:pt idx="83">
                  <c:v>41997</c:v>
                </c:pt>
                <c:pt idx="84">
                  <c:v>41996</c:v>
                </c:pt>
                <c:pt idx="85">
                  <c:v>41995</c:v>
                </c:pt>
                <c:pt idx="86">
                  <c:v>41992</c:v>
                </c:pt>
                <c:pt idx="87">
                  <c:v>41991</c:v>
                </c:pt>
                <c:pt idx="88">
                  <c:v>41990</c:v>
                </c:pt>
                <c:pt idx="89">
                  <c:v>41989</c:v>
                </c:pt>
                <c:pt idx="90">
                  <c:v>41988</c:v>
                </c:pt>
                <c:pt idx="91">
                  <c:v>41985</c:v>
                </c:pt>
                <c:pt idx="92">
                  <c:v>41984</c:v>
                </c:pt>
                <c:pt idx="93">
                  <c:v>41983</c:v>
                </c:pt>
                <c:pt idx="94">
                  <c:v>41982</c:v>
                </c:pt>
                <c:pt idx="95">
                  <c:v>41981</c:v>
                </c:pt>
                <c:pt idx="96">
                  <c:v>41978</c:v>
                </c:pt>
                <c:pt idx="97">
                  <c:v>41977</c:v>
                </c:pt>
                <c:pt idx="98">
                  <c:v>41976</c:v>
                </c:pt>
                <c:pt idx="99">
                  <c:v>41975</c:v>
                </c:pt>
                <c:pt idx="100">
                  <c:v>41974</c:v>
                </c:pt>
                <c:pt idx="101">
                  <c:v>41971</c:v>
                </c:pt>
                <c:pt idx="102">
                  <c:v>41970</c:v>
                </c:pt>
                <c:pt idx="103">
                  <c:v>41969</c:v>
                </c:pt>
                <c:pt idx="104">
                  <c:v>41968</c:v>
                </c:pt>
                <c:pt idx="105">
                  <c:v>41967</c:v>
                </c:pt>
                <c:pt idx="106">
                  <c:v>41964</c:v>
                </c:pt>
                <c:pt idx="107">
                  <c:v>41963</c:v>
                </c:pt>
                <c:pt idx="108">
                  <c:v>41962</c:v>
                </c:pt>
                <c:pt idx="109">
                  <c:v>41961</c:v>
                </c:pt>
                <c:pt idx="110">
                  <c:v>41960</c:v>
                </c:pt>
                <c:pt idx="111">
                  <c:v>41957</c:v>
                </c:pt>
                <c:pt idx="112">
                  <c:v>41956</c:v>
                </c:pt>
                <c:pt idx="113">
                  <c:v>41955</c:v>
                </c:pt>
                <c:pt idx="114">
                  <c:v>41954</c:v>
                </c:pt>
                <c:pt idx="115">
                  <c:v>41953</c:v>
                </c:pt>
                <c:pt idx="116">
                  <c:v>41950</c:v>
                </c:pt>
                <c:pt idx="117">
                  <c:v>41949</c:v>
                </c:pt>
                <c:pt idx="118">
                  <c:v>41948</c:v>
                </c:pt>
                <c:pt idx="119">
                  <c:v>41947</c:v>
                </c:pt>
                <c:pt idx="120">
                  <c:v>41946</c:v>
                </c:pt>
                <c:pt idx="121">
                  <c:v>41943</c:v>
                </c:pt>
                <c:pt idx="122">
                  <c:v>41942</c:v>
                </c:pt>
                <c:pt idx="123">
                  <c:v>41941</c:v>
                </c:pt>
                <c:pt idx="124">
                  <c:v>41940</c:v>
                </c:pt>
                <c:pt idx="125">
                  <c:v>41939</c:v>
                </c:pt>
                <c:pt idx="126">
                  <c:v>41936</c:v>
                </c:pt>
                <c:pt idx="127">
                  <c:v>41935</c:v>
                </c:pt>
                <c:pt idx="128">
                  <c:v>41934</c:v>
                </c:pt>
                <c:pt idx="129">
                  <c:v>41933</c:v>
                </c:pt>
                <c:pt idx="130">
                  <c:v>41932</c:v>
                </c:pt>
                <c:pt idx="131">
                  <c:v>41929</c:v>
                </c:pt>
                <c:pt idx="132">
                  <c:v>41928</c:v>
                </c:pt>
                <c:pt idx="133">
                  <c:v>41927</c:v>
                </c:pt>
                <c:pt idx="134">
                  <c:v>41926</c:v>
                </c:pt>
                <c:pt idx="135">
                  <c:v>41925</c:v>
                </c:pt>
                <c:pt idx="136">
                  <c:v>41922</c:v>
                </c:pt>
                <c:pt idx="137">
                  <c:v>41921</c:v>
                </c:pt>
                <c:pt idx="138">
                  <c:v>41920</c:v>
                </c:pt>
                <c:pt idx="139">
                  <c:v>41919</c:v>
                </c:pt>
                <c:pt idx="140">
                  <c:v>41918</c:v>
                </c:pt>
                <c:pt idx="141">
                  <c:v>41915</c:v>
                </c:pt>
                <c:pt idx="142">
                  <c:v>41914</c:v>
                </c:pt>
                <c:pt idx="143">
                  <c:v>41913</c:v>
                </c:pt>
                <c:pt idx="144">
                  <c:v>41912</c:v>
                </c:pt>
                <c:pt idx="145">
                  <c:v>41911</c:v>
                </c:pt>
                <c:pt idx="146">
                  <c:v>41908</c:v>
                </c:pt>
                <c:pt idx="147">
                  <c:v>41907</c:v>
                </c:pt>
                <c:pt idx="148">
                  <c:v>41906</c:v>
                </c:pt>
                <c:pt idx="149">
                  <c:v>41905</c:v>
                </c:pt>
                <c:pt idx="150">
                  <c:v>41904</c:v>
                </c:pt>
                <c:pt idx="151">
                  <c:v>41901</c:v>
                </c:pt>
                <c:pt idx="152">
                  <c:v>41900</c:v>
                </c:pt>
                <c:pt idx="153">
                  <c:v>41899</c:v>
                </c:pt>
                <c:pt idx="154">
                  <c:v>41898</c:v>
                </c:pt>
                <c:pt idx="155">
                  <c:v>41897</c:v>
                </c:pt>
                <c:pt idx="156">
                  <c:v>41894</c:v>
                </c:pt>
                <c:pt idx="157">
                  <c:v>41893</c:v>
                </c:pt>
                <c:pt idx="158">
                  <c:v>41892</c:v>
                </c:pt>
                <c:pt idx="159">
                  <c:v>41891</c:v>
                </c:pt>
                <c:pt idx="160">
                  <c:v>41890</c:v>
                </c:pt>
                <c:pt idx="161">
                  <c:v>41887</c:v>
                </c:pt>
                <c:pt idx="162">
                  <c:v>41886</c:v>
                </c:pt>
                <c:pt idx="163">
                  <c:v>41885</c:v>
                </c:pt>
                <c:pt idx="164">
                  <c:v>41884</c:v>
                </c:pt>
                <c:pt idx="165">
                  <c:v>41883</c:v>
                </c:pt>
                <c:pt idx="166">
                  <c:v>41880</c:v>
                </c:pt>
                <c:pt idx="167">
                  <c:v>41879</c:v>
                </c:pt>
                <c:pt idx="168">
                  <c:v>41878</c:v>
                </c:pt>
                <c:pt idx="169">
                  <c:v>41877</c:v>
                </c:pt>
                <c:pt idx="170">
                  <c:v>41876</c:v>
                </c:pt>
                <c:pt idx="171">
                  <c:v>41873</c:v>
                </c:pt>
                <c:pt idx="172">
                  <c:v>41872</c:v>
                </c:pt>
                <c:pt idx="173">
                  <c:v>41871</c:v>
                </c:pt>
                <c:pt idx="174">
                  <c:v>41870</c:v>
                </c:pt>
                <c:pt idx="175">
                  <c:v>41869</c:v>
                </c:pt>
                <c:pt idx="176">
                  <c:v>41866</c:v>
                </c:pt>
                <c:pt idx="177">
                  <c:v>41865</c:v>
                </c:pt>
                <c:pt idx="178">
                  <c:v>41864</c:v>
                </c:pt>
                <c:pt idx="179">
                  <c:v>41863</c:v>
                </c:pt>
                <c:pt idx="180">
                  <c:v>41862</c:v>
                </c:pt>
                <c:pt idx="181">
                  <c:v>41859</c:v>
                </c:pt>
                <c:pt idx="182">
                  <c:v>41858</c:v>
                </c:pt>
                <c:pt idx="183">
                  <c:v>41857</c:v>
                </c:pt>
                <c:pt idx="184">
                  <c:v>41856</c:v>
                </c:pt>
                <c:pt idx="185">
                  <c:v>41855</c:v>
                </c:pt>
                <c:pt idx="186">
                  <c:v>41852</c:v>
                </c:pt>
                <c:pt idx="187">
                  <c:v>41851</c:v>
                </c:pt>
                <c:pt idx="188">
                  <c:v>41850</c:v>
                </c:pt>
                <c:pt idx="189">
                  <c:v>41849</c:v>
                </c:pt>
                <c:pt idx="190">
                  <c:v>41848</c:v>
                </c:pt>
                <c:pt idx="191">
                  <c:v>41845</c:v>
                </c:pt>
                <c:pt idx="192">
                  <c:v>41844</c:v>
                </c:pt>
                <c:pt idx="193">
                  <c:v>41843</c:v>
                </c:pt>
                <c:pt idx="194">
                  <c:v>41842</c:v>
                </c:pt>
                <c:pt idx="195">
                  <c:v>41841</c:v>
                </c:pt>
                <c:pt idx="196">
                  <c:v>41838</c:v>
                </c:pt>
                <c:pt idx="197">
                  <c:v>41837</c:v>
                </c:pt>
                <c:pt idx="198">
                  <c:v>41836</c:v>
                </c:pt>
                <c:pt idx="199">
                  <c:v>41835</c:v>
                </c:pt>
                <c:pt idx="200">
                  <c:v>41834</c:v>
                </c:pt>
                <c:pt idx="201">
                  <c:v>41831</c:v>
                </c:pt>
                <c:pt idx="202">
                  <c:v>41830</c:v>
                </c:pt>
                <c:pt idx="203">
                  <c:v>41829</c:v>
                </c:pt>
                <c:pt idx="204">
                  <c:v>41828</c:v>
                </c:pt>
                <c:pt idx="205">
                  <c:v>41827</c:v>
                </c:pt>
                <c:pt idx="206">
                  <c:v>41824</c:v>
                </c:pt>
                <c:pt idx="207">
                  <c:v>41823</c:v>
                </c:pt>
                <c:pt idx="208">
                  <c:v>41822</c:v>
                </c:pt>
                <c:pt idx="209">
                  <c:v>41821</c:v>
                </c:pt>
                <c:pt idx="210">
                  <c:v>41820</c:v>
                </c:pt>
                <c:pt idx="211">
                  <c:v>41817</c:v>
                </c:pt>
                <c:pt idx="212">
                  <c:v>41816</c:v>
                </c:pt>
                <c:pt idx="213">
                  <c:v>41815</c:v>
                </c:pt>
                <c:pt idx="214">
                  <c:v>41814</c:v>
                </c:pt>
                <c:pt idx="215">
                  <c:v>41813</c:v>
                </c:pt>
                <c:pt idx="216">
                  <c:v>41810</c:v>
                </c:pt>
                <c:pt idx="217">
                  <c:v>41809</c:v>
                </c:pt>
                <c:pt idx="218">
                  <c:v>41808</c:v>
                </c:pt>
                <c:pt idx="219">
                  <c:v>41807</c:v>
                </c:pt>
                <c:pt idx="220">
                  <c:v>41806</c:v>
                </c:pt>
                <c:pt idx="221">
                  <c:v>41803</c:v>
                </c:pt>
                <c:pt idx="222">
                  <c:v>41802</c:v>
                </c:pt>
                <c:pt idx="223">
                  <c:v>41801</c:v>
                </c:pt>
                <c:pt idx="224">
                  <c:v>41800</c:v>
                </c:pt>
                <c:pt idx="225">
                  <c:v>41799</c:v>
                </c:pt>
                <c:pt idx="226">
                  <c:v>41796</c:v>
                </c:pt>
                <c:pt idx="227">
                  <c:v>41795</c:v>
                </c:pt>
                <c:pt idx="228">
                  <c:v>41794</c:v>
                </c:pt>
                <c:pt idx="229">
                  <c:v>41793</c:v>
                </c:pt>
                <c:pt idx="230">
                  <c:v>41792</c:v>
                </c:pt>
                <c:pt idx="231">
                  <c:v>41789</c:v>
                </c:pt>
                <c:pt idx="232">
                  <c:v>41788</c:v>
                </c:pt>
                <c:pt idx="233">
                  <c:v>41787</c:v>
                </c:pt>
                <c:pt idx="234">
                  <c:v>41786</c:v>
                </c:pt>
                <c:pt idx="235">
                  <c:v>41785</c:v>
                </c:pt>
                <c:pt idx="236">
                  <c:v>41782</c:v>
                </c:pt>
                <c:pt idx="237">
                  <c:v>41781</c:v>
                </c:pt>
                <c:pt idx="238">
                  <c:v>41780</c:v>
                </c:pt>
                <c:pt idx="239">
                  <c:v>41779</c:v>
                </c:pt>
                <c:pt idx="240">
                  <c:v>41778</c:v>
                </c:pt>
                <c:pt idx="241">
                  <c:v>41775</c:v>
                </c:pt>
                <c:pt idx="242">
                  <c:v>41774</c:v>
                </c:pt>
                <c:pt idx="243">
                  <c:v>41773</c:v>
                </c:pt>
                <c:pt idx="244">
                  <c:v>41772</c:v>
                </c:pt>
                <c:pt idx="245">
                  <c:v>41771</c:v>
                </c:pt>
                <c:pt idx="246">
                  <c:v>41768</c:v>
                </c:pt>
                <c:pt idx="247">
                  <c:v>41767</c:v>
                </c:pt>
                <c:pt idx="248">
                  <c:v>41766</c:v>
                </c:pt>
                <c:pt idx="249">
                  <c:v>41765</c:v>
                </c:pt>
                <c:pt idx="250">
                  <c:v>41764</c:v>
                </c:pt>
                <c:pt idx="251">
                  <c:v>41761</c:v>
                </c:pt>
                <c:pt idx="252">
                  <c:v>41760</c:v>
                </c:pt>
                <c:pt idx="253">
                  <c:v>41759</c:v>
                </c:pt>
                <c:pt idx="254">
                  <c:v>41758</c:v>
                </c:pt>
                <c:pt idx="255">
                  <c:v>41757</c:v>
                </c:pt>
                <c:pt idx="256">
                  <c:v>41754</c:v>
                </c:pt>
                <c:pt idx="257">
                  <c:v>41753</c:v>
                </c:pt>
                <c:pt idx="258">
                  <c:v>41752</c:v>
                </c:pt>
                <c:pt idx="259">
                  <c:v>41751</c:v>
                </c:pt>
                <c:pt idx="260">
                  <c:v>41750</c:v>
                </c:pt>
                <c:pt idx="261">
                  <c:v>41747</c:v>
                </c:pt>
                <c:pt idx="262">
                  <c:v>41746</c:v>
                </c:pt>
                <c:pt idx="263">
                  <c:v>41745</c:v>
                </c:pt>
                <c:pt idx="264">
                  <c:v>41744</c:v>
                </c:pt>
                <c:pt idx="265">
                  <c:v>41743</c:v>
                </c:pt>
                <c:pt idx="266">
                  <c:v>41740</c:v>
                </c:pt>
                <c:pt idx="267">
                  <c:v>41739</c:v>
                </c:pt>
                <c:pt idx="268">
                  <c:v>41738</c:v>
                </c:pt>
                <c:pt idx="269">
                  <c:v>41737</c:v>
                </c:pt>
                <c:pt idx="270">
                  <c:v>41736</c:v>
                </c:pt>
                <c:pt idx="271">
                  <c:v>41733</c:v>
                </c:pt>
                <c:pt idx="272">
                  <c:v>41732</c:v>
                </c:pt>
                <c:pt idx="273">
                  <c:v>41731</c:v>
                </c:pt>
                <c:pt idx="274">
                  <c:v>41730</c:v>
                </c:pt>
                <c:pt idx="275">
                  <c:v>41729</c:v>
                </c:pt>
                <c:pt idx="276">
                  <c:v>41726</c:v>
                </c:pt>
                <c:pt idx="277">
                  <c:v>41725</c:v>
                </c:pt>
                <c:pt idx="278">
                  <c:v>41724</c:v>
                </c:pt>
                <c:pt idx="279">
                  <c:v>41723</c:v>
                </c:pt>
                <c:pt idx="280">
                  <c:v>41722</c:v>
                </c:pt>
                <c:pt idx="281">
                  <c:v>41719</c:v>
                </c:pt>
                <c:pt idx="282">
                  <c:v>41718</c:v>
                </c:pt>
                <c:pt idx="283">
                  <c:v>41717</c:v>
                </c:pt>
                <c:pt idx="284">
                  <c:v>41716</c:v>
                </c:pt>
                <c:pt idx="285">
                  <c:v>41715</c:v>
                </c:pt>
                <c:pt idx="286">
                  <c:v>41712</c:v>
                </c:pt>
                <c:pt idx="287">
                  <c:v>41711</c:v>
                </c:pt>
                <c:pt idx="288">
                  <c:v>41710</c:v>
                </c:pt>
                <c:pt idx="289">
                  <c:v>41709</c:v>
                </c:pt>
                <c:pt idx="290">
                  <c:v>41708</c:v>
                </c:pt>
                <c:pt idx="291">
                  <c:v>41705</c:v>
                </c:pt>
                <c:pt idx="292">
                  <c:v>41704</c:v>
                </c:pt>
                <c:pt idx="293">
                  <c:v>41703</c:v>
                </c:pt>
                <c:pt idx="294">
                  <c:v>41702</c:v>
                </c:pt>
                <c:pt idx="295">
                  <c:v>41701</c:v>
                </c:pt>
                <c:pt idx="296">
                  <c:v>41698</c:v>
                </c:pt>
                <c:pt idx="297">
                  <c:v>41697</c:v>
                </c:pt>
                <c:pt idx="298">
                  <c:v>41696</c:v>
                </c:pt>
                <c:pt idx="299">
                  <c:v>41695</c:v>
                </c:pt>
                <c:pt idx="300">
                  <c:v>41694</c:v>
                </c:pt>
                <c:pt idx="301">
                  <c:v>41691</c:v>
                </c:pt>
                <c:pt idx="302">
                  <c:v>41690</c:v>
                </c:pt>
                <c:pt idx="303">
                  <c:v>41689</c:v>
                </c:pt>
                <c:pt idx="304">
                  <c:v>41688</c:v>
                </c:pt>
                <c:pt idx="305">
                  <c:v>41687</c:v>
                </c:pt>
                <c:pt idx="306">
                  <c:v>41684</c:v>
                </c:pt>
                <c:pt idx="307">
                  <c:v>41683</c:v>
                </c:pt>
                <c:pt idx="308">
                  <c:v>41682</c:v>
                </c:pt>
                <c:pt idx="309">
                  <c:v>41681</c:v>
                </c:pt>
                <c:pt idx="310">
                  <c:v>41680</c:v>
                </c:pt>
                <c:pt idx="311">
                  <c:v>41677</c:v>
                </c:pt>
                <c:pt idx="312">
                  <c:v>41676</c:v>
                </c:pt>
                <c:pt idx="313">
                  <c:v>41675</c:v>
                </c:pt>
                <c:pt idx="314">
                  <c:v>41674</c:v>
                </c:pt>
                <c:pt idx="315">
                  <c:v>41673</c:v>
                </c:pt>
                <c:pt idx="316">
                  <c:v>41670</c:v>
                </c:pt>
                <c:pt idx="317">
                  <c:v>41669</c:v>
                </c:pt>
                <c:pt idx="318">
                  <c:v>41668</c:v>
                </c:pt>
                <c:pt idx="319">
                  <c:v>41667</c:v>
                </c:pt>
                <c:pt idx="320">
                  <c:v>41666</c:v>
                </c:pt>
                <c:pt idx="321">
                  <c:v>41663</c:v>
                </c:pt>
                <c:pt idx="322">
                  <c:v>41662</c:v>
                </c:pt>
                <c:pt idx="323">
                  <c:v>41661</c:v>
                </c:pt>
                <c:pt idx="324">
                  <c:v>41660</c:v>
                </c:pt>
                <c:pt idx="325">
                  <c:v>41659</c:v>
                </c:pt>
                <c:pt idx="326">
                  <c:v>41656</c:v>
                </c:pt>
                <c:pt idx="327">
                  <c:v>41655</c:v>
                </c:pt>
                <c:pt idx="328">
                  <c:v>41654</c:v>
                </c:pt>
                <c:pt idx="329">
                  <c:v>41653</c:v>
                </c:pt>
                <c:pt idx="330">
                  <c:v>41652</c:v>
                </c:pt>
                <c:pt idx="331">
                  <c:v>41649</c:v>
                </c:pt>
                <c:pt idx="332">
                  <c:v>41648</c:v>
                </c:pt>
                <c:pt idx="333">
                  <c:v>41647</c:v>
                </c:pt>
                <c:pt idx="334">
                  <c:v>41646</c:v>
                </c:pt>
                <c:pt idx="335">
                  <c:v>41645</c:v>
                </c:pt>
                <c:pt idx="336">
                  <c:v>41642</c:v>
                </c:pt>
                <c:pt idx="337">
                  <c:v>41641</c:v>
                </c:pt>
                <c:pt idx="338">
                  <c:v>41640</c:v>
                </c:pt>
                <c:pt idx="339">
                  <c:v>41639</c:v>
                </c:pt>
                <c:pt idx="340">
                  <c:v>41638</c:v>
                </c:pt>
                <c:pt idx="341">
                  <c:v>41635</c:v>
                </c:pt>
                <c:pt idx="342">
                  <c:v>41634</c:v>
                </c:pt>
                <c:pt idx="343">
                  <c:v>41633</c:v>
                </c:pt>
                <c:pt idx="344">
                  <c:v>41632</c:v>
                </c:pt>
                <c:pt idx="345">
                  <c:v>41631</c:v>
                </c:pt>
                <c:pt idx="346">
                  <c:v>41628</c:v>
                </c:pt>
                <c:pt idx="347">
                  <c:v>41627</c:v>
                </c:pt>
                <c:pt idx="348">
                  <c:v>41626</c:v>
                </c:pt>
                <c:pt idx="349">
                  <c:v>41625</c:v>
                </c:pt>
                <c:pt idx="350">
                  <c:v>41624</c:v>
                </c:pt>
                <c:pt idx="351">
                  <c:v>41621</c:v>
                </c:pt>
                <c:pt idx="352">
                  <c:v>41620</c:v>
                </c:pt>
                <c:pt idx="353">
                  <c:v>41619</c:v>
                </c:pt>
                <c:pt idx="354">
                  <c:v>41618</c:v>
                </c:pt>
                <c:pt idx="355">
                  <c:v>41617</c:v>
                </c:pt>
                <c:pt idx="356">
                  <c:v>41614</c:v>
                </c:pt>
                <c:pt idx="357">
                  <c:v>41613</c:v>
                </c:pt>
                <c:pt idx="358">
                  <c:v>41612</c:v>
                </c:pt>
                <c:pt idx="359">
                  <c:v>41611</c:v>
                </c:pt>
                <c:pt idx="360">
                  <c:v>41610</c:v>
                </c:pt>
                <c:pt idx="361">
                  <c:v>41607</c:v>
                </c:pt>
                <c:pt idx="362">
                  <c:v>41606</c:v>
                </c:pt>
                <c:pt idx="363">
                  <c:v>41605</c:v>
                </c:pt>
                <c:pt idx="364">
                  <c:v>41604</c:v>
                </c:pt>
                <c:pt idx="365">
                  <c:v>41603</c:v>
                </c:pt>
                <c:pt idx="366">
                  <c:v>41600</c:v>
                </c:pt>
                <c:pt idx="367">
                  <c:v>41599</c:v>
                </c:pt>
                <c:pt idx="368">
                  <c:v>41598</c:v>
                </c:pt>
                <c:pt idx="369">
                  <c:v>41597</c:v>
                </c:pt>
                <c:pt idx="370">
                  <c:v>41596</c:v>
                </c:pt>
                <c:pt idx="371">
                  <c:v>41593</c:v>
                </c:pt>
                <c:pt idx="372">
                  <c:v>41592</c:v>
                </c:pt>
                <c:pt idx="373">
                  <c:v>41591</c:v>
                </c:pt>
                <c:pt idx="374">
                  <c:v>41590</c:v>
                </c:pt>
                <c:pt idx="375">
                  <c:v>41589</c:v>
                </c:pt>
                <c:pt idx="376">
                  <c:v>41586</c:v>
                </c:pt>
                <c:pt idx="377">
                  <c:v>41585</c:v>
                </c:pt>
                <c:pt idx="378">
                  <c:v>41584</c:v>
                </c:pt>
                <c:pt idx="379">
                  <c:v>41583</c:v>
                </c:pt>
                <c:pt idx="380">
                  <c:v>41582</c:v>
                </c:pt>
                <c:pt idx="381">
                  <c:v>41579</c:v>
                </c:pt>
                <c:pt idx="382">
                  <c:v>41578</c:v>
                </c:pt>
                <c:pt idx="383">
                  <c:v>41577</c:v>
                </c:pt>
                <c:pt idx="384">
                  <c:v>41576</c:v>
                </c:pt>
                <c:pt idx="385">
                  <c:v>41575</c:v>
                </c:pt>
                <c:pt idx="386">
                  <c:v>41572</c:v>
                </c:pt>
                <c:pt idx="387">
                  <c:v>41571</c:v>
                </c:pt>
                <c:pt idx="388">
                  <c:v>41570</c:v>
                </c:pt>
                <c:pt idx="389">
                  <c:v>41569</c:v>
                </c:pt>
                <c:pt idx="390">
                  <c:v>41568</c:v>
                </c:pt>
                <c:pt idx="391">
                  <c:v>41565</c:v>
                </c:pt>
                <c:pt idx="392">
                  <c:v>41564</c:v>
                </c:pt>
                <c:pt idx="393">
                  <c:v>41563</c:v>
                </c:pt>
                <c:pt idx="394">
                  <c:v>41562</c:v>
                </c:pt>
                <c:pt idx="395">
                  <c:v>41561</c:v>
                </c:pt>
                <c:pt idx="396">
                  <c:v>41558</c:v>
                </c:pt>
                <c:pt idx="397">
                  <c:v>41557</c:v>
                </c:pt>
                <c:pt idx="398">
                  <c:v>41556</c:v>
                </c:pt>
                <c:pt idx="399">
                  <c:v>41555</c:v>
                </c:pt>
                <c:pt idx="400">
                  <c:v>41554</c:v>
                </c:pt>
                <c:pt idx="401">
                  <c:v>41551</c:v>
                </c:pt>
                <c:pt idx="402">
                  <c:v>41550</c:v>
                </c:pt>
                <c:pt idx="403">
                  <c:v>41549</c:v>
                </c:pt>
                <c:pt idx="404">
                  <c:v>41548</c:v>
                </c:pt>
                <c:pt idx="405">
                  <c:v>41547</c:v>
                </c:pt>
                <c:pt idx="406">
                  <c:v>41544</c:v>
                </c:pt>
                <c:pt idx="407">
                  <c:v>41543</c:v>
                </c:pt>
                <c:pt idx="408">
                  <c:v>41542</c:v>
                </c:pt>
                <c:pt idx="409">
                  <c:v>41541</c:v>
                </c:pt>
                <c:pt idx="410">
                  <c:v>41540</c:v>
                </c:pt>
                <c:pt idx="411">
                  <c:v>41537</c:v>
                </c:pt>
                <c:pt idx="412">
                  <c:v>41536</c:v>
                </c:pt>
                <c:pt idx="413">
                  <c:v>41535</c:v>
                </c:pt>
                <c:pt idx="414">
                  <c:v>41534</c:v>
                </c:pt>
                <c:pt idx="415">
                  <c:v>41533</c:v>
                </c:pt>
                <c:pt idx="416">
                  <c:v>41530</c:v>
                </c:pt>
                <c:pt idx="417">
                  <c:v>41529</c:v>
                </c:pt>
                <c:pt idx="418">
                  <c:v>41528</c:v>
                </c:pt>
                <c:pt idx="419">
                  <c:v>41527</c:v>
                </c:pt>
                <c:pt idx="420">
                  <c:v>41526</c:v>
                </c:pt>
                <c:pt idx="421">
                  <c:v>41523</c:v>
                </c:pt>
                <c:pt idx="422">
                  <c:v>41522</c:v>
                </c:pt>
                <c:pt idx="423">
                  <c:v>41521</c:v>
                </c:pt>
                <c:pt idx="424">
                  <c:v>41520</c:v>
                </c:pt>
                <c:pt idx="425">
                  <c:v>41519</c:v>
                </c:pt>
                <c:pt idx="426">
                  <c:v>41516</c:v>
                </c:pt>
                <c:pt idx="427">
                  <c:v>41515</c:v>
                </c:pt>
                <c:pt idx="428">
                  <c:v>41514</c:v>
                </c:pt>
                <c:pt idx="429">
                  <c:v>41513</c:v>
                </c:pt>
                <c:pt idx="430">
                  <c:v>41512</c:v>
                </c:pt>
                <c:pt idx="431">
                  <c:v>41509</c:v>
                </c:pt>
                <c:pt idx="432">
                  <c:v>41508</c:v>
                </c:pt>
                <c:pt idx="433">
                  <c:v>41507</c:v>
                </c:pt>
                <c:pt idx="434">
                  <c:v>41506</c:v>
                </c:pt>
                <c:pt idx="435">
                  <c:v>41505</c:v>
                </c:pt>
                <c:pt idx="436">
                  <c:v>41502</c:v>
                </c:pt>
                <c:pt idx="437">
                  <c:v>41501</c:v>
                </c:pt>
                <c:pt idx="438">
                  <c:v>41500</c:v>
                </c:pt>
                <c:pt idx="439">
                  <c:v>41499</c:v>
                </c:pt>
                <c:pt idx="440">
                  <c:v>41498</c:v>
                </c:pt>
                <c:pt idx="441">
                  <c:v>41495</c:v>
                </c:pt>
                <c:pt idx="442">
                  <c:v>41494</c:v>
                </c:pt>
                <c:pt idx="443">
                  <c:v>41493</c:v>
                </c:pt>
                <c:pt idx="444">
                  <c:v>41492</c:v>
                </c:pt>
                <c:pt idx="445">
                  <c:v>41491</c:v>
                </c:pt>
                <c:pt idx="446">
                  <c:v>41488</c:v>
                </c:pt>
                <c:pt idx="447">
                  <c:v>41487</c:v>
                </c:pt>
                <c:pt idx="448">
                  <c:v>41486</c:v>
                </c:pt>
                <c:pt idx="449">
                  <c:v>41485</c:v>
                </c:pt>
                <c:pt idx="450">
                  <c:v>41484</c:v>
                </c:pt>
                <c:pt idx="451">
                  <c:v>41481</c:v>
                </c:pt>
                <c:pt idx="452">
                  <c:v>41480</c:v>
                </c:pt>
                <c:pt idx="453">
                  <c:v>41479</c:v>
                </c:pt>
                <c:pt idx="454">
                  <c:v>41478</c:v>
                </c:pt>
                <c:pt idx="455">
                  <c:v>41477</c:v>
                </c:pt>
                <c:pt idx="456">
                  <c:v>41474</c:v>
                </c:pt>
                <c:pt idx="457">
                  <c:v>41473</c:v>
                </c:pt>
                <c:pt idx="458">
                  <c:v>41472</c:v>
                </c:pt>
                <c:pt idx="459">
                  <c:v>41471</c:v>
                </c:pt>
                <c:pt idx="460">
                  <c:v>41470</c:v>
                </c:pt>
                <c:pt idx="461">
                  <c:v>41467</c:v>
                </c:pt>
                <c:pt idx="462">
                  <c:v>41466</c:v>
                </c:pt>
                <c:pt idx="463">
                  <c:v>41465</c:v>
                </c:pt>
                <c:pt idx="464">
                  <c:v>41464</c:v>
                </c:pt>
                <c:pt idx="465">
                  <c:v>41463</c:v>
                </c:pt>
                <c:pt idx="466">
                  <c:v>41460</c:v>
                </c:pt>
                <c:pt idx="467">
                  <c:v>41459</c:v>
                </c:pt>
                <c:pt idx="468">
                  <c:v>41458</c:v>
                </c:pt>
                <c:pt idx="469">
                  <c:v>41457</c:v>
                </c:pt>
                <c:pt idx="470">
                  <c:v>41456</c:v>
                </c:pt>
                <c:pt idx="471">
                  <c:v>41453</c:v>
                </c:pt>
                <c:pt idx="472">
                  <c:v>41452</c:v>
                </c:pt>
                <c:pt idx="473">
                  <c:v>41451</c:v>
                </c:pt>
                <c:pt idx="474">
                  <c:v>41450</c:v>
                </c:pt>
                <c:pt idx="475">
                  <c:v>41449</c:v>
                </c:pt>
                <c:pt idx="476">
                  <c:v>41446</c:v>
                </c:pt>
                <c:pt idx="477">
                  <c:v>41445</c:v>
                </c:pt>
                <c:pt idx="478">
                  <c:v>41444</c:v>
                </c:pt>
                <c:pt idx="479">
                  <c:v>41443</c:v>
                </c:pt>
                <c:pt idx="480">
                  <c:v>41442</c:v>
                </c:pt>
                <c:pt idx="481">
                  <c:v>41439</c:v>
                </c:pt>
                <c:pt idx="482">
                  <c:v>41438</c:v>
                </c:pt>
                <c:pt idx="483">
                  <c:v>41437</c:v>
                </c:pt>
                <c:pt idx="484">
                  <c:v>41436</c:v>
                </c:pt>
                <c:pt idx="485">
                  <c:v>41435</c:v>
                </c:pt>
                <c:pt idx="486">
                  <c:v>41432</c:v>
                </c:pt>
                <c:pt idx="487">
                  <c:v>41431</c:v>
                </c:pt>
                <c:pt idx="488">
                  <c:v>41430</c:v>
                </c:pt>
                <c:pt idx="489">
                  <c:v>41429</c:v>
                </c:pt>
                <c:pt idx="490">
                  <c:v>41428</c:v>
                </c:pt>
                <c:pt idx="491">
                  <c:v>41425</c:v>
                </c:pt>
                <c:pt idx="492">
                  <c:v>41424</c:v>
                </c:pt>
                <c:pt idx="493">
                  <c:v>41423</c:v>
                </c:pt>
                <c:pt idx="494">
                  <c:v>41422</c:v>
                </c:pt>
                <c:pt idx="495">
                  <c:v>41421</c:v>
                </c:pt>
                <c:pt idx="496">
                  <c:v>41418</c:v>
                </c:pt>
                <c:pt idx="497">
                  <c:v>41417</c:v>
                </c:pt>
                <c:pt idx="498">
                  <c:v>41416</c:v>
                </c:pt>
                <c:pt idx="499">
                  <c:v>41415</c:v>
                </c:pt>
                <c:pt idx="500">
                  <c:v>41414</c:v>
                </c:pt>
                <c:pt idx="501">
                  <c:v>41411</c:v>
                </c:pt>
                <c:pt idx="502">
                  <c:v>41410</c:v>
                </c:pt>
                <c:pt idx="503">
                  <c:v>41409</c:v>
                </c:pt>
                <c:pt idx="504">
                  <c:v>41408</c:v>
                </c:pt>
                <c:pt idx="505">
                  <c:v>41407</c:v>
                </c:pt>
                <c:pt idx="506">
                  <c:v>41404</c:v>
                </c:pt>
                <c:pt idx="507">
                  <c:v>41403</c:v>
                </c:pt>
                <c:pt idx="508">
                  <c:v>41402</c:v>
                </c:pt>
                <c:pt idx="509">
                  <c:v>41401</c:v>
                </c:pt>
                <c:pt idx="510">
                  <c:v>41400</c:v>
                </c:pt>
                <c:pt idx="511">
                  <c:v>41397</c:v>
                </c:pt>
                <c:pt idx="512">
                  <c:v>41396</c:v>
                </c:pt>
                <c:pt idx="513">
                  <c:v>41395</c:v>
                </c:pt>
                <c:pt idx="514">
                  <c:v>41394</c:v>
                </c:pt>
                <c:pt idx="515">
                  <c:v>41393</c:v>
                </c:pt>
                <c:pt idx="516">
                  <c:v>41390</c:v>
                </c:pt>
                <c:pt idx="517">
                  <c:v>41389</c:v>
                </c:pt>
                <c:pt idx="518">
                  <c:v>41388</c:v>
                </c:pt>
                <c:pt idx="519">
                  <c:v>41387</c:v>
                </c:pt>
                <c:pt idx="520">
                  <c:v>41386</c:v>
                </c:pt>
                <c:pt idx="521">
                  <c:v>41383</c:v>
                </c:pt>
                <c:pt idx="522">
                  <c:v>41382</c:v>
                </c:pt>
                <c:pt idx="523">
                  <c:v>41381</c:v>
                </c:pt>
                <c:pt idx="524">
                  <c:v>41380</c:v>
                </c:pt>
                <c:pt idx="525">
                  <c:v>41379</c:v>
                </c:pt>
                <c:pt idx="526">
                  <c:v>41376</c:v>
                </c:pt>
                <c:pt idx="527">
                  <c:v>41375</c:v>
                </c:pt>
                <c:pt idx="528">
                  <c:v>41374</c:v>
                </c:pt>
                <c:pt idx="529">
                  <c:v>41373</c:v>
                </c:pt>
                <c:pt idx="530">
                  <c:v>41372</c:v>
                </c:pt>
                <c:pt idx="531">
                  <c:v>41369</c:v>
                </c:pt>
                <c:pt idx="532">
                  <c:v>41368</c:v>
                </c:pt>
                <c:pt idx="533">
                  <c:v>41367</c:v>
                </c:pt>
                <c:pt idx="534">
                  <c:v>41366</c:v>
                </c:pt>
                <c:pt idx="535">
                  <c:v>41365</c:v>
                </c:pt>
                <c:pt idx="536">
                  <c:v>41362</c:v>
                </c:pt>
                <c:pt idx="537">
                  <c:v>41361</c:v>
                </c:pt>
                <c:pt idx="538">
                  <c:v>41360</c:v>
                </c:pt>
                <c:pt idx="539">
                  <c:v>41359</c:v>
                </c:pt>
                <c:pt idx="540">
                  <c:v>41358</c:v>
                </c:pt>
                <c:pt idx="541">
                  <c:v>41355</c:v>
                </c:pt>
                <c:pt idx="542">
                  <c:v>41354</c:v>
                </c:pt>
                <c:pt idx="543">
                  <c:v>41353</c:v>
                </c:pt>
                <c:pt idx="544">
                  <c:v>41352</c:v>
                </c:pt>
                <c:pt idx="545">
                  <c:v>41351</c:v>
                </c:pt>
                <c:pt idx="546">
                  <c:v>41348</c:v>
                </c:pt>
                <c:pt idx="547">
                  <c:v>41347</c:v>
                </c:pt>
                <c:pt idx="548">
                  <c:v>41346</c:v>
                </c:pt>
                <c:pt idx="549">
                  <c:v>41345</c:v>
                </c:pt>
                <c:pt idx="550">
                  <c:v>41344</c:v>
                </c:pt>
                <c:pt idx="551">
                  <c:v>41341</c:v>
                </c:pt>
                <c:pt idx="552">
                  <c:v>41340</c:v>
                </c:pt>
                <c:pt idx="553">
                  <c:v>41339</c:v>
                </c:pt>
                <c:pt idx="554">
                  <c:v>41338</c:v>
                </c:pt>
                <c:pt idx="555">
                  <c:v>41337</c:v>
                </c:pt>
                <c:pt idx="556">
                  <c:v>41334</c:v>
                </c:pt>
                <c:pt idx="557">
                  <c:v>41333</c:v>
                </c:pt>
                <c:pt idx="558">
                  <c:v>41332</c:v>
                </c:pt>
                <c:pt idx="559">
                  <c:v>41331</c:v>
                </c:pt>
                <c:pt idx="560">
                  <c:v>41330</c:v>
                </c:pt>
                <c:pt idx="561">
                  <c:v>41327</c:v>
                </c:pt>
                <c:pt idx="562">
                  <c:v>41326</c:v>
                </c:pt>
                <c:pt idx="563">
                  <c:v>41325</c:v>
                </c:pt>
                <c:pt idx="564">
                  <c:v>41324</c:v>
                </c:pt>
                <c:pt idx="565">
                  <c:v>41323</c:v>
                </c:pt>
                <c:pt idx="566">
                  <c:v>41320</c:v>
                </c:pt>
                <c:pt idx="567">
                  <c:v>41319</c:v>
                </c:pt>
                <c:pt idx="568">
                  <c:v>41318</c:v>
                </c:pt>
                <c:pt idx="569">
                  <c:v>41317</c:v>
                </c:pt>
                <c:pt idx="570">
                  <c:v>41316</c:v>
                </c:pt>
                <c:pt idx="571">
                  <c:v>41313</c:v>
                </c:pt>
                <c:pt idx="572">
                  <c:v>41312</c:v>
                </c:pt>
                <c:pt idx="573">
                  <c:v>41311</c:v>
                </c:pt>
                <c:pt idx="574">
                  <c:v>41310</c:v>
                </c:pt>
                <c:pt idx="575">
                  <c:v>41309</c:v>
                </c:pt>
                <c:pt idx="576">
                  <c:v>41306</c:v>
                </c:pt>
                <c:pt idx="577">
                  <c:v>41305</c:v>
                </c:pt>
                <c:pt idx="578">
                  <c:v>41304</c:v>
                </c:pt>
                <c:pt idx="579">
                  <c:v>41303</c:v>
                </c:pt>
                <c:pt idx="580">
                  <c:v>41302</c:v>
                </c:pt>
                <c:pt idx="581">
                  <c:v>41299</c:v>
                </c:pt>
                <c:pt idx="582">
                  <c:v>41298</c:v>
                </c:pt>
                <c:pt idx="583">
                  <c:v>41297</c:v>
                </c:pt>
                <c:pt idx="584">
                  <c:v>41296</c:v>
                </c:pt>
                <c:pt idx="585">
                  <c:v>41295</c:v>
                </c:pt>
                <c:pt idx="586">
                  <c:v>41292</c:v>
                </c:pt>
                <c:pt idx="587">
                  <c:v>41291</c:v>
                </c:pt>
                <c:pt idx="588">
                  <c:v>41290</c:v>
                </c:pt>
                <c:pt idx="589">
                  <c:v>41289</c:v>
                </c:pt>
                <c:pt idx="590">
                  <c:v>41288</c:v>
                </c:pt>
                <c:pt idx="591">
                  <c:v>41285</c:v>
                </c:pt>
                <c:pt idx="592">
                  <c:v>41284</c:v>
                </c:pt>
                <c:pt idx="593">
                  <c:v>41283</c:v>
                </c:pt>
                <c:pt idx="594">
                  <c:v>41282</c:v>
                </c:pt>
                <c:pt idx="595">
                  <c:v>41281</c:v>
                </c:pt>
                <c:pt idx="596">
                  <c:v>41278</c:v>
                </c:pt>
                <c:pt idx="597">
                  <c:v>41277</c:v>
                </c:pt>
                <c:pt idx="598">
                  <c:v>41276</c:v>
                </c:pt>
                <c:pt idx="599">
                  <c:v>41275</c:v>
                </c:pt>
                <c:pt idx="600">
                  <c:v>41274</c:v>
                </c:pt>
                <c:pt idx="601">
                  <c:v>41271</c:v>
                </c:pt>
                <c:pt idx="602">
                  <c:v>41270</c:v>
                </c:pt>
                <c:pt idx="603">
                  <c:v>41269</c:v>
                </c:pt>
                <c:pt idx="604">
                  <c:v>41268</c:v>
                </c:pt>
                <c:pt idx="605">
                  <c:v>41267</c:v>
                </c:pt>
                <c:pt idx="606">
                  <c:v>41264</c:v>
                </c:pt>
                <c:pt idx="607">
                  <c:v>41263</c:v>
                </c:pt>
                <c:pt idx="608">
                  <c:v>41262</c:v>
                </c:pt>
                <c:pt idx="609">
                  <c:v>41261</c:v>
                </c:pt>
                <c:pt idx="610">
                  <c:v>41260</c:v>
                </c:pt>
                <c:pt idx="611">
                  <c:v>41257</c:v>
                </c:pt>
                <c:pt idx="612">
                  <c:v>41256</c:v>
                </c:pt>
                <c:pt idx="613">
                  <c:v>41255</c:v>
                </c:pt>
                <c:pt idx="614">
                  <c:v>41254</c:v>
                </c:pt>
                <c:pt idx="615">
                  <c:v>41253</c:v>
                </c:pt>
                <c:pt idx="616">
                  <c:v>41250</c:v>
                </c:pt>
                <c:pt idx="617">
                  <c:v>41249</c:v>
                </c:pt>
                <c:pt idx="618">
                  <c:v>41248</c:v>
                </c:pt>
                <c:pt idx="619">
                  <c:v>41247</c:v>
                </c:pt>
                <c:pt idx="620">
                  <c:v>41246</c:v>
                </c:pt>
                <c:pt idx="621">
                  <c:v>41243</c:v>
                </c:pt>
                <c:pt idx="622">
                  <c:v>41242</c:v>
                </c:pt>
                <c:pt idx="623">
                  <c:v>41241</c:v>
                </c:pt>
                <c:pt idx="624">
                  <c:v>41240</c:v>
                </c:pt>
                <c:pt idx="625">
                  <c:v>41239</c:v>
                </c:pt>
                <c:pt idx="626">
                  <c:v>41236</c:v>
                </c:pt>
                <c:pt idx="627">
                  <c:v>41235</c:v>
                </c:pt>
                <c:pt idx="628">
                  <c:v>41234</c:v>
                </c:pt>
                <c:pt idx="629">
                  <c:v>41233</c:v>
                </c:pt>
                <c:pt idx="630">
                  <c:v>41232</c:v>
                </c:pt>
                <c:pt idx="631">
                  <c:v>41229</c:v>
                </c:pt>
                <c:pt idx="632">
                  <c:v>41228</c:v>
                </c:pt>
                <c:pt idx="633">
                  <c:v>41227</c:v>
                </c:pt>
                <c:pt idx="634">
                  <c:v>41226</c:v>
                </c:pt>
                <c:pt idx="635">
                  <c:v>41225</c:v>
                </c:pt>
                <c:pt idx="636">
                  <c:v>41222</c:v>
                </c:pt>
                <c:pt idx="637">
                  <c:v>41221</c:v>
                </c:pt>
                <c:pt idx="638">
                  <c:v>41220</c:v>
                </c:pt>
                <c:pt idx="639">
                  <c:v>41219</c:v>
                </c:pt>
                <c:pt idx="640">
                  <c:v>41218</c:v>
                </c:pt>
                <c:pt idx="641">
                  <c:v>41215</c:v>
                </c:pt>
                <c:pt idx="642">
                  <c:v>41214</c:v>
                </c:pt>
                <c:pt idx="643">
                  <c:v>41213</c:v>
                </c:pt>
                <c:pt idx="644">
                  <c:v>41212</c:v>
                </c:pt>
                <c:pt idx="645">
                  <c:v>41211</c:v>
                </c:pt>
                <c:pt idx="646">
                  <c:v>41208</c:v>
                </c:pt>
                <c:pt idx="647">
                  <c:v>41207</c:v>
                </c:pt>
                <c:pt idx="648">
                  <c:v>41206</c:v>
                </c:pt>
                <c:pt idx="649">
                  <c:v>41205</c:v>
                </c:pt>
                <c:pt idx="650">
                  <c:v>41204</c:v>
                </c:pt>
                <c:pt idx="651">
                  <c:v>41201</c:v>
                </c:pt>
                <c:pt idx="652">
                  <c:v>41200</c:v>
                </c:pt>
                <c:pt idx="653">
                  <c:v>41199</c:v>
                </c:pt>
                <c:pt idx="654">
                  <c:v>41198</c:v>
                </c:pt>
                <c:pt idx="655">
                  <c:v>41197</c:v>
                </c:pt>
                <c:pt idx="656">
                  <c:v>41194</c:v>
                </c:pt>
                <c:pt idx="657">
                  <c:v>41193</c:v>
                </c:pt>
                <c:pt idx="658">
                  <c:v>41192</c:v>
                </c:pt>
                <c:pt idx="659">
                  <c:v>41191</c:v>
                </c:pt>
                <c:pt idx="660">
                  <c:v>41190</c:v>
                </c:pt>
                <c:pt idx="661">
                  <c:v>41187</c:v>
                </c:pt>
                <c:pt idx="662">
                  <c:v>41186</c:v>
                </c:pt>
                <c:pt idx="663">
                  <c:v>41185</c:v>
                </c:pt>
                <c:pt idx="664">
                  <c:v>41184</c:v>
                </c:pt>
                <c:pt idx="665">
                  <c:v>41183</c:v>
                </c:pt>
                <c:pt idx="666">
                  <c:v>41180</c:v>
                </c:pt>
                <c:pt idx="667">
                  <c:v>41179</c:v>
                </c:pt>
                <c:pt idx="668">
                  <c:v>41178</c:v>
                </c:pt>
                <c:pt idx="669">
                  <c:v>41177</c:v>
                </c:pt>
                <c:pt idx="670">
                  <c:v>41176</c:v>
                </c:pt>
                <c:pt idx="671">
                  <c:v>41173</c:v>
                </c:pt>
                <c:pt idx="672">
                  <c:v>41172</c:v>
                </c:pt>
                <c:pt idx="673">
                  <c:v>41171</c:v>
                </c:pt>
                <c:pt idx="674">
                  <c:v>41170</c:v>
                </c:pt>
                <c:pt idx="675">
                  <c:v>41169</c:v>
                </c:pt>
                <c:pt idx="676">
                  <c:v>41166</c:v>
                </c:pt>
                <c:pt idx="677">
                  <c:v>41165</c:v>
                </c:pt>
                <c:pt idx="678">
                  <c:v>41164</c:v>
                </c:pt>
                <c:pt idx="679">
                  <c:v>41163</c:v>
                </c:pt>
                <c:pt idx="680">
                  <c:v>41162</c:v>
                </c:pt>
                <c:pt idx="681">
                  <c:v>41159</c:v>
                </c:pt>
                <c:pt idx="682">
                  <c:v>41158</c:v>
                </c:pt>
                <c:pt idx="683">
                  <c:v>41157</c:v>
                </c:pt>
                <c:pt idx="684">
                  <c:v>41156</c:v>
                </c:pt>
                <c:pt idx="685">
                  <c:v>41155</c:v>
                </c:pt>
                <c:pt idx="686">
                  <c:v>41152</c:v>
                </c:pt>
                <c:pt idx="687">
                  <c:v>41151</c:v>
                </c:pt>
                <c:pt idx="688">
                  <c:v>41150</c:v>
                </c:pt>
                <c:pt idx="689">
                  <c:v>41149</c:v>
                </c:pt>
                <c:pt idx="690">
                  <c:v>41148</c:v>
                </c:pt>
                <c:pt idx="691">
                  <c:v>41145</c:v>
                </c:pt>
                <c:pt idx="692">
                  <c:v>41144</c:v>
                </c:pt>
                <c:pt idx="693">
                  <c:v>41143</c:v>
                </c:pt>
                <c:pt idx="694">
                  <c:v>41142</c:v>
                </c:pt>
                <c:pt idx="695">
                  <c:v>41141</c:v>
                </c:pt>
                <c:pt idx="696">
                  <c:v>41138</c:v>
                </c:pt>
                <c:pt idx="697">
                  <c:v>41137</c:v>
                </c:pt>
                <c:pt idx="698">
                  <c:v>41136</c:v>
                </c:pt>
                <c:pt idx="699">
                  <c:v>41135</c:v>
                </c:pt>
                <c:pt idx="700">
                  <c:v>41134</c:v>
                </c:pt>
                <c:pt idx="701">
                  <c:v>41131</c:v>
                </c:pt>
                <c:pt idx="702">
                  <c:v>41130</c:v>
                </c:pt>
                <c:pt idx="703">
                  <c:v>41129</c:v>
                </c:pt>
                <c:pt idx="704">
                  <c:v>41128</c:v>
                </c:pt>
                <c:pt idx="705">
                  <c:v>41127</c:v>
                </c:pt>
                <c:pt idx="706">
                  <c:v>41124</c:v>
                </c:pt>
                <c:pt idx="707">
                  <c:v>41123</c:v>
                </c:pt>
                <c:pt idx="708">
                  <c:v>41122</c:v>
                </c:pt>
                <c:pt idx="709">
                  <c:v>41121</c:v>
                </c:pt>
                <c:pt idx="710">
                  <c:v>41120</c:v>
                </c:pt>
                <c:pt idx="711">
                  <c:v>41117</c:v>
                </c:pt>
                <c:pt idx="712">
                  <c:v>41116</c:v>
                </c:pt>
                <c:pt idx="713">
                  <c:v>41115</c:v>
                </c:pt>
                <c:pt idx="714">
                  <c:v>41114</c:v>
                </c:pt>
                <c:pt idx="715">
                  <c:v>41113</c:v>
                </c:pt>
                <c:pt idx="716">
                  <c:v>41110</c:v>
                </c:pt>
                <c:pt idx="717">
                  <c:v>41109</c:v>
                </c:pt>
                <c:pt idx="718">
                  <c:v>41108</c:v>
                </c:pt>
                <c:pt idx="719">
                  <c:v>41107</c:v>
                </c:pt>
                <c:pt idx="720">
                  <c:v>41106</c:v>
                </c:pt>
                <c:pt idx="721">
                  <c:v>41103</c:v>
                </c:pt>
                <c:pt idx="722">
                  <c:v>41102</c:v>
                </c:pt>
                <c:pt idx="723">
                  <c:v>41101</c:v>
                </c:pt>
                <c:pt idx="724">
                  <c:v>41100</c:v>
                </c:pt>
                <c:pt idx="725">
                  <c:v>41099</c:v>
                </c:pt>
                <c:pt idx="726">
                  <c:v>41096</c:v>
                </c:pt>
                <c:pt idx="727">
                  <c:v>41095</c:v>
                </c:pt>
                <c:pt idx="728">
                  <c:v>41094</c:v>
                </c:pt>
                <c:pt idx="729">
                  <c:v>41093</c:v>
                </c:pt>
                <c:pt idx="730">
                  <c:v>41092</c:v>
                </c:pt>
                <c:pt idx="731">
                  <c:v>41089</c:v>
                </c:pt>
                <c:pt idx="732">
                  <c:v>41088</c:v>
                </c:pt>
                <c:pt idx="733">
                  <c:v>41087</c:v>
                </c:pt>
                <c:pt idx="734">
                  <c:v>41086</c:v>
                </c:pt>
                <c:pt idx="735">
                  <c:v>41085</c:v>
                </c:pt>
                <c:pt idx="736">
                  <c:v>41082</c:v>
                </c:pt>
                <c:pt idx="737">
                  <c:v>41081</c:v>
                </c:pt>
                <c:pt idx="738">
                  <c:v>41080</c:v>
                </c:pt>
                <c:pt idx="739">
                  <c:v>41079</c:v>
                </c:pt>
                <c:pt idx="740">
                  <c:v>41078</c:v>
                </c:pt>
                <c:pt idx="741">
                  <c:v>41075</c:v>
                </c:pt>
                <c:pt idx="742">
                  <c:v>41074</c:v>
                </c:pt>
                <c:pt idx="743">
                  <c:v>41073</c:v>
                </c:pt>
                <c:pt idx="744">
                  <c:v>41072</c:v>
                </c:pt>
                <c:pt idx="745">
                  <c:v>41071</c:v>
                </c:pt>
                <c:pt idx="746">
                  <c:v>41068</c:v>
                </c:pt>
                <c:pt idx="747">
                  <c:v>41067</c:v>
                </c:pt>
                <c:pt idx="748">
                  <c:v>41066</c:v>
                </c:pt>
                <c:pt idx="749">
                  <c:v>41065</c:v>
                </c:pt>
                <c:pt idx="750">
                  <c:v>41064</c:v>
                </c:pt>
                <c:pt idx="751">
                  <c:v>41061</c:v>
                </c:pt>
                <c:pt idx="752">
                  <c:v>41060</c:v>
                </c:pt>
                <c:pt idx="753">
                  <c:v>41059</c:v>
                </c:pt>
                <c:pt idx="754">
                  <c:v>41058</c:v>
                </c:pt>
                <c:pt idx="755">
                  <c:v>41057</c:v>
                </c:pt>
                <c:pt idx="756">
                  <c:v>41054</c:v>
                </c:pt>
                <c:pt idx="757">
                  <c:v>41053</c:v>
                </c:pt>
                <c:pt idx="758">
                  <c:v>41052</c:v>
                </c:pt>
                <c:pt idx="759">
                  <c:v>41051</c:v>
                </c:pt>
                <c:pt idx="760">
                  <c:v>41050</c:v>
                </c:pt>
                <c:pt idx="761">
                  <c:v>41047</c:v>
                </c:pt>
                <c:pt idx="762">
                  <c:v>41046</c:v>
                </c:pt>
                <c:pt idx="763">
                  <c:v>41045</c:v>
                </c:pt>
                <c:pt idx="764">
                  <c:v>41044</c:v>
                </c:pt>
                <c:pt idx="765">
                  <c:v>41043</c:v>
                </c:pt>
                <c:pt idx="766">
                  <c:v>41040</c:v>
                </c:pt>
                <c:pt idx="767">
                  <c:v>41039</c:v>
                </c:pt>
                <c:pt idx="768">
                  <c:v>41038</c:v>
                </c:pt>
                <c:pt idx="769">
                  <c:v>41037</c:v>
                </c:pt>
                <c:pt idx="770">
                  <c:v>41036</c:v>
                </c:pt>
                <c:pt idx="771">
                  <c:v>41033</c:v>
                </c:pt>
                <c:pt idx="772">
                  <c:v>41032</c:v>
                </c:pt>
                <c:pt idx="773">
                  <c:v>41031</c:v>
                </c:pt>
                <c:pt idx="774">
                  <c:v>41030</c:v>
                </c:pt>
                <c:pt idx="775">
                  <c:v>41029</c:v>
                </c:pt>
                <c:pt idx="776">
                  <c:v>41026</c:v>
                </c:pt>
                <c:pt idx="777">
                  <c:v>41025</c:v>
                </c:pt>
                <c:pt idx="778">
                  <c:v>41024</c:v>
                </c:pt>
                <c:pt idx="779">
                  <c:v>41023</c:v>
                </c:pt>
                <c:pt idx="780">
                  <c:v>41022</c:v>
                </c:pt>
                <c:pt idx="781">
                  <c:v>41019</c:v>
                </c:pt>
                <c:pt idx="782">
                  <c:v>41018</c:v>
                </c:pt>
                <c:pt idx="783">
                  <c:v>41017</c:v>
                </c:pt>
                <c:pt idx="784">
                  <c:v>41016</c:v>
                </c:pt>
                <c:pt idx="785">
                  <c:v>41015</c:v>
                </c:pt>
                <c:pt idx="786">
                  <c:v>41012</c:v>
                </c:pt>
                <c:pt idx="787">
                  <c:v>41011</c:v>
                </c:pt>
                <c:pt idx="788">
                  <c:v>41010</c:v>
                </c:pt>
                <c:pt idx="789">
                  <c:v>41009</c:v>
                </c:pt>
                <c:pt idx="790">
                  <c:v>41008</c:v>
                </c:pt>
                <c:pt idx="791">
                  <c:v>41005</c:v>
                </c:pt>
                <c:pt idx="792">
                  <c:v>41004</c:v>
                </c:pt>
                <c:pt idx="793">
                  <c:v>41003</c:v>
                </c:pt>
                <c:pt idx="794">
                  <c:v>41002</c:v>
                </c:pt>
                <c:pt idx="795">
                  <c:v>41001</c:v>
                </c:pt>
                <c:pt idx="796">
                  <c:v>40998</c:v>
                </c:pt>
                <c:pt idx="797">
                  <c:v>40997</c:v>
                </c:pt>
                <c:pt idx="798">
                  <c:v>40996</c:v>
                </c:pt>
                <c:pt idx="799">
                  <c:v>40995</c:v>
                </c:pt>
                <c:pt idx="800">
                  <c:v>40994</c:v>
                </c:pt>
                <c:pt idx="801">
                  <c:v>40991</c:v>
                </c:pt>
                <c:pt idx="802">
                  <c:v>40990</c:v>
                </c:pt>
                <c:pt idx="803">
                  <c:v>40989</c:v>
                </c:pt>
                <c:pt idx="804">
                  <c:v>40988</c:v>
                </c:pt>
                <c:pt idx="805">
                  <c:v>40987</c:v>
                </c:pt>
                <c:pt idx="806">
                  <c:v>40984</c:v>
                </c:pt>
                <c:pt idx="807">
                  <c:v>40983</c:v>
                </c:pt>
                <c:pt idx="808">
                  <c:v>40982</c:v>
                </c:pt>
                <c:pt idx="809">
                  <c:v>40981</c:v>
                </c:pt>
                <c:pt idx="810">
                  <c:v>40980</c:v>
                </c:pt>
                <c:pt idx="811">
                  <c:v>40977</c:v>
                </c:pt>
                <c:pt idx="812">
                  <c:v>40976</c:v>
                </c:pt>
                <c:pt idx="813">
                  <c:v>40975</c:v>
                </c:pt>
                <c:pt idx="814">
                  <c:v>40974</c:v>
                </c:pt>
                <c:pt idx="815">
                  <c:v>40973</c:v>
                </c:pt>
                <c:pt idx="816">
                  <c:v>40970</c:v>
                </c:pt>
                <c:pt idx="817">
                  <c:v>40969</c:v>
                </c:pt>
                <c:pt idx="818">
                  <c:v>40968</c:v>
                </c:pt>
                <c:pt idx="819">
                  <c:v>40967</c:v>
                </c:pt>
                <c:pt idx="820">
                  <c:v>40966</c:v>
                </c:pt>
                <c:pt idx="821">
                  <c:v>40963</c:v>
                </c:pt>
                <c:pt idx="822">
                  <c:v>40962</c:v>
                </c:pt>
                <c:pt idx="823">
                  <c:v>40961</c:v>
                </c:pt>
                <c:pt idx="824">
                  <c:v>40960</c:v>
                </c:pt>
                <c:pt idx="825">
                  <c:v>40959</c:v>
                </c:pt>
                <c:pt idx="826">
                  <c:v>40956</c:v>
                </c:pt>
                <c:pt idx="827">
                  <c:v>40955</c:v>
                </c:pt>
                <c:pt idx="828">
                  <c:v>40954</c:v>
                </c:pt>
                <c:pt idx="829">
                  <c:v>40953</c:v>
                </c:pt>
                <c:pt idx="830">
                  <c:v>40952</c:v>
                </c:pt>
                <c:pt idx="831">
                  <c:v>40949</c:v>
                </c:pt>
                <c:pt idx="832">
                  <c:v>40948</c:v>
                </c:pt>
                <c:pt idx="833">
                  <c:v>40947</c:v>
                </c:pt>
                <c:pt idx="834">
                  <c:v>40946</c:v>
                </c:pt>
                <c:pt idx="835">
                  <c:v>40945</c:v>
                </c:pt>
                <c:pt idx="836">
                  <c:v>40942</c:v>
                </c:pt>
                <c:pt idx="837">
                  <c:v>40941</c:v>
                </c:pt>
                <c:pt idx="838">
                  <c:v>40940</c:v>
                </c:pt>
                <c:pt idx="839">
                  <c:v>40939</c:v>
                </c:pt>
                <c:pt idx="840">
                  <c:v>40938</c:v>
                </c:pt>
                <c:pt idx="841">
                  <c:v>40935</c:v>
                </c:pt>
                <c:pt idx="842">
                  <c:v>40934</c:v>
                </c:pt>
                <c:pt idx="843">
                  <c:v>40933</c:v>
                </c:pt>
                <c:pt idx="844">
                  <c:v>40932</c:v>
                </c:pt>
                <c:pt idx="845">
                  <c:v>40931</c:v>
                </c:pt>
                <c:pt idx="846">
                  <c:v>40928</c:v>
                </c:pt>
                <c:pt idx="847">
                  <c:v>40927</c:v>
                </c:pt>
                <c:pt idx="848">
                  <c:v>40926</c:v>
                </c:pt>
                <c:pt idx="849">
                  <c:v>40925</c:v>
                </c:pt>
                <c:pt idx="850">
                  <c:v>40924</c:v>
                </c:pt>
                <c:pt idx="851">
                  <c:v>40921</c:v>
                </c:pt>
                <c:pt idx="852">
                  <c:v>40920</c:v>
                </c:pt>
                <c:pt idx="853">
                  <c:v>40919</c:v>
                </c:pt>
                <c:pt idx="854">
                  <c:v>40918</c:v>
                </c:pt>
                <c:pt idx="855">
                  <c:v>40917</c:v>
                </c:pt>
                <c:pt idx="856">
                  <c:v>40914</c:v>
                </c:pt>
                <c:pt idx="857">
                  <c:v>40913</c:v>
                </c:pt>
                <c:pt idx="858">
                  <c:v>40912</c:v>
                </c:pt>
                <c:pt idx="859">
                  <c:v>40911</c:v>
                </c:pt>
                <c:pt idx="860">
                  <c:v>40910</c:v>
                </c:pt>
                <c:pt idx="861">
                  <c:v>40907</c:v>
                </c:pt>
                <c:pt idx="862">
                  <c:v>40906</c:v>
                </c:pt>
                <c:pt idx="863">
                  <c:v>40905</c:v>
                </c:pt>
                <c:pt idx="864">
                  <c:v>40904</c:v>
                </c:pt>
                <c:pt idx="865">
                  <c:v>40903</c:v>
                </c:pt>
                <c:pt idx="866">
                  <c:v>40900</c:v>
                </c:pt>
                <c:pt idx="867">
                  <c:v>40899</c:v>
                </c:pt>
                <c:pt idx="868">
                  <c:v>40898</c:v>
                </c:pt>
                <c:pt idx="869">
                  <c:v>40897</c:v>
                </c:pt>
                <c:pt idx="870">
                  <c:v>40896</c:v>
                </c:pt>
                <c:pt idx="871">
                  <c:v>40893</c:v>
                </c:pt>
                <c:pt idx="872">
                  <c:v>40892</c:v>
                </c:pt>
                <c:pt idx="873">
                  <c:v>40891</c:v>
                </c:pt>
                <c:pt idx="874">
                  <c:v>40890</c:v>
                </c:pt>
                <c:pt idx="875">
                  <c:v>40889</c:v>
                </c:pt>
                <c:pt idx="876">
                  <c:v>40886</c:v>
                </c:pt>
                <c:pt idx="877">
                  <c:v>40885</c:v>
                </c:pt>
                <c:pt idx="878">
                  <c:v>40884</c:v>
                </c:pt>
                <c:pt idx="879">
                  <c:v>40883</c:v>
                </c:pt>
                <c:pt idx="880">
                  <c:v>40882</c:v>
                </c:pt>
                <c:pt idx="881">
                  <c:v>40879</c:v>
                </c:pt>
                <c:pt idx="882">
                  <c:v>40878</c:v>
                </c:pt>
                <c:pt idx="883">
                  <c:v>40877</c:v>
                </c:pt>
                <c:pt idx="884">
                  <c:v>40876</c:v>
                </c:pt>
                <c:pt idx="885">
                  <c:v>40875</c:v>
                </c:pt>
                <c:pt idx="886">
                  <c:v>40872</c:v>
                </c:pt>
                <c:pt idx="887">
                  <c:v>40871</c:v>
                </c:pt>
                <c:pt idx="888">
                  <c:v>40870</c:v>
                </c:pt>
                <c:pt idx="889">
                  <c:v>40869</c:v>
                </c:pt>
                <c:pt idx="890">
                  <c:v>40868</c:v>
                </c:pt>
                <c:pt idx="891">
                  <c:v>40865</c:v>
                </c:pt>
                <c:pt idx="892">
                  <c:v>40864</c:v>
                </c:pt>
                <c:pt idx="893">
                  <c:v>40863</c:v>
                </c:pt>
                <c:pt idx="894">
                  <c:v>40862</c:v>
                </c:pt>
                <c:pt idx="895">
                  <c:v>40861</c:v>
                </c:pt>
                <c:pt idx="896">
                  <c:v>40858</c:v>
                </c:pt>
                <c:pt idx="897">
                  <c:v>40857</c:v>
                </c:pt>
                <c:pt idx="898">
                  <c:v>40856</c:v>
                </c:pt>
                <c:pt idx="899">
                  <c:v>40855</c:v>
                </c:pt>
                <c:pt idx="900">
                  <c:v>40854</c:v>
                </c:pt>
                <c:pt idx="901">
                  <c:v>40851</c:v>
                </c:pt>
                <c:pt idx="902">
                  <c:v>40850</c:v>
                </c:pt>
                <c:pt idx="903">
                  <c:v>40849</c:v>
                </c:pt>
                <c:pt idx="904">
                  <c:v>40848</c:v>
                </c:pt>
                <c:pt idx="905">
                  <c:v>40847</c:v>
                </c:pt>
                <c:pt idx="906">
                  <c:v>40844</c:v>
                </c:pt>
                <c:pt idx="907">
                  <c:v>40843</c:v>
                </c:pt>
                <c:pt idx="908">
                  <c:v>40842</c:v>
                </c:pt>
                <c:pt idx="909">
                  <c:v>40841</c:v>
                </c:pt>
                <c:pt idx="910">
                  <c:v>40840</c:v>
                </c:pt>
                <c:pt idx="911">
                  <c:v>40837</c:v>
                </c:pt>
                <c:pt idx="912">
                  <c:v>40836</c:v>
                </c:pt>
                <c:pt idx="913">
                  <c:v>40835</c:v>
                </c:pt>
                <c:pt idx="914">
                  <c:v>40834</c:v>
                </c:pt>
                <c:pt idx="915">
                  <c:v>40833</c:v>
                </c:pt>
                <c:pt idx="916">
                  <c:v>40830</c:v>
                </c:pt>
                <c:pt idx="917">
                  <c:v>40829</c:v>
                </c:pt>
                <c:pt idx="918">
                  <c:v>40828</c:v>
                </c:pt>
                <c:pt idx="919">
                  <c:v>40827</c:v>
                </c:pt>
                <c:pt idx="920">
                  <c:v>40826</c:v>
                </c:pt>
                <c:pt idx="921">
                  <c:v>40823</c:v>
                </c:pt>
                <c:pt idx="922">
                  <c:v>40822</c:v>
                </c:pt>
                <c:pt idx="923">
                  <c:v>40821</c:v>
                </c:pt>
                <c:pt idx="924">
                  <c:v>40820</c:v>
                </c:pt>
                <c:pt idx="925">
                  <c:v>40819</c:v>
                </c:pt>
                <c:pt idx="926">
                  <c:v>40816</c:v>
                </c:pt>
                <c:pt idx="927">
                  <c:v>40815</c:v>
                </c:pt>
                <c:pt idx="928">
                  <c:v>40814</c:v>
                </c:pt>
                <c:pt idx="929">
                  <c:v>40813</c:v>
                </c:pt>
                <c:pt idx="930">
                  <c:v>40812</c:v>
                </c:pt>
                <c:pt idx="931">
                  <c:v>40809</c:v>
                </c:pt>
                <c:pt idx="932">
                  <c:v>40808</c:v>
                </c:pt>
                <c:pt idx="933">
                  <c:v>40807</c:v>
                </c:pt>
                <c:pt idx="934">
                  <c:v>40806</c:v>
                </c:pt>
                <c:pt idx="935">
                  <c:v>40805</c:v>
                </c:pt>
                <c:pt idx="936">
                  <c:v>40802</c:v>
                </c:pt>
                <c:pt idx="937">
                  <c:v>40801</c:v>
                </c:pt>
                <c:pt idx="938">
                  <c:v>40800</c:v>
                </c:pt>
                <c:pt idx="939">
                  <c:v>40799</c:v>
                </c:pt>
                <c:pt idx="940">
                  <c:v>40798</c:v>
                </c:pt>
                <c:pt idx="941">
                  <c:v>40795</c:v>
                </c:pt>
                <c:pt idx="942">
                  <c:v>40794</c:v>
                </c:pt>
                <c:pt idx="943">
                  <c:v>40793</c:v>
                </c:pt>
                <c:pt idx="944">
                  <c:v>40792</c:v>
                </c:pt>
                <c:pt idx="945">
                  <c:v>40791</c:v>
                </c:pt>
                <c:pt idx="946">
                  <c:v>40788</c:v>
                </c:pt>
                <c:pt idx="947">
                  <c:v>40787</c:v>
                </c:pt>
                <c:pt idx="948">
                  <c:v>40786</c:v>
                </c:pt>
                <c:pt idx="949">
                  <c:v>40785</c:v>
                </c:pt>
                <c:pt idx="950">
                  <c:v>40784</c:v>
                </c:pt>
                <c:pt idx="951">
                  <c:v>40781</c:v>
                </c:pt>
                <c:pt idx="952">
                  <c:v>40780</c:v>
                </c:pt>
                <c:pt idx="953">
                  <c:v>40779</c:v>
                </c:pt>
                <c:pt idx="954">
                  <c:v>40778</c:v>
                </c:pt>
                <c:pt idx="955">
                  <c:v>40777</c:v>
                </c:pt>
                <c:pt idx="956">
                  <c:v>40774</c:v>
                </c:pt>
                <c:pt idx="957">
                  <c:v>40773</c:v>
                </c:pt>
                <c:pt idx="958">
                  <c:v>40772</c:v>
                </c:pt>
                <c:pt idx="959">
                  <c:v>40771</c:v>
                </c:pt>
                <c:pt idx="960">
                  <c:v>40770</c:v>
                </c:pt>
                <c:pt idx="961">
                  <c:v>40767</c:v>
                </c:pt>
                <c:pt idx="962">
                  <c:v>40766</c:v>
                </c:pt>
                <c:pt idx="963">
                  <c:v>40765</c:v>
                </c:pt>
                <c:pt idx="964">
                  <c:v>40764</c:v>
                </c:pt>
                <c:pt idx="965">
                  <c:v>40763</c:v>
                </c:pt>
                <c:pt idx="966">
                  <c:v>40760</c:v>
                </c:pt>
                <c:pt idx="967">
                  <c:v>40759</c:v>
                </c:pt>
                <c:pt idx="968">
                  <c:v>40758</c:v>
                </c:pt>
                <c:pt idx="969">
                  <c:v>40757</c:v>
                </c:pt>
                <c:pt idx="970">
                  <c:v>40756</c:v>
                </c:pt>
                <c:pt idx="971">
                  <c:v>40753</c:v>
                </c:pt>
                <c:pt idx="972">
                  <c:v>40752</c:v>
                </c:pt>
                <c:pt idx="973">
                  <c:v>40751</c:v>
                </c:pt>
                <c:pt idx="974">
                  <c:v>40750</c:v>
                </c:pt>
                <c:pt idx="975">
                  <c:v>40749</c:v>
                </c:pt>
                <c:pt idx="976">
                  <c:v>40746</c:v>
                </c:pt>
                <c:pt idx="977">
                  <c:v>40745</c:v>
                </c:pt>
                <c:pt idx="978">
                  <c:v>40744</c:v>
                </c:pt>
                <c:pt idx="979">
                  <c:v>40743</c:v>
                </c:pt>
                <c:pt idx="980">
                  <c:v>40742</c:v>
                </c:pt>
                <c:pt idx="981">
                  <c:v>40739</c:v>
                </c:pt>
                <c:pt idx="982">
                  <c:v>40738</c:v>
                </c:pt>
                <c:pt idx="983">
                  <c:v>40737</c:v>
                </c:pt>
                <c:pt idx="984">
                  <c:v>40736</c:v>
                </c:pt>
                <c:pt idx="985">
                  <c:v>40735</c:v>
                </c:pt>
                <c:pt idx="986">
                  <c:v>40732</c:v>
                </c:pt>
                <c:pt idx="987">
                  <c:v>40731</c:v>
                </c:pt>
                <c:pt idx="988">
                  <c:v>40730</c:v>
                </c:pt>
                <c:pt idx="989">
                  <c:v>40729</c:v>
                </c:pt>
                <c:pt idx="990">
                  <c:v>40728</c:v>
                </c:pt>
                <c:pt idx="991">
                  <c:v>40725</c:v>
                </c:pt>
                <c:pt idx="992">
                  <c:v>40724</c:v>
                </c:pt>
                <c:pt idx="993">
                  <c:v>40723</c:v>
                </c:pt>
                <c:pt idx="994">
                  <c:v>40722</c:v>
                </c:pt>
                <c:pt idx="995">
                  <c:v>40721</c:v>
                </c:pt>
                <c:pt idx="996">
                  <c:v>40718</c:v>
                </c:pt>
                <c:pt idx="997">
                  <c:v>40717</c:v>
                </c:pt>
                <c:pt idx="998">
                  <c:v>40716</c:v>
                </c:pt>
                <c:pt idx="999">
                  <c:v>40715</c:v>
                </c:pt>
                <c:pt idx="1000">
                  <c:v>40714</c:v>
                </c:pt>
                <c:pt idx="1001">
                  <c:v>40711</c:v>
                </c:pt>
                <c:pt idx="1002">
                  <c:v>40710</c:v>
                </c:pt>
                <c:pt idx="1003">
                  <c:v>40709</c:v>
                </c:pt>
                <c:pt idx="1004">
                  <c:v>40708</c:v>
                </c:pt>
                <c:pt idx="1005">
                  <c:v>40707</c:v>
                </c:pt>
                <c:pt idx="1006">
                  <c:v>40704</c:v>
                </c:pt>
                <c:pt idx="1007">
                  <c:v>40703</c:v>
                </c:pt>
                <c:pt idx="1008">
                  <c:v>40702</c:v>
                </c:pt>
                <c:pt idx="1009">
                  <c:v>40701</c:v>
                </c:pt>
                <c:pt idx="1010">
                  <c:v>40700</c:v>
                </c:pt>
                <c:pt idx="1011">
                  <c:v>40697</c:v>
                </c:pt>
                <c:pt idx="1012">
                  <c:v>40696</c:v>
                </c:pt>
                <c:pt idx="1013">
                  <c:v>40695</c:v>
                </c:pt>
                <c:pt idx="1014">
                  <c:v>40694</c:v>
                </c:pt>
                <c:pt idx="1015">
                  <c:v>40693</c:v>
                </c:pt>
                <c:pt idx="1016">
                  <c:v>40690</c:v>
                </c:pt>
                <c:pt idx="1017">
                  <c:v>40689</c:v>
                </c:pt>
                <c:pt idx="1018">
                  <c:v>40688</c:v>
                </c:pt>
                <c:pt idx="1019">
                  <c:v>40687</c:v>
                </c:pt>
                <c:pt idx="1020">
                  <c:v>40686</c:v>
                </c:pt>
                <c:pt idx="1021">
                  <c:v>40683</c:v>
                </c:pt>
                <c:pt idx="1022">
                  <c:v>40682</c:v>
                </c:pt>
                <c:pt idx="1023">
                  <c:v>40681</c:v>
                </c:pt>
                <c:pt idx="1024">
                  <c:v>40680</c:v>
                </c:pt>
                <c:pt idx="1025">
                  <c:v>40679</c:v>
                </c:pt>
                <c:pt idx="1026">
                  <c:v>40676</c:v>
                </c:pt>
                <c:pt idx="1027">
                  <c:v>40675</c:v>
                </c:pt>
                <c:pt idx="1028">
                  <c:v>40674</c:v>
                </c:pt>
                <c:pt idx="1029">
                  <c:v>40673</c:v>
                </c:pt>
                <c:pt idx="1030">
                  <c:v>40672</c:v>
                </c:pt>
                <c:pt idx="1031">
                  <c:v>40669</c:v>
                </c:pt>
                <c:pt idx="1032">
                  <c:v>40668</c:v>
                </c:pt>
                <c:pt idx="1033">
                  <c:v>40667</c:v>
                </c:pt>
                <c:pt idx="1034">
                  <c:v>40666</c:v>
                </c:pt>
                <c:pt idx="1035">
                  <c:v>40665</c:v>
                </c:pt>
                <c:pt idx="1036">
                  <c:v>40662</c:v>
                </c:pt>
                <c:pt idx="1037">
                  <c:v>40661</c:v>
                </c:pt>
                <c:pt idx="1038">
                  <c:v>40660</c:v>
                </c:pt>
                <c:pt idx="1039">
                  <c:v>40659</c:v>
                </c:pt>
                <c:pt idx="1040">
                  <c:v>40658</c:v>
                </c:pt>
                <c:pt idx="1041">
                  <c:v>40654</c:v>
                </c:pt>
                <c:pt idx="1042">
                  <c:v>40653</c:v>
                </c:pt>
                <c:pt idx="1043">
                  <c:v>40652</c:v>
                </c:pt>
                <c:pt idx="1044">
                  <c:v>40651</c:v>
                </c:pt>
                <c:pt idx="1045">
                  <c:v>40648</c:v>
                </c:pt>
                <c:pt idx="1046">
                  <c:v>40647</c:v>
                </c:pt>
                <c:pt idx="1047">
                  <c:v>40646</c:v>
                </c:pt>
                <c:pt idx="1048">
                  <c:v>40645</c:v>
                </c:pt>
                <c:pt idx="1049">
                  <c:v>40644</c:v>
                </c:pt>
                <c:pt idx="1050">
                  <c:v>40641</c:v>
                </c:pt>
                <c:pt idx="1051">
                  <c:v>40640</c:v>
                </c:pt>
                <c:pt idx="1052">
                  <c:v>40639</c:v>
                </c:pt>
                <c:pt idx="1053">
                  <c:v>40638</c:v>
                </c:pt>
                <c:pt idx="1054">
                  <c:v>40637</c:v>
                </c:pt>
                <c:pt idx="1055">
                  <c:v>40634</c:v>
                </c:pt>
                <c:pt idx="1056">
                  <c:v>40633</c:v>
                </c:pt>
                <c:pt idx="1057">
                  <c:v>40632</c:v>
                </c:pt>
                <c:pt idx="1058">
                  <c:v>40631</c:v>
                </c:pt>
                <c:pt idx="1059">
                  <c:v>40630</c:v>
                </c:pt>
                <c:pt idx="1060">
                  <c:v>40627</c:v>
                </c:pt>
                <c:pt idx="1061">
                  <c:v>40626</c:v>
                </c:pt>
                <c:pt idx="1062">
                  <c:v>40625</c:v>
                </c:pt>
                <c:pt idx="1063">
                  <c:v>40624</c:v>
                </c:pt>
                <c:pt idx="1064">
                  <c:v>40623</c:v>
                </c:pt>
                <c:pt idx="1065">
                  <c:v>40620</c:v>
                </c:pt>
                <c:pt idx="1066">
                  <c:v>40619</c:v>
                </c:pt>
                <c:pt idx="1067">
                  <c:v>40618</c:v>
                </c:pt>
                <c:pt idx="1068">
                  <c:v>40617</c:v>
                </c:pt>
                <c:pt idx="1069">
                  <c:v>40616</c:v>
                </c:pt>
                <c:pt idx="1070">
                  <c:v>40613</c:v>
                </c:pt>
                <c:pt idx="1071">
                  <c:v>40612</c:v>
                </c:pt>
                <c:pt idx="1072">
                  <c:v>40611</c:v>
                </c:pt>
                <c:pt idx="1073">
                  <c:v>40610</c:v>
                </c:pt>
                <c:pt idx="1074">
                  <c:v>40609</c:v>
                </c:pt>
                <c:pt idx="1075">
                  <c:v>40606</c:v>
                </c:pt>
                <c:pt idx="1076">
                  <c:v>40605</c:v>
                </c:pt>
                <c:pt idx="1077">
                  <c:v>40604</c:v>
                </c:pt>
                <c:pt idx="1078">
                  <c:v>40603</c:v>
                </c:pt>
                <c:pt idx="1079">
                  <c:v>40602</c:v>
                </c:pt>
                <c:pt idx="1080">
                  <c:v>40599</c:v>
                </c:pt>
                <c:pt idx="1081">
                  <c:v>40598</c:v>
                </c:pt>
                <c:pt idx="1082">
                  <c:v>40597</c:v>
                </c:pt>
                <c:pt idx="1083">
                  <c:v>40596</c:v>
                </c:pt>
                <c:pt idx="1084">
                  <c:v>40595</c:v>
                </c:pt>
                <c:pt idx="1085">
                  <c:v>40592</c:v>
                </c:pt>
                <c:pt idx="1086">
                  <c:v>40591</c:v>
                </c:pt>
                <c:pt idx="1087">
                  <c:v>40590</c:v>
                </c:pt>
                <c:pt idx="1088">
                  <c:v>40589</c:v>
                </c:pt>
                <c:pt idx="1089">
                  <c:v>40588</c:v>
                </c:pt>
                <c:pt idx="1090">
                  <c:v>40585</c:v>
                </c:pt>
                <c:pt idx="1091">
                  <c:v>40584</c:v>
                </c:pt>
                <c:pt idx="1092">
                  <c:v>40583</c:v>
                </c:pt>
                <c:pt idx="1093">
                  <c:v>40582</c:v>
                </c:pt>
                <c:pt idx="1094">
                  <c:v>40581</c:v>
                </c:pt>
                <c:pt idx="1095">
                  <c:v>40578</c:v>
                </c:pt>
                <c:pt idx="1096">
                  <c:v>40577</c:v>
                </c:pt>
                <c:pt idx="1097">
                  <c:v>40576</c:v>
                </c:pt>
                <c:pt idx="1098">
                  <c:v>40575</c:v>
                </c:pt>
                <c:pt idx="1099">
                  <c:v>40574</c:v>
                </c:pt>
                <c:pt idx="1100">
                  <c:v>40571</c:v>
                </c:pt>
                <c:pt idx="1101">
                  <c:v>40570</c:v>
                </c:pt>
                <c:pt idx="1102">
                  <c:v>40569</c:v>
                </c:pt>
                <c:pt idx="1103">
                  <c:v>40568</c:v>
                </c:pt>
                <c:pt idx="1104">
                  <c:v>40567</c:v>
                </c:pt>
                <c:pt idx="1105">
                  <c:v>40564</c:v>
                </c:pt>
                <c:pt idx="1106">
                  <c:v>40563</c:v>
                </c:pt>
                <c:pt idx="1107">
                  <c:v>40562</c:v>
                </c:pt>
                <c:pt idx="1108">
                  <c:v>40561</c:v>
                </c:pt>
                <c:pt idx="1109">
                  <c:v>40560</c:v>
                </c:pt>
                <c:pt idx="1110">
                  <c:v>40557</c:v>
                </c:pt>
                <c:pt idx="1111">
                  <c:v>40556</c:v>
                </c:pt>
                <c:pt idx="1112">
                  <c:v>40555</c:v>
                </c:pt>
                <c:pt idx="1113">
                  <c:v>40554</c:v>
                </c:pt>
                <c:pt idx="1114">
                  <c:v>40553</c:v>
                </c:pt>
                <c:pt idx="1115">
                  <c:v>40550</c:v>
                </c:pt>
                <c:pt idx="1116">
                  <c:v>40549</c:v>
                </c:pt>
                <c:pt idx="1117">
                  <c:v>40548</c:v>
                </c:pt>
                <c:pt idx="1118">
                  <c:v>40547</c:v>
                </c:pt>
                <c:pt idx="1119">
                  <c:v>40546</c:v>
                </c:pt>
                <c:pt idx="1120">
                  <c:v>40543</c:v>
                </c:pt>
                <c:pt idx="1121">
                  <c:v>40542</c:v>
                </c:pt>
                <c:pt idx="1122">
                  <c:v>40541</c:v>
                </c:pt>
                <c:pt idx="1123">
                  <c:v>40540</c:v>
                </c:pt>
                <c:pt idx="1124">
                  <c:v>40539</c:v>
                </c:pt>
                <c:pt idx="1125">
                  <c:v>40536</c:v>
                </c:pt>
                <c:pt idx="1126">
                  <c:v>40535</c:v>
                </c:pt>
                <c:pt idx="1127">
                  <c:v>40534</c:v>
                </c:pt>
                <c:pt idx="1128">
                  <c:v>40533</c:v>
                </c:pt>
                <c:pt idx="1129">
                  <c:v>40532</c:v>
                </c:pt>
                <c:pt idx="1130">
                  <c:v>40529</c:v>
                </c:pt>
                <c:pt idx="1131">
                  <c:v>40528</c:v>
                </c:pt>
                <c:pt idx="1132">
                  <c:v>40527</c:v>
                </c:pt>
                <c:pt idx="1133">
                  <c:v>40526</c:v>
                </c:pt>
                <c:pt idx="1134">
                  <c:v>40525</c:v>
                </c:pt>
                <c:pt idx="1135">
                  <c:v>40522</c:v>
                </c:pt>
                <c:pt idx="1136">
                  <c:v>40521</c:v>
                </c:pt>
                <c:pt idx="1137">
                  <c:v>40520</c:v>
                </c:pt>
                <c:pt idx="1138">
                  <c:v>40519</c:v>
                </c:pt>
                <c:pt idx="1139">
                  <c:v>40518</c:v>
                </c:pt>
                <c:pt idx="1140">
                  <c:v>40515</c:v>
                </c:pt>
                <c:pt idx="1141">
                  <c:v>40514</c:v>
                </c:pt>
                <c:pt idx="1142">
                  <c:v>40513</c:v>
                </c:pt>
                <c:pt idx="1143">
                  <c:v>40512</c:v>
                </c:pt>
                <c:pt idx="1144">
                  <c:v>40511</c:v>
                </c:pt>
                <c:pt idx="1145">
                  <c:v>40508</c:v>
                </c:pt>
                <c:pt idx="1146">
                  <c:v>40507</c:v>
                </c:pt>
                <c:pt idx="1147">
                  <c:v>40506</c:v>
                </c:pt>
                <c:pt idx="1148">
                  <c:v>40505</c:v>
                </c:pt>
                <c:pt idx="1149">
                  <c:v>40504</c:v>
                </c:pt>
                <c:pt idx="1150">
                  <c:v>40501</c:v>
                </c:pt>
                <c:pt idx="1151">
                  <c:v>40500</c:v>
                </c:pt>
                <c:pt idx="1152">
                  <c:v>40499</c:v>
                </c:pt>
                <c:pt idx="1153">
                  <c:v>40498</c:v>
                </c:pt>
                <c:pt idx="1154">
                  <c:v>40497</c:v>
                </c:pt>
                <c:pt idx="1155">
                  <c:v>40494</c:v>
                </c:pt>
                <c:pt idx="1156">
                  <c:v>40493</c:v>
                </c:pt>
                <c:pt idx="1157">
                  <c:v>40492</c:v>
                </c:pt>
                <c:pt idx="1158">
                  <c:v>40491</c:v>
                </c:pt>
                <c:pt idx="1159">
                  <c:v>40490</c:v>
                </c:pt>
                <c:pt idx="1160">
                  <c:v>40487</c:v>
                </c:pt>
                <c:pt idx="1161">
                  <c:v>40486</c:v>
                </c:pt>
                <c:pt idx="1162">
                  <c:v>40485</c:v>
                </c:pt>
                <c:pt idx="1163">
                  <c:v>40484</c:v>
                </c:pt>
                <c:pt idx="1164">
                  <c:v>40483</c:v>
                </c:pt>
                <c:pt idx="1165">
                  <c:v>40480</c:v>
                </c:pt>
                <c:pt idx="1166">
                  <c:v>40479</c:v>
                </c:pt>
                <c:pt idx="1167">
                  <c:v>40478</c:v>
                </c:pt>
                <c:pt idx="1168">
                  <c:v>40477</c:v>
                </c:pt>
                <c:pt idx="1169">
                  <c:v>40476</c:v>
                </c:pt>
                <c:pt idx="1170">
                  <c:v>40473</c:v>
                </c:pt>
                <c:pt idx="1171">
                  <c:v>40472</c:v>
                </c:pt>
                <c:pt idx="1172">
                  <c:v>40471</c:v>
                </c:pt>
                <c:pt idx="1173">
                  <c:v>40470</c:v>
                </c:pt>
                <c:pt idx="1174">
                  <c:v>40469</c:v>
                </c:pt>
                <c:pt idx="1175">
                  <c:v>40466</c:v>
                </c:pt>
                <c:pt idx="1176">
                  <c:v>40465</c:v>
                </c:pt>
                <c:pt idx="1177">
                  <c:v>40464</c:v>
                </c:pt>
                <c:pt idx="1178">
                  <c:v>40463</c:v>
                </c:pt>
                <c:pt idx="1179">
                  <c:v>40462</c:v>
                </c:pt>
                <c:pt idx="1180">
                  <c:v>40459</c:v>
                </c:pt>
                <c:pt idx="1181">
                  <c:v>40458</c:v>
                </c:pt>
                <c:pt idx="1182">
                  <c:v>40457</c:v>
                </c:pt>
                <c:pt idx="1183">
                  <c:v>40456</c:v>
                </c:pt>
                <c:pt idx="1184">
                  <c:v>40455</c:v>
                </c:pt>
                <c:pt idx="1185">
                  <c:v>40452</c:v>
                </c:pt>
                <c:pt idx="1186">
                  <c:v>40451</c:v>
                </c:pt>
                <c:pt idx="1187">
                  <c:v>40450</c:v>
                </c:pt>
                <c:pt idx="1188">
                  <c:v>40449</c:v>
                </c:pt>
                <c:pt idx="1189">
                  <c:v>40448</c:v>
                </c:pt>
                <c:pt idx="1190">
                  <c:v>40445</c:v>
                </c:pt>
                <c:pt idx="1191">
                  <c:v>40444</c:v>
                </c:pt>
                <c:pt idx="1192">
                  <c:v>40443</c:v>
                </c:pt>
                <c:pt idx="1193">
                  <c:v>40442</c:v>
                </c:pt>
                <c:pt idx="1194">
                  <c:v>40441</c:v>
                </c:pt>
                <c:pt idx="1195">
                  <c:v>40438</c:v>
                </c:pt>
                <c:pt idx="1196">
                  <c:v>40437</c:v>
                </c:pt>
                <c:pt idx="1197">
                  <c:v>40436</c:v>
                </c:pt>
                <c:pt idx="1198">
                  <c:v>40435</c:v>
                </c:pt>
                <c:pt idx="1199">
                  <c:v>40434</c:v>
                </c:pt>
                <c:pt idx="1200">
                  <c:v>40431</c:v>
                </c:pt>
                <c:pt idx="1201">
                  <c:v>40430</c:v>
                </c:pt>
                <c:pt idx="1202">
                  <c:v>40429</c:v>
                </c:pt>
                <c:pt idx="1203">
                  <c:v>40428</c:v>
                </c:pt>
                <c:pt idx="1204">
                  <c:v>40427</c:v>
                </c:pt>
                <c:pt idx="1205">
                  <c:v>40424</c:v>
                </c:pt>
                <c:pt idx="1206">
                  <c:v>40423</c:v>
                </c:pt>
                <c:pt idx="1207">
                  <c:v>40422</c:v>
                </c:pt>
                <c:pt idx="1208">
                  <c:v>40421</c:v>
                </c:pt>
                <c:pt idx="1209">
                  <c:v>40420</c:v>
                </c:pt>
                <c:pt idx="1210">
                  <c:v>40417</c:v>
                </c:pt>
                <c:pt idx="1211">
                  <c:v>40416</c:v>
                </c:pt>
                <c:pt idx="1212">
                  <c:v>40415</c:v>
                </c:pt>
                <c:pt idx="1213">
                  <c:v>40414</c:v>
                </c:pt>
                <c:pt idx="1214">
                  <c:v>40413</c:v>
                </c:pt>
                <c:pt idx="1215">
                  <c:v>40410</c:v>
                </c:pt>
                <c:pt idx="1216">
                  <c:v>40409</c:v>
                </c:pt>
                <c:pt idx="1217">
                  <c:v>40408</c:v>
                </c:pt>
                <c:pt idx="1218">
                  <c:v>40407</c:v>
                </c:pt>
                <c:pt idx="1219">
                  <c:v>40406</c:v>
                </c:pt>
                <c:pt idx="1220">
                  <c:v>40403</c:v>
                </c:pt>
                <c:pt idx="1221">
                  <c:v>40402</c:v>
                </c:pt>
                <c:pt idx="1222">
                  <c:v>40401</c:v>
                </c:pt>
                <c:pt idx="1223">
                  <c:v>40400</c:v>
                </c:pt>
                <c:pt idx="1224">
                  <c:v>40399</c:v>
                </c:pt>
                <c:pt idx="1225">
                  <c:v>40396</c:v>
                </c:pt>
                <c:pt idx="1226">
                  <c:v>40395</c:v>
                </c:pt>
                <c:pt idx="1227">
                  <c:v>40394</c:v>
                </c:pt>
                <c:pt idx="1228">
                  <c:v>40393</c:v>
                </c:pt>
                <c:pt idx="1229">
                  <c:v>40392</c:v>
                </c:pt>
                <c:pt idx="1230">
                  <c:v>40389</c:v>
                </c:pt>
                <c:pt idx="1231">
                  <c:v>40388</c:v>
                </c:pt>
                <c:pt idx="1232">
                  <c:v>40387</c:v>
                </c:pt>
                <c:pt idx="1233">
                  <c:v>40386</c:v>
                </c:pt>
                <c:pt idx="1234">
                  <c:v>40385</c:v>
                </c:pt>
                <c:pt idx="1235">
                  <c:v>40382</c:v>
                </c:pt>
                <c:pt idx="1236">
                  <c:v>40381</c:v>
                </c:pt>
                <c:pt idx="1237">
                  <c:v>40380</c:v>
                </c:pt>
                <c:pt idx="1238">
                  <c:v>40379</c:v>
                </c:pt>
                <c:pt idx="1239">
                  <c:v>40378</c:v>
                </c:pt>
                <c:pt idx="1240">
                  <c:v>40375</c:v>
                </c:pt>
                <c:pt idx="1241">
                  <c:v>40374</c:v>
                </c:pt>
                <c:pt idx="1242">
                  <c:v>40373</c:v>
                </c:pt>
                <c:pt idx="1243">
                  <c:v>40372</c:v>
                </c:pt>
                <c:pt idx="1244">
                  <c:v>40371</c:v>
                </c:pt>
                <c:pt idx="1245">
                  <c:v>40368</c:v>
                </c:pt>
                <c:pt idx="1246">
                  <c:v>40367</c:v>
                </c:pt>
                <c:pt idx="1247">
                  <c:v>40366</c:v>
                </c:pt>
                <c:pt idx="1248">
                  <c:v>40365</c:v>
                </c:pt>
                <c:pt idx="1249">
                  <c:v>40364</c:v>
                </c:pt>
                <c:pt idx="1250">
                  <c:v>40361</c:v>
                </c:pt>
                <c:pt idx="1251">
                  <c:v>40360</c:v>
                </c:pt>
                <c:pt idx="1252">
                  <c:v>40359</c:v>
                </c:pt>
                <c:pt idx="1253">
                  <c:v>40358</c:v>
                </c:pt>
                <c:pt idx="1254">
                  <c:v>40357</c:v>
                </c:pt>
                <c:pt idx="1255">
                  <c:v>40354</c:v>
                </c:pt>
                <c:pt idx="1256">
                  <c:v>40353</c:v>
                </c:pt>
                <c:pt idx="1257">
                  <c:v>40352</c:v>
                </c:pt>
                <c:pt idx="1258">
                  <c:v>40351</c:v>
                </c:pt>
                <c:pt idx="1259">
                  <c:v>40350</c:v>
                </c:pt>
                <c:pt idx="1260">
                  <c:v>40347</c:v>
                </c:pt>
                <c:pt idx="1261">
                  <c:v>40346</c:v>
                </c:pt>
                <c:pt idx="1262">
                  <c:v>40345</c:v>
                </c:pt>
                <c:pt idx="1263">
                  <c:v>40344</c:v>
                </c:pt>
                <c:pt idx="1264">
                  <c:v>40343</c:v>
                </c:pt>
                <c:pt idx="1265">
                  <c:v>40340</c:v>
                </c:pt>
                <c:pt idx="1266">
                  <c:v>40339</c:v>
                </c:pt>
                <c:pt idx="1267">
                  <c:v>40338</c:v>
                </c:pt>
                <c:pt idx="1268">
                  <c:v>40337</c:v>
                </c:pt>
                <c:pt idx="1269">
                  <c:v>40336</c:v>
                </c:pt>
                <c:pt idx="1270">
                  <c:v>40333</c:v>
                </c:pt>
                <c:pt idx="1271">
                  <c:v>40332</c:v>
                </c:pt>
                <c:pt idx="1272">
                  <c:v>40331</c:v>
                </c:pt>
                <c:pt idx="1273">
                  <c:v>40330</c:v>
                </c:pt>
                <c:pt idx="1274">
                  <c:v>40329</c:v>
                </c:pt>
                <c:pt idx="1275">
                  <c:v>40326</c:v>
                </c:pt>
                <c:pt idx="1276">
                  <c:v>40325</c:v>
                </c:pt>
                <c:pt idx="1277">
                  <c:v>40324</c:v>
                </c:pt>
                <c:pt idx="1278">
                  <c:v>40323</c:v>
                </c:pt>
                <c:pt idx="1279">
                  <c:v>40322</c:v>
                </c:pt>
                <c:pt idx="1280">
                  <c:v>40319</c:v>
                </c:pt>
                <c:pt idx="1281">
                  <c:v>40318</c:v>
                </c:pt>
                <c:pt idx="1282">
                  <c:v>40317</c:v>
                </c:pt>
                <c:pt idx="1283">
                  <c:v>40316</c:v>
                </c:pt>
                <c:pt idx="1284">
                  <c:v>40315</c:v>
                </c:pt>
                <c:pt idx="1285">
                  <c:v>40312</c:v>
                </c:pt>
                <c:pt idx="1286">
                  <c:v>40311</c:v>
                </c:pt>
                <c:pt idx="1287">
                  <c:v>40310</c:v>
                </c:pt>
                <c:pt idx="1288">
                  <c:v>40309</c:v>
                </c:pt>
                <c:pt idx="1289">
                  <c:v>40308</c:v>
                </c:pt>
                <c:pt idx="1290">
                  <c:v>40305</c:v>
                </c:pt>
                <c:pt idx="1291">
                  <c:v>40304</c:v>
                </c:pt>
                <c:pt idx="1292">
                  <c:v>40303</c:v>
                </c:pt>
                <c:pt idx="1293">
                  <c:v>40302</c:v>
                </c:pt>
                <c:pt idx="1294">
                  <c:v>40301</c:v>
                </c:pt>
                <c:pt idx="1295">
                  <c:v>40298</c:v>
                </c:pt>
                <c:pt idx="1296">
                  <c:v>40297</c:v>
                </c:pt>
                <c:pt idx="1297">
                  <c:v>40296</c:v>
                </c:pt>
                <c:pt idx="1298">
                  <c:v>40295</c:v>
                </c:pt>
                <c:pt idx="1299">
                  <c:v>40294</c:v>
                </c:pt>
                <c:pt idx="1300">
                  <c:v>40291</c:v>
                </c:pt>
                <c:pt idx="1301">
                  <c:v>40290</c:v>
                </c:pt>
                <c:pt idx="1302">
                  <c:v>40289</c:v>
                </c:pt>
                <c:pt idx="1303">
                  <c:v>40288</c:v>
                </c:pt>
                <c:pt idx="1304">
                  <c:v>40287</c:v>
                </c:pt>
                <c:pt idx="1305">
                  <c:v>40284</c:v>
                </c:pt>
                <c:pt idx="1306">
                  <c:v>40283</c:v>
                </c:pt>
                <c:pt idx="1307">
                  <c:v>40282</c:v>
                </c:pt>
                <c:pt idx="1308">
                  <c:v>40281</c:v>
                </c:pt>
                <c:pt idx="1309">
                  <c:v>40280</c:v>
                </c:pt>
                <c:pt idx="1310">
                  <c:v>40277</c:v>
                </c:pt>
                <c:pt idx="1311">
                  <c:v>40276</c:v>
                </c:pt>
                <c:pt idx="1312">
                  <c:v>40275</c:v>
                </c:pt>
                <c:pt idx="1313">
                  <c:v>40274</c:v>
                </c:pt>
                <c:pt idx="1314">
                  <c:v>40273</c:v>
                </c:pt>
                <c:pt idx="1315">
                  <c:v>40270</c:v>
                </c:pt>
                <c:pt idx="1316">
                  <c:v>40269</c:v>
                </c:pt>
                <c:pt idx="1317">
                  <c:v>40268</c:v>
                </c:pt>
                <c:pt idx="1318">
                  <c:v>40267</c:v>
                </c:pt>
                <c:pt idx="1319">
                  <c:v>40266</c:v>
                </c:pt>
                <c:pt idx="1320">
                  <c:v>40263</c:v>
                </c:pt>
                <c:pt idx="1321">
                  <c:v>40262</c:v>
                </c:pt>
                <c:pt idx="1322">
                  <c:v>40261</c:v>
                </c:pt>
                <c:pt idx="1323">
                  <c:v>40260</c:v>
                </c:pt>
                <c:pt idx="1324">
                  <c:v>40259</c:v>
                </c:pt>
                <c:pt idx="1325">
                  <c:v>40256</c:v>
                </c:pt>
                <c:pt idx="1326">
                  <c:v>40255</c:v>
                </c:pt>
                <c:pt idx="1327">
                  <c:v>40254</c:v>
                </c:pt>
                <c:pt idx="1328">
                  <c:v>40253</c:v>
                </c:pt>
                <c:pt idx="1329">
                  <c:v>40252</c:v>
                </c:pt>
                <c:pt idx="1330">
                  <c:v>40249</c:v>
                </c:pt>
                <c:pt idx="1331">
                  <c:v>40248</c:v>
                </c:pt>
                <c:pt idx="1332">
                  <c:v>40247</c:v>
                </c:pt>
                <c:pt idx="1333">
                  <c:v>40246</c:v>
                </c:pt>
                <c:pt idx="1334">
                  <c:v>40245</c:v>
                </c:pt>
                <c:pt idx="1335">
                  <c:v>40242</c:v>
                </c:pt>
                <c:pt idx="1336">
                  <c:v>40241</c:v>
                </c:pt>
                <c:pt idx="1337">
                  <c:v>40240</c:v>
                </c:pt>
                <c:pt idx="1338">
                  <c:v>40239</c:v>
                </c:pt>
                <c:pt idx="1339">
                  <c:v>40238</c:v>
                </c:pt>
                <c:pt idx="1340">
                  <c:v>40235</c:v>
                </c:pt>
                <c:pt idx="1341">
                  <c:v>40234</c:v>
                </c:pt>
                <c:pt idx="1342">
                  <c:v>40233</c:v>
                </c:pt>
                <c:pt idx="1343">
                  <c:v>40232</c:v>
                </c:pt>
                <c:pt idx="1344">
                  <c:v>40231</c:v>
                </c:pt>
                <c:pt idx="1345">
                  <c:v>40228</c:v>
                </c:pt>
                <c:pt idx="1346">
                  <c:v>40227</c:v>
                </c:pt>
                <c:pt idx="1347">
                  <c:v>40226</c:v>
                </c:pt>
                <c:pt idx="1348">
                  <c:v>40225</c:v>
                </c:pt>
                <c:pt idx="1349">
                  <c:v>40224</c:v>
                </c:pt>
                <c:pt idx="1350">
                  <c:v>40221</c:v>
                </c:pt>
                <c:pt idx="1351">
                  <c:v>40220</c:v>
                </c:pt>
                <c:pt idx="1352">
                  <c:v>40219</c:v>
                </c:pt>
                <c:pt idx="1353">
                  <c:v>40218</c:v>
                </c:pt>
                <c:pt idx="1354">
                  <c:v>40217</c:v>
                </c:pt>
                <c:pt idx="1355">
                  <c:v>40214</c:v>
                </c:pt>
                <c:pt idx="1356">
                  <c:v>40213</c:v>
                </c:pt>
                <c:pt idx="1357">
                  <c:v>40212</c:v>
                </c:pt>
                <c:pt idx="1358">
                  <c:v>40211</c:v>
                </c:pt>
                <c:pt idx="1359">
                  <c:v>40210</c:v>
                </c:pt>
                <c:pt idx="1360">
                  <c:v>40207</c:v>
                </c:pt>
                <c:pt idx="1361">
                  <c:v>40206</c:v>
                </c:pt>
                <c:pt idx="1362">
                  <c:v>40205</c:v>
                </c:pt>
                <c:pt idx="1363">
                  <c:v>40204</c:v>
                </c:pt>
                <c:pt idx="1364">
                  <c:v>40203</c:v>
                </c:pt>
                <c:pt idx="1365">
                  <c:v>40200</c:v>
                </c:pt>
                <c:pt idx="1366">
                  <c:v>40199</c:v>
                </c:pt>
                <c:pt idx="1367">
                  <c:v>40198</c:v>
                </c:pt>
                <c:pt idx="1368">
                  <c:v>40197</c:v>
                </c:pt>
                <c:pt idx="1369">
                  <c:v>40196</c:v>
                </c:pt>
                <c:pt idx="1370">
                  <c:v>40193</c:v>
                </c:pt>
                <c:pt idx="1371">
                  <c:v>40192</c:v>
                </c:pt>
                <c:pt idx="1372">
                  <c:v>40191</c:v>
                </c:pt>
                <c:pt idx="1373">
                  <c:v>40190</c:v>
                </c:pt>
                <c:pt idx="1374">
                  <c:v>40189</c:v>
                </c:pt>
                <c:pt idx="1375">
                  <c:v>40186</c:v>
                </c:pt>
                <c:pt idx="1376">
                  <c:v>40185</c:v>
                </c:pt>
                <c:pt idx="1377">
                  <c:v>40184</c:v>
                </c:pt>
                <c:pt idx="1378">
                  <c:v>40183</c:v>
                </c:pt>
                <c:pt idx="1379">
                  <c:v>40182</c:v>
                </c:pt>
                <c:pt idx="1380">
                  <c:v>40179</c:v>
                </c:pt>
                <c:pt idx="1381">
                  <c:v>40178</c:v>
                </c:pt>
                <c:pt idx="1382">
                  <c:v>40177</c:v>
                </c:pt>
                <c:pt idx="1383">
                  <c:v>40176</c:v>
                </c:pt>
                <c:pt idx="1384">
                  <c:v>40175</c:v>
                </c:pt>
                <c:pt idx="1385">
                  <c:v>40172</c:v>
                </c:pt>
                <c:pt idx="1386">
                  <c:v>40171</c:v>
                </c:pt>
                <c:pt idx="1387">
                  <c:v>40170</c:v>
                </c:pt>
                <c:pt idx="1388">
                  <c:v>40169</c:v>
                </c:pt>
                <c:pt idx="1389">
                  <c:v>40168</c:v>
                </c:pt>
                <c:pt idx="1390">
                  <c:v>40165</c:v>
                </c:pt>
                <c:pt idx="1391">
                  <c:v>40164</c:v>
                </c:pt>
                <c:pt idx="1392">
                  <c:v>40163</c:v>
                </c:pt>
                <c:pt idx="1393">
                  <c:v>40162</c:v>
                </c:pt>
                <c:pt idx="1394">
                  <c:v>40161</c:v>
                </c:pt>
                <c:pt idx="1395">
                  <c:v>40158</c:v>
                </c:pt>
                <c:pt idx="1396">
                  <c:v>40157</c:v>
                </c:pt>
                <c:pt idx="1397">
                  <c:v>40156</c:v>
                </c:pt>
                <c:pt idx="1398">
                  <c:v>40155</c:v>
                </c:pt>
                <c:pt idx="1399">
                  <c:v>40154</c:v>
                </c:pt>
                <c:pt idx="1400">
                  <c:v>40151</c:v>
                </c:pt>
                <c:pt idx="1401">
                  <c:v>40150</c:v>
                </c:pt>
                <c:pt idx="1402">
                  <c:v>40149</c:v>
                </c:pt>
                <c:pt idx="1403">
                  <c:v>40148</c:v>
                </c:pt>
                <c:pt idx="1404">
                  <c:v>40147</c:v>
                </c:pt>
                <c:pt idx="1405">
                  <c:v>40144</c:v>
                </c:pt>
                <c:pt idx="1406">
                  <c:v>40143</c:v>
                </c:pt>
                <c:pt idx="1407">
                  <c:v>40142</c:v>
                </c:pt>
                <c:pt idx="1408">
                  <c:v>40141</c:v>
                </c:pt>
                <c:pt idx="1409">
                  <c:v>40140</c:v>
                </c:pt>
                <c:pt idx="1410">
                  <c:v>40137</c:v>
                </c:pt>
                <c:pt idx="1411">
                  <c:v>40136</c:v>
                </c:pt>
                <c:pt idx="1412">
                  <c:v>40135</c:v>
                </c:pt>
                <c:pt idx="1413">
                  <c:v>40134</c:v>
                </c:pt>
                <c:pt idx="1414">
                  <c:v>40133</c:v>
                </c:pt>
                <c:pt idx="1415">
                  <c:v>40130</c:v>
                </c:pt>
                <c:pt idx="1416">
                  <c:v>40129</c:v>
                </c:pt>
                <c:pt idx="1417">
                  <c:v>40128</c:v>
                </c:pt>
                <c:pt idx="1418">
                  <c:v>40127</c:v>
                </c:pt>
                <c:pt idx="1419">
                  <c:v>40126</c:v>
                </c:pt>
                <c:pt idx="1420">
                  <c:v>40123</c:v>
                </c:pt>
                <c:pt idx="1421">
                  <c:v>40122</c:v>
                </c:pt>
                <c:pt idx="1422">
                  <c:v>40121</c:v>
                </c:pt>
                <c:pt idx="1423">
                  <c:v>40120</c:v>
                </c:pt>
                <c:pt idx="1424">
                  <c:v>40119</c:v>
                </c:pt>
                <c:pt idx="1425">
                  <c:v>40116</c:v>
                </c:pt>
                <c:pt idx="1426">
                  <c:v>40115</c:v>
                </c:pt>
                <c:pt idx="1427">
                  <c:v>40114</c:v>
                </c:pt>
                <c:pt idx="1428">
                  <c:v>40113</c:v>
                </c:pt>
                <c:pt idx="1429">
                  <c:v>40112</c:v>
                </c:pt>
                <c:pt idx="1430">
                  <c:v>40109</c:v>
                </c:pt>
                <c:pt idx="1431">
                  <c:v>40108</c:v>
                </c:pt>
                <c:pt idx="1432">
                  <c:v>40107</c:v>
                </c:pt>
                <c:pt idx="1433">
                  <c:v>40106</c:v>
                </c:pt>
                <c:pt idx="1434">
                  <c:v>40105</c:v>
                </c:pt>
                <c:pt idx="1435">
                  <c:v>40102</c:v>
                </c:pt>
                <c:pt idx="1436">
                  <c:v>40101</c:v>
                </c:pt>
                <c:pt idx="1437">
                  <c:v>40100</c:v>
                </c:pt>
                <c:pt idx="1438">
                  <c:v>40099</c:v>
                </c:pt>
                <c:pt idx="1439">
                  <c:v>40098</c:v>
                </c:pt>
                <c:pt idx="1440">
                  <c:v>40095</c:v>
                </c:pt>
                <c:pt idx="1441">
                  <c:v>40094</c:v>
                </c:pt>
                <c:pt idx="1442">
                  <c:v>40093</c:v>
                </c:pt>
                <c:pt idx="1443">
                  <c:v>40092</c:v>
                </c:pt>
                <c:pt idx="1444">
                  <c:v>40091</c:v>
                </c:pt>
                <c:pt idx="1445">
                  <c:v>40088</c:v>
                </c:pt>
                <c:pt idx="1446">
                  <c:v>40087</c:v>
                </c:pt>
                <c:pt idx="1447">
                  <c:v>40086</c:v>
                </c:pt>
                <c:pt idx="1448">
                  <c:v>40085</c:v>
                </c:pt>
                <c:pt idx="1449">
                  <c:v>40084</c:v>
                </c:pt>
                <c:pt idx="1450">
                  <c:v>40081</c:v>
                </c:pt>
                <c:pt idx="1451">
                  <c:v>40080</c:v>
                </c:pt>
                <c:pt idx="1452">
                  <c:v>40079</c:v>
                </c:pt>
                <c:pt idx="1453">
                  <c:v>40078</c:v>
                </c:pt>
                <c:pt idx="1454">
                  <c:v>40077</c:v>
                </c:pt>
                <c:pt idx="1455">
                  <c:v>40074</c:v>
                </c:pt>
                <c:pt idx="1456">
                  <c:v>40073</c:v>
                </c:pt>
                <c:pt idx="1457">
                  <c:v>40072</c:v>
                </c:pt>
                <c:pt idx="1458">
                  <c:v>40071</c:v>
                </c:pt>
                <c:pt idx="1459">
                  <c:v>40070</c:v>
                </c:pt>
                <c:pt idx="1460">
                  <c:v>40067</c:v>
                </c:pt>
                <c:pt idx="1461">
                  <c:v>40066</c:v>
                </c:pt>
                <c:pt idx="1462">
                  <c:v>40065</c:v>
                </c:pt>
                <c:pt idx="1463">
                  <c:v>40064</c:v>
                </c:pt>
                <c:pt idx="1464">
                  <c:v>40063</c:v>
                </c:pt>
                <c:pt idx="1465">
                  <c:v>40060</c:v>
                </c:pt>
                <c:pt idx="1466">
                  <c:v>40059</c:v>
                </c:pt>
                <c:pt idx="1467">
                  <c:v>40058</c:v>
                </c:pt>
                <c:pt idx="1468">
                  <c:v>40057</c:v>
                </c:pt>
                <c:pt idx="1469">
                  <c:v>40056</c:v>
                </c:pt>
                <c:pt idx="1470">
                  <c:v>40053</c:v>
                </c:pt>
                <c:pt idx="1471">
                  <c:v>40052</c:v>
                </c:pt>
                <c:pt idx="1472">
                  <c:v>40051</c:v>
                </c:pt>
                <c:pt idx="1473">
                  <c:v>40050</c:v>
                </c:pt>
                <c:pt idx="1474">
                  <c:v>40049</c:v>
                </c:pt>
                <c:pt idx="1475">
                  <c:v>40046</c:v>
                </c:pt>
                <c:pt idx="1476">
                  <c:v>40045</c:v>
                </c:pt>
                <c:pt idx="1477">
                  <c:v>40044</c:v>
                </c:pt>
                <c:pt idx="1478">
                  <c:v>40043</c:v>
                </c:pt>
                <c:pt idx="1479">
                  <c:v>40042</c:v>
                </c:pt>
                <c:pt idx="1480">
                  <c:v>40039</c:v>
                </c:pt>
                <c:pt idx="1481">
                  <c:v>40038</c:v>
                </c:pt>
                <c:pt idx="1482">
                  <c:v>40037</c:v>
                </c:pt>
                <c:pt idx="1483">
                  <c:v>40036</c:v>
                </c:pt>
                <c:pt idx="1484">
                  <c:v>40035</c:v>
                </c:pt>
                <c:pt idx="1485">
                  <c:v>40032</c:v>
                </c:pt>
                <c:pt idx="1486">
                  <c:v>40031</c:v>
                </c:pt>
                <c:pt idx="1487">
                  <c:v>40030</c:v>
                </c:pt>
                <c:pt idx="1488">
                  <c:v>40029</c:v>
                </c:pt>
                <c:pt idx="1489">
                  <c:v>40028</c:v>
                </c:pt>
                <c:pt idx="1490">
                  <c:v>40025</c:v>
                </c:pt>
                <c:pt idx="1491">
                  <c:v>40024</c:v>
                </c:pt>
                <c:pt idx="1492">
                  <c:v>40023</c:v>
                </c:pt>
                <c:pt idx="1493">
                  <c:v>40022</c:v>
                </c:pt>
                <c:pt idx="1494">
                  <c:v>40021</c:v>
                </c:pt>
                <c:pt idx="1495">
                  <c:v>40018</c:v>
                </c:pt>
                <c:pt idx="1496">
                  <c:v>40017</c:v>
                </c:pt>
                <c:pt idx="1497">
                  <c:v>40016</c:v>
                </c:pt>
                <c:pt idx="1498">
                  <c:v>40015</c:v>
                </c:pt>
                <c:pt idx="1499">
                  <c:v>40014</c:v>
                </c:pt>
                <c:pt idx="1500">
                  <c:v>40011</c:v>
                </c:pt>
                <c:pt idx="1501">
                  <c:v>40010</c:v>
                </c:pt>
                <c:pt idx="1502">
                  <c:v>40009</c:v>
                </c:pt>
                <c:pt idx="1503">
                  <c:v>40008</c:v>
                </c:pt>
                <c:pt idx="1504">
                  <c:v>40007</c:v>
                </c:pt>
                <c:pt idx="1505">
                  <c:v>40004</c:v>
                </c:pt>
                <c:pt idx="1506">
                  <c:v>40003</c:v>
                </c:pt>
                <c:pt idx="1507">
                  <c:v>40002</c:v>
                </c:pt>
                <c:pt idx="1508">
                  <c:v>40001</c:v>
                </c:pt>
                <c:pt idx="1509">
                  <c:v>40000</c:v>
                </c:pt>
                <c:pt idx="1510">
                  <c:v>39997</c:v>
                </c:pt>
                <c:pt idx="1511">
                  <c:v>39996</c:v>
                </c:pt>
                <c:pt idx="1512">
                  <c:v>39995</c:v>
                </c:pt>
                <c:pt idx="1513">
                  <c:v>39994</c:v>
                </c:pt>
                <c:pt idx="1514">
                  <c:v>39993</c:v>
                </c:pt>
                <c:pt idx="1515">
                  <c:v>39990</c:v>
                </c:pt>
                <c:pt idx="1516">
                  <c:v>39989</c:v>
                </c:pt>
                <c:pt idx="1517">
                  <c:v>39988</c:v>
                </c:pt>
                <c:pt idx="1518">
                  <c:v>39987</c:v>
                </c:pt>
                <c:pt idx="1519">
                  <c:v>39986</c:v>
                </c:pt>
                <c:pt idx="1520">
                  <c:v>39983</c:v>
                </c:pt>
                <c:pt idx="1521">
                  <c:v>39982</c:v>
                </c:pt>
                <c:pt idx="1522">
                  <c:v>39981</c:v>
                </c:pt>
                <c:pt idx="1523">
                  <c:v>39980</c:v>
                </c:pt>
                <c:pt idx="1524">
                  <c:v>39979</c:v>
                </c:pt>
                <c:pt idx="1525">
                  <c:v>39976</c:v>
                </c:pt>
                <c:pt idx="1526">
                  <c:v>39975</c:v>
                </c:pt>
                <c:pt idx="1527">
                  <c:v>39974</c:v>
                </c:pt>
                <c:pt idx="1528">
                  <c:v>39973</c:v>
                </c:pt>
                <c:pt idx="1529">
                  <c:v>39972</c:v>
                </c:pt>
                <c:pt idx="1530">
                  <c:v>39969</c:v>
                </c:pt>
                <c:pt idx="1531">
                  <c:v>39968</c:v>
                </c:pt>
                <c:pt idx="1532">
                  <c:v>39967</c:v>
                </c:pt>
                <c:pt idx="1533">
                  <c:v>39966</c:v>
                </c:pt>
                <c:pt idx="1534">
                  <c:v>39965</c:v>
                </c:pt>
                <c:pt idx="1535">
                  <c:v>39962</c:v>
                </c:pt>
                <c:pt idx="1536">
                  <c:v>39961</c:v>
                </c:pt>
                <c:pt idx="1537">
                  <c:v>39960</c:v>
                </c:pt>
                <c:pt idx="1538">
                  <c:v>39959</c:v>
                </c:pt>
                <c:pt idx="1539">
                  <c:v>39958</c:v>
                </c:pt>
                <c:pt idx="1540">
                  <c:v>39955</c:v>
                </c:pt>
                <c:pt idx="1541">
                  <c:v>39954</c:v>
                </c:pt>
                <c:pt idx="1542">
                  <c:v>39953</c:v>
                </c:pt>
                <c:pt idx="1543">
                  <c:v>39952</c:v>
                </c:pt>
                <c:pt idx="1544">
                  <c:v>39951</c:v>
                </c:pt>
                <c:pt idx="1545">
                  <c:v>39948</c:v>
                </c:pt>
                <c:pt idx="1546">
                  <c:v>39947</c:v>
                </c:pt>
                <c:pt idx="1547">
                  <c:v>39946</c:v>
                </c:pt>
                <c:pt idx="1548">
                  <c:v>39945</c:v>
                </c:pt>
                <c:pt idx="1549">
                  <c:v>39944</c:v>
                </c:pt>
                <c:pt idx="1550">
                  <c:v>39941</c:v>
                </c:pt>
                <c:pt idx="1551">
                  <c:v>39940</c:v>
                </c:pt>
                <c:pt idx="1552">
                  <c:v>39939</c:v>
                </c:pt>
                <c:pt idx="1553">
                  <c:v>39938</c:v>
                </c:pt>
                <c:pt idx="1554">
                  <c:v>39937</c:v>
                </c:pt>
                <c:pt idx="1555">
                  <c:v>39934</c:v>
                </c:pt>
                <c:pt idx="1556">
                  <c:v>39933</c:v>
                </c:pt>
                <c:pt idx="1557">
                  <c:v>39932</c:v>
                </c:pt>
                <c:pt idx="1558">
                  <c:v>39931</c:v>
                </c:pt>
                <c:pt idx="1559">
                  <c:v>39930</c:v>
                </c:pt>
                <c:pt idx="1560">
                  <c:v>39927</c:v>
                </c:pt>
                <c:pt idx="1561">
                  <c:v>39926</c:v>
                </c:pt>
                <c:pt idx="1562">
                  <c:v>39925</c:v>
                </c:pt>
                <c:pt idx="1563">
                  <c:v>39924</c:v>
                </c:pt>
                <c:pt idx="1564">
                  <c:v>39923</c:v>
                </c:pt>
                <c:pt idx="1565">
                  <c:v>39920</c:v>
                </c:pt>
                <c:pt idx="1566">
                  <c:v>39919</c:v>
                </c:pt>
                <c:pt idx="1567">
                  <c:v>39918</c:v>
                </c:pt>
                <c:pt idx="1568">
                  <c:v>39917</c:v>
                </c:pt>
                <c:pt idx="1569">
                  <c:v>39916</c:v>
                </c:pt>
                <c:pt idx="1570">
                  <c:v>39913</c:v>
                </c:pt>
                <c:pt idx="1571">
                  <c:v>39912</c:v>
                </c:pt>
                <c:pt idx="1572">
                  <c:v>39911</c:v>
                </c:pt>
                <c:pt idx="1573">
                  <c:v>39910</c:v>
                </c:pt>
                <c:pt idx="1574">
                  <c:v>39909</c:v>
                </c:pt>
                <c:pt idx="1575">
                  <c:v>39906</c:v>
                </c:pt>
                <c:pt idx="1576">
                  <c:v>39905</c:v>
                </c:pt>
                <c:pt idx="1577">
                  <c:v>39904</c:v>
                </c:pt>
                <c:pt idx="1578">
                  <c:v>39903</c:v>
                </c:pt>
                <c:pt idx="1579">
                  <c:v>39902</c:v>
                </c:pt>
                <c:pt idx="1580">
                  <c:v>39899</c:v>
                </c:pt>
                <c:pt idx="1581">
                  <c:v>39898</c:v>
                </c:pt>
                <c:pt idx="1582">
                  <c:v>39897</c:v>
                </c:pt>
                <c:pt idx="1583">
                  <c:v>39896</c:v>
                </c:pt>
                <c:pt idx="1584">
                  <c:v>39895</c:v>
                </c:pt>
                <c:pt idx="1585">
                  <c:v>39892</c:v>
                </c:pt>
                <c:pt idx="1586">
                  <c:v>39891</c:v>
                </c:pt>
                <c:pt idx="1587">
                  <c:v>39890</c:v>
                </c:pt>
                <c:pt idx="1588">
                  <c:v>39889</c:v>
                </c:pt>
                <c:pt idx="1589">
                  <c:v>39888</c:v>
                </c:pt>
                <c:pt idx="1590">
                  <c:v>39885</c:v>
                </c:pt>
                <c:pt idx="1591">
                  <c:v>39884</c:v>
                </c:pt>
                <c:pt idx="1592">
                  <c:v>39883</c:v>
                </c:pt>
                <c:pt idx="1593">
                  <c:v>39882</c:v>
                </c:pt>
                <c:pt idx="1594">
                  <c:v>39881</c:v>
                </c:pt>
                <c:pt idx="1595">
                  <c:v>39878</c:v>
                </c:pt>
                <c:pt idx="1596">
                  <c:v>39877</c:v>
                </c:pt>
                <c:pt idx="1597">
                  <c:v>39876</c:v>
                </c:pt>
                <c:pt idx="1598">
                  <c:v>39875</c:v>
                </c:pt>
                <c:pt idx="1599">
                  <c:v>39874</c:v>
                </c:pt>
                <c:pt idx="1600">
                  <c:v>39871</c:v>
                </c:pt>
                <c:pt idx="1601">
                  <c:v>39870</c:v>
                </c:pt>
                <c:pt idx="1602">
                  <c:v>39869</c:v>
                </c:pt>
                <c:pt idx="1603">
                  <c:v>39868</c:v>
                </c:pt>
                <c:pt idx="1604">
                  <c:v>39867</c:v>
                </c:pt>
                <c:pt idx="1605">
                  <c:v>39864</c:v>
                </c:pt>
                <c:pt idx="1606">
                  <c:v>39863</c:v>
                </c:pt>
                <c:pt idx="1607">
                  <c:v>39862</c:v>
                </c:pt>
                <c:pt idx="1608">
                  <c:v>39861</c:v>
                </c:pt>
                <c:pt idx="1609">
                  <c:v>39860</c:v>
                </c:pt>
                <c:pt idx="1610">
                  <c:v>39857</c:v>
                </c:pt>
                <c:pt idx="1611">
                  <c:v>39856</c:v>
                </c:pt>
                <c:pt idx="1612">
                  <c:v>39855</c:v>
                </c:pt>
                <c:pt idx="1613">
                  <c:v>39854</c:v>
                </c:pt>
                <c:pt idx="1614">
                  <c:v>39853</c:v>
                </c:pt>
                <c:pt idx="1615">
                  <c:v>39850</c:v>
                </c:pt>
                <c:pt idx="1616">
                  <c:v>39849</c:v>
                </c:pt>
                <c:pt idx="1617">
                  <c:v>39848</c:v>
                </c:pt>
                <c:pt idx="1618">
                  <c:v>39847</c:v>
                </c:pt>
                <c:pt idx="1619">
                  <c:v>39846</c:v>
                </c:pt>
                <c:pt idx="1620">
                  <c:v>39843</c:v>
                </c:pt>
                <c:pt idx="1621">
                  <c:v>39842</c:v>
                </c:pt>
                <c:pt idx="1622">
                  <c:v>39841</c:v>
                </c:pt>
                <c:pt idx="1623">
                  <c:v>39840</c:v>
                </c:pt>
                <c:pt idx="1624">
                  <c:v>39839</c:v>
                </c:pt>
                <c:pt idx="1625">
                  <c:v>39836</c:v>
                </c:pt>
                <c:pt idx="1626">
                  <c:v>39835</c:v>
                </c:pt>
                <c:pt idx="1627">
                  <c:v>39834</c:v>
                </c:pt>
                <c:pt idx="1628">
                  <c:v>39833</c:v>
                </c:pt>
                <c:pt idx="1629">
                  <c:v>39832</c:v>
                </c:pt>
                <c:pt idx="1630">
                  <c:v>39829</c:v>
                </c:pt>
                <c:pt idx="1631">
                  <c:v>39828</c:v>
                </c:pt>
                <c:pt idx="1632">
                  <c:v>39827</c:v>
                </c:pt>
                <c:pt idx="1633">
                  <c:v>39826</c:v>
                </c:pt>
                <c:pt idx="1634">
                  <c:v>39825</c:v>
                </c:pt>
                <c:pt idx="1635">
                  <c:v>39822</c:v>
                </c:pt>
                <c:pt idx="1636">
                  <c:v>39821</c:v>
                </c:pt>
                <c:pt idx="1637">
                  <c:v>39820</c:v>
                </c:pt>
                <c:pt idx="1638">
                  <c:v>39819</c:v>
                </c:pt>
                <c:pt idx="1639">
                  <c:v>39818</c:v>
                </c:pt>
                <c:pt idx="1640">
                  <c:v>39815</c:v>
                </c:pt>
                <c:pt idx="1641">
                  <c:v>39814</c:v>
                </c:pt>
                <c:pt idx="1642">
                  <c:v>39813</c:v>
                </c:pt>
                <c:pt idx="1643">
                  <c:v>39812</c:v>
                </c:pt>
                <c:pt idx="1644">
                  <c:v>39811</c:v>
                </c:pt>
                <c:pt idx="1645">
                  <c:v>39808</c:v>
                </c:pt>
                <c:pt idx="1646">
                  <c:v>39807</c:v>
                </c:pt>
                <c:pt idx="1647">
                  <c:v>39806</c:v>
                </c:pt>
                <c:pt idx="1648">
                  <c:v>39805</c:v>
                </c:pt>
                <c:pt idx="1649">
                  <c:v>39804</c:v>
                </c:pt>
                <c:pt idx="1650">
                  <c:v>39801</c:v>
                </c:pt>
                <c:pt idx="1651">
                  <c:v>39800</c:v>
                </c:pt>
                <c:pt idx="1652">
                  <c:v>39799</c:v>
                </c:pt>
                <c:pt idx="1653">
                  <c:v>39798</c:v>
                </c:pt>
                <c:pt idx="1654">
                  <c:v>39797</c:v>
                </c:pt>
                <c:pt idx="1655">
                  <c:v>39794</c:v>
                </c:pt>
                <c:pt idx="1656">
                  <c:v>39793</c:v>
                </c:pt>
                <c:pt idx="1657">
                  <c:v>39792</c:v>
                </c:pt>
                <c:pt idx="1658">
                  <c:v>39791</c:v>
                </c:pt>
                <c:pt idx="1659">
                  <c:v>39790</c:v>
                </c:pt>
                <c:pt idx="1660">
                  <c:v>39787</c:v>
                </c:pt>
                <c:pt idx="1661">
                  <c:v>39786</c:v>
                </c:pt>
                <c:pt idx="1662">
                  <c:v>39785</c:v>
                </c:pt>
                <c:pt idx="1663">
                  <c:v>39784</c:v>
                </c:pt>
                <c:pt idx="1664">
                  <c:v>39783</c:v>
                </c:pt>
                <c:pt idx="1665">
                  <c:v>39780</c:v>
                </c:pt>
                <c:pt idx="1666">
                  <c:v>39779</c:v>
                </c:pt>
                <c:pt idx="1667">
                  <c:v>39778</c:v>
                </c:pt>
                <c:pt idx="1668">
                  <c:v>39777</c:v>
                </c:pt>
                <c:pt idx="1669">
                  <c:v>39776</c:v>
                </c:pt>
                <c:pt idx="1670">
                  <c:v>39773</c:v>
                </c:pt>
                <c:pt idx="1671">
                  <c:v>39772</c:v>
                </c:pt>
                <c:pt idx="1672">
                  <c:v>39771</c:v>
                </c:pt>
                <c:pt idx="1673">
                  <c:v>39770</c:v>
                </c:pt>
                <c:pt idx="1674">
                  <c:v>39769</c:v>
                </c:pt>
                <c:pt idx="1675">
                  <c:v>39766</c:v>
                </c:pt>
                <c:pt idx="1676">
                  <c:v>39765</c:v>
                </c:pt>
                <c:pt idx="1677">
                  <c:v>39764</c:v>
                </c:pt>
                <c:pt idx="1678">
                  <c:v>39763</c:v>
                </c:pt>
                <c:pt idx="1679">
                  <c:v>39762</c:v>
                </c:pt>
                <c:pt idx="1680">
                  <c:v>39759</c:v>
                </c:pt>
                <c:pt idx="1681">
                  <c:v>39758</c:v>
                </c:pt>
                <c:pt idx="1682">
                  <c:v>39757</c:v>
                </c:pt>
                <c:pt idx="1683">
                  <c:v>39756</c:v>
                </c:pt>
                <c:pt idx="1684">
                  <c:v>39755</c:v>
                </c:pt>
                <c:pt idx="1685">
                  <c:v>39752</c:v>
                </c:pt>
                <c:pt idx="1686">
                  <c:v>39751</c:v>
                </c:pt>
                <c:pt idx="1687">
                  <c:v>39750</c:v>
                </c:pt>
                <c:pt idx="1688">
                  <c:v>39749</c:v>
                </c:pt>
                <c:pt idx="1689">
                  <c:v>39748</c:v>
                </c:pt>
                <c:pt idx="1690">
                  <c:v>39745</c:v>
                </c:pt>
                <c:pt idx="1691">
                  <c:v>39744</c:v>
                </c:pt>
                <c:pt idx="1692">
                  <c:v>39743</c:v>
                </c:pt>
                <c:pt idx="1693">
                  <c:v>39742</c:v>
                </c:pt>
                <c:pt idx="1694">
                  <c:v>39741</c:v>
                </c:pt>
                <c:pt idx="1695">
                  <c:v>39738</c:v>
                </c:pt>
                <c:pt idx="1696">
                  <c:v>39737</c:v>
                </c:pt>
                <c:pt idx="1697">
                  <c:v>39736</c:v>
                </c:pt>
                <c:pt idx="1698">
                  <c:v>39735</c:v>
                </c:pt>
                <c:pt idx="1699">
                  <c:v>39734</c:v>
                </c:pt>
                <c:pt idx="1700">
                  <c:v>39731</c:v>
                </c:pt>
                <c:pt idx="1701">
                  <c:v>39730</c:v>
                </c:pt>
                <c:pt idx="1702">
                  <c:v>39729</c:v>
                </c:pt>
                <c:pt idx="1703">
                  <c:v>39728</c:v>
                </c:pt>
                <c:pt idx="1704">
                  <c:v>39727</c:v>
                </c:pt>
                <c:pt idx="1705">
                  <c:v>39724</c:v>
                </c:pt>
                <c:pt idx="1706">
                  <c:v>39723</c:v>
                </c:pt>
                <c:pt idx="1707">
                  <c:v>39722</c:v>
                </c:pt>
                <c:pt idx="1708">
                  <c:v>39721</c:v>
                </c:pt>
                <c:pt idx="1709">
                  <c:v>39720</c:v>
                </c:pt>
                <c:pt idx="1710">
                  <c:v>39717</c:v>
                </c:pt>
                <c:pt idx="1711">
                  <c:v>39716</c:v>
                </c:pt>
                <c:pt idx="1712">
                  <c:v>39715</c:v>
                </c:pt>
                <c:pt idx="1713">
                  <c:v>39714</c:v>
                </c:pt>
                <c:pt idx="1714">
                  <c:v>39713</c:v>
                </c:pt>
                <c:pt idx="1715">
                  <c:v>39710</c:v>
                </c:pt>
                <c:pt idx="1716">
                  <c:v>39709</c:v>
                </c:pt>
                <c:pt idx="1717">
                  <c:v>39708</c:v>
                </c:pt>
                <c:pt idx="1718">
                  <c:v>39707</c:v>
                </c:pt>
                <c:pt idx="1719">
                  <c:v>39706</c:v>
                </c:pt>
                <c:pt idx="1720">
                  <c:v>39703</c:v>
                </c:pt>
                <c:pt idx="1721">
                  <c:v>39702</c:v>
                </c:pt>
                <c:pt idx="1722">
                  <c:v>39701</c:v>
                </c:pt>
                <c:pt idx="1723">
                  <c:v>39700</c:v>
                </c:pt>
                <c:pt idx="1724">
                  <c:v>39699</c:v>
                </c:pt>
                <c:pt idx="1725">
                  <c:v>39696</c:v>
                </c:pt>
                <c:pt idx="1726">
                  <c:v>39695</c:v>
                </c:pt>
                <c:pt idx="1727">
                  <c:v>39694</c:v>
                </c:pt>
                <c:pt idx="1728">
                  <c:v>39693</c:v>
                </c:pt>
                <c:pt idx="1729">
                  <c:v>39692</c:v>
                </c:pt>
                <c:pt idx="1730">
                  <c:v>39689</c:v>
                </c:pt>
                <c:pt idx="1731">
                  <c:v>39688</c:v>
                </c:pt>
                <c:pt idx="1732">
                  <c:v>39687</c:v>
                </c:pt>
                <c:pt idx="1733">
                  <c:v>39686</c:v>
                </c:pt>
                <c:pt idx="1734">
                  <c:v>39685</c:v>
                </c:pt>
                <c:pt idx="1735">
                  <c:v>39682</c:v>
                </c:pt>
                <c:pt idx="1736">
                  <c:v>39681</c:v>
                </c:pt>
                <c:pt idx="1737">
                  <c:v>39680</c:v>
                </c:pt>
                <c:pt idx="1738">
                  <c:v>39679</c:v>
                </c:pt>
                <c:pt idx="1739">
                  <c:v>39678</c:v>
                </c:pt>
                <c:pt idx="1740">
                  <c:v>39675</c:v>
                </c:pt>
                <c:pt idx="1741">
                  <c:v>39674</c:v>
                </c:pt>
                <c:pt idx="1742">
                  <c:v>39673</c:v>
                </c:pt>
                <c:pt idx="1743">
                  <c:v>39672</c:v>
                </c:pt>
                <c:pt idx="1744">
                  <c:v>39671</c:v>
                </c:pt>
                <c:pt idx="1745">
                  <c:v>39668</c:v>
                </c:pt>
                <c:pt idx="1746">
                  <c:v>39667</c:v>
                </c:pt>
                <c:pt idx="1747">
                  <c:v>39666</c:v>
                </c:pt>
                <c:pt idx="1748">
                  <c:v>39665</c:v>
                </c:pt>
                <c:pt idx="1749">
                  <c:v>39664</c:v>
                </c:pt>
                <c:pt idx="1750">
                  <c:v>39661</c:v>
                </c:pt>
                <c:pt idx="1751">
                  <c:v>39660</c:v>
                </c:pt>
                <c:pt idx="1752">
                  <c:v>39659</c:v>
                </c:pt>
                <c:pt idx="1753">
                  <c:v>39658</c:v>
                </c:pt>
                <c:pt idx="1754">
                  <c:v>39657</c:v>
                </c:pt>
                <c:pt idx="1755">
                  <c:v>39654</c:v>
                </c:pt>
                <c:pt idx="1756">
                  <c:v>39653</c:v>
                </c:pt>
                <c:pt idx="1757">
                  <c:v>39652</c:v>
                </c:pt>
                <c:pt idx="1758">
                  <c:v>39651</c:v>
                </c:pt>
                <c:pt idx="1759">
                  <c:v>39650</c:v>
                </c:pt>
                <c:pt idx="1760">
                  <c:v>39647</c:v>
                </c:pt>
                <c:pt idx="1761">
                  <c:v>39646</c:v>
                </c:pt>
                <c:pt idx="1762">
                  <c:v>39645</c:v>
                </c:pt>
                <c:pt idx="1763">
                  <c:v>39644</c:v>
                </c:pt>
                <c:pt idx="1764">
                  <c:v>39643</c:v>
                </c:pt>
                <c:pt idx="1765">
                  <c:v>39640</c:v>
                </c:pt>
                <c:pt idx="1766">
                  <c:v>39639</c:v>
                </c:pt>
                <c:pt idx="1767">
                  <c:v>39638</c:v>
                </c:pt>
                <c:pt idx="1768">
                  <c:v>39637</c:v>
                </c:pt>
                <c:pt idx="1769">
                  <c:v>39636</c:v>
                </c:pt>
                <c:pt idx="1770">
                  <c:v>39633</c:v>
                </c:pt>
                <c:pt idx="1771">
                  <c:v>39632</c:v>
                </c:pt>
                <c:pt idx="1772">
                  <c:v>39631</c:v>
                </c:pt>
                <c:pt idx="1773">
                  <c:v>39630</c:v>
                </c:pt>
                <c:pt idx="1774">
                  <c:v>39629</c:v>
                </c:pt>
                <c:pt idx="1775">
                  <c:v>39626</c:v>
                </c:pt>
                <c:pt idx="1776">
                  <c:v>39625</c:v>
                </c:pt>
                <c:pt idx="1777">
                  <c:v>39624</c:v>
                </c:pt>
                <c:pt idx="1778">
                  <c:v>39623</c:v>
                </c:pt>
                <c:pt idx="1779">
                  <c:v>39622</c:v>
                </c:pt>
                <c:pt idx="1780">
                  <c:v>39619</c:v>
                </c:pt>
                <c:pt idx="1781">
                  <c:v>39618</c:v>
                </c:pt>
                <c:pt idx="1782">
                  <c:v>39617</c:v>
                </c:pt>
                <c:pt idx="1783">
                  <c:v>39616</c:v>
                </c:pt>
                <c:pt idx="1784">
                  <c:v>39615</c:v>
                </c:pt>
                <c:pt idx="1785">
                  <c:v>39612</c:v>
                </c:pt>
                <c:pt idx="1786">
                  <c:v>39611</c:v>
                </c:pt>
                <c:pt idx="1787">
                  <c:v>39610</c:v>
                </c:pt>
                <c:pt idx="1788">
                  <c:v>39609</c:v>
                </c:pt>
                <c:pt idx="1789">
                  <c:v>39608</c:v>
                </c:pt>
                <c:pt idx="1790">
                  <c:v>39605</c:v>
                </c:pt>
                <c:pt idx="1791">
                  <c:v>39604</c:v>
                </c:pt>
                <c:pt idx="1792">
                  <c:v>39603</c:v>
                </c:pt>
                <c:pt idx="1793">
                  <c:v>39602</c:v>
                </c:pt>
                <c:pt idx="1794">
                  <c:v>39601</c:v>
                </c:pt>
                <c:pt idx="1795">
                  <c:v>39598</c:v>
                </c:pt>
                <c:pt idx="1796">
                  <c:v>39597</c:v>
                </c:pt>
                <c:pt idx="1797">
                  <c:v>39596</c:v>
                </c:pt>
                <c:pt idx="1798">
                  <c:v>39595</c:v>
                </c:pt>
                <c:pt idx="1799">
                  <c:v>39594</c:v>
                </c:pt>
                <c:pt idx="1800">
                  <c:v>39591</c:v>
                </c:pt>
                <c:pt idx="1801">
                  <c:v>39590</c:v>
                </c:pt>
                <c:pt idx="1802">
                  <c:v>39589</c:v>
                </c:pt>
                <c:pt idx="1803">
                  <c:v>39588</c:v>
                </c:pt>
                <c:pt idx="1804">
                  <c:v>39587</c:v>
                </c:pt>
                <c:pt idx="1805">
                  <c:v>39584</c:v>
                </c:pt>
                <c:pt idx="1806">
                  <c:v>39583</c:v>
                </c:pt>
                <c:pt idx="1807">
                  <c:v>39582</c:v>
                </c:pt>
                <c:pt idx="1808">
                  <c:v>39581</c:v>
                </c:pt>
                <c:pt idx="1809">
                  <c:v>39580</c:v>
                </c:pt>
                <c:pt idx="1810">
                  <c:v>39577</c:v>
                </c:pt>
                <c:pt idx="1811">
                  <c:v>39576</c:v>
                </c:pt>
                <c:pt idx="1812">
                  <c:v>39575</c:v>
                </c:pt>
                <c:pt idx="1813">
                  <c:v>39574</c:v>
                </c:pt>
                <c:pt idx="1814">
                  <c:v>39573</c:v>
                </c:pt>
                <c:pt idx="1815">
                  <c:v>39570</c:v>
                </c:pt>
                <c:pt idx="1816">
                  <c:v>39569</c:v>
                </c:pt>
                <c:pt idx="1817">
                  <c:v>39568</c:v>
                </c:pt>
                <c:pt idx="1818">
                  <c:v>39567</c:v>
                </c:pt>
                <c:pt idx="1819">
                  <c:v>39566</c:v>
                </c:pt>
                <c:pt idx="1820">
                  <c:v>39563</c:v>
                </c:pt>
                <c:pt idx="1821">
                  <c:v>39562</c:v>
                </c:pt>
                <c:pt idx="1822">
                  <c:v>39561</c:v>
                </c:pt>
                <c:pt idx="1823">
                  <c:v>39560</c:v>
                </c:pt>
                <c:pt idx="1824">
                  <c:v>39559</c:v>
                </c:pt>
                <c:pt idx="1825">
                  <c:v>39556</c:v>
                </c:pt>
                <c:pt idx="1826">
                  <c:v>39555</c:v>
                </c:pt>
                <c:pt idx="1827">
                  <c:v>39554</c:v>
                </c:pt>
                <c:pt idx="1828">
                  <c:v>39553</c:v>
                </c:pt>
                <c:pt idx="1829">
                  <c:v>39552</c:v>
                </c:pt>
                <c:pt idx="1830">
                  <c:v>39549</c:v>
                </c:pt>
                <c:pt idx="1831">
                  <c:v>39548</c:v>
                </c:pt>
                <c:pt idx="1832">
                  <c:v>39547</c:v>
                </c:pt>
                <c:pt idx="1833">
                  <c:v>39546</c:v>
                </c:pt>
                <c:pt idx="1834">
                  <c:v>39545</c:v>
                </c:pt>
                <c:pt idx="1835">
                  <c:v>39542</c:v>
                </c:pt>
                <c:pt idx="1836">
                  <c:v>39541</c:v>
                </c:pt>
                <c:pt idx="1837">
                  <c:v>39540</c:v>
                </c:pt>
                <c:pt idx="1838">
                  <c:v>39539</c:v>
                </c:pt>
                <c:pt idx="1839">
                  <c:v>39538</c:v>
                </c:pt>
                <c:pt idx="1840">
                  <c:v>39535</c:v>
                </c:pt>
                <c:pt idx="1841">
                  <c:v>39534</c:v>
                </c:pt>
                <c:pt idx="1842">
                  <c:v>39533</c:v>
                </c:pt>
                <c:pt idx="1843">
                  <c:v>39532</c:v>
                </c:pt>
                <c:pt idx="1844">
                  <c:v>39531</c:v>
                </c:pt>
                <c:pt idx="1845">
                  <c:v>39528</c:v>
                </c:pt>
                <c:pt idx="1846">
                  <c:v>39527</c:v>
                </c:pt>
                <c:pt idx="1847">
                  <c:v>39526</c:v>
                </c:pt>
                <c:pt idx="1848">
                  <c:v>39525</c:v>
                </c:pt>
                <c:pt idx="1849">
                  <c:v>39524</c:v>
                </c:pt>
                <c:pt idx="1850">
                  <c:v>39521</c:v>
                </c:pt>
                <c:pt idx="1851">
                  <c:v>39520</c:v>
                </c:pt>
                <c:pt idx="1852">
                  <c:v>39519</c:v>
                </c:pt>
                <c:pt idx="1853">
                  <c:v>39518</c:v>
                </c:pt>
                <c:pt idx="1854">
                  <c:v>39517</c:v>
                </c:pt>
                <c:pt idx="1855">
                  <c:v>39514</c:v>
                </c:pt>
                <c:pt idx="1856">
                  <c:v>39513</c:v>
                </c:pt>
                <c:pt idx="1857">
                  <c:v>39512</c:v>
                </c:pt>
                <c:pt idx="1858">
                  <c:v>39511</c:v>
                </c:pt>
                <c:pt idx="1859">
                  <c:v>39510</c:v>
                </c:pt>
                <c:pt idx="1860">
                  <c:v>39507</c:v>
                </c:pt>
                <c:pt idx="1861">
                  <c:v>39506</c:v>
                </c:pt>
                <c:pt idx="1862">
                  <c:v>39505</c:v>
                </c:pt>
                <c:pt idx="1863">
                  <c:v>39504</c:v>
                </c:pt>
                <c:pt idx="1864">
                  <c:v>39503</c:v>
                </c:pt>
                <c:pt idx="1865">
                  <c:v>39500</c:v>
                </c:pt>
                <c:pt idx="1866">
                  <c:v>39499</c:v>
                </c:pt>
                <c:pt idx="1867">
                  <c:v>39498</c:v>
                </c:pt>
                <c:pt idx="1868">
                  <c:v>39497</c:v>
                </c:pt>
                <c:pt idx="1869">
                  <c:v>39496</c:v>
                </c:pt>
                <c:pt idx="1870">
                  <c:v>39493</c:v>
                </c:pt>
                <c:pt idx="1871">
                  <c:v>39492</c:v>
                </c:pt>
                <c:pt idx="1872">
                  <c:v>39491</c:v>
                </c:pt>
                <c:pt idx="1873">
                  <c:v>39490</c:v>
                </c:pt>
                <c:pt idx="1874">
                  <c:v>39489</c:v>
                </c:pt>
                <c:pt idx="1875">
                  <c:v>39486</c:v>
                </c:pt>
                <c:pt idx="1876">
                  <c:v>39485</c:v>
                </c:pt>
                <c:pt idx="1877">
                  <c:v>39484</c:v>
                </c:pt>
                <c:pt idx="1878">
                  <c:v>39483</c:v>
                </c:pt>
                <c:pt idx="1879">
                  <c:v>39482</c:v>
                </c:pt>
                <c:pt idx="1880">
                  <c:v>39479</c:v>
                </c:pt>
                <c:pt idx="1881">
                  <c:v>39478</c:v>
                </c:pt>
                <c:pt idx="1882">
                  <c:v>39477</c:v>
                </c:pt>
                <c:pt idx="1883">
                  <c:v>39476</c:v>
                </c:pt>
                <c:pt idx="1884">
                  <c:v>39475</c:v>
                </c:pt>
                <c:pt idx="1885">
                  <c:v>39472</c:v>
                </c:pt>
                <c:pt idx="1886">
                  <c:v>39471</c:v>
                </c:pt>
                <c:pt idx="1887">
                  <c:v>39470</c:v>
                </c:pt>
                <c:pt idx="1888">
                  <c:v>39469</c:v>
                </c:pt>
                <c:pt idx="1889">
                  <c:v>39468</c:v>
                </c:pt>
                <c:pt idx="1890">
                  <c:v>39465</c:v>
                </c:pt>
                <c:pt idx="1891">
                  <c:v>39464</c:v>
                </c:pt>
                <c:pt idx="1892">
                  <c:v>39463</c:v>
                </c:pt>
                <c:pt idx="1893">
                  <c:v>39462</c:v>
                </c:pt>
                <c:pt idx="1894">
                  <c:v>39461</c:v>
                </c:pt>
                <c:pt idx="1895">
                  <c:v>39458</c:v>
                </c:pt>
                <c:pt idx="1896">
                  <c:v>39457</c:v>
                </c:pt>
                <c:pt idx="1897">
                  <c:v>39456</c:v>
                </c:pt>
                <c:pt idx="1898">
                  <c:v>39455</c:v>
                </c:pt>
                <c:pt idx="1899">
                  <c:v>39454</c:v>
                </c:pt>
                <c:pt idx="1900">
                  <c:v>39451</c:v>
                </c:pt>
                <c:pt idx="1901">
                  <c:v>39450</c:v>
                </c:pt>
                <c:pt idx="1902">
                  <c:v>39449</c:v>
                </c:pt>
                <c:pt idx="1903">
                  <c:v>39448</c:v>
                </c:pt>
                <c:pt idx="1904">
                  <c:v>39447</c:v>
                </c:pt>
                <c:pt idx="1905">
                  <c:v>39444</c:v>
                </c:pt>
                <c:pt idx="1906">
                  <c:v>39443</c:v>
                </c:pt>
                <c:pt idx="1907">
                  <c:v>39442</c:v>
                </c:pt>
                <c:pt idx="1908">
                  <c:v>39441</c:v>
                </c:pt>
                <c:pt idx="1909">
                  <c:v>39440</c:v>
                </c:pt>
                <c:pt idx="1910">
                  <c:v>39437</c:v>
                </c:pt>
                <c:pt idx="1911">
                  <c:v>39436</c:v>
                </c:pt>
                <c:pt idx="1912">
                  <c:v>39435</c:v>
                </c:pt>
                <c:pt idx="1913">
                  <c:v>39434</c:v>
                </c:pt>
                <c:pt idx="1914">
                  <c:v>39433</c:v>
                </c:pt>
                <c:pt idx="1915">
                  <c:v>39430</c:v>
                </c:pt>
                <c:pt idx="1916">
                  <c:v>39429</c:v>
                </c:pt>
                <c:pt idx="1917">
                  <c:v>39428</c:v>
                </c:pt>
                <c:pt idx="1918">
                  <c:v>39427</c:v>
                </c:pt>
                <c:pt idx="1919">
                  <c:v>39426</c:v>
                </c:pt>
                <c:pt idx="1920">
                  <c:v>39423</c:v>
                </c:pt>
                <c:pt idx="1921">
                  <c:v>39422</c:v>
                </c:pt>
                <c:pt idx="1922">
                  <c:v>39421</c:v>
                </c:pt>
                <c:pt idx="1923">
                  <c:v>39420</c:v>
                </c:pt>
                <c:pt idx="1924">
                  <c:v>39419</c:v>
                </c:pt>
                <c:pt idx="1925">
                  <c:v>39416</c:v>
                </c:pt>
                <c:pt idx="1926">
                  <c:v>39415</c:v>
                </c:pt>
                <c:pt idx="1927">
                  <c:v>39414</c:v>
                </c:pt>
                <c:pt idx="1928">
                  <c:v>39413</c:v>
                </c:pt>
                <c:pt idx="1929">
                  <c:v>39412</c:v>
                </c:pt>
                <c:pt idx="1930">
                  <c:v>39409</c:v>
                </c:pt>
                <c:pt idx="1931">
                  <c:v>39408</c:v>
                </c:pt>
                <c:pt idx="1932">
                  <c:v>39407</c:v>
                </c:pt>
                <c:pt idx="1933">
                  <c:v>39406</c:v>
                </c:pt>
                <c:pt idx="1934">
                  <c:v>39405</c:v>
                </c:pt>
                <c:pt idx="1935">
                  <c:v>39402</c:v>
                </c:pt>
                <c:pt idx="1936">
                  <c:v>39401</c:v>
                </c:pt>
                <c:pt idx="1937">
                  <c:v>39400</c:v>
                </c:pt>
                <c:pt idx="1938">
                  <c:v>39399</c:v>
                </c:pt>
                <c:pt idx="1939">
                  <c:v>39398</c:v>
                </c:pt>
                <c:pt idx="1940">
                  <c:v>39395</c:v>
                </c:pt>
                <c:pt idx="1941">
                  <c:v>39394</c:v>
                </c:pt>
                <c:pt idx="1942">
                  <c:v>39393</c:v>
                </c:pt>
                <c:pt idx="1943">
                  <c:v>39392</c:v>
                </c:pt>
                <c:pt idx="1944">
                  <c:v>39391</c:v>
                </c:pt>
                <c:pt idx="1945">
                  <c:v>39388</c:v>
                </c:pt>
                <c:pt idx="1946">
                  <c:v>39387</c:v>
                </c:pt>
                <c:pt idx="1947">
                  <c:v>39386</c:v>
                </c:pt>
                <c:pt idx="1948">
                  <c:v>39385</c:v>
                </c:pt>
                <c:pt idx="1949">
                  <c:v>39384</c:v>
                </c:pt>
                <c:pt idx="1950">
                  <c:v>39381</c:v>
                </c:pt>
                <c:pt idx="1951">
                  <c:v>39380</c:v>
                </c:pt>
                <c:pt idx="1952">
                  <c:v>39379</c:v>
                </c:pt>
                <c:pt idx="1953">
                  <c:v>39378</c:v>
                </c:pt>
                <c:pt idx="1954">
                  <c:v>39377</c:v>
                </c:pt>
                <c:pt idx="1955">
                  <c:v>39374</c:v>
                </c:pt>
                <c:pt idx="1956">
                  <c:v>39373</c:v>
                </c:pt>
                <c:pt idx="1957">
                  <c:v>39372</c:v>
                </c:pt>
                <c:pt idx="1958">
                  <c:v>39371</c:v>
                </c:pt>
                <c:pt idx="1959">
                  <c:v>39370</c:v>
                </c:pt>
                <c:pt idx="1960">
                  <c:v>39367</c:v>
                </c:pt>
                <c:pt idx="1961">
                  <c:v>39366</c:v>
                </c:pt>
                <c:pt idx="1962">
                  <c:v>39365</c:v>
                </c:pt>
                <c:pt idx="1963">
                  <c:v>39364</c:v>
                </c:pt>
                <c:pt idx="1964">
                  <c:v>39363</c:v>
                </c:pt>
                <c:pt idx="1965">
                  <c:v>39360</c:v>
                </c:pt>
                <c:pt idx="1966">
                  <c:v>39359</c:v>
                </c:pt>
                <c:pt idx="1967">
                  <c:v>39358</c:v>
                </c:pt>
                <c:pt idx="1968">
                  <c:v>39357</c:v>
                </c:pt>
                <c:pt idx="1969">
                  <c:v>39356</c:v>
                </c:pt>
                <c:pt idx="1970">
                  <c:v>39353</c:v>
                </c:pt>
                <c:pt idx="1971">
                  <c:v>39352</c:v>
                </c:pt>
                <c:pt idx="1972">
                  <c:v>39351</c:v>
                </c:pt>
                <c:pt idx="1973">
                  <c:v>39350</c:v>
                </c:pt>
                <c:pt idx="1974">
                  <c:v>39349</c:v>
                </c:pt>
                <c:pt idx="1975">
                  <c:v>39346</c:v>
                </c:pt>
                <c:pt idx="1976">
                  <c:v>39345</c:v>
                </c:pt>
                <c:pt idx="1977">
                  <c:v>39344</c:v>
                </c:pt>
                <c:pt idx="1978">
                  <c:v>39343</c:v>
                </c:pt>
                <c:pt idx="1979">
                  <c:v>39342</c:v>
                </c:pt>
                <c:pt idx="1980">
                  <c:v>39339</c:v>
                </c:pt>
                <c:pt idx="1981">
                  <c:v>39338</c:v>
                </c:pt>
                <c:pt idx="1982">
                  <c:v>39337</c:v>
                </c:pt>
                <c:pt idx="1983">
                  <c:v>39336</c:v>
                </c:pt>
                <c:pt idx="1984">
                  <c:v>39335</c:v>
                </c:pt>
                <c:pt idx="1985">
                  <c:v>39332</c:v>
                </c:pt>
                <c:pt idx="1986">
                  <c:v>39331</c:v>
                </c:pt>
                <c:pt idx="1987">
                  <c:v>39330</c:v>
                </c:pt>
                <c:pt idx="1988">
                  <c:v>39329</c:v>
                </c:pt>
                <c:pt idx="1989">
                  <c:v>39328</c:v>
                </c:pt>
                <c:pt idx="1990">
                  <c:v>39325</c:v>
                </c:pt>
                <c:pt idx="1991">
                  <c:v>39324</c:v>
                </c:pt>
                <c:pt idx="1992">
                  <c:v>39323</c:v>
                </c:pt>
                <c:pt idx="1993">
                  <c:v>39322</c:v>
                </c:pt>
                <c:pt idx="1994">
                  <c:v>39321</c:v>
                </c:pt>
                <c:pt idx="1995">
                  <c:v>39318</c:v>
                </c:pt>
                <c:pt idx="1996">
                  <c:v>39317</c:v>
                </c:pt>
                <c:pt idx="1997">
                  <c:v>39316</c:v>
                </c:pt>
                <c:pt idx="1998">
                  <c:v>39315</c:v>
                </c:pt>
                <c:pt idx="1999">
                  <c:v>39314</c:v>
                </c:pt>
                <c:pt idx="2000">
                  <c:v>39311</c:v>
                </c:pt>
                <c:pt idx="2001">
                  <c:v>39310</c:v>
                </c:pt>
                <c:pt idx="2002">
                  <c:v>39309</c:v>
                </c:pt>
                <c:pt idx="2003">
                  <c:v>39308</c:v>
                </c:pt>
                <c:pt idx="2004">
                  <c:v>39307</c:v>
                </c:pt>
                <c:pt idx="2005">
                  <c:v>39304</c:v>
                </c:pt>
                <c:pt idx="2006">
                  <c:v>39303</c:v>
                </c:pt>
                <c:pt idx="2007">
                  <c:v>39302</c:v>
                </c:pt>
                <c:pt idx="2008">
                  <c:v>39301</c:v>
                </c:pt>
                <c:pt idx="2009">
                  <c:v>39300</c:v>
                </c:pt>
                <c:pt idx="2010">
                  <c:v>39297</c:v>
                </c:pt>
                <c:pt idx="2011">
                  <c:v>39296</c:v>
                </c:pt>
                <c:pt idx="2012">
                  <c:v>39295</c:v>
                </c:pt>
                <c:pt idx="2013">
                  <c:v>39294</c:v>
                </c:pt>
                <c:pt idx="2014">
                  <c:v>39293</c:v>
                </c:pt>
                <c:pt idx="2015">
                  <c:v>39290</c:v>
                </c:pt>
                <c:pt idx="2016">
                  <c:v>39289</c:v>
                </c:pt>
                <c:pt idx="2017">
                  <c:v>39288</c:v>
                </c:pt>
                <c:pt idx="2018">
                  <c:v>39287</c:v>
                </c:pt>
                <c:pt idx="2019">
                  <c:v>39286</c:v>
                </c:pt>
                <c:pt idx="2020">
                  <c:v>39283</c:v>
                </c:pt>
                <c:pt idx="2021">
                  <c:v>39282</c:v>
                </c:pt>
                <c:pt idx="2022">
                  <c:v>39281</c:v>
                </c:pt>
                <c:pt idx="2023">
                  <c:v>39280</c:v>
                </c:pt>
                <c:pt idx="2024">
                  <c:v>39279</c:v>
                </c:pt>
                <c:pt idx="2025">
                  <c:v>39276</c:v>
                </c:pt>
                <c:pt idx="2026">
                  <c:v>39275</c:v>
                </c:pt>
                <c:pt idx="2027">
                  <c:v>39274</c:v>
                </c:pt>
                <c:pt idx="2028">
                  <c:v>39273</c:v>
                </c:pt>
                <c:pt idx="2029">
                  <c:v>39272</c:v>
                </c:pt>
                <c:pt idx="2030">
                  <c:v>39269</c:v>
                </c:pt>
                <c:pt idx="2031">
                  <c:v>39268</c:v>
                </c:pt>
                <c:pt idx="2032">
                  <c:v>39267</c:v>
                </c:pt>
                <c:pt idx="2033">
                  <c:v>39266</c:v>
                </c:pt>
                <c:pt idx="2034">
                  <c:v>39265</c:v>
                </c:pt>
                <c:pt idx="2035">
                  <c:v>39262</c:v>
                </c:pt>
                <c:pt idx="2036">
                  <c:v>39261</c:v>
                </c:pt>
                <c:pt idx="2037">
                  <c:v>39260</c:v>
                </c:pt>
                <c:pt idx="2038">
                  <c:v>39259</c:v>
                </c:pt>
                <c:pt idx="2039">
                  <c:v>39258</c:v>
                </c:pt>
                <c:pt idx="2040">
                  <c:v>39255</c:v>
                </c:pt>
                <c:pt idx="2041">
                  <c:v>39254</c:v>
                </c:pt>
                <c:pt idx="2042">
                  <c:v>39253</c:v>
                </c:pt>
                <c:pt idx="2043">
                  <c:v>39252</c:v>
                </c:pt>
                <c:pt idx="2044">
                  <c:v>39251</c:v>
                </c:pt>
                <c:pt idx="2045">
                  <c:v>39248</c:v>
                </c:pt>
                <c:pt idx="2046">
                  <c:v>39247</c:v>
                </c:pt>
                <c:pt idx="2047">
                  <c:v>39246</c:v>
                </c:pt>
                <c:pt idx="2048">
                  <c:v>39245</c:v>
                </c:pt>
                <c:pt idx="2049">
                  <c:v>39244</c:v>
                </c:pt>
                <c:pt idx="2050">
                  <c:v>39241</c:v>
                </c:pt>
                <c:pt idx="2051">
                  <c:v>39240</c:v>
                </c:pt>
                <c:pt idx="2052">
                  <c:v>39239</c:v>
                </c:pt>
                <c:pt idx="2053">
                  <c:v>39238</c:v>
                </c:pt>
                <c:pt idx="2054">
                  <c:v>39237</c:v>
                </c:pt>
                <c:pt idx="2055">
                  <c:v>39234</c:v>
                </c:pt>
                <c:pt idx="2056">
                  <c:v>39233</c:v>
                </c:pt>
                <c:pt idx="2057">
                  <c:v>39232</c:v>
                </c:pt>
                <c:pt idx="2058">
                  <c:v>39231</c:v>
                </c:pt>
                <c:pt idx="2059">
                  <c:v>39230</c:v>
                </c:pt>
                <c:pt idx="2060">
                  <c:v>39227</c:v>
                </c:pt>
                <c:pt idx="2061">
                  <c:v>39226</c:v>
                </c:pt>
                <c:pt idx="2062">
                  <c:v>39225</c:v>
                </c:pt>
                <c:pt idx="2063">
                  <c:v>39224</c:v>
                </c:pt>
                <c:pt idx="2064">
                  <c:v>39223</c:v>
                </c:pt>
                <c:pt idx="2065">
                  <c:v>39220</c:v>
                </c:pt>
                <c:pt idx="2066">
                  <c:v>39219</c:v>
                </c:pt>
                <c:pt idx="2067">
                  <c:v>39218</c:v>
                </c:pt>
                <c:pt idx="2068">
                  <c:v>39217</c:v>
                </c:pt>
                <c:pt idx="2069">
                  <c:v>39216</c:v>
                </c:pt>
                <c:pt idx="2070">
                  <c:v>39213</c:v>
                </c:pt>
                <c:pt idx="2071">
                  <c:v>39212</c:v>
                </c:pt>
                <c:pt idx="2072">
                  <c:v>39211</c:v>
                </c:pt>
                <c:pt idx="2073">
                  <c:v>39210</c:v>
                </c:pt>
                <c:pt idx="2074">
                  <c:v>39209</c:v>
                </c:pt>
                <c:pt idx="2075">
                  <c:v>39206</c:v>
                </c:pt>
                <c:pt idx="2076">
                  <c:v>39205</c:v>
                </c:pt>
                <c:pt idx="2077">
                  <c:v>39204</c:v>
                </c:pt>
                <c:pt idx="2078">
                  <c:v>39203</c:v>
                </c:pt>
                <c:pt idx="2079">
                  <c:v>39202</c:v>
                </c:pt>
                <c:pt idx="2080">
                  <c:v>39199</c:v>
                </c:pt>
                <c:pt idx="2081">
                  <c:v>39198</c:v>
                </c:pt>
                <c:pt idx="2082">
                  <c:v>39197</c:v>
                </c:pt>
                <c:pt idx="2083">
                  <c:v>39196</c:v>
                </c:pt>
                <c:pt idx="2084">
                  <c:v>39195</c:v>
                </c:pt>
                <c:pt idx="2085">
                  <c:v>39192</c:v>
                </c:pt>
                <c:pt idx="2086">
                  <c:v>39191</c:v>
                </c:pt>
                <c:pt idx="2087">
                  <c:v>39190</c:v>
                </c:pt>
                <c:pt idx="2088">
                  <c:v>39189</c:v>
                </c:pt>
                <c:pt idx="2089">
                  <c:v>39188</c:v>
                </c:pt>
                <c:pt idx="2090">
                  <c:v>39185</c:v>
                </c:pt>
                <c:pt idx="2091">
                  <c:v>39184</c:v>
                </c:pt>
                <c:pt idx="2092">
                  <c:v>39183</c:v>
                </c:pt>
                <c:pt idx="2093">
                  <c:v>39182</c:v>
                </c:pt>
                <c:pt idx="2094">
                  <c:v>39181</c:v>
                </c:pt>
                <c:pt idx="2095">
                  <c:v>39178</c:v>
                </c:pt>
                <c:pt idx="2096">
                  <c:v>39177</c:v>
                </c:pt>
                <c:pt idx="2097">
                  <c:v>39176</c:v>
                </c:pt>
                <c:pt idx="2098">
                  <c:v>39175</c:v>
                </c:pt>
                <c:pt idx="2099">
                  <c:v>39174</c:v>
                </c:pt>
                <c:pt idx="2100">
                  <c:v>39171</c:v>
                </c:pt>
                <c:pt idx="2101">
                  <c:v>39170</c:v>
                </c:pt>
                <c:pt idx="2102">
                  <c:v>39169</c:v>
                </c:pt>
                <c:pt idx="2103">
                  <c:v>39168</c:v>
                </c:pt>
                <c:pt idx="2104">
                  <c:v>39167</c:v>
                </c:pt>
                <c:pt idx="2105">
                  <c:v>39164</c:v>
                </c:pt>
                <c:pt idx="2106">
                  <c:v>39163</c:v>
                </c:pt>
                <c:pt idx="2107">
                  <c:v>39162</c:v>
                </c:pt>
                <c:pt idx="2108">
                  <c:v>39161</c:v>
                </c:pt>
                <c:pt idx="2109">
                  <c:v>39160</c:v>
                </c:pt>
                <c:pt idx="2110">
                  <c:v>39157</c:v>
                </c:pt>
                <c:pt idx="2111">
                  <c:v>39156</c:v>
                </c:pt>
                <c:pt idx="2112">
                  <c:v>39155</c:v>
                </c:pt>
                <c:pt idx="2113">
                  <c:v>39154</c:v>
                </c:pt>
                <c:pt idx="2114">
                  <c:v>39153</c:v>
                </c:pt>
                <c:pt idx="2115">
                  <c:v>39150</c:v>
                </c:pt>
                <c:pt idx="2116">
                  <c:v>39149</c:v>
                </c:pt>
                <c:pt idx="2117">
                  <c:v>39148</c:v>
                </c:pt>
                <c:pt idx="2118">
                  <c:v>39147</c:v>
                </c:pt>
                <c:pt idx="2119">
                  <c:v>39146</c:v>
                </c:pt>
                <c:pt idx="2120">
                  <c:v>39143</c:v>
                </c:pt>
                <c:pt idx="2121">
                  <c:v>39142</c:v>
                </c:pt>
                <c:pt idx="2122">
                  <c:v>39141</c:v>
                </c:pt>
                <c:pt idx="2123">
                  <c:v>39140</c:v>
                </c:pt>
                <c:pt idx="2124">
                  <c:v>39139</c:v>
                </c:pt>
                <c:pt idx="2125">
                  <c:v>39136</c:v>
                </c:pt>
                <c:pt idx="2126">
                  <c:v>39135</c:v>
                </c:pt>
                <c:pt idx="2127">
                  <c:v>39134</c:v>
                </c:pt>
                <c:pt idx="2128">
                  <c:v>39133</c:v>
                </c:pt>
                <c:pt idx="2129">
                  <c:v>39132</c:v>
                </c:pt>
                <c:pt idx="2130">
                  <c:v>39129</c:v>
                </c:pt>
                <c:pt idx="2131">
                  <c:v>39128</c:v>
                </c:pt>
                <c:pt idx="2132">
                  <c:v>39127</c:v>
                </c:pt>
                <c:pt idx="2133">
                  <c:v>39126</c:v>
                </c:pt>
                <c:pt idx="2134">
                  <c:v>39125</c:v>
                </c:pt>
                <c:pt idx="2135">
                  <c:v>39122</c:v>
                </c:pt>
                <c:pt idx="2136">
                  <c:v>39121</c:v>
                </c:pt>
                <c:pt idx="2137">
                  <c:v>39120</c:v>
                </c:pt>
                <c:pt idx="2138">
                  <c:v>39119</c:v>
                </c:pt>
                <c:pt idx="2139">
                  <c:v>39118</c:v>
                </c:pt>
                <c:pt idx="2140">
                  <c:v>39115</c:v>
                </c:pt>
                <c:pt idx="2141">
                  <c:v>39114</c:v>
                </c:pt>
                <c:pt idx="2142">
                  <c:v>39113</c:v>
                </c:pt>
                <c:pt idx="2143">
                  <c:v>39112</c:v>
                </c:pt>
                <c:pt idx="2144">
                  <c:v>39111</c:v>
                </c:pt>
                <c:pt idx="2145">
                  <c:v>39108</c:v>
                </c:pt>
                <c:pt idx="2146">
                  <c:v>39107</c:v>
                </c:pt>
                <c:pt idx="2147">
                  <c:v>39106</c:v>
                </c:pt>
                <c:pt idx="2148">
                  <c:v>39105</c:v>
                </c:pt>
                <c:pt idx="2149">
                  <c:v>39104</c:v>
                </c:pt>
                <c:pt idx="2150">
                  <c:v>39101</c:v>
                </c:pt>
                <c:pt idx="2151">
                  <c:v>39100</c:v>
                </c:pt>
                <c:pt idx="2152">
                  <c:v>39099</c:v>
                </c:pt>
                <c:pt idx="2153">
                  <c:v>39098</c:v>
                </c:pt>
                <c:pt idx="2154">
                  <c:v>39097</c:v>
                </c:pt>
                <c:pt idx="2155">
                  <c:v>39094</c:v>
                </c:pt>
                <c:pt idx="2156">
                  <c:v>39093</c:v>
                </c:pt>
                <c:pt idx="2157">
                  <c:v>39092</c:v>
                </c:pt>
                <c:pt idx="2158">
                  <c:v>39091</c:v>
                </c:pt>
                <c:pt idx="2159">
                  <c:v>39090</c:v>
                </c:pt>
                <c:pt idx="2160">
                  <c:v>39087</c:v>
                </c:pt>
                <c:pt idx="2161">
                  <c:v>39086</c:v>
                </c:pt>
                <c:pt idx="2162">
                  <c:v>39085</c:v>
                </c:pt>
                <c:pt idx="2163">
                  <c:v>39084</c:v>
                </c:pt>
                <c:pt idx="2164">
                  <c:v>39083</c:v>
                </c:pt>
                <c:pt idx="2165">
                  <c:v>39080</c:v>
                </c:pt>
                <c:pt idx="2166">
                  <c:v>39079</c:v>
                </c:pt>
                <c:pt idx="2167">
                  <c:v>39078</c:v>
                </c:pt>
                <c:pt idx="2168">
                  <c:v>39077</c:v>
                </c:pt>
                <c:pt idx="2169">
                  <c:v>39076</c:v>
                </c:pt>
                <c:pt idx="2170">
                  <c:v>39073</c:v>
                </c:pt>
                <c:pt idx="2171">
                  <c:v>39072</c:v>
                </c:pt>
                <c:pt idx="2172">
                  <c:v>39071</c:v>
                </c:pt>
                <c:pt idx="2173">
                  <c:v>39070</c:v>
                </c:pt>
                <c:pt idx="2174">
                  <c:v>39069</c:v>
                </c:pt>
                <c:pt idx="2175">
                  <c:v>39066</c:v>
                </c:pt>
                <c:pt idx="2176">
                  <c:v>39065</c:v>
                </c:pt>
                <c:pt idx="2177">
                  <c:v>39064</c:v>
                </c:pt>
                <c:pt idx="2178">
                  <c:v>39063</c:v>
                </c:pt>
                <c:pt idx="2179">
                  <c:v>39062</c:v>
                </c:pt>
                <c:pt idx="2180">
                  <c:v>39059</c:v>
                </c:pt>
                <c:pt idx="2181">
                  <c:v>39058</c:v>
                </c:pt>
                <c:pt idx="2182">
                  <c:v>39057</c:v>
                </c:pt>
                <c:pt idx="2183">
                  <c:v>39056</c:v>
                </c:pt>
                <c:pt idx="2184">
                  <c:v>39055</c:v>
                </c:pt>
                <c:pt idx="2185">
                  <c:v>39052</c:v>
                </c:pt>
                <c:pt idx="2186">
                  <c:v>39051</c:v>
                </c:pt>
                <c:pt idx="2187">
                  <c:v>39050</c:v>
                </c:pt>
                <c:pt idx="2188">
                  <c:v>39049</c:v>
                </c:pt>
                <c:pt idx="2189">
                  <c:v>39048</c:v>
                </c:pt>
                <c:pt idx="2190">
                  <c:v>39045</c:v>
                </c:pt>
                <c:pt idx="2191">
                  <c:v>39044</c:v>
                </c:pt>
                <c:pt idx="2192">
                  <c:v>39043</c:v>
                </c:pt>
                <c:pt idx="2193">
                  <c:v>39042</c:v>
                </c:pt>
                <c:pt idx="2194">
                  <c:v>39041</c:v>
                </c:pt>
                <c:pt idx="2195">
                  <c:v>39038</c:v>
                </c:pt>
                <c:pt idx="2196">
                  <c:v>39037</c:v>
                </c:pt>
                <c:pt idx="2197">
                  <c:v>39036</c:v>
                </c:pt>
                <c:pt idx="2198">
                  <c:v>39035</c:v>
                </c:pt>
                <c:pt idx="2199">
                  <c:v>39034</c:v>
                </c:pt>
                <c:pt idx="2200">
                  <c:v>39031</c:v>
                </c:pt>
                <c:pt idx="2201">
                  <c:v>39030</c:v>
                </c:pt>
                <c:pt idx="2202">
                  <c:v>39029</c:v>
                </c:pt>
                <c:pt idx="2203">
                  <c:v>39028</c:v>
                </c:pt>
                <c:pt idx="2204">
                  <c:v>39027</c:v>
                </c:pt>
                <c:pt idx="2205">
                  <c:v>39024</c:v>
                </c:pt>
                <c:pt idx="2206">
                  <c:v>39023</c:v>
                </c:pt>
                <c:pt idx="2207">
                  <c:v>39022</c:v>
                </c:pt>
                <c:pt idx="2208">
                  <c:v>39021</c:v>
                </c:pt>
                <c:pt idx="2209">
                  <c:v>39020</c:v>
                </c:pt>
                <c:pt idx="2210">
                  <c:v>39017</c:v>
                </c:pt>
                <c:pt idx="2211">
                  <c:v>39016</c:v>
                </c:pt>
                <c:pt idx="2212">
                  <c:v>39015</c:v>
                </c:pt>
                <c:pt idx="2213">
                  <c:v>39014</c:v>
                </c:pt>
                <c:pt idx="2214">
                  <c:v>39013</c:v>
                </c:pt>
                <c:pt idx="2215">
                  <c:v>39010</c:v>
                </c:pt>
                <c:pt idx="2216">
                  <c:v>39009</c:v>
                </c:pt>
                <c:pt idx="2217">
                  <c:v>39008</c:v>
                </c:pt>
                <c:pt idx="2218">
                  <c:v>39007</c:v>
                </c:pt>
                <c:pt idx="2219">
                  <c:v>39006</c:v>
                </c:pt>
                <c:pt idx="2220">
                  <c:v>39003</c:v>
                </c:pt>
                <c:pt idx="2221">
                  <c:v>39002</c:v>
                </c:pt>
                <c:pt idx="2222">
                  <c:v>39001</c:v>
                </c:pt>
                <c:pt idx="2223">
                  <c:v>39000</c:v>
                </c:pt>
                <c:pt idx="2224">
                  <c:v>38999</c:v>
                </c:pt>
                <c:pt idx="2225">
                  <c:v>38996</c:v>
                </c:pt>
                <c:pt idx="2226">
                  <c:v>38995</c:v>
                </c:pt>
                <c:pt idx="2227">
                  <c:v>38994</c:v>
                </c:pt>
                <c:pt idx="2228">
                  <c:v>38993</c:v>
                </c:pt>
                <c:pt idx="2229">
                  <c:v>38992</c:v>
                </c:pt>
                <c:pt idx="2230">
                  <c:v>38989</c:v>
                </c:pt>
                <c:pt idx="2231">
                  <c:v>38988</c:v>
                </c:pt>
                <c:pt idx="2232">
                  <c:v>38987</c:v>
                </c:pt>
                <c:pt idx="2233">
                  <c:v>38986</c:v>
                </c:pt>
                <c:pt idx="2234">
                  <c:v>38985</c:v>
                </c:pt>
                <c:pt idx="2235">
                  <c:v>38982</c:v>
                </c:pt>
                <c:pt idx="2236">
                  <c:v>38981</c:v>
                </c:pt>
                <c:pt idx="2237">
                  <c:v>38980</c:v>
                </c:pt>
                <c:pt idx="2238">
                  <c:v>38979</c:v>
                </c:pt>
                <c:pt idx="2239">
                  <c:v>38978</c:v>
                </c:pt>
                <c:pt idx="2240">
                  <c:v>38975</c:v>
                </c:pt>
                <c:pt idx="2241">
                  <c:v>38974</c:v>
                </c:pt>
                <c:pt idx="2242">
                  <c:v>38973</c:v>
                </c:pt>
                <c:pt idx="2243">
                  <c:v>38972</c:v>
                </c:pt>
                <c:pt idx="2244">
                  <c:v>38971</c:v>
                </c:pt>
                <c:pt idx="2245">
                  <c:v>38968</c:v>
                </c:pt>
                <c:pt idx="2246">
                  <c:v>38967</c:v>
                </c:pt>
                <c:pt idx="2247">
                  <c:v>38966</c:v>
                </c:pt>
                <c:pt idx="2248">
                  <c:v>38965</c:v>
                </c:pt>
                <c:pt idx="2249">
                  <c:v>38964</c:v>
                </c:pt>
                <c:pt idx="2250">
                  <c:v>38961</c:v>
                </c:pt>
                <c:pt idx="2251">
                  <c:v>38960</c:v>
                </c:pt>
                <c:pt idx="2252">
                  <c:v>38959</c:v>
                </c:pt>
                <c:pt idx="2253">
                  <c:v>38958</c:v>
                </c:pt>
                <c:pt idx="2254">
                  <c:v>38957</c:v>
                </c:pt>
                <c:pt idx="2255">
                  <c:v>38954</c:v>
                </c:pt>
                <c:pt idx="2256">
                  <c:v>38953</c:v>
                </c:pt>
                <c:pt idx="2257">
                  <c:v>38952</c:v>
                </c:pt>
                <c:pt idx="2258">
                  <c:v>38951</c:v>
                </c:pt>
                <c:pt idx="2259">
                  <c:v>38950</c:v>
                </c:pt>
                <c:pt idx="2260">
                  <c:v>38947</c:v>
                </c:pt>
                <c:pt idx="2261">
                  <c:v>38946</c:v>
                </c:pt>
                <c:pt idx="2262">
                  <c:v>38945</c:v>
                </c:pt>
                <c:pt idx="2263">
                  <c:v>38944</c:v>
                </c:pt>
                <c:pt idx="2264">
                  <c:v>38943</c:v>
                </c:pt>
                <c:pt idx="2265">
                  <c:v>38940</c:v>
                </c:pt>
                <c:pt idx="2266">
                  <c:v>38939</c:v>
                </c:pt>
                <c:pt idx="2267">
                  <c:v>38938</c:v>
                </c:pt>
                <c:pt idx="2268">
                  <c:v>38937</c:v>
                </c:pt>
                <c:pt idx="2269">
                  <c:v>38936</c:v>
                </c:pt>
                <c:pt idx="2270">
                  <c:v>38933</c:v>
                </c:pt>
                <c:pt idx="2271">
                  <c:v>38932</c:v>
                </c:pt>
                <c:pt idx="2272">
                  <c:v>38931</c:v>
                </c:pt>
                <c:pt idx="2273">
                  <c:v>38930</c:v>
                </c:pt>
                <c:pt idx="2274">
                  <c:v>38929</c:v>
                </c:pt>
                <c:pt idx="2275">
                  <c:v>38926</c:v>
                </c:pt>
                <c:pt idx="2276">
                  <c:v>38925</c:v>
                </c:pt>
                <c:pt idx="2277">
                  <c:v>38924</c:v>
                </c:pt>
                <c:pt idx="2278">
                  <c:v>38923</c:v>
                </c:pt>
                <c:pt idx="2279">
                  <c:v>38922</c:v>
                </c:pt>
                <c:pt idx="2280">
                  <c:v>38919</c:v>
                </c:pt>
                <c:pt idx="2281">
                  <c:v>38918</c:v>
                </c:pt>
                <c:pt idx="2282">
                  <c:v>38917</c:v>
                </c:pt>
                <c:pt idx="2283">
                  <c:v>38916</c:v>
                </c:pt>
                <c:pt idx="2284">
                  <c:v>38915</c:v>
                </c:pt>
                <c:pt idx="2285">
                  <c:v>38912</c:v>
                </c:pt>
                <c:pt idx="2286">
                  <c:v>38911</c:v>
                </c:pt>
                <c:pt idx="2287">
                  <c:v>38910</c:v>
                </c:pt>
                <c:pt idx="2288">
                  <c:v>38909</c:v>
                </c:pt>
                <c:pt idx="2289">
                  <c:v>38908</c:v>
                </c:pt>
                <c:pt idx="2290">
                  <c:v>38905</c:v>
                </c:pt>
                <c:pt idx="2291">
                  <c:v>38904</c:v>
                </c:pt>
                <c:pt idx="2292">
                  <c:v>38903</c:v>
                </c:pt>
                <c:pt idx="2293">
                  <c:v>38902</c:v>
                </c:pt>
                <c:pt idx="2294">
                  <c:v>38901</c:v>
                </c:pt>
                <c:pt idx="2295">
                  <c:v>38898</c:v>
                </c:pt>
                <c:pt idx="2296">
                  <c:v>38897</c:v>
                </c:pt>
                <c:pt idx="2297">
                  <c:v>38896</c:v>
                </c:pt>
                <c:pt idx="2298">
                  <c:v>38895</c:v>
                </c:pt>
                <c:pt idx="2299">
                  <c:v>38894</c:v>
                </c:pt>
                <c:pt idx="2300">
                  <c:v>38891</c:v>
                </c:pt>
                <c:pt idx="2301">
                  <c:v>38890</c:v>
                </c:pt>
                <c:pt idx="2302">
                  <c:v>38889</c:v>
                </c:pt>
                <c:pt idx="2303">
                  <c:v>38888</c:v>
                </c:pt>
                <c:pt idx="2304">
                  <c:v>38887</c:v>
                </c:pt>
                <c:pt idx="2305">
                  <c:v>38884</c:v>
                </c:pt>
                <c:pt idx="2306">
                  <c:v>38883</c:v>
                </c:pt>
                <c:pt idx="2307">
                  <c:v>38882</c:v>
                </c:pt>
                <c:pt idx="2308">
                  <c:v>38881</c:v>
                </c:pt>
                <c:pt idx="2309">
                  <c:v>38880</c:v>
                </c:pt>
                <c:pt idx="2310">
                  <c:v>38877</c:v>
                </c:pt>
                <c:pt idx="2311">
                  <c:v>38876</c:v>
                </c:pt>
                <c:pt idx="2312">
                  <c:v>38875</c:v>
                </c:pt>
                <c:pt idx="2313">
                  <c:v>38874</c:v>
                </c:pt>
                <c:pt idx="2314">
                  <c:v>38873</c:v>
                </c:pt>
                <c:pt idx="2315">
                  <c:v>38870</c:v>
                </c:pt>
                <c:pt idx="2316">
                  <c:v>38869</c:v>
                </c:pt>
                <c:pt idx="2317">
                  <c:v>38868</c:v>
                </c:pt>
                <c:pt idx="2318">
                  <c:v>38867</c:v>
                </c:pt>
                <c:pt idx="2319">
                  <c:v>38866</c:v>
                </c:pt>
                <c:pt idx="2320">
                  <c:v>38863</c:v>
                </c:pt>
                <c:pt idx="2321">
                  <c:v>38862</c:v>
                </c:pt>
                <c:pt idx="2322">
                  <c:v>38861</c:v>
                </c:pt>
                <c:pt idx="2323">
                  <c:v>38860</c:v>
                </c:pt>
                <c:pt idx="2324">
                  <c:v>38859</c:v>
                </c:pt>
                <c:pt idx="2325">
                  <c:v>38856</c:v>
                </c:pt>
                <c:pt idx="2326">
                  <c:v>38855</c:v>
                </c:pt>
                <c:pt idx="2327">
                  <c:v>38854</c:v>
                </c:pt>
                <c:pt idx="2328">
                  <c:v>38853</c:v>
                </c:pt>
                <c:pt idx="2329">
                  <c:v>38852</c:v>
                </c:pt>
                <c:pt idx="2330">
                  <c:v>38849</c:v>
                </c:pt>
                <c:pt idx="2331">
                  <c:v>38848</c:v>
                </c:pt>
                <c:pt idx="2332">
                  <c:v>38847</c:v>
                </c:pt>
                <c:pt idx="2333">
                  <c:v>38846</c:v>
                </c:pt>
                <c:pt idx="2334">
                  <c:v>38845</c:v>
                </c:pt>
                <c:pt idx="2335">
                  <c:v>38842</c:v>
                </c:pt>
                <c:pt idx="2336">
                  <c:v>38841</c:v>
                </c:pt>
                <c:pt idx="2337">
                  <c:v>38840</c:v>
                </c:pt>
                <c:pt idx="2338">
                  <c:v>38839</c:v>
                </c:pt>
                <c:pt idx="2339">
                  <c:v>38838</c:v>
                </c:pt>
                <c:pt idx="2340">
                  <c:v>38835</c:v>
                </c:pt>
                <c:pt idx="2341">
                  <c:v>38834</c:v>
                </c:pt>
                <c:pt idx="2342">
                  <c:v>38832</c:v>
                </c:pt>
                <c:pt idx="2343">
                  <c:v>38831</c:v>
                </c:pt>
                <c:pt idx="2344">
                  <c:v>38828</c:v>
                </c:pt>
                <c:pt idx="2345">
                  <c:v>38827</c:v>
                </c:pt>
                <c:pt idx="2346">
                  <c:v>38826</c:v>
                </c:pt>
                <c:pt idx="2347">
                  <c:v>38825</c:v>
                </c:pt>
                <c:pt idx="2348">
                  <c:v>38824</c:v>
                </c:pt>
                <c:pt idx="2349">
                  <c:v>38821</c:v>
                </c:pt>
                <c:pt idx="2350">
                  <c:v>38820</c:v>
                </c:pt>
                <c:pt idx="2351">
                  <c:v>38819</c:v>
                </c:pt>
                <c:pt idx="2352">
                  <c:v>38818</c:v>
                </c:pt>
                <c:pt idx="2353">
                  <c:v>38817</c:v>
                </c:pt>
                <c:pt idx="2354">
                  <c:v>38814</c:v>
                </c:pt>
                <c:pt idx="2355">
                  <c:v>38813</c:v>
                </c:pt>
                <c:pt idx="2356">
                  <c:v>38812</c:v>
                </c:pt>
                <c:pt idx="2357">
                  <c:v>38811</c:v>
                </c:pt>
                <c:pt idx="2358">
                  <c:v>38810</c:v>
                </c:pt>
                <c:pt idx="2359">
                  <c:v>38807</c:v>
                </c:pt>
                <c:pt idx="2360">
                  <c:v>38806</c:v>
                </c:pt>
                <c:pt idx="2361">
                  <c:v>38805</c:v>
                </c:pt>
                <c:pt idx="2362">
                  <c:v>38804</c:v>
                </c:pt>
                <c:pt idx="2363">
                  <c:v>38803</c:v>
                </c:pt>
                <c:pt idx="2364">
                  <c:v>38800</c:v>
                </c:pt>
                <c:pt idx="2365">
                  <c:v>38799</c:v>
                </c:pt>
                <c:pt idx="2366">
                  <c:v>38798</c:v>
                </c:pt>
                <c:pt idx="2367">
                  <c:v>38797</c:v>
                </c:pt>
                <c:pt idx="2368">
                  <c:v>38796</c:v>
                </c:pt>
                <c:pt idx="2369">
                  <c:v>38793</c:v>
                </c:pt>
                <c:pt idx="2370">
                  <c:v>38792</c:v>
                </c:pt>
                <c:pt idx="2371">
                  <c:v>38791</c:v>
                </c:pt>
                <c:pt idx="2372">
                  <c:v>38790</c:v>
                </c:pt>
                <c:pt idx="2373">
                  <c:v>38789</c:v>
                </c:pt>
                <c:pt idx="2374">
                  <c:v>38786</c:v>
                </c:pt>
                <c:pt idx="2375">
                  <c:v>38785</c:v>
                </c:pt>
                <c:pt idx="2376">
                  <c:v>38784</c:v>
                </c:pt>
                <c:pt idx="2377">
                  <c:v>38783</c:v>
                </c:pt>
                <c:pt idx="2378">
                  <c:v>38782</c:v>
                </c:pt>
                <c:pt idx="2379">
                  <c:v>38779</c:v>
                </c:pt>
                <c:pt idx="2380">
                  <c:v>38778</c:v>
                </c:pt>
                <c:pt idx="2381">
                  <c:v>38777</c:v>
                </c:pt>
                <c:pt idx="2382">
                  <c:v>38776</c:v>
                </c:pt>
                <c:pt idx="2383">
                  <c:v>38775</c:v>
                </c:pt>
                <c:pt idx="2384">
                  <c:v>38772</c:v>
                </c:pt>
                <c:pt idx="2385">
                  <c:v>38771</c:v>
                </c:pt>
                <c:pt idx="2386">
                  <c:v>38770</c:v>
                </c:pt>
                <c:pt idx="2387">
                  <c:v>38769</c:v>
                </c:pt>
                <c:pt idx="2388">
                  <c:v>38768</c:v>
                </c:pt>
                <c:pt idx="2389">
                  <c:v>38765</c:v>
                </c:pt>
                <c:pt idx="2390">
                  <c:v>38764</c:v>
                </c:pt>
                <c:pt idx="2391">
                  <c:v>38763</c:v>
                </c:pt>
                <c:pt idx="2392">
                  <c:v>38762</c:v>
                </c:pt>
                <c:pt idx="2393">
                  <c:v>38761</c:v>
                </c:pt>
                <c:pt idx="2394">
                  <c:v>38758</c:v>
                </c:pt>
                <c:pt idx="2395">
                  <c:v>38757</c:v>
                </c:pt>
                <c:pt idx="2396">
                  <c:v>38756</c:v>
                </c:pt>
                <c:pt idx="2397">
                  <c:v>38755</c:v>
                </c:pt>
                <c:pt idx="2398">
                  <c:v>38754</c:v>
                </c:pt>
                <c:pt idx="2399">
                  <c:v>38751</c:v>
                </c:pt>
                <c:pt idx="2400">
                  <c:v>38750</c:v>
                </c:pt>
                <c:pt idx="2401">
                  <c:v>38749</c:v>
                </c:pt>
                <c:pt idx="2402">
                  <c:v>38748</c:v>
                </c:pt>
                <c:pt idx="2403">
                  <c:v>38747</c:v>
                </c:pt>
                <c:pt idx="2404">
                  <c:v>38744</c:v>
                </c:pt>
                <c:pt idx="2405">
                  <c:v>38743</c:v>
                </c:pt>
                <c:pt idx="2406">
                  <c:v>38742</c:v>
                </c:pt>
                <c:pt idx="2407">
                  <c:v>38741</c:v>
                </c:pt>
                <c:pt idx="2408">
                  <c:v>38740</c:v>
                </c:pt>
                <c:pt idx="2409">
                  <c:v>38737</c:v>
                </c:pt>
                <c:pt idx="2410">
                  <c:v>38736</c:v>
                </c:pt>
                <c:pt idx="2411">
                  <c:v>38735</c:v>
                </c:pt>
                <c:pt idx="2412">
                  <c:v>38734</c:v>
                </c:pt>
                <c:pt idx="2413">
                  <c:v>38733</c:v>
                </c:pt>
                <c:pt idx="2414">
                  <c:v>38730</c:v>
                </c:pt>
                <c:pt idx="2415">
                  <c:v>38729</c:v>
                </c:pt>
                <c:pt idx="2416">
                  <c:v>38728</c:v>
                </c:pt>
                <c:pt idx="2417">
                  <c:v>38727</c:v>
                </c:pt>
                <c:pt idx="2418">
                  <c:v>38726</c:v>
                </c:pt>
                <c:pt idx="2419">
                  <c:v>38723</c:v>
                </c:pt>
                <c:pt idx="2420">
                  <c:v>38722</c:v>
                </c:pt>
                <c:pt idx="2421">
                  <c:v>38721</c:v>
                </c:pt>
                <c:pt idx="2422">
                  <c:v>38720</c:v>
                </c:pt>
                <c:pt idx="2423">
                  <c:v>38719</c:v>
                </c:pt>
                <c:pt idx="2424">
                  <c:v>38716</c:v>
                </c:pt>
                <c:pt idx="2425">
                  <c:v>38715</c:v>
                </c:pt>
                <c:pt idx="2426">
                  <c:v>38714</c:v>
                </c:pt>
                <c:pt idx="2427">
                  <c:v>38713</c:v>
                </c:pt>
                <c:pt idx="2428">
                  <c:v>38709</c:v>
                </c:pt>
                <c:pt idx="2429">
                  <c:v>38708</c:v>
                </c:pt>
                <c:pt idx="2430">
                  <c:v>38707</c:v>
                </c:pt>
                <c:pt idx="2431">
                  <c:v>38706</c:v>
                </c:pt>
                <c:pt idx="2432">
                  <c:v>38705</c:v>
                </c:pt>
                <c:pt idx="2433">
                  <c:v>38702</c:v>
                </c:pt>
                <c:pt idx="2434">
                  <c:v>38701</c:v>
                </c:pt>
                <c:pt idx="2435">
                  <c:v>38700</c:v>
                </c:pt>
                <c:pt idx="2436">
                  <c:v>38699</c:v>
                </c:pt>
                <c:pt idx="2437">
                  <c:v>38698</c:v>
                </c:pt>
                <c:pt idx="2438">
                  <c:v>38695</c:v>
                </c:pt>
                <c:pt idx="2439">
                  <c:v>38694</c:v>
                </c:pt>
                <c:pt idx="2440">
                  <c:v>38693</c:v>
                </c:pt>
                <c:pt idx="2441">
                  <c:v>38692</c:v>
                </c:pt>
                <c:pt idx="2442">
                  <c:v>38691</c:v>
                </c:pt>
                <c:pt idx="2443">
                  <c:v>38688</c:v>
                </c:pt>
                <c:pt idx="2444">
                  <c:v>38687</c:v>
                </c:pt>
                <c:pt idx="2445">
                  <c:v>38686</c:v>
                </c:pt>
                <c:pt idx="2446">
                  <c:v>38685</c:v>
                </c:pt>
                <c:pt idx="2447">
                  <c:v>38684</c:v>
                </c:pt>
                <c:pt idx="2448">
                  <c:v>38681</c:v>
                </c:pt>
                <c:pt idx="2449">
                  <c:v>38680</c:v>
                </c:pt>
                <c:pt idx="2450">
                  <c:v>38679</c:v>
                </c:pt>
                <c:pt idx="2451">
                  <c:v>38678</c:v>
                </c:pt>
                <c:pt idx="2452">
                  <c:v>38677</c:v>
                </c:pt>
                <c:pt idx="2453">
                  <c:v>38674</c:v>
                </c:pt>
                <c:pt idx="2454">
                  <c:v>38673</c:v>
                </c:pt>
                <c:pt idx="2455">
                  <c:v>38672</c:v>
                </c:pt>
                <c:pt idx="2456">
                  <c:v>38671</c:v>
                </c:pt>
                <c:pt idx="2457">
                  <c:v>38670</c:v>
                </c:pt>
                <c:pt idx="2458">
                  <c:v>38667</c:v>
                </c:pt>
                <c:pt idx="2459">
                  <c:v>38666</c:v>
                </c:pt>
                <c:pt idx="2460">
                  <c:v>38665</c:v>
                </c:pt>
                <c:pt idx="2461">
                  <c:v>38664</c:v>
                </c:pt>
                <c:pt idx="2462">
                  <c:v>38663</c:v>
                </c:pt>
                <c:pt idx="2463">
                  <c:v>38660</c:v>
                </c:pt>
                <c:pt idx="2464">
                  <c:v>38659</c:v>
                </c:pt>
                <c:pt idx="2465">
                  <c:v>38658</c:v>
                </c:pt>
                <c:pt idx="2466">
                  <c:v>38657</c:v>
                </c:pt>
                <c:pt idx="2467">
                  <c:v>38656</c:v>
                </c:pt>
                <c:pt idx="2468">
                  <c:v>38653</c:v>
                </c:pt>
                <c:pt idx="2469">
                  <c:v>38652</c:v>
                </c:pt>
                <c:pt idx="2470">
                  <c:v>38651</c:v>
                </c:pt>
                <c:pt idx="2471">
                  <c:v>38650</c:v>
                </c:pt>
                <c:pt idx="2472">
                  <c:v>38649</c:v>
                </c:pt>
                <c:pt idx="2473">
                  <c:v>38646</c:v>
                </c:pt>
                <c:pt idx="2474">
                  <c:v>38645</c:v>
                </c:pt>
                <c:pt idx="2475">
                  <c:v>38644</c:v>
                </c:pt>
                <c:pt idx="2476">
                  <c:v>38643</c:v>
                </c:pt>
                <c:pt idx="2477">
                  <c:v>38642</c:v>
                </c:pt>
                <c:pt idx="2478">
                  <c:v>38639</c:v>
                </c:pt>
                <c:pt idx="2479">
                  <c:v>38638</c:v>
                </c:pt>
                <c:pt idx="2480">
                  <c:v>38637</c:v>
                </c:pt>
                <c:pt idx="2481">
                  <c:v>38636</c:v>
                </c:pt>
                <c:pt idx="2482">
                  <c:v>38635</c:v>
                </c:pt>
                <c:pt idx="2483">
                  <c:v>38632</c:v>
                </c:pt>
                <c:pt idx="2484">
                  <c:v>38631</c:v>
                </c:pt>
                <c:pt idx="2485">
                  <c:v>38630</c:v>
                </c:pt>
                <c:pt idx="2486">
                  <c:v>38629</c:v>
                </c:pt>
                <c:pt idx="2487">
                  <c:v>38628</c:v>
                </c:pt>
                <c:pt idx="2488">
                  <c:v>38625</c:v>
                </c:pt>
                <c:pt idx="2489">
                  <c:v>38624</c:v>
                </c:pt>
                <c:pt idx="2490">
                  <c:v>38623</c:v>
                </c:pt>
                <c:pt idx="2491">
                  <c:v>38622</c:v>
                </c:pt>
                <c:pt idx="2492">
                  <c:v>38621</c:v>
                </c:pt>
                <c:pt idx="2493">
                  <c:v>38618</c:v>
                </c:pt>
                <c:pt idx="2494">
                  <c:v>38617</c:v>
                </c:pt>
                <c:pt idx="2495">
                  <c:v>38616</c:v>
                </c:pt>
                <c:pt idx="2496">
                  <c:v>38615</c:v>
                </c:pt>
                <c:pt idx="2497">
                  <c:v>38614</c:v>
                </c:pt>
                <c:pt idx="2498">
                  <c:v>38611</c:v>
                </c:pt>
                <c:pt idx="2499">
                  <c:v>38610</c:v>
                </c:pt>
                <c:pt idx="2500">
                  <c:v>38609</c:v>
                </c:pt>
                <c:pt idx="2501">
                  <c:v>38608</c:v>
                </c:pt>
                <c:pt idx="2502">
                  <c:v>38607</c:v>
                </c:pt>
                <c:pt idx="2503">
                  <c:v>38604</c:v>
                </c:pt>
                <c:pt idx="2504">
                  <c:v>38603</c:v>
                </c:pt>
                <c:pt idx="2505">
                  <c:v>38602</c:v>
                </c:pt>
                <c:pt idx="2506">
                  <c:v>38601</c:v>
                </c:pt>
                <c:pt idx="2507">
                  <c:v>38600</c:v>
                </c:pt>
                <c:pt idx="2508">
                  <c:v>38597</c:v>
                </c:pt>
                <c:pt idx="2509">
                  <c:v>38596</c:v>
                </c:pt>
                <c:pt idx="2510">
                  <c:v>38595</c:v>
                </c:pt>
                <c:pt idx="2511">
                  <c:v>38594</c:v>
                </c:pt>
                <c:pt idx="2512">
                  <c:v>38593</c:v>
                </c:pt>
                <c:pt idx="2513">
                  <c:v>38590</c:v>
                </c:pt>
                <c:pt idx="2514">
                  <c:v>38589</c:v>
                </c:pt>
                <c:pt idx="2515">
                  <c:v>38588</c:v>
                </c:pt>
                <c:pt idx="2516">
                  <c:v>38587</c:v>
                </c:pt>
                <c:pt idx="2517">
                  <c:v>38586</c:v>
                </c:pt>
                <c:pt idx="2518">
                  <c:v>38583</c:v>
                </c:pt>
                <c:pt idx="2519">
                  <c:v>38582</c:v>
                </c:pt>
                <c:pt idx="2520">
                  <c:v>38581</c:v>
                </c:pt>
                <c:pt idx="2521">
                  <c:v>38580</c:v>
                </c:pt>
                <c:pt idx="2522">
                  <c:v>38579</c:v>
                </c:pt>
                <c:pt idx="2523">
                  <c:v>38576</c:v>
                </c:pt>
                <c:pt idx="2524">
                  <c:v>38575</c:v>
                </c:pt>
                <c:pt idx="2525">
                  <c:v>38574</c:v>
                </c:pt>
                <c:pt idx="2526">
                  <c:v>38573</c:v>
                </c:pt>
                <c:pt idx="2527">
                  <c:v>38572</c:v>
                </c:pt>
                <c:pt idx="2528">
                  <c:v>38569</c:v>
                </c:pt>
                <c:pt idx="2529">
                  <c:v>38568</c:v>
                </c:pt>
                <c:pt idx="2530">
                  <c:v>38567</c:v>
                </c:pt>
                <c:pt idx="2531">
                  <c:v>38566</c:v>
                </c:pt>
                <c:pt idx="2532">
                  <c:v>38565</c:v>
                </c:pt>
                <c:pt idx="2533">
                  <c:v>38562</c:v>
                </c:pt>
                <c:pt idx="2534">
                  <c:v>38561</c:v>
                </c:pt>
                <c:pt idx="2535">
                  <c:v>38560</c:v>
                </c:pt>
                <c:pt idx="2536">
                  <c:v>38559</c:v>
                </c:pt>
                <c:pt idx="2537">
                  <c:v>38558</c:v>
                </c:pt>
                <c:pt idx="2538">
                  <c:v>38555</c:v>
                </c:pt>
                <c:pt idx="2539">
                  <c:v>38554</c:v>
                </c:pt>
                <c:pt idx="2540">
                  <c:v>38553</c:v>
                </c:pt>
                <c:pt idx="2541">
                  <c:v>38552</c:v>
                </c:pt>
                <c:pt idx="2542">
                  <c:v>38551</c:v>
                </c:pt>
                <c:pt idx="2543">
                  <c:v>38548</c:v>
                </c:pt>
                <c:pt idx="2544">
                  <c:v>38547</c:v>
                </c:pt>
                <c:pt idx="2545">
                  <c:v>38546</c:v>
                </c:pt>
                <c:pt idx="2546">
                  <c:v>38545</c:v>
                </c:pt>
                <c:pt idx="2547">
                  <c:v>38544</c:v>
                </c:pt>
                <c:pt idx="2548">
                  <c:v>38541</c:v>
                </c:pt>
                <c:pt idx="2549">
                  <c:v>38540</c:v>
                </c:pt>
                <c:pt idx="2550">
                  <c:v>38539</c:v>
                </c:pt>
                <c:pt idx="2551">
                  <c:v>38538</c:v>
                </c:pt>
                <c:pt idx="2552">
                  <c:v>38534</c:v>
                </c:pt>
                <c:pt idx="2553">
                  <c:v>38533</c:v>
                </c:pt>
                <c:pt idx="2554">
                  <c:v>38532</c:v>
                </c:pt>
                <c:pt idx="2555">
                  <c:v>38531</c:v>
                </c:pt>
                <c:pt idx="2556">
                  <c:v>38530</c:v>
                </c:pt>
                <c:pt idx="2557">
                  <c:v>38527</c:v>
                </c:pt>
                <c:pt idx="2558">
                  <c:v>38526</c:v>
                </c:pt>
                <c:pt idx="2559">
                  <c:v>38525</c:v>
                </c:pt>
                <c:pt idx="2560">
                  <c:v>38524</c:v>
                </c:pt>
                <c:pt idx="2561">
                  <c:v>38523</c:v>
                </c:pt>
                <c:pt idx="2562">
                  <c:v>38520</c:v>
                </c:pt>
                <c:pt idx="2563">
                  <c:v>38519</c:v>
                </c:pt>
                <c:pt idx="2564">
                  <c:v>38518</c:v>
                </c:pt>
                <c:pt idx="2565">
                  <c:v>38517</c:v>
                </c:pt>
                <c:pt idx="2566">
                  <c:v>38516</c:v>
                </c:pt>
                <c:pt idx="2567">
                  <c:v>38513</c:v>
                </c:pt>
                <c:pt idx="2568">
                  <c:v>38512</c:v>
                </c:pt>
                <c:pt idx="2569">
                  <c:v>38511</c:v>
                </c:pt>
                <c:pt idx="2570">
                  <c:v>38510</c:v>
                </c:pt>
                <c:pt idx="2571">
                  <c:v>38509</c:v>
                </c:pt>
                <c:pt idx="2572">
                  <c:v>38506</c:v>
                </c:pt>
                <c:pt idx="2573">
                  <c:v>38505</c:v>
                </c:pt>
                <c:pt idx="2574">
                  <c:v>38504</c:v>
                </c:pt>
                <c:pt idx="2575">
                  <c:v>38503</c:v>
                </c:pt>
                <c:pt idx="2576">
                  <c:v>38502</c:v>
                </c:pt>
                <c:pt idx="2577">
                  <c:v>38499</c:v>
                </c:pt>
                <c:pt idx="2578">
                  <c:v>38498</c:v>
                </c:pt>
                <c:pt idx="2579">
                  <c:v>38497</c:v>
                </c:pt>
                <c:pt idx="2580">
                  <c:v>38496</c:v>
                </c:pt>
                <c:pt idx="2581">
                  <c:v>38495</c:v>
                </c:pt>
                <c:pt idx="2582">
                  <c:v>38492</c:v>
                </c:pt>
                <c:pt idx="2583">
                  <c:v>38491</c:v>
                </c:pt>
                <c:pt idx="2584">
                  <c:v>38490</c:v>
                </c:pt>
                <c:pt idx="2585">
                  <c:v>38489</c:v>
                </c:pt>
                <c:pt idx="2586">
                  <c:v>38488</c:v>
                </c:pt>
                <c:pt idx="2587">
                  <c:v>38485</c:v>
                </c:pt>
                <c:pt idx="2588">
                  <c:v>38484</c:v>
                </c:pt>
                <c:pt idx="2589">
                  <c:v>38483</c:v>
                </c:pt>
                <c:pt idx="2590">
                  <c:v>38482</c:v>
                </c:pt>
                <c:pt idx="2591">
                  <c:v>38481</c:v>
                </c:pt>
                <c:pt idx="2592">
                  <c:v>38478</c:v>
                </c:pt>
                <c:pt idx="2593">
                  <c:v>38477</c:v>
                </c:pt>
                <c:pt idx="2594">
                  <c:v>38476</c:v>
                </c:pt>
                <c:pt idx="2595">
                  <c:v>38475</c:v>
                </c:pt>
                <c:pt idx="2596">
                  <c:v>38474</c:v>
                </c:pt>
                <c:pt idx="2597">
                  <c:v>38471</c:v>
                </c:pt>
                <c:pt idx="2598">
                  <c:v>38470</c:v>
                </c:pt>
                <c:pt idx="2599">
                  <c:v>38469</c:v>
                </c:pt>
                <c:pt idx="2600">
                  <c:v>38468</c:v>
                </c:pt>
                <c:pt idx="2601">
                  <c:v>38467</c:v>
                </c:pt>
                <c:pt idx="2602">
                  <c:v>38464</c:v>
                </c:pt>
                <c:pt idx="2603">
                  <c:v>38463</c:v>
                </c:pt>
                <c:pt idx="2604">
                  <c:v>38462</c:v>
                </c:pt>
                <c:pt idx="2605">
                  <c:v>38461</c:v>
                </c:pt>
                <c:pt idx="2606">
                  <c:v>38460</c:v>
                </c:pt>
                <c:pt idx="2607">
                  <c:v>38457</c:v>
                </c:pt>
                <c:pt idx="2608">
                  <c:v>38456</c:v>
                </c:pt>
                <c:pt idx="2609">
                  <c:v>38455</c:v>
                </c:pt>
                <c:pt idx="2610">
                  <c:v>38454</c:v>
                </c:pt>
                <c:pt idx="2611">
                  <c:v>38453</c:v>
                </c:pt>
                <c:pt idx="2612">
                  <c:v>38450</c:v>
                </c:pt>
                <c:pt idx="2613">
                  <c:v>38449</c:v>
                </c:pt>
                <c:pt idx="2614">
                  <c:v>38448</c:v>
                </c:pt>
                <c:pt idx="2615">
                  <c:v>38447</c:v>
                </c:pt>
                <c:pt idx="2616">
                  <c:v>38446</c:v>
                </c:pt>
                <c:pt idx="2617">
                  <c:v>38443</c:v>
                </c:pt>
                <c:pt idx="2618">
                  <c:v>38442</c:v>
                </c:pt>
                <c:pt idx="2619">
                  <c:v>38441</c:v>
                </c:pt>
                <c:pt idx="2620">
                  <c:v>38440</c:v>
                </c:pt>
                <c:pt idx="2621">
                  <c:v>38439</c:v>
                </c:pt>
                <c:pt idx="2622">
                  <c:v>38436</c:v>
                </c:pt>
                <c:pt idx="2623">
                  <c:v>38435</c:v>
                </c:pt>
                <c:pt idx="2624">
                  <c:v>38434</c:v>
                </c:pt>
                <c:pt idx="2625">
                  <c:v>38433</c:v>
                </c:pt>
                <c:pt idx="2626">
                  <c:v>38432</c:v>
                </c:pt>
                <c:pt idx="2627">
                  <c:v>38429</c:v>
                </c:pt>
                <c:pt idx="2628">
                  <c:v>38428</c:v>
                </c:pt>
                <c:pt idx="2629">
                  <c:v>38427</c:v>
                </c:pt>
                <c:pt idx="2630">
                  <c:v>38426</c:v>
                </c:pt>
                <c:pt idx="2631">
                  <c:v>38425</c:v>
                </c:pt>
                <c:pt idx="2632">
                  <c:v>38422</c:v>
                </c:pt>
                <c:pt idx="2633">
                  <c:v>38421</c:v>
                </c:pt>
                <c:pt idx="2634">
                  <c:v>38420</c:v>
                </c:pt>
                <c:pt idx="2635">
                  <c:v>38419</c:v>
                </c:pt>
                <c:pt idx="2636">
                  <c:v>38418</c:v>
                </c:pt>
                <c:pt idx="2637">
                  <c:v>38415</c:v>
                </c:pt>
                <c:pt idx="2638">
                  <c:v>38414</c:v>
                </c:pt>
                <c:pt idx="2639">
                  <c:v>38413</c:v>
                </c:pt>
                <c:pt idx="2640">
                  <c:v>38412</c:v>
                </c:pt>
                <c:pt idx="2641">
                  <c:v>38411</c:v>
                </c:pt>
                <c:pt idx="2642">
                  <c:v>38408</c:v>
                </c:pt>
                <c:pt idx="2643">
                  <c:v>38407</c:v>
                </c:pt>
                <c:pt idx="2644">
                  <c:v>38406</c:v>
                </c:pt>
                <c:pt idx="2645">
                  <c:v>38405</c:v>
                </c:pt>
                <c:pt idx="2646">
                  <c:v>38404</c:v>
                </c:pt>
                <c:pt idx="2647">
                  <c:v>38401</c:v>
                </c:pt>
                <c:pt idx="2648">
                  <c:v>38400</c:v>
                </c:pt>
                <c:pt idx="2649">
                  <c:v>38399</c:v>
                </c:pt>
                <c:pt idx="2650">
                  <c:v>38398</c:v>
                </c:pt>
                <c:pt idx="2651">
                  <c:v>38397</c:v>
                </c:pt>
                <c:pt idx="2652">
                  <c:v>38394</c:v>
                </c:pt>
                <c:pt idx="2653">
                  <c:v>38393</c:v>
                </c:pt>
                <c:pt idx="2654">
                  <c:v>38392</c:v>
                </c:pt>
                <c:pt idx="2655">
                  <c:v>38391</c:v>
                </c:pt>
                <c:pt idx="2656">
                  <c:v>38390</c:v>
                </c:pt>
                <c:pt idx="2657">
                  <c:v>38387</c:v>
                </c:pt>
                <c:pt idx="2658">
                  <c:v>38386</c:v>
                </c:pt>
                <c:pt idx="2659">
                  <c:v>38385</c:v>
                </c:pt>
                <c:pt idx="2660">
                  <c:v>38384</c:v>
                </c:pt>
                <c:pt idx="2661">
                  <c:v>38383</c:v>
                </c:pt>
                <c:pt idx="2662">
                  <c:v>38380</c:v>
                </c:pt>
                <c:pt idx="2663">
                  <c:v>38379</c:v>
                </c:pt>
                <c:pt idx="2664">
                  <c:v>38378</c:v>
                </c:pt>
                <c:pt idx="2665">
                  <c:v>38377</c:v>
                </c:pt>
                <c:pt idx="2666">
                  <c:v>38376</c:v>
                </c:pt>
                <c:pt idx="2667">
                  <c:v>38373</c:v>
                </c:pt>
                <c:pt idx="2668">
                  <c:v>38372</c:v>
                </c:pt>
                <c:pt idx="2669">
                  <c:v>38371</c:v>
                </c:pt>
                <c:pt idx="2670">
                  <c:v>38370</c:v>
                </c:pt>
                <c:pt idx="2671">
                  <c:v>38369</c:v>
                </c:pt>
                <c:pt idx="2672">
                  <c:v>38366</c:v>
                </c:pt>
                <c:pt idx="2673">
                  <c:v>38365</c:v>
                </c:pt>
                <c:pt idx="2674">
                  <c:v>38364</c:v>
                </c:pt>
                <c:pt idx="2675">
                  <c:v>38363</c:v>
                </c:pt>
                <c:pt idx="2676">
                  <c:v>38362</c:v>
                </c:pt>
                <c:pt idx="2677">
                  <c:v>38359</c:v>
                </c:pt>
                <c:pt idx="2678">
                  <c:v>38358</c:v>
                </c:pt>
                <c:pt idx="2679">
                  <c:v>38357</c:v>
                </c:pt>
                <c:pt idx="2680">
                  <c:v>38356</c:v>
                </c:pt>
                <c:pt idx="2681">
                  <c:v>38355</c:v>
                </c:pt>
                <c:pt idx="2682">
                  <c:v>38352</c:v>
                </c:pt>
                <c:pt idx="2683">
                  <c:v>38351</c:v>
                </c:pt>
                <c:pt idx="2684">
                  <c:v>38350</c:v>
                </c:pt>
                <c:pt idx="2685">
                  <c:v>38349</c:v>
                </c:pt>
                <c:pt idx="2686">
                  <c:v>38348</c:v>
                </c:pt>
                <c:pt idx="2687">
                  <c:v>38345</c:v>
                </c:pt>
                <c:pt idx="2688">
                  <c:v>38344</c:v>
                </c:pt>
                <c:pt idx="2689">
                  <c:v>38343</c:v>
                </c:pt>
                <c:pt idx="2690">
                  <c:v>38342</c:v>
                </c:pt>
                <c:pt idx="2691">
                  <c:v>38341</c:v>
                </c:pt>
                <c:pt idx="2692">
                  <c:v>38338</c:v>
                </c:pt>
                <c:pt idx="2693">
                  <c:v>38337</c:v>
                </c:pt>
                <c:pt idx="2694">
                  <c:v>38336</c:v>
                </c:pt>
                <c:pt idx="2695">
                  <c:v>38335</c:v>
                </c:pt>
                <c:pt idx="2696">
                  <c:v>38334</c:v>
                </c:pt>
                <c:pt idx="2697">
                  <c:v>38331</c:v>
                </c:pt>
                <c:pt idx="2698">
                  <c:v>38330</c:v>
                </c:pt>
                <c:pt idx="2699">
                  <c:v>38329</c:v>
                </c:pt>
                <c:pt idx="2700">
                  <c:v>38328</c:v>
                </c:pt>
                <c:pt idx="2701">
                  <c:v>38327</c:v>
                </c:pt>
                <c:pt idx="2702">
                  <c:v>38324</c:v>
                </c:pt>
                <c:pt idx="2703">
                  <c:v>38323</c:v>
                </c:pt>
                <c:pt idx="2704">
                  <c:v>38322</c:v>
                </c:pt>
                <c:pt idx="2705">
                  <c:v>38321</c:v>
                </c:pt>
                <c:pt idx="2706">
                  <c:v>38320</c:v>
                </c:pt>
                <c:pt idx="2707">
                  <c:v>38317</c:v>
                </c:pt>
                <c:pt idx="2708">
                  <c:v>38316</c:v>
                </c:pt>
                <c:pt idx="2709">
                  <c:v>38315</c:v>
                </c:pt>
                <c:pt idx="2710">
                  <c:v>38314</c:v>
                </c:pt>
                <c:pt idx="2711">
                  <c:v>38313</c:v>
                </c:pt>
                <c:pt idx="2712">
                  <c:v>38310</c:v>
                </c:pt>
                <c:pt idx="2713">
                  <c:v>38309</c:v>
                </c:pt>
                <c:pt idx="2714">
                  <c:v>38308</c:v>
                </c:pt>
                <c:pt idx="2715">
                  <c:v>38307</c:v>
                </c:pt>
                <c:pt idx="2716">
                  <c:v>38306</c:v>
                </c:pt>
                <c:pt idx="2717">
                  <c:v>38303</c:v>
                </c:pt>
                <c:pt idx="2718">
                  <c:v>38302</c:v>
                </c:pt>
                <c:pt idx="2719">
                  <c:v>38301</c:v>
                </c:pt>
                <c:pt idx="2720">
                  <c:v>38300</c:v>
                </c:pt>
                <c:pt idx="2721">
                  <c:v>38299</c:v>
                </c:pt>
                <c:pt idx="2722">
                  <c:v>38296</c:v>
                </c:pt>
                <c:pt idx="2723">
                  <c:v>38295</c:v>
                </c:pt>
                <c:pt idx="2724">
                  <c:v>38294</c:v>
                </c:pt>
                <c:pt idx="2725">
                  <c:v>38293</c:v>
                </c:pt>
                <c:pt idx="2726">
                  <c:v>38292</c:v>
                </c:pt>
                <c:pt idx="2727">
                  <c:v>38289</c:v>
                </c:pt>
                <c:pt idx="2728">
                  <c:v>38288</c:v>
                </c:pt>
                <c:pt idx="2729">
                  <c:v>38286</c:v>
                </c:pt>
                <c:pt idx="2730">
                  <c:v>38285</c:v>
                </c:pt>
                <c:pt idx="2731">
                  <c:v>38282</c:v>
                </c:pt>
                <c:pt idx="2732">
                  <c:v>38281</c:v>
                </c:pt>
                <c:pt idx="2733">
                  <c:v>38280</c:v>
                </c:pt>
                <c:pt idx="2734">
                  <c:v>38279</c:v>
                </c:pt>
                <c:pt idx="2735">
                  <c:v>38278</c:v>
                </c:pt>
                <c:pt idx="2736">
                  <c:v>38275</c:v>
                </c:pt>
                <c:pt idx="2737">
                  <c:v>38274</c:v>
                </c:pt>
                <c:pt idx="2738">
                  <c:v>38273</c:v>
                </c:pt>
                <c:pt idx="2739">
                  <c:v>38272</c:v>
                </c:pt>
                <c:pt idx="2740">
                  <c:v>38271</c:v>
                </c:pt>
                <c:pt idx="2741">
                  <c:v>38268</c:v>
                </c:pt>
                <c:pt idx="2742">
                  <c:v>38267</c:v>
                </c:pt>
                <c:pt idx="2743">
                  <c:v>38266</c:v>
                </c:pt>
                <c:pt idx="2744">
                  <c:v>38265</c:v>
                </c:pt>
                <c:pt idx="2745">
                  <c:v>38264</c:v>
                </c:pt>
                <c:pt idx="2746">
                  <c:v>38261</c:v>
                </c:pt>
                <c:pt idx="2747">
                  <c:v>38260</c:v>
                </c:pt>
                <c:pt idx="2748">
                  <c:v>38259</c:v>
                </c:pt>
                <c:pt idx="2749">
                  <c:v>38258</c:v>
                </c:pt>
                <c:pt idx="2750">
                  <c:v>38257</c:v>
                </c:pt>
                <c:pt idx="2751">
                  <c:v>38254</c:v>
                </c:pt>
                <c:pt idx="2752">
                  <c:v>38253</c:v>
                </c:pt>
                <c:pt idx="2753">
                  <c:v>38252</c:v>
                </c:pt>
                <c:pt idx="2754">
                  <c:v>38251</c:v>
                </c:pt>
                <c:pt idx="2755">
                  <c:v>38250</c:v>
                </c:pt>
                <c:pt idx="2756">
                  <c:v>38247</c:v>
                </c:pt>
                <c:pt idx="2757">
                  <c:v>38246</c:v>
                </c:pt>
                <c:pt idx="2758">
                  <c:v>38245</c:v>
                </c:pt>
                <c:pt idx="2759">
                  <c:v>38244</c:v>
                </c:pt>
                <c:pt idx="2760">
                  <c:v>38243</c:v>
                </c:pt>
                <c:pt idx="2761">
                  <c:v>38240</c:v>
                </c:pt>
                <c:pt idx="2762">
                  <c:v>38239</c:v>
                </c:pt>
                <c:pt idx="2763">
                  <c:v>38238</c:v>
                </c:pt>
                <c:pt idx="2764">
                  <c:v>38237</c:v>
                </c:pt>
                <c:pt idx="2765">
                  <c:v>38236</c:v>
                </c:pt>
                <c:pt idx="2766">
                  <c:v>38233</c:v>
                </c:pt>
                <c:pt idx="2767">
                  <c:v>38232</c:v>
                </c:pt>
                <c:pt idx="2768">
                  <c:v>38231</c:v>
                </c:pt>
                <c:pt idx="2769">
                  <c:v>38230</c:v>
                </c:pt>
                <c:pt idx="2770">
                  <c:v>38229</c:v>
                </c:pt>
                <c:pt idx="2771">
                  <c:v>38226</c:v>
                </c:pt>
                <c:pt idx="2772">
                  <c:v>38225</c:v>
                </c:pt>
                <c:pt idx="2773">
                  <c:v>38224</c:v>
                </c:pt>
                <c:pt idx="2774">
                  <c:v>38223</c:v>
                </c:pt>
                <c:pt idx="2775">
                  <c:v>38222</c:v>
                </c:pt>
                <c:pt idx="2776">
                  <c:v>38219</c:v>
                </c:pt>
                <c:pt idx="2777">
                  <c:v>38218</c:v>
                </c:pt>
                <c:pt idx="2778">
                  <c:v>38217</c:v>
                </c:pt>
                <c:pt idx="2779">
                  <c:v>38216</c:v>
                </c:pt>
                <c:pt idx="2780">
                  <c:v>38215</c:v>
                </c:pt>
                <c:pt idx="2781">
                  <c:v>38212</c:v>
                </c:pt>
                <c:pt idx="2782">
                  <c:v>38211</c:v>
                </c:pt>
                <c:pt idx="2783">
                  <c:v>38210</c:v>
                </c:pt>
                <c:pt idx="2784">
                  <c:v>38209</c:v>
                </c:pt>
                <c:pt idx="2785">
                  <c:v>38208</c:v>
                </c:pt>
                <c:pt idx="2786">
                  <c:v>38205</c:v>
                </c:pt>
                <c:pt idx="2787">
                  <c:v>38204</c:v>
                </c:pt>
                <c:pt idx="2788">
                  <c:v>38203</c:v>
                </c:pt>
                <c:pt idx="2789">
                  <c:v>38202</c:v>
                </c:pt>
                <c:pt idx="2790">
                  <c:v>38201</c:v>
                </c:pt>
                <c:pt idx="2791">
                  <c:v>38198</c:v>
                </c:pt>
                <c:pt idx="2792">
                  <c:v>38197</c:v>
                </c:pt>
                <c:pt idx="2793">
                  <c:v>38196</c:v>
                </c:pt>
                <c:pt idx="2794">
                  <c:v>38195</c:v>
                </c:pt>
                <c:pt idx="2795">
                  <c:v>38194</c:v>
                </c:pt>
                <c:pt idx="2796">
                  <c:v>38191</c:v>
                </c:pt>
                <c:pt idx="2797">
                  <c:v>38190</c:v>
                </c:pt>
                <c:pt idx="2798">
                  <c:v>38189</c:v>
                </c:pt>
                <c:pt idx="2799">
                  <c:v>38188</c:v>
                </c:pt>
                <c:pt idx="2800">
                  <c:v>38187</c:v>
                </c:pt>
                <c:pt idx="2801">
                  <c:v>38184</c:v>
                </c:pt>
                <c:pt idx="2802">
                  <c:v>38183</c:v>
                </c:pt>
                <c:pt idx="2803">
                  <c:v>38182</c:v>
                </c:pt>
                <c:pt idx="2804">
                  <c:v>38181</c:v>
                </c:pt>
                <c:pt idx="2805">
                  <c:v>38180</c:v>
                </c:pt>
                <c:pt idx="2806">
                  <c:v>38177</c:v>
                </c:pt>
                <c:pt idx="2807">
                  <c:v>38176</c:v>
                </c:pt>
                <c:pt idx="2808">
                  <c:v>38175</c:v>
                </c:pt>
                <c:pt idx="2809">
                  <c:v>38174</c:v>
                </c:pt>
                <c:pt idx="2810">
                  <c:v>38173</c:v>
                </c:pt>
                <c:pt idx="2811">
                  <c:v>38170</c:v>
                </c:pt>
                <c:pt idx="2812">
                  <c:v>38169</c:v>
                </c:pt>
                <c:pt idx="2813">
                  <c:v>38168</c:v>
                </c:pt>
                <c:pt idx="2814">
                  <c:v>38167</c:v>
                </c:pt>
                <c:pt idx="2815">
                  <c:v>38166</c:v>
                </c:pt>
                <c:pt idx="2816">
                  <c:v>38163</c:v>
                </c:pt>
                <c:pt idx="2817">
                  <c:v>38162</c:v>
                </c:pt>
                <c:pt idx="2818">
                  <c:v>38161</c:v>
                </c:pt>
                <c:pt idx="2819">
                  <c:v>38160</c:v>
                </c:pt>
                <c:pt idx="2820">
                  <c:v>38159</c:v>
                </c:pt>
                <c:pt idx="2821">
                  <c:v>38156</c:v>
                </c:pt>
                <c:pt idx="2822">
                  <c:v>38155</c:v>
                </c:pt>
                <c:pt idx="2823">
                  <c:v>38154</c:v>
                </c:pt>
                <c:pt idx="2824">
                  <c:v>38153</c:v>
                </c:pt>
                <c:pt idx="2825">
                  <c:v>38152</c:v>
                </c:pt>
                <c:pt idx="2826">
                  <c:v>38149</c:v>
                </c:pt>
                <c:pt idx="2827">
                  <c:v>38148</c:v>
                </c:pt>
                <c:pt idx="2828">
                  <c:v>38147</c:v>
                </c:pt>
                <c:pt idx="2829">
                  <c:v>38146</c:v>
                </c:pt>
                <c:pt idx="2830">
                  <c:v>38145</c:v>
                </c:pt>
                <c:pt idx="2831">
                  <c:v>38142</c:v>
                </c:pt>
                <c:pt idx="2832">
                  <c:v>38141</c:v>
                </c:pt>
                <c:pt idx="2833">
                  <c:v>38140</c:v>
                </c:pt>
                <c:pt idx="2834">
                  <c:v>38139</c:v>
                </c:pt>
                <c:pt idx="2835">
                  <c:v>38138</c:v>
                </c:pt>
                <c:pt idx="2836">
                  <c:v>38135</c:v>
                </c:pt>
                <c:pt idx="2837">
                  <c:v>38134</c:v>
                </c:pt>
                <c:pt idx="2838">
                  <c:v>38133</c:v>
                </c:pt>
                <c:pt idx="2839">
                  <c:v>38132</c:v>
                </c:pt>
                <c:pt idx="2840">
                  <c:v>38131</c:v>
                </c:pt>
                <c:pt idx="2841">
                  <c:v>38128</c:v>
                </c:pt>
                <c:pt idx="2842">
                  <c:v>38127</c:v>
                </c:pt>
                <c:pt idx="2843">
                  <c:v>38126</c:v>
                </c:pt>
                <c:pt idx="2844">
                  <c:v>38125</c:v>
                </c:pt>
                <c:pt idx="2845">
                  <c:v>38124</c:v>
                </c:pt>
                <c:pt idx="2846">
                  <c:v>38121</c:v>
                </c:pt>
                <c:pt idx="2847">
                  <c:v>38120</c:v>
                </c:pt>
                <c:pt idx="2848">
                  <c:v>38119</c:v>
                </c:pt>
                <c:pt idx="2849">
                  <c:v>38118</c:v>
                </c:pt>
                <c:pt idx="2850">
                  <c:v>38117</c:v>
                </c:pt>
                <c:pt idx="2851">
                  <c:v>38114</c:v>
                </c:pt>
                <c:pt idx="2852">
                  <c:v>38113</c:v>
                </c:pt>
                <c:pt idx="2853">
                  <c:v>38112</c:v>
                </c:pt>
                <c:pt idx="2854">
                  <c:v>38111</c:v>
                </c:pt>
                <c:pt idx="2855">
                  <c:v>38110</c:v>
                </c:pt>
                <c:pt idx="2856">
                  <c:v>38107</c:v>
                </c:pt>
                <c:pt idx="2857">
                  <c:v>38106</c:v>
                </c:pt>
                <c:pt idx="2858">
                  <c:v>38105</c:v>
                </c:pt>
                <c:pt idx="2859">
                  <c:v>38104</c:v>
                </c:pt>
                <c:pt idx="2860">
                  <c:v>38103</c:v>
                </c:pt>
                <c:pt idx="2861">
                  <c:v>38100</c:v>
                </c:pt>
                <c:pt idx="2862">
                  <c:v>38099</c:v>
                </c:pt>
                <c:pt idx="2863">
                  <c:v>38097</c:v>
                </c:pt>
              </c:numCache>
            </c:numRef>
          </c:cat>
          <c:val>
            <c:numRef>
              <c:f>Sheet1!$B$7:$B$2870</c:f>
              <c:numCache>
                <c:formatCode>General</c:formatCode>
                <c:ptCount val="2864"/>
                <c:pt idx="0">
                  <c:v>-0.53400000000000003</c:v>
                </c:pt>
                <c:pt idx="1">
                  <c:v>-0.54500000000000004</c:v>
                </c:pt>
                <c:pt idx="2">
                  <c:v>-0.51700000000000002</c:v>
                </c:pt>
                <c:pt idx="3">
                  <c:v>-0.497</c:v>
                </c:pt>
                <c:pt idx="4">
                  <c:v>-0.432</c:v>
                </c:pt>
                <c:pt idx="5">
                  <c:v>-0.40300000000000002</c:v>
                </c:pt>
                <c:pt idx="6">
                  <c:v>-0.38</c:v>
                </c:pt>
                <c:pt idx="7">
                  <c:v>-0.39200000000000002</c:v>
                </c:pt>
                <c:pt idx="8">
                  <c:v>-0.441</c:v>
                </c:pt>
                <c:pt idx="9">
                  <c:v>-0.503</c:v>
                </c:pt>
                <c:pt idx="10">
                  <c:v>-0.52800000000000002</c:v>
                </c:pt>
                <c:pt idx="11">
                  <c:v>-0.53500000000000003</c:v>
                </c:pt>
                <c:pt idx="12">
                  <c:v>-0.42299999999999999</c:v>
                </c:pt>
                <c:pt idx="13">
                  <c:v>-0.46500000000000002</c:v>
                </c:pt>
                <c:pt idx="14">
                  <c:v>-0.36199999999999999</c:v>
                </c:pt>
                <c:pt idx="15">
                  <c:v>-0.30099999999999999</c:v>
                </c:pt>
                <c:pt idx="16">
                  <c:v>-0.29899999999999999</c:v>
                </c:pt>
                <c:pt idx="17">
                  <c:v>-0.32900000000000001</c:v>
                </c:pt>
                <c:pt idx="18">
                  <c:v>-0.34300000000000003</c:v>
                </c:pt>
                <c:pt idx="19">
                  <c:v>-0.33400000000000002</c:v>
                </c:pt>
                <c:pt idx="20">
                  <c:v>-0.24399999999999999</c:v>
                </c:pt>
                <c:pt idx="21">
                  <c:v>-0.23799999999999999</c:v>
                </c:pt>
                <c:pt idx="22">
                  <c:v>-0.17899999999999999</c:v>
                </c:pt>
                <c:pt idx="23">
                  <c:v>-0.23200000000000001</c:v>
                </c:pt>
                <c:pt idx="24">
                  <c:v>4.3999999999999997E-2</c:v>
                </c:pt>
                <c:pt idx="25">
                  <c:v>1.6E-2</c:v>
                </c:pt>
                <c:pt idx="26">
                  <c:v>4.0000000000000001E-3</c:v>
                </c:pt>
                <c:pt idx="27">
                  <c:v>-2.5999999999999999E-2</c:v>
                </c:pt>
                <c:pt idx="28">
                  <c:v>-4.2999999999999997E-2</c:v>
                </c:pt>
                <c:pt idx="29">
                  <c:v>-4.2999999999999997E-2</c:v>
                </c:pt>
                <c:pt idx="30">
                  <c:v>-5.8000000000000003E-2</c:v>
                </c:pt>
                <c:pt idx="31">
                  <c:v>-7.4999999999999997E-2</c:v>
                </c:pt>
                <c:pt idx="32">
                  <c:v>-0.185</c:v>
                </c:pt>
                <c:pt idx="33">
                  <c:v>-0.215</c:v>
                </c:pt>
                <c:pt idx="34">
                  <c:v>-0.193</c:v>
                </c:pt>
                <c:pt idx="35">
                  <c:v>-0.17699999999999999</c:v>
                </c:pt>
                <c:pt idx="36">
                  <c:v>-0.26900000000000002</c:v>
                </c:pt>
                <c:pt idx="37">
                  <c:v>-0.16500000000000001</c:v>
                </c:pt>
                <c:pt idx="38">
                  <c:v>-0.15</c:v>
                </c:pt>
                <c:pt idx="39">
                  <c:v>-0.114</c:v>
                </c:pt>
                <c:pt idx="40">
                  <c:v>-3.9E-2</c:v>
                </c:pt>
                <c:pt idx="41">
                  <c:v>-0.03</c:v>
                </c:pt>
                <c:pt idx="42">
                  <c:v>-3.1E-2</c:v>
                </c:pt>
                <c:pt idx="43">
                  <c:v>-6.9000000000000006E-2</c:v>
                </c:pt>
                <c:pt idx="44">
                  <c:v>6.0000000000000001E-3</c:v>
                </c:pt>
                <c:pt idx="45">
                  <c:v>-4.3999999999999997E-2</c:v>
                </c:pt>
                <c:pt idx="46">
                  <c:v>-4.3999999999999997E-2</c:v>
                </c:pt>
                <c:pt idx="47">
                  <c:v>-4.3999999999999997E-2</c:v>
                </c:pt>
                <c:pt idx="48">
                  <c:v>-2E-3</c:v>
                </c:pt>
                <c:pt idx="49">
                  <c:v>-0.04</c:v>
                </c:pt>
                <c:pt idx="50">
                  <c:v>-7.4999999999999997E-2</c:v>
                </c:pt>
                <c:pt idx="51">
                  <c:v>-0.108</c:v>
                </c:pt>
                <c:pt idx="52">
                  <c:v>-0.28299999999999997</c:v>
                </c:pt>
                <c:pt idx="53">
                  <c:v>-0.32800000000000001</c:v>
                </c:pt>
                <c:pt idx="54">
                  <c:v>-0.33400000000000002</c:v>
                </c:pt>
                <c:pt idx="55">
                  <c:v>-0.35</c:v>
                </c:pt>
                <c:pt idx="56">
                  <c:v>-0.34</c:v>
                </c:pt>
                <c:pt idx="57">
                  <c:v>-0.20599999999999999</c:v>
                </c:pt>
                <c:pt idx="58">
                  <c:v>-0.17799999999999999</c:v>
                </c:pt>
                <c:pt idx="59">
                  <c:v>-0.13600000000000001</c:v>
                </c:pt>
                <c:pt idx="60">
                  <c:v>-7.0999999999999994E-2</c:v>
                </c:pt>
                <c:pt idx="61">
                  <c:v>-6.4000000000000001E-2</c:v>
                </c:pt>
                <c:pt idx="62">
                  <c:v>1.4E-2</c:v>
                </c:pt>
                <c:pt idx="63">
                  <c:v>1.6E-2</c:v>
                </c:pt>
                <c:pt idx="64">
                  <c:v>-1.7000000000000001E-2</c:v>
                </c:pt>
                <c:pt idx="65">
                  <c:v>-0.01</c:v>
                </c:pt>
                <c:pt idx="66">
                  <c:v>-0.01</c:v>
                </c:pt>
                <c:pt idx="67">
                  <c:v>-0.121</c:v>
                </c:pt>
                <c:pt idx="68">
                  <c:v>7.0000000000000007E-2</c:v>
                </c:pt>
                <c:pt idx="69">
                  <c:v>0.16400000000000001</c:v>
                </c:pt>
                <c:pt idx="70">
                  <c:v>0.16400000000000001</c:v>
                </c:pt>
                <c:pt idx="71">
                  <c:v>0.13800000000000001</c:v>
                </c:pt>
                <c:pt idx="72">
                  <c:v>0.20799999999999999</c:v>
                </c:pt>
                <c:pt idx="73">
                  <c:v>0.25600000000000001</c:v>
                </c:pt>
                <c:pt idx="74">
                  <c:v>0.32</c:v>
                </c:pt>
                <c:pt idx="75">
                  <c:v>0.309</c:v>
                </c:pt>
                <c:pt idx="76">
                  <c:v>0.26700000000000002</c:v>
                </c:pt>
                <c:pt idx="77">
                  <c:v>0.33800000000000002</c:v>
                </c:pt>
                <c:pt idx="78">
                  <c:v>0.33800000000000002</c:v>
                </c:pt>
                <c:pt idx="79">
                  <c:v>0.41199999999999998</c:v>
                </c:pt>
                <c:pt idx="80">
                  <c:v>0.44700000000000001</c:v>
                </c:pt>
                <c:pt idx="81">
                  <c:v>0.47299999999999998</c:v>
                </c:pt>
                <c:pt idx="82">
                  <c:v>0.46100000000000002</c:v>
                </c:pt>
                <c:pt idx="83">
                  <c:v>0.46100000000000002</c:v>
                </c:pt>
                <c:pt idx="84">
                  <c:v>0.42499999999999999</c:v>
                </c:pt>
                <c:pt idx="85">
                  <c:v>0.35499999999999998</c:v>
                </c:pt>
                <c:pt idx="86">
                  <c:v>0.36099999999999999</c:v>
                </c:pt>
                <c:pt idx="87">
                  <c:v>0.41</c:v>
                </c:pt>
                <c:pt idx="88">
                  <c:v>0.36899999999999999</c:v>
                </c:pt>
                <c:pt idx="89">
                  <c:v>0.27400000000000002</c:v>
                </c:pt>
                <c:pt idx="90">
                  <c:v>0.34899999999999998</c:v>
                </c:pt>
                <c:pt idx="91">
                  <c:v>0.27</c:v>
                </c:pt>
                <c:pt idx="92">
                  <c:v>0.25900000000000001</c:v>
                </c:pt>
                <c:pt idx="93">
                  <c:v>0.18099999999999999</c:v>
                </c:pt>
                <c:pt idx="94">
                  <c:v>0.186</c:v>
                </c:pt>
                <c:pt idx="95">
                  <c:v>0.248</c:v>
                </c:pt>
                <c:pt idx="96">
                  <c:v>0.215</c:v>
                </c:pt>
                <c:pt idx="97">
                  <c:v>7.4999999999999997E-2</c:v>
                </c:pt>
                <c:pt idx="98">
                  <c:v>9.2999999999999999E-2</c:v>
                </c:pt>
                <c:pt idx="99">
                  <c:v>9.5000000000000001E-2</c:v>
                </c:pt>
                <c:pt idx="100">
                  <c:v>3.0000000000000001E-3</c:v>
                </c:pt>
                <c:pt idx="101">
                  <c:v>-0.03</c:v>
                </c:pt>
                <c:pt idx="102">
                  <c:v>-3.4000000000000002E-2</c:v>
                </c:pt>
                <c:pt idx="103">
                  <c:v>-3.4000000000000002E-2</c:v>
                </c:pt>
                <c:pt idx="104">
                  <c:v>-0.03</c:v>
                </c:pt>
                <c:pt idx="105">
                  <c:v>-3.5000000000000003E-2</c:v>
                </c:pt>
                <c:pt idx="106">
                  <c:v>-0.03</c:v>
                </c:pt>
                <c:pt idx="107">
                  <c:v>0.01</c:v>
                </c:pt>
                <c:pt idx="108">
                  <c:v>4.7E-2</c:v>
                </c:pt>
                <c:pt idx="109">
                  <c:v>-0.02</c:v>
                </c:pt>
                <c:pt idx="110">
                  <c:v>-4.0000000000000001E-3</c:v>
                </c:pt>
                <c:pt idx="111">
                  <c:v>-0.05</c:v>
                </c:pt>
                <c:pt idx="112">
                  <c:v>-0.02</c:v>
                </c:pt>
                <c:pt idx="113">
                  <c:v>-4.5999999999999999E-2</c:v>
                </c:pt>
                <c:pt idx="114">
                  <c:v>-6.7000000000000004E-2</c:v>
                </c:pt>
                <c:pt idx="115">
                  <c:v>-6.7000000000000004E-2</c:v>
                </c:pt>
                <c:pt idx="116">
                  <c:v>-0.126</c:v>
                </c:pt>
                <c:pt idx="117">
                  <c:v>-2.5999999999999999E-2</c:v>
                </c:pt>
                <c:pt idx="118">
                  <c:v>-4.2000000000000003E-2</c:v>
                </c:pt>
                <c:pt idx="119">
                  <c:v>-1.4E-2</c:v>
                </c:pt>
                <c:pt idx="120">
                  <c:v>-3.3000000000000002E-2</c:v>
                </c:pt>
                <c:pt idx="121">
                  <c:v>-4.7E-2</c:v>
                </c:pt>
                <c:pt idx="122">
                  <c:v>-4.7E-2</c:v>
                </c:pt>
                <c:pt idx="123">
                  <c:v>-2.1999999999999999E-2</c:v>
                </c:pt>
                <c:pt idx="124">
                  <c:v>-9.1999999999999998E-2</c:v>
                </c:pt>
                <c:pt idx="125">
                  <c:v>-8.7999999999999995E-2</c:v>
                </c:pt>
                <c:pt idx="126">
                  <c:v>-0.09</c:v>
                </c:pt>
                <c:pt idx="127">
                  <c:v>-8.7999999999999995E-2</c:v>
                </c:pt>
                <c:pt idx="128">
                  <c:v>-0.158</c:v>
                </c:pt>
                <c:pt idx="129">
                  <c:v>-0.16</c:v>
                </c:pt>
                <c:pt idx="130">
                  <c:v>-0.16500000000000001</c:v>
                </c:pt>
                <c:pt idx="131">
                  <c:v>-0.16600000000000001</c:v>
                </c:pt>
                <c:pt idx="132">
                  <c:v>-0.14899999999999999</c:v>
                </c:pt>
                <c:pt idx="133">
                  <c:v>-0.15</c:v>
                </c:pt>
                <c:pt idx="134">
                  <c:v>-0.13600000000000001</c:v>
                </c:pt>
                <c:pt idx="135">
                  <c:v>-0.13100000000000001</c:v>
                </c:pt>
                <c:pt idx="136">
                  <c:v>-0.13100000000000001</c:v>
                </c:pt>
                <c:pt idx="137">
                  <c:v>-0.106</c:v>
                </c:pt>
                <c:pt idx="138">
                  <c:v>-0.13700000000000001</c:v>
                </c:pt>
                <c:pt idx="139">
                  <c:v>-2.4E-2</c:v>
                </c:pt>
                <c:pt idx="140">
                  <c:v>3.2000000000000001E-2</c:v>
                </c:pt>
                <c:pt idx="141">
                  <c:v>6.4000000000000001E-2</c:v>
                </c:pt>
                <c:pt idx="142">
                  <c:v>-8.0000000000000002E-3</c:v>
                </c:pt>
                <c:pt idx="143">
                  <c:v>-3.5000000000000003E-2</c:v>
                </c:pt>
                <c:pt idx="144">
                  <c:v>5.0999999999999997E-2</c:v>
                </c:pt>
                <c:pt idx="145">
                  <c:v>4.2000000000000003E-2</c:v>
                </c:pt>
                <c:pt idx="146">
                  <c:v>7.1999999999999995E-2</c:v>
                </c:pt>
                <c:pt idx="147">
                  <c:v>7.0000000000000001E-3</c:v>
                </c:pt>
                <c:pt idx="148">
                  <c:v>5.5E-2</c:v>
                </c:pt>
                <c:pt idx="149">
                  <c:v>4.9000000000000002E-2</c:v>
                </c:pt>
                <c:pt idx="150">
                  <c:v>0.111</c:v>
                </c:pt>
                <c:pt idx="151">
                  <c:v>0.113</c:v>
                </c:pt>
                <c:pt idx="152">
                  <c:v>0.11600000000000001</c:v>
                </c:pt>
                <c:pt idx="153">
                  <c:v>6.5000000000000002E-2</c:v>
                </c:pt>
                <c:pt idx="154">
                  <c:v>-9.5000000000000001E-2</c:v>
                </c:pt>
                <c:pt idx="155">
                  <c:v>-8.3000000000000004E-2</c:v>
                </c:pt>
                <c:pt idx="156">
                  <c:v>-5.8999999999999997E-2</c:v>
                </c:pt>
                <c:pt idx="157">
                  <c:v>-7.3999999999999996E-2</c:v>
                </c:pt>
                <c:pt idx="158">
                  <c:v>-4.8000000000000001E-2</c:v>
                </c:pt>
                <c:pt idx="159">
                  <c:v>-8.6999999999999994E-2</c:v>
                </c:pt>
                <c:pt idx="160">
                  <c:v>-0.14799999999999999</c:v>
                </c:pt>
                <c:pt idx="161">
                  <c:v>-0.20399999999999999</c:v>
                </c:pt>
                <c:pt idx="162">
                  <c:v>-0.19900000000000001</c:v>
                </c:pt>
                <c:pt idx="163">
                  <c:v>-0.23499999999999999</c:v>
                </c:pt>
                <c:pt idx="164">
                  <c:v>-0.21</c:v>
                </c:pt>
                <c:pt idx="165">
                  <c:v>-0.27</c:v>
                </c:pt>
                <c:pt idx="166">
                  <c:v>-0.27</c:v>
                </c:pt>
                <c:pt idx="167">
                  <c:v>-0.26700000000000002</c:v>
                </c:pt>
                <c:pt idx="168">
                  <c:v>-0.27200000000000002</c:v>
                </c:pt>
                <c:pt idx="169">
                  <c:v>-0.247</c:v>
                </c:pt>
                <c:pt idx="170">
                  <c:v>-0.23200000000000001</c:v>
                </c:pt>
                <c:pt idx="171">
                  <c:v>-0.24199999999999999</c:v>
                </c:pt>
                <c:pt idx="172">
                  <c:v>-0.29899999999999999</c:v>
                </c:pt>
                <c:pt idx="173">
                  <c:v>-0.28199999999999997</c:v>
                </c:pt>
                <c:pt idx="174">
                  <c:v>-0.35299999999999998</c:v>
                </c:pt>
                <c:pt idx="175">
                  <c:v>-0.35899999999999999</c:v>
                </c:pt>
                <c:pt idx="176">
                  <c:v>-0.40799999999999997</c:v>
                </c:pt>
                <c:pt idx="177">
                  <c:v>-0.39400000000000002</c:v>
                </c:pt>
                <c:pt idx="178">
                  <c:v>-0.41799999999999998</c:v>
                </c:pt>
                <c:pt idx="179">
                  <c:v>-0.36499999999999999</c:v>
                </c:pt>
                <c:pt idx="180">
                  <c:v>-0.375</c:v>
                </c:pt>
                <c:pt idx="181">
                  <c:v>-0.36099999999999999</c:v>
                </c:pt>
                <c:pt idx="182">
                  <c:v>-0.39200000000000002</c:v>
                </c:pt>
                <c:pt idx="183">
                  <c:v>-0.35899999999999999</c:v>
                </c:pt>
                <c:pt idx="184">
                  <c:v>-0.35399999999999998</c:v>
                </c:pt>
                <c:pt idx="185">
                  <c:v>-0.37</c:v>
                </c:pt>
                <c:pt idx="186">
                  <c:v>-0.38100000000000001</c:v>
                </c:pt>
                <c:pt idx="187">
                  <c:v>-0.32</c:v>
                </c:pt>
                <c:pt idx="188">
                  <c:v>-0.30499999999999999</c:v>
                </c:pt>
                <c:pt idx="189">
                  <c:v>-0.36299999999999999</c:v>
                </c:pt>
                <c:pt idx="190">
                  <c:v>-0.34</c:v>
                </c:pt>
                <c:pt idx="191">
                  <c:v>-0.375</c:v>
                </c:pt>
                <c:pt idx="192">
                  <c:v>-0.34100000000000003</c:v>
                </c:pt>
                <c:pt idx="193">
                  <c:v>-0.36899999999999999</c:v>
                </c:pt>
                <c:pt idx="194">
                  <c:v>-0.374</c:v>
                </c:pt>
                <c:pt idx="195">
                  <c:v>-0.39100000000000001</c:v>
                </c:pt>
                <c:pt idx="196">
                  <c:v>-0.39100000000000001</c:v>
                </c:pt>
                <c:pt idx="197">
                  <c:v>-0.435</c:v>
                </c:pt>
                <c:pt idx="198">
                  <c:v>-0.35899999999999999</c:v>
                </c:pt>
                <c:pt idx="199">
                  <c:v>-0.375</c:v>
                </c:pt>
                <c:pt idx="200">
                  <c:v>-0.41499999999999998</c:v>
                </c:pt>
                <c:pt idx="201">
                  <c:v>-0.44800000000000001</c:v>
                </c:pt>
                <c:pt idx="202">
                  <c:v>-0.45</c:v>
                </c:pt>
                <c:pt idx="203">
                  <c:v>-0.42299999999999999</c:v>
                </c:pt>
                <c:pt idx="204">
                  <c:v>-0.39600000000000002</c:v>
                </c:pt>
                <c:pt idx="205">
                  <c:v>-0.38700000000000001</c:v>
                </c:pt>
                <c:pt idx="206">
                  <c:v>-0.4</c:v>
                </c:pt>
                <c:pt idx="207">
                  <c:v>-0.4</c:v>
                </c:pt>
                <c:pt idx="208">
                  <c:v>-0.4</c:v>
                </c:pt>
                <c:pt idx="209">
                  <c:v>-0.44800000000000001</c:v>
                </c:pt>
                <c:pt idx="210">
                  <c:v>-0.48099999999999998</c:v>
                </c:pt>
                <c:pt idx="211">
                  <c:v>-0.48</c:v>
                </c:pt>
                <c:pt idx="212">
                  <c:v>-0.47399999999999998</c:v>
                </c:pt>
                <c:pt idx="213">
                  <c:v>-0.44600000000000001</c:v>
                </c:pt>
                <c:pt idx="214">
                  <c:v>-0.44700000000000001</c:v>
                </c:pt>
                <c:pt idx="215">
                  <c:v>-0.40100000000000002</c:v>
                </c:pt>
                <c:pt idx="216">
                  <c:v>-0.42099999999999999</c:v>
                </c:pt>
                <c:pt idx="217">
                  <c:v>-0.40899999999999997</c:v>
                </c:pt>
                <c:pt idx="218">
                  <c:v>-0.38300000000000001</c:v>
                </c:pt>
                <c:pt idx="219">
                  <c:v>-0.28499999999999998</c:v>
                </c:pt>
                <c:pt idx="220">
                  <c:v>-0.30199999999999999</c:v>
                </c:pt>
                <c:pt idx="221">
                  <c:v>-0.3</c:v>
                </c:pt>
                <c:pt idx="222">
                  <c:v>-0.33600000000000002</c:v>
                </c:pt>
                <c:pt idx="223">
                  <c:v>-0.312</c:v>
                </c:pt>
                <c:pt idx="224">
                  <c:v>-0.29699999999999999</c:v>
                </c:pt>
                <c:pt idx="225">
                  <c:v>-0.33500000000000002</c:v>
                </c:pt>
                <c:pt idx="226">
                  <c:v>-0.34300000000000003</c:v>
                </c:pt>
                <c:pt idx="227">
                  <c:v>-0.35799999999999998</c:v>
                </c:pt>
                <c:pt idx="228">
                  <c:v>-0.32</c:v>
                </c:pt>
                <c:pt idx="229">
                  <c:v>-0.33200000000000002</c:v>
                </c:pt>
                <c:pt idx="230">
                  <c:v>-0.38800000000000001</c:v>
                </c:pt>
                <c:pt idx="231">
                  <c:v>-0.45400000000000001</c:v>
                </c:pt>
                <c:pt idx="232">
                  <c:v>-0.47899999999999998</c:v>
                </c:pt>
                <c:pt idx="233">
                  <c:v>-0.497</c:v>
                </c:pt>
                <c:pt idx="234">
                  <c:v>-0.45500000000000002</c:v>
                </c:pt>
                <c:pt idx="235">
                  <c:v>-0.46899999999999997</c:v>
                </c:pt>
                <c:pt idx="236">
                  <c:v>-0.46899999999999997</c:v>
                </c:pt>
                <c:pt idx="237">
                  <c:v>-0.45800000000000002</c:v>
                </c:pt>
                <c:pt idx="238">
                  <c:v>-0.44500000000000001</c:v>
                </c:pt>
                <c:pt idx="239">
                  <c:v>-0.44700000000000001</c:v>
                </c:pt>
                <c:pt idx="240">
                  <c:v>-0.41099999999999998</c:v>
                </c:pt>
                <c:pt idx="241">
                  <c:v>-0.42</c:v>
                </c:pt>
                <c:pt idx="242">
                  <c:v>-0.45900000000000002</c:v>
                </c:pt>
                <c:pt idx="243">
                  <c:v>-0.39500000000000002</c:v>
                </c:pt>
                <c:pt idx="244">
                  <c:v>-0.31</c:v>
                </c:pt>
                <c:pt idx="245">
                  <c:v>-0.27700000000000002</c:v>
                </c:pt>
                <c:pt idx="246">
                  <c:v>-0.32100000000000001</c:v>
                </c:pt>
                <c:pt idx="247">
                  <c:v>-0.32800000000000001</c:v>
                </c:pt>
                <c:pt idx="248">
                  <c:v>-0.29399999999999998</c:v>
                </c:pt>
                <c:pt idx="249">
                  <c:v>-0.26100000000000001</c:v>
                </c:pt>
                <c:pt idx="250">
                  <c:v>-0.28699999999999998</c:v>
                </c:pt>
                <c:pt idx="251">
                  <c:v>-0.317</c:v>
                </c:pt>
                <c:pt idx="252">
                  <c:v>-0.32100000000000001</c:v>
                </c:pt>
                <c:pt idx="253">
                  <c:v>-0.30199999999999999</c:v>
                </c:pt>
                <c:pt idx="254">
                  <c:v>-0.23699999999999999</c:v>
                </c:pt>
                <c:pt idx="255">
                  <c:v>-0.23699999999999999</c:v>
                </c:pt>
                <c:pt idx="256">
                  <c:v>-0.26800000000000002</c:v>
                </c:pt>
                <c:pt idx="257">
                  <c:v>-0.26800000000000002</c:v>
                </c:pt>
                <c:pt idx="258">
                  <c:v>-0.246</c:v>
                </c:pt>
                <c:pt idx="259">
                  <c:v>-0.23699999999999999</c:v>
                </c:pt>
                <c:pt idx="260">
                  <c:v>-0.24399999999999999</c:v>
                </c:pt>
                <c:pt idx="261">
                  <c:v>-0.51900000000000002</c:v>
                </c:pt>
                <c:pt idx="262">
                  <c:v>-0.51900000000000002</c:v>
                </c:pt>
                <c:pt idx="263">
                  <c:v>-0.51300000000000001</c:v>
                </c:pt>
                <c:pt idx="264">
                  <c:v>-0.51600000000000001</c:v>
                </c:pt>
                <c:pt idx="265">
                  <c:v>-0.503</c:v>
                </c:pt>
                <c:pt idx="266">
                  <c:v>-0.54600000000000004</c:v>
                </c:pt>
                <c:pt idx="267">
                  <c:v>-0.53700000000000003</c:v>
                </c:pt>
                <c:pt idx="268">
                  <c:v>-0.51200000000000001</c:v>
                </c:pt>
                <c:pt idx="269">
                  <c:v>-0.443</c:v>
                </c:pt>
                <c:pt idx="270">
                  <c:v>-0.44500000000000001</c:v>
                </c:pt>
                <c:pt idx="271">
                  <c:v>-0.439</c:v>
                </c:pt>
                <c:pt idx="272">
                  <c:v>-0.373</c:v>
                </c:pt>
                <c:pt idx="273">
                  <c:v>-0.38</c:v>
                </c:pt>
                <c:pt idx="274">
                  <c:v>-0.435</c:v>
                </c:pt>
                <c:pt idx="275">
                  <c:v>-0.45700000000000002</c:v>
                </c:pt>
                <c:pt idx="276">
                  <c:v>-0.41899999999999998</c:v>
                </c:pt>
                <c:pt idx="277">
                  <c:v>-0.44800000000000001</c:v>
                </c:pt>
                <c:pt idx="278">
                  <c:v>-0.46400000000000002</c:v>
                </c:pt>
                <c:pt idx="279">
                  <c:v>-0.41699999999999998</c:v>
                </c:pt>
                <c:pt idx="280">
                  <c:v>-0.42399999999999999</c:v>
                </c:pt>
                <c:pt idx="281">
                  <c:v>-0.45400000000000001</c:v>
                </c:pt>
                <c:pt idx="282">
                  <c:v>-0.46400000000000002</c:v>
                </c:pt>
                <c:pt idx="283">
                  <c:v>-0.495</c:v>
                </c:pt>
                <c:pt idx="284">
                  <c:v>-0.68500000000000005</c:v>
                </c:pt>
                <c:pt idx="285">
                  <c:v>-0.67700000000000005</c:v>
                </c:pt>
                <c:pt idx="286">
                  <c:v>-0.70599999999999996</c:v>
                </c:pt>
                <c:pt idx="287">
                  <c:v>-0.71699999999999997</c:v>
                </c:pt>
                <c:pt idx="288">
                  <c:v>-0.68300000000000005</c:v>
                </c:pt>
                <c:pt idx="289">
                  <c:v>-0.67900000000000005</c:v>
                </c:pt>
                <c:pt idx="290">
                  <c:v>-0.67900000000000005</c:v>
                </c:pt>
                <c:pt idx="291">
                  <c:v>-0.67600000000000005</c:v>
                </c:pt>
                <c:pt idx="292">
                  <c:v>-0.70799999999999996</c:v>
                </c:pt>
                <c:pt idx="293">
                  <c:v>-0.71499999999999997</c:v>
                </c:pt>
                <c:pt idx="294">
                  <c:v>-0.71799999999999997</c:v>
                </c:pt>
                <c:pt idx="295">
                  <c:v>-0.79</c:v>
                </c:pt>
                <c:pt idx="296">
                  <c:v>-0.73799999999999999</c:v>
                </c:pt>
                <c:pt idx="297">
                  <c:v>-0.73499999999999999</c:v>
                </c:pt>
                <c:pt idx="298">
                  <c:v>-0.72699999999999998</c:v>
                </c:pt>
                <c:pt idx="299">
                  <c:v>-0.67700000000000005</c:v>
                </c:pt>
                <c:pt idx="300">
                  <c:v>-0.64</c:v>
                </c:pt>
                <c:pt idx="301">
                  <c:v>-0.63200000000000001</c:v>
                </c:pt>
                <c:pt idx="302">
                  <c:v>-0.627</c:v>
                </c:pt>
                <c:pt idx="303">
                  <c:v>-0.65600000000000003</c:v>
                </c:pt>
                <c:pt idx="304">
                  <c:v>-0.70799999999999996</c:v>
                </c:pt>
                <c:pt idx="305">
                  <c:v>-0.65800000000000003</c:v>
                </c:pt>
                <c:pt idx="306">
                  <c:v>-0.65800000000000003</c:v>
                </c:pt>
                <c:pt idx="307">
                  <c:v>-0.68700000000000006</c:v>
                </c:pt>
                <c:pt idx="308">
                  <c:v>-0.64500000000000002</c:v>
                </c:pt>
                <c:pt idx="309">
                  <c:v>-0.66800000000000004</c:v>
                </c:pt>
                <c:pt idx="310">
                  <c:v>-0.72899999999999998</c:v>
                </c:pt>
                <c:pt idx="311">
                  <c:v>-0.72299999999999998</c:v>
                </c:pt>
                <c:pt idx="312">
                  <c:v>-0.65800000000000003</c:v>
                </c:pt>
                <c:pt idx="313">
                  <c:v>-0.66500000000000004</c:v>
                </c:pt>
                <c:pt idx="314">
                  <c:v>-0.68200000000000005</c:v>
                </c:pt>
                <c:pt idx="315">
                  <c:v>-0.70899999999999996</c:v>
                </c:pt>
                <c:pt idx="316">
                  <c:v>-0.66</c:v>
                </c:pt>
                <c:pt idx="317">
                  <c:v>-0.61499999999999999</c:v>
                </c:pt>
                <c:pt idx="318">
                  <c:v>-0.61099999999999999</c:v>
                </c:pt>
                <c:pt idx="319">
                  <c:v>-0.55700000000000005</c:v>
                </c:pt>
                <c:pt idx="320">
                  <c:v>-0.53300000000000003</c:v>
                </c:pt>
                <c:pt idx="321">
                  <c:v>-0.55900000000000005</c:v>
                </c:pt>
                <c:pt idx="322">
                  <c:v>-0.51300000000000001</c:v>
                </c:pt>
                <c:pt idx="323">
                  <c:v>-0.42599999999999999</c:v>
                </c:pt>
                <c:pt idx="324">
                  <c:v>-0.47099999999999997</c:v>
                </c:pt>
                <c:pt idx="325">
                  <c:v>-0.496</c:v>
                </c:pt>
                <c:pt idx="326">
                  <c:v>-0.496</c:v>
                </c:pt>
                <c:pt idx="327">
                  <c:v>-0.47199999999999998</c:v>
                </c:pt>
                <c:pt idx="328">
                  <c:v>-0.47699999999999998</c:v>
                </c:pt>
                <c:pt idx="329">
                  <c:v>-0.48799999999999999</c:v>
                </c:pt>
                <c:pt idx="330">
                  <c:v>-0.54500000000000004</c:v>
                </c:pt>
                <c:pt idx="331">
                  <c:v>-0.52400000000000002</c:v>
                </c:pt>
                <c:pt idx="332">
                  <c:v>-0.436</c:v>
                </c:pt>
                <c:pt idx="333">
                  <c:v>-0.40100000000000002</c:v>
                </c:pt>
                <c:pt idx="334">
                  <c:v>-0.45800000000000002</c:v>
                </c:pt>
                <c:pt idx="335">
                  <c:v>-0.435</c:v>
                </c:pt>
                <c:pt idx="336">
                  <c:v>-0.39500000000000002</c:v>
                </c:pt>
                <c:pt idx="337">
                  <c:v>-0.40300000000000002</c:v>
                </c:pt>
                <c:pt idx="338">
                  <c:v>-0.34899999999999998</c:v>
                </c:pt>
                <c:pt idx="339">
                  <c:v>-0.34899999999999998</c:v>
                </c:pt>
                <c:pt idx="340">
                  <c:v>-0.35399999999999998</c:v>
                </c:pt>
                <c:pt idx="341">
                  <c:v>-0.33200000000000002</c:v>
                </c:pt>
                <c:pt idx="342">
                  <c:v>-0.32600000000000001</c:v>
                </c:pt>
                <c:pt idx="343">
                  <c:v>-0.33300000000000002</c:v>
                </c:pt>
                <c:pt idx="344">
                  <c:v>-0.33300000000000002</c:v>
                </c:pt>
                <c:pt idx="345">
                  <c:v>-0.34399999999999997</c:v>
                </c:pt>
                <c:pt idx="346">
                  <c:v>-0.34899999999999998</c:v>
                </c:pt>
                <c:pt idx="347">
                  <c:v>-0.379</c:v>
                </c:pt>
                <c:pt idx="348">
                  <c:v>-0.442</c:v>
                </c:pt>
                <c:pt idx="349">
                  <c:v>-0.496</c:v>
                </c:pt>
                <c:pt idx="350">
                  <c:v>-0.45700000000000002</c:v>
                </c:pt>
                <c:pt idx="351">
                  <c:v>-0.432</c:v>
                </c:pt>
                <c:pt idx="352">
                  <c:v>-0.41499999999999998</c:v>
                </c:pt>
                <c:pt idx="353">
                  <c:v>-0.439</c:v>
                </c:pt>
                <c:pt idx="354">
                  <c:v>-0.47099999999999997</c:v>
                </c:pt>
                <c:pt idx="355">
                  <c:v>-0.441</c:v>
                </c:pt>
                <c:pt idx="356">
                  <c:v>-0.44400000000000001</c:v>
                </c:pt>
                <c:pt idx="357">
                  <c:v>-0.46400000000000002</c:v>
                </c:pt>
                <c:pt idx="358">
                  <c:v>-0.49099999999999999</c:v>
                </c:pt>
                <c:pt idx="359">
                  <c:v>-0.55900000000000005</c:v>
                </c:pt>
                <c:pt idx="360">
                  <c:v>-0.54600000000000004</c:v>
                </c:pt>
                <c:pt idx="361">
                  <c:v>-0.58899999999999997</c:v>
                </c:pt>
                <c:pt idx="362">
                  <c:v>-0.61</c:v>
                </c:pt>
                <c:pt idx="363">
                  <c:v>-0.61</c:v>
                </c:pt>
                <c:pt idx="364">
                  <c:v>-0.63300000000000001</c:v>
                </c:pt>
                <c:pt idx="365">
                  <c:v>-0.64100000000000001</c:v>
                </c:pt>
                <c:pt idx="366">
                  <c:v>-0.65100000000000002</c:v>
                </c:pt>
                <c:pt idx="367">
                  <c:v>-0.63800000000000001</c:v>
                </c:pt>
                <c:pt idx="368">
                  <c:v>-0.60799999999999998</c:v>
                </c:pt>
                <c:pt idx="369">
                  <c:v>-0.65200000000000002</c:v>
                </c:pt>
                <c:pt idx="370">
                  <c:v>-0.72</c:v>
                </c:pt>
                <c:pt idx="371">
                  <c:v>-0.69199999999999995</c:v>
                </c:pt>
                <c:pt idx="372">
                  <c:v>-0.70499999999999996</c:v>
                </c:pt>
                <c:pt idx="373">
                  <c:v>-0.65800000000000003</c:v>
                </c:pt>
                <c:pt idx="374">
                  <c:v>-0.55800000000000005</c:v>
                </c:pt>
                <c:pt idx="375">
                  <c:v>-0.58499999999999996</c:v>
                </c:pt>
                <c:pt idx="376">
                  <c:v>-0.58499999999999996</c:v>
                </c:pt>
                <c:pt idx="377">
                  <c:v>-0.66</c:v>
                </c:pt>
                <c:pt idx="378">
                  <c:v>-0.65600000000000003</c:v>
                </c:pt>
                <c:pt idx="379">
                  <c:v>-0.54900000000000004</c:v>
                </c:pt>
                <c:pt idx="380">
                  <c:v>-0.57199999999999995</c:v>
                </c:pt>
                <c:pt idx="381">
                  <c:v>-0.56000000000000005</c:v>
                </c:pt>
                <c:pt idx="382">
                  <c:v>-0.628</c:v>
                </c:pt>
                <c:pt idx="383">
                  <c:v>-0.66500000000000004</c:v>
                </c:pt>
                <c:pt idx="384">
                  <c:v>-0.68799999999999994</c:v>
                </c:pt>
                <c:pt idx="385">
                  <c:v>-0.67400000000000004</c:v>
                </c:pt>
                <c:pt idx="386">
                  <c:v>-0.66700000000000004</c:v>
                </c:pt>
                <c:pt idx="387">
                  <c:v>-0.64200000000000002</c:v>
                </c:pt>
                <c:pt idx="388">
                  <c:v>-0.629</c:v>
                </c:pt>
                <c:pt idx="389">
                  <c:v>-0.66300000000000003</c:v>
                </c:pt>
                <c:pt idx="390">
                  <c:v>-0.622</c:v>
                </c:pt>
                <c:pt idx="391">
                  <c:v>-0.63300000000000001</c:v>
                </c:pt>
                <c:pt idx="392">
                  <c:v>-0.625</c:v>
                </c:pt>
                <c:pt idx="393">
                  <c:v>-0.58899999999999997</c:v>
                </c:pt>
                <c:pt idx="394">
                  <c:v>-0.54700000000000004</c:v>
                </c:pt>
                <c:pt idx="395">
                  <c:v>-0.55600000000000005</c:v>
                </c:pt>
                <c:pt idx="396">
                  <c:v>-0.55600000000000005</c:v>
                </c:pt>
                <c:pt idx="397">
                  <c:v>-0.57199999999999995</c:v>
                </c:pt>
                <c:pt idx="398">
                  <c:v>-0.53100000000000003</c:v>
                </c:pt>
                <c:pt idx="399">
                  <c:v>-0.50700000000000001</c:v>
                </c:pt>
                <c:pt idx="400">
                  <c:v>-0.56399999999999995</c:v>
                </c:pt>
                <c:pt idx="401">
                  <c:v>-0.56499999999999995</c:v>
                </c:pt>
                <c:pt idx="402">
                  <c:v>-0.59499999999999997</c:v>
                </c:pt>
                <c:pt idx="403">
                  <c:v>-0.58799999999999997</c:v>
                </c:pt>
                <c:pt idx="404">
                  <c:v>-0.51900000000000002</c:v>
                </c:pt>
                <c:pt idx="405">
                  <c:v>-0.54600000000000004</c:v>
                </c:pt>
                <c:pt idx="406">
                  <c:v>-0.54</c:v>
                </c:pt>
                <c:pt idx="407">
                  <c:v>-0.53100000000000003</c:v>
                </c:pt>
                <c:pt idx="408">
                  <c:v>-0.54</c:v>
                </c:pt>
                <c:pt idx="409">
                  <c:v>-0.50700000000000001</c:v>
                </c:pt>
                <c:pt idx="410">
                  <c:v>-0.54300000000000004</c:v>
                </c:pt>
                <c:pt idx="411">
                  <c:v>-0.51900000000000002</c:v>
                </c:pt>
                <c:pt idx="412">
                  <c:v>-0.5</c:v>
                </c:pt>
                <c:pt idx="413">
                  <c:v>-0.57199999999999995</c:v>
                </c:pt>
                <c:pt idx="414">
                  <c:v>-0.32100000000000001</c:v>
                </c:pt>
                <c:pt idx="415">
                  <c:v>-0.29199999999999998</c:v>
                </c:pt>
                <c:pt idx="416">
                  <c:v>-0.19600000000000001</c:v>
                </c:pt>
                <c:pt idx="417">
                  <c:v>-0.187</c:v>
                </c:pt>
                <c:pt idx="418">
                  <c:v>-0.17799999999999999</c:v>
                </c:pt>
                <c:pt idx="419">
                  <c:v>-8.4000000000000005E-2</c:v>
                </c:pt>
                <c:pt idx="420">
                  <c:v>-0.111</c:v>
                </c:pt>
                <c:pt idx="421">
                  <c:v>-7.4999999999999997E-2</c:v>
                </c:pt>
                <c:pt idx="422">
                  <c:v>0.02</c:v>
                </c:pt>
                <c:pt idx="423">
                  <c:v>-0.113</c:v>
                </c:pt>
                <c:pt idx="424">
                  <c:v>-0.219</c:v>
                </c:pt>
                <c:pt idx="425">
                  <c:v>-0.247</c:v>
                </c:pt>
                <c:pt idx="426">
                  <c:v>-0.247</c:v>
                </c:pt>
                <c:pt idx="427">
                  <c:v>-0.29399999999999998</c:v>
                </c:pt>
                <c:pt idx="428">
                  <c:v>-0.34200000000000003</c:v>
                </c:pt>
                <c:pt idx="429">
                  <c:v>-0.39900000000000002</c:v>
                </c:pt>
                <c:pt idx="430">
                  <c:v>-0.316</c:v>
                </c:pt>
                <c:pt idx="431">
                  <c:v>-0.26700000000000002</c:v>
                </c:pt>
                <c:pt idx="432">
                  <c:v>-0.17</c:v>
                </c:pt>
                <c:pt idx="433">
                  <c:v>-0.19800000000000001</c:v>
                </c:pt>
                <c:pt idx="434">
                  <c:v>-0.32</c:v>
                </c:pt>
                <c:pt idx="435">
                  <c:v>-0.23100000000000001</c:v>
                </c:pt>
                <c:pt idx="436">
                  <c:v>-0.309</c:v>
                </c:pt>
                <c:pt idx="437">
                  <c:v>-0.378</c:v>
                </c:pt>
                <c:pt idx="438">
                  <c:v>-0.46899999999999997</c:v>
                </c:pt>
                <c:pt idx="439">
                  <c:v>-0.52</c:v>
                </c:pt>
                <c:pt idx="440">
                  <c:v>-0.60399999999999998</c:v>
                </c:pt>
                <c:pt idx="441">
                  <c:v>-0.63900000000000001</c:v>
                </c:pt>
                <c:pt idx="442">
                  <c:v>-0.64100000000000001</c:v>
                </c:pt>
                <c:pt idx="443">
                  <c:v>-0.63900000000000001</c:v>
                </c:pt>
                <c:pt idx="444">
                  <c:v>-0.64700000000000002</c:v>
                </c:pt>
                <c:pt idx="445">
                  <c:v>-0.63800000000000001</c:v>
                </c:pt>
                <c:pt idx="446">
                  <c:v>-0.64100000000000001</c:v>
                </c:pt>
                <c:pt idx="447">
                  <c:v>-0.54200000000000004</c:v>
                </c:pt>
                <c:pt idx="448">
                  <c:v>-0.58499999999999996</c:v>
                </c:pt>
                <c:pt idx="449">
                  <c:v>-0.51200000000000001</c:v>
                </c:pt>
                <c:pt idx="450">
                  <c:v>-0.50800000000000001</c:v>
                </c:pt>
                <c:pt idx="451">
                  <c:v>-0.52900000000000003</c:v>
                </c:pt>
                <c:pt idx="452">
                  <c:v>-0.54400000000000004</c:v>
                </c:pt>
                <c:pt idx="453">
                  <c:v>-0.53100000000000003</c:v>
                </c:pt>
                <c:pt idx="454">
                  <c:v>-0.63300000000000001</c:v>
                </c:pt>
                <c:pt idx="455">
                  <c:v>-0.66600000000000004</c:v>
                </c:pt>
                <c:pt idx="456">
                  <c:v>-0.67600000000000005</c:v>
                </c:pt>
                <c:pt idx="457">
                  <c:v>-0.624</c:v>
                </c:pt>
                <c:pt idx="458">
                  <c:v>-0.65100000000000002</c:v>
                </c:pt>
                <c:pt idx="459">
                  <c:v>-0.58699999999999997</c:v>
                </c:pt>
                <c:pt idx="460">
                  <c:v>-0.55400000000000005</c:v>
                </c:pt>
                <c:pt idx="461">
                  <c:v>-0.47699999999999998</c:v>
                </c:pt>
                <c:pt idx="462">
                  <c:v>-0.505</c:v>
                </c:pt>
                <c:pt idx="463">
                  <c:v>-0.46600000000000003</c:v>
                </c:pt>
                <c:pt idx="464">
                  <c:v>-0.43099999999999999</c:v>
                </c:pt>
                <c:pt idx="465">
                  <c:v>-0.43099999999999999</c:v>
                </c:pt>
                <c:pt idx="466">
                  <c:v>-0.31</c:v>
                </c:pt>
                <c:pt idx="467">
                  <c:v>-0.46300000000000002</c:v>
                </c:pt>
                <c:pt idx="468">
                  <c:v>-0.46300000000000002</c:v>
                </c:pt>
                <c:pt idx="469">
                  <c:v>-0.49199999999999999</c:v>
                </c:pt>
                <c:pt idx="470">
                  <c:v>-0.46300000000000002</c:v>
                </c:pt>
                <c:pt idx="471">
                  <c:v>-0.40100000000000002</c:v>
                </c:pt>
                <c:pt idx="472">
                  <c:v>-0.38</c:v>
                </c:pt>
                <c:pt idx="473">
                  <c:v>-0.25</c:v>
                </c:pt>
                <c:pt idx="474">
                  <c:v>-0.18099999999999999</c:v>
                </c:pt>
                <c:pt idx="475">
                  <c:v>-0.187</c:v>
                </c:pt>
                <c:pt idx="476">
                  <c:v>-0.249</c:v>
                </c:pt>
                <c:pt idx="477">
                  <c:v>-0.45300000000000001</c:v>
                </c:pt>
                <c:pt idx="478">
                  <c:v>-0.60499999999999998</c:v>
                </c:pt>
                <c:pt idx="479">
                  <c:v>-0.80700000000000005</c:v>
                </c:pt>
                <c:pt idx="480">
                  <c:v>-0.77</c:v>
                </c:pt>
                <c:pt idx="481">
                  <c:v>-0.81100000000000005</c:v>
                </c:pt>
                <c:pt idx="482">
                  <c:v>-0.79400000000000004</c:v>
                </c:pt>
                <c:pt idx="483">
                  <c:v>-0.69099999999999995</c:v>
                </c:pt>
                <c:pt idx="484">
                  <c:v>-0.73899999999999999</c:v>
                </c:pt>
                <c:pt idx="485">
                  <c:v>-0.754</c:v>
                </c:pt>
                <c:pt idx="486">
                  <c:v>-0.82099999999999995</c:v>
                </c:pt>
                <c:pt idx="487">
                  <c:v>-0.90200000000000002</c:v>
                </c:pt>
                <c:pt idx="488">
                  <c:v>-0.89200000000000002</c:v>
                </c:pt>
                <c:pt idx="489">
                  <c:v>-0.88700000000000001</c:v>
                </c:pt>
                <c:pt idx="490">
                  <c:v>-0.89</c:v>
                </c:pt>
                <c:pt idx="491">
                  <c:v>-0.88600000000000001</c:v>
                </c:pt>
                <c:pt idx="492">
                  <c:v>-0.872</c:v>
                </c:pt>
                <c:pt idx="493">
                  <c:v>-0.93200000000000005</c:v>
                </c:pt>
                <c:pt idx="494">
                  <c:v>-0.96799999999999997</c:v>
                </c:pt>
                <c:pt idx="495">
                  <c:v>-1.0629999999999999</c:v>
                </c:pt>
                <c:pt idx="496">
                  <c:v>-1.0629999999999999</c:v>
                </c:pt>
                <c:pt idx="497">
                  <c:v>-1.06</c:v>
                </c:pt>
                <c:pt idx="498">
                  <c:v>-1.0860000000000001</c:v>
                </c:pt>
                <c:pt idx="499">
                  <c:v>-1.18</c:v>
                </c:pt>
                <c:pt idx="500">
                  <c:v>-1.173</c:v>
                </c:pt>
                <c:pt idx="501">
                  <c:v>-1.1679999999999999</c:v>
                </c:pt>
                <c:pt idx="502">
                  <c:v>-1.1990000000000001</c:v>
                </c:pt>
                <c:pt idx="503">
                  <c:v>-1.2070000000000001</c:v>
                </c:pt>
                <c:pt idx="504">
                  <c:v>-1.2</c:v>
                </c:pt>
                <c:pt idx="505">
                  <c:v>-1.226</c:v>
                </c:pt>
                <c:pt idx="506">
                  <c:v>-1.2509999999999999</c:v>
                </c:pt>
                <c:pt idx="507">
                  <c:v>-1.2969999999999999</c:v>
                </c:pt>
                <c:pt idx="508">
                  <c:v>-1.3089999999999999</c:v>
                </c:pt>
                <c:pt idx="509">
                  <c:v>-1.329</c:v>
                </c:pt>
                <c:pt idx="510">
                  <c:v>-1.331</c:v>
                </c:pt>
                <c:pt idx="511">
                  <c:v>-1.3320000000000001</c:v>
                </c:pt>
                <c:pt idx="512">
                  <c:v>-1.3540000000000001</c:v>
                </c:pt>
                <c:pt idx="513">
                  <c:v>-1.349</c:v>
                </c:pt>
                <c:pt idx="514">
                  <c:v>-1.3860000000000001</c:v>
                </c:pt>
                <c:pt idx="515">
                  <c:v>-1.423</c:v>
                </c:pt>
                <c:pt idx="516">
                  <c:v>-1.4410000000000001</c:v>
                </c:pt>
                <c:pt idx="517">
                  <c:v>-1.4279999999999999</c:v>
                </c:pt>
                <c:pt idx="518">
                  <c:v>-1.381</c:v>
                </c:pt>
                <c:pt idx="519">
                  <c:v>-1.34</c:v>
                </c:pt>
                <c:pt idx="520">
                  <c:v>-1.3460000000000001</c:v>
                </c:pt>
                <c:pt idx="521">
                  <c:v>-1.3260000000000001</c:v>
                </c:pt>
                <c:pt idx="522">
                  <c:v>-1.4039999999999999</c:v>
                </c:pt>
                <c:pt idx="523">
                  <c:v>-1.5510000000000002</c:v>
                </c:pt>
                <c:pt idx="524">
                  <c:v>-1.583</c:v>
                </c:pt>
                <c:pt idx="525">
                  <c:v>-1.589</c:v>
                </c:pt>
                <c:pt idx="526">
                  <c:v>-1.6400000000000001</c:v>
                </c:pt>
                <c:pt idx="527">
                  <c:v>-1.653</c:v>
                </c:pt>
                <c:pt idx="528">
                  <c:v>-1.63</c:v>
                </c:pt>
                <c:pt idx="529">
                  <c:v>-1.6720000000000002</c:v>
                </c:pt>
                <c:pt idx="530">
                  <c:v>-1.7010000000000001</c:v>
                </c:pt>
                <c:pt idx="531">
                  <c:v>-1.7250000000000001</c:v>
                </c:pt>
                <c:pt idx="532">
                  <c:v>-1.766</c:v>
                </c:pt>
                <c:pt idx="533">
                  <c:v>-1.7450000000000001</c:v>
                </c:pt>
                <c:pt idx="534">
                  <c:v>-1.7530000000000001</c:v>
                </c:pt>
                <c:pt idx="535">
                  <c:v>-1.7690000000000001</c:v>
                </c:pt>
                <c:pt idx="536">
                  <c:v>-1.7549999999999999</c:v>
                </c:pt>
                <c:pt idx="537">
                  <c:v>-1.754</c:v>
                </c:pt>
                <c:pt idx="538">
                  <c:v>-1.742</c:v>
                </c:pt>
                <c:pt idx="539">
                  <c:v>-1.726</c:v>
                </c:pt>
                <c:pt idx="540">
                  <c:v>-1.7250000000000001</c:v>
                </c:pt>
                <c:pt idx="541">
                  <c:v>-1.708</c:v>
                </c:pt>
                <c:pt idx="542">
                  <c:v>-1.7130000000000001</c:v>
                </c:pt>
                <c:pt idx="543">
                  <c:v>-1.7290000000000001</c:v>
                </c:pt>
                <c:pt idx="544">
                  <c:v>-1.74</c:v>
                </c:pt>
                <c:pt idx="545">
                  <c:v>-1.752</c:v>
                </c:pt>
                <c:pt idx="546">
                  <c:v>-1.7570000000000001</c:v>
                </c:pt>
                <c:pt idx="547">
                  <c:v>-1.7309999999999999</c:v>
                </c:pt>
                <c:pt idx="548">
                  <c:v>-1.6909999999999998</c:v>
                </c:pt>
                <c:pt idx="549">
                  <c:v>-1.6840000000000002</c:v>
                </c:pt>
                <c:pt idx="550">
                  <c:v>-1.6640000000000001</c:v>
                </c:pt>
                <c:pt idx="551">
                  <c:v>-1.675</c:v>
                </c:pt>
                <c:pt idx="552">
                  <c:v>-1.675</c:v>
                </c:pt>
                <c:pt idx="553">
                  <c:v>-1.7090000000000001</c:v>
                </c:pt>
                <c:pt idx="554">
                  <c:v>-1.732</c:v>
                </c:pt>
                <c:pt idx="555">
                  <c:v>-1.722</c:v>
                </c:pt>
                <c:pt idx="556">
                  <c:v>-1.724</c:v>
                </c:pt>
                <c:pt idx="557">
                  <c:v>-1.708</c:v>
                </c:pt>
                <c:pt idx="558">
                  <c:v>-1.6830000000000001</c:v>
                </c:pt>
                <c:pt idx="559">
                  <c:v>-1.6800000000000002</c:v>
                </c:pt>
                <c:pt idx="560">
                  <c:v>-1.6909999999999998</c:v>
                </c:pt>
                <c:pt idx="561">
                  <c:v>-1.655</c:v>
                </c:pt>
                <c:pt idx="562">
                  <c:v>-1.63</c:v>
                </c:pt>
                <c:pt idx="563">
                  <c:v>-1.615</c:v>
                </c:pt>
                <c:pt idx="564">
                  <c:v>-1.609</c:v>
                </c:pt>
                <c:pt idx="565">
                  <c:v>-1.6280000000000001</c:v>
                </c:pt>
                <c:pt idx="566">
                  <c:v>-1.6280000000000001</c:v>
                </c:pt>
                <c:pt idx="567">
                  <c:v>-1.641</c:v>
                </c:pt>
                <c:pt idx="568">
                  <c:v>-1.5880000000000001</c:v>
                </c:pt>
                <c:pt idx="569">
                  <c:v>-1.6080000000000001</c:v>
                </c:pt>
                <c:pt idx="570">
                  <c:v>-1.607</c:v>
                </c:pt>
                <c:pt idx="571">
                  <c:v>-1.635</c:v>
                </c:pt>
                <c:pt idx="572">
                  <c:v>-1.649</c:v>
                </c:pt>
                <c:pt idx="573">
                  <c:v>-1.6680000000000001</c:v>
                </c:pt>
                <c:pt idx="574">
                  <c:v>-1.6600000000000001</c:v>
                </c:pt>
                <c:pt idx="575">
                  <c:v>-1.681</c:v>
                </c:pt>
                <c:pt idx="576">
                  <c:v>-1.653</c:v>
                </c:pt>
                <c:pt idx="577">
                  <c:v>-1.625</c:v>
                </c:pt>
                <c:pt idx="578">
                  <c:v>-1.595</c:v>
                </c:pt>
                <c:pt idx="579">
                  <c:v>-1.542</c:v>
                </c:pt>
                <c:pt idx="580">
                  <c:v>-1.5190000000000001</c:v>
                </c:pt>
                <c:pt idx="581">
                  <c:v>-1.5</c:v>
                </c:pt>
                <c:pt idx="582">
                  <c:v>-1.5640000000000001</c:v>
                </c:pt>
                <c:pt idx="583">
                  <c:v>-1.5779999999999998</c:v>
                </c:pt>
                <c:pt idx="584">
                  <c:v>-1.571</c:v>
                </c:pt>
                <c:pt idx="585">
                  <c:v>-1.554</c:v>
                </c:pt>
                <c:pt idx="586">
                  <c:v>-1.554</c:v>
                </c:pt>
                <c:pt idx="587">
                  <c:v>-1.516</c:v>
                </c:pt>
                <c:pt idx="588">
                  <c:v>-1.542</c:v>
                </c:pt>
                <c:pt idx="589">
                  <c:v>-1.554</c:v>
                </c:pt>
                <c:pt idx="590">
                  <c:v>-1.5289999999999999</c:v>
                </c:pt>
                <c:pt idx="591">
                  <c:v>-1.4929999999999999</c:v>
                </c:pt>
                <c:pt idx="592">
                  <c:v>-1.5030000000000001</c:v>
                </c:pt>
                <c:pt idx="593">
                  <c:v>-1.512</c:v>
                </c:pt>
                <c:pt idx="594">
                  <c:v>-1.4689999999999999</c:v>
                </c:pt>
                <c:pt idx="595">
                  <c:v>-1.4419999999999999</c:v>
                </c:pt>
                <c:pt idx="596">
                  <c:v>-1.421</c:v>
                </c:pt>
                <c:pt idx="597">
                  <c:v>-1.4020000000000001</c:v>
                </c:pt>
                <c:pt idx="598">
                  <c:v>-1.4590000000000001</c:v>
                </c:pt>
                <c:pt idx="599">
                  <c:v>-1.4630000000000001</c:v>
                </c:pt>
                <c:pt idx="600">
                  <c:v>-1.4630000000000001</c:v>
                </c:pt>
                <c:pt idx="601">
                  <c:v>-1.4710000000000001</c:v>
                </c:pt>
                <c:pt idx="602">
                  <c:v>-1.4630000000000001</c:v>
                </c:pt>
                <c:pt idx="603">
                  <c:v>-1.4570000000000001</c:v>
                </c:pt>
                <c:pt idx="604">
                  <c:v>-1.419</c:v>
                </c:pt>
                <c:pt idx="605">
                  <c:v>-1.419</c:v>
                </c:pt>
                <c:pt idx="606">
                  <c:v>-1.444</c:v>
                </c:pt>
                <c:pt idx="607">
                  <c:v>-1.4430000000000001</c:v>
                </c:pt>
                <c:pt idx="608">
                  <c:v>-1.452</c:v>
                </c:pt>
                <c:pt idx="609">
                  <c:v>-1.446</c:v>
                </c:pt>
                <c:pt idx="610">
                  <c:v>-1.4430000000000001</c:v>
                </c:pt>
                <c:pt idx="611">
                  <c:v>-1.4809999999999999</c:v>
                </c:pt>
                <c:pt idx="612">
                  <c:v>-1.486</c:v>
                </c:pt>
                <c:pt idx="613">
                  <c:v>-1.5369999999999999</c:v>
                </c:pt>
                <c:pt idx="614">
                  <c:v>-1.512</c:v>
                </c:pt>
                <c:pt idx="615">
                  <c:v>-1.5310000000000001</c:v>
                </c:pt>
                <c:pt idx="616">
                  <c:v>-1.534</c:v>
                </c:pt>
                <c:pt idx="617">
                  <c:v>-1.526</c:v>
                </c:pt>
                <c:pt idx="618">
                  <c:v>-1.5110000000000001</c:v>
                </c:pt>
                <c:pt idx="619">
                  <c:v>-1.492</c:v>
                </c:pt>
                <c:pt idx="620">
                  <c:v>-1.4910000000000001</c:v>
                </c:pt>
                <c:pt idx="621">
                  <c:v>-1.4830000000000001</c:v>
                </c:pt>
                <c:pt idx="622">
                  <c:v>-1.4550000000000001</c:v>
                </c:pt>
                <c:pt idx="623">
                  <c:v>-1.431</c:v>
                </c:pt>
                <c:pt idx="624">
                  <c:v>-1.4319999999999999</c:v>
                </c:pt>
                <c:pt idx="625">
                  <c:v>-1.4179999999999999</c:v>
                </c:pt>
                <c:pt idx="626">
                  <c:v>-1.405</c:v>
                </c:pt>
                <c:pt idx="627">
                  <c:v>-1.4060000000000001</c:v>
                </c:pt>
                <c:pt idx="628">
                  <c:v>-1.4060000000000001</c:v>
                </c:pt>
                <c:pt idx="629">
                  <c:v>-1.42</c:v>
                </c:pt>
                <c:pt idx="630">
                  <c:v>-1.4390000000000001</c:v>
                </c:pt>
                <c:pt idx="631">
                  <c:v>-1.4410000000000001</c:v>
                </c:pt>
                <c:pt idx="632">
                  <c:v>-1.4239999999999999</c:v>
                </c:pt>
                <c:pt idx="633">
                  <c:v>-1.421</c:v>
                </c:pt>
                <c:pt idx="634">
                  <c:v>-1.446</c:v>
                </c:pt>
                <c:pt idx="635">
                  <c:v>-1.4570000000000001</c:v>
                </c:pt>
                <c:pt idx="636">
                  <c:v>-1.4570000000000001</c:v>
                </c:pt>
                <c:pt idx="637">
                  <c:v>-1.4689999999999999</c:v>
                </c:pt>
                <c:pt idx="638">
                  <c:v>-1.446</c:v>
                </c:pt>
                <c:pt idx="639">
                  <c:v>-1.427</c:v>
                </c:pt>
                <c:pt idx="640">
                  <c:v>-1.431</c:v>
                </c:pt>
                <c:pt idx="641">
                  <c:v>-1.4279999999999999</c:v>
                </c:pt>
                <c:pt idx="642">
                  <c:v>-1.44</c:v>
                </c:pt>
                <c:pt idx="643">
                  <c:v>-1.4339999999999999</c:v>
                </c:pt>
                <c:pt idx="644">
                  <c:v>-1.3900000000000001</c:v>
                </c:pt>
                <c:pt idx="645">
                  <c:v>-1.3900000000000001</c:v>
                </c:pt>
                <c:pt idx="646">
                  <c:v>-1.3719999999999999</c:v>
                </c:pt>
                <c:pt idx="647">
                  <c:v>-1.3439999999999999</c:v>
                </c:pt>
                <c:pt idx="648">
                  <c:v>-1.393</c:v>
                </c:pt>
                <c:pt idx="649">
                  <c:v>-1.417</c:v>
                </c:pt>
                <c:pt idx="650">
                  <c:v>-1.4139999999999999</c:v>
                </c:pt>
                <c:pt idx="651">
                  <c:v>-1.4570000000000001</c:v>
                </c:pt>
                <c:pt idx="652">
                  <c:v>-1.46</c:v>
                </c:pt>
                <c:pt idx="653">
                  <c:v>-1.4630000000000001</c:v>
                </c:pt>
                <c:pt idx="654">
                  <c:v>-1.518</c:v>
                </c:pt>
                <c:pt idx="655">
                  <c:v>-1.552</c:v>
                </c:pt>
                <c:pt idx="656">
                  <c:v>-1.5449999999999999</c:v>
                </c:pt>
                <c:pt idx="657">
                  <c:v>-1.5510000000000002</c:v>
                </c:pt>
                <c:pt idx="658">
                  <c:v>-1.609</c:v>
                </c:pt>
                <c:pt idx="659">
                  <c:v>-1.6240000000000001</c:v>
                </c:pt>
                <c:pt idx="660">
                  <c:v>-1.6280000000000001</c:v>
                </c:pt>
                <c:pt idx="661">
                  <c:v>-1.6280000000000001</c:v>
                </c:pt>
                <c:pt idx="662">
                  <c:v>-1.649</c:v>
                </c:pt>
                <c:pt idx="663">
                  <c:v>-1.5939999999999999</c:v>
                </c:pt>
                <c:pt idx="664">
                  <c:v>-1.5569999999999999</c:v>
                </c:pt>
                <c:pt idx="665">
                  <c:v>-1.51</c:v>
                </c:pt>
                <c:pt idx="666">
                  <c:v>-1.5089999999999999</c:v>
                </c:pt>
                <c:pt idx="667">
                  <c:v>-1.4990000000000001</c:v>
                </c:pt>
                <c:pt idx="668">
                  <c:v>-1.482</c:v>
                </c:pt>
                <c:pt idx="669">
                  <c:v>-1.524</c:v>
                </c:pt>
                <c:pt idx="670">
                  <c:v>-1.53</c:v>
                </c:pt>
                <c:pt idx="671">
                  <c:v>-1.544</c:v>
                </c:pt>
                <c:pt idx="672">
                  <c:v>-1.54</c:v>
                </c:pt>
                <c:pt idx="673">
                  <c:v>-1.54</c:v>
                </c:pt>
                <c:pt idx="674">
                  <c:v>-1.573</c:v>
                </c:pt>
                <c:pt idx="675">
                  <c:v>-1.6259999999999999</c:v>
                </c:pt>
                <c:pt idx="676">
                  <c:v>-1.7050000000000001</c:v>
                </c:pt>
                <c:pt idx="677">
                  <c:v>-1.611</c:v>
                </c:pt>
                <c:pt idx="678">
                  <c:v>-1.4450000000000001</c:v>
                </c:pt>
                <c:pt idx="679">
                  <c:v>-1.452</c:v>
                </c:pt>
                <c:pt idx="680">
                  <c:v>-1.4530000000000001</c:v>
                </c:pt>
                <c:pt idx="681">
                  <c:v>-1.4060000000000001</c:v>
                </c:pt>
                <c:pt idx="682">
                  <c:v>-1.3439999999999999</c:v>
                </c:pt>
                <c:pt idx="683">
                  <c:v>-1.397</c:v>
                </c:pt>
                <c:pt idx="684">
                  <c:v>-1.397</c:v>
                </c:pt>
                <c:pt idx="685">
                  <c:v>-1.399</c:v>
                </c:pt>
                <c:pt idx="686">
                  <c:v>-1.399</c:v>
                </c:pt>
                <c:pt idx="687">
                  <c:v>-1.3029999999999999</c:v>
                </c:pt>
                <c:pt idx="688">
                  <c:v>-1.304</c:v>
                </c:pt>
                <c:pt idx="689">
                  <c:v>-1.3360000000000001</c:v>
                </c:pt>
                <c:pt idx="690">
                  <c:v>-1.3080000000000001</c:v>
                </c:pt>
                <c:pt idx="691">
                  <c:v>-1.2570000000000001</c:v>
                </c:pt>
                <c:pt idx="692">
                  <c:v>-1.2709999999999999</c:v>
                </c:pt>
                <c:pt idx="693">
                  <c:v>-1.208</c:v>
                </c:pt>
                <c:pt idx="694">
                  <c:v>-1.103</c:v>
                </c:pt>
                <c:pt idx="695">
                  <c:v>-1.087</c:v>
                </c:pt>
                <c:pt idx="696">
                  <c:v>-1.089</c:v>
                </c:pt>
                <c:pt idx="697">
                  <c:v>-1.105</c:v>
                </c:pt>
                <c:pt idx="698">
                  <c:v>-1.1200000000000001</c:v>
                </c:pt>
                <c:pt idx="699">
                  <c:v>-1.1830000000000001</c:v>
                </c:pt>
                <c:pt idx="700">
                  <c:v>-1.216</c:v>
                </c:pt>
                <c:pt idx="701">
                  <c:v>-1.218</c:v>
                </c:pt>
                <c:pt idx="702">
                  <c:v>-1.216</c:v>
                </c:pt>
                <c:pt idx="703">
                  <c:v>-1.226</c:v>
                </c:pt>
                <c:pt idx="704">
                  <c:v>-1.264</c:v>
                </c:pt>
                <c:pt idx="705">
                  <c:v>-1.2629999999999999</c:v>
                </c:pt>
                <c:pt idx="706">
                  <c:v>-1.226</c:v>
                </c:pt>
                <c:pt idx="707">
                  <c:v>-1.232</c:v>
                </c:pt>
                <c:pt idx="708">
                  <c:v>-1.244</c:v>
                </c:pt>
                <c:pt idx="709">
                  <c:v>-1.2610000000000001</c:v>
                </c:pt>
                <c:pt idx="710">
                  <c:v>-1.2</c:v>
                </c:pt>
                <c:pt idx="711">
                  <c:v>-1.1559999999999999</c:v>
                </c:pt>
                <c:pt idx="712">
                  <c:v>-1.1459999999999999</c:v>
                </c:pt>
                <c:pt idx="713">
                  <c:v>-1.1299999999999999</c:v>
                </c:pt>
                <c:pt idx="714">
                  <c:v>-1.165</c:v>
                </c:pt>
                <c:pt idx="715">
                  <c:v>-1.196</c:v>
                </c:pt>
                <c:pt idx="716">
                  <c:v>-1.222</c:v>
                </c:pt>
                <c:pt idx="717">
                  <c:v>-1.2150000000000001</c:v>
                </c:pt>
                <c:pt idx="718">
                  <c:v>-1.202</c:v>
                </c:pt>
                <c:pt idx="719">
                  <c:v>-1.1719999999999999</c:v>
                </c:pt>
                <c:pt idx="720">
                  <c:v>-1.2050000000000001</c:v>
                </c:pt>
                <c:pt idx="721">
                  <c:v>-1.1779999999999999</c:v>
                </c:pt>
                <c:pt idx="722">
                  <c:v>-1.151</c:v>
                </c:pt>
                <c:pt idx="723">
                  <c:v>-1.1639999999999999</c:v>
                </c:pt>
                <c:pt idx="724">
                  <c:v>-1.18</c:v>
                </c:pt>
                <c:pt idx="725">
                  <c:v>-1.1519999999999999</c:v>
                </c:pt>
                <c:pt idx="726">
                  <c:v>-1.1339999999999999</c:v>
                </c:pt>
                <c:pt idx="727">
                  <c:v>-1.143</c:v>
                </c:pt>
                <c:pt idx="728">
                  <c:v>-1.0960000000000001</c:v>
                </c:pt>
                <c:pt idx="729">
                  <c:v>-1.0960000000000001</c:v>
                </c:pt>
                <c:pt idx="730">
                  <c:v>-1.046</c:v>
                </c:pt>
                <c:pt idx="731">
                  <c:v>-1.02</c:v>
                </c:pt>
                <c:pt idx="732">
                  <c:v>-0.98299999999999998</c:v>
                </c:pt>
                <c:pt idx="733">
                  <c:v>-0.97599999999999998</c:v>
                </c:pt>
                <c:pt idx="734">
                  <c:v>-0.97099999999999997</c:v>
                </c:pt>
                <c:pt idx="735">
                  <c:v>-0.998</c:v>
                </c:pt>
                <c:pt idx="736">
                  <c:v>-0.98599999999999999</c:v>
                </c:pt>
                <c:pt idx="737">
                  <c:v>-1.0409999999999999</c:v>
                </c:pt>
                <c:pt idx="738">
                  <c:v>-1.1280000000000001</c:v>
                </c:pt>
                <c:pt idx="739">
                  <c:v>-1.1759999999999999</c:v>
                </c:pt>
                <c:pt idx="740">
                  <c:v>-1.173</c:v>
                </c:pt>
                <c:pt idx="741">
                  <c:v>-1.1970000000000001</c:v>
                </c:pt>
                <c:pt idx="742">
                  <c:v>-1.07</c:v>
                </c:pt>
                <c:pt idx="743">
                  <c:v>-1.0880000000000001</c:v>
                </c:pt>
                <c:pt idx="744">
                  <c:v>-1.0660000000000001</c:v>
                </c:pt>
                <c:pt idx="745">
                  <c:v>-1.1020000000000001</c:v>
                </c:pt>
                <c:pt idx="746">
                  <c:v>-1.087</c:v>
                </c:pt>
                <c:pt idx="747">
                  <c:v>-1.0580000000000001</c:v>
                </c:pt>
                <c:pt idx="748">
                  <c:v>-1.0089999999999999</c:v>
                </c:pt>
                <c:pt idx="749">
                  <c:v>-1.026</c:v>
                </c:pt>
                <c:pt idx="750">
                  <c:v>-1.0069999999999999</c:v>
                </c:pt>
                <c:pt idx="751">
                  <c:v>-1.036</c:v>
                </c:pt>
                <c:pt idx="752">
                  <c:v>-1.079</c:v>
                </c:pt>
                <c:pt idx="753">
                  <c:v>-1.042</c:v>
                </c:pt>
                <c:pt idx="754">
                  <c:v>-0.998</c:v>
                </c:pt>
                <c:pt idx="755">
                  <c:v>-1.0409999999999999</c:v>
                </c:pt>
                <c:pt idx="756">
                  <c:v>-1.0409999999999999</c:v>
                </c:pt>
                <c:pt idx="757">
                  <c:v>-1.0429999999999999</c:v>
                </c:pt>
                <c:pt idx="758">
                  <c:v>-1.0740000000000001</c:v>
                </c:pt>
                <c:pt idx="759">
                  <c:v>-1.1100000000000001</c:v>
                </c:pt>
                <c:pt idx="760">
                  <c:v>-1.137</c:v>
                </c:pt>
                <c:pt idx="761">
                  <c:v>-1.1060000000000001</c:v>
                </c:pt>
                <c:pt idx="762">
                  <c:v>-1.1379999999999999</c:v>
                </c:pt>
                <c:pt idx="763">
                  <c:v>-1.157</c:v>
                </c:pt>
                <c:pt idx="764">
                  <c:v>-1.1990000000000001</c:v>
                </c:pt>
                <c:pt idx="765">
                  <c:v>-1.2090000000000001</c:v>
                </c:pt>
                <c:pt idx="766">
                  <c:v>-1.18</c:v>
                </c:pt>
                <c:pt idx="767">
                  <c:v>-1.2</c:v>
                </c:pt>
                <c:pt idx="768">
                  <c:v>-1.1919999999999999</c:v>
                </c:pt>
                <c:pt idx="769">
                  <c:v>-1.194</c:v>
                </c:pt>
                <c:pt idx="770">
                  <c:v>-1.173</c:v>
                </c:pt>
                <c:pt idx="771">
                  <c:v>-1.165</c:v>
                </c:pt>
                <c:pt idx="772">
                  <c:v>-1.1970000000000001</c:v>
                </c:pt>
                <c:pt idx="773">
                  <c:v>-1.228</c:v>
                </c:pt>
                <c:pt idx="774">
                  <c:v>-1.2330000000000001</c:v>
                </c:pt>
                <c:pt idx="775">
                  <c:v>-1.258</c:v>
                </c:pt>
                <c:pt idx="776">
                  <c:v>-1.2469999999999999</c:v>
                </c:pt>
                <c:pt idx="777">
                  <c:v>-1.228</c:v>
                </c:pt>
                <c:pt idx="778">
                  <c:v>-1.173</c:v>
                </c:pt>
                <c:pt idx="779">
                  <c:v>-1.161</c:v>
                </c:pt>
                <c:pt idx="780">
                  <c:v>-1.127</c:v>
                </c:pt>
                <c:pt idx="781">
                  <c:v>-1.1040000000000001</c:v>
                </c:pt>
                <c:pt idx="782">
                  <c:v>-1.2150000000000001</c:v>
                </c:pt>
                <c:pt idx="783">
                  <c:v>-1.2749999999999999</c:v>
                </c:pt>
                <c:pt idx="784">
                  <c:v>-1.2929999999999999</c:v>
                </c:pt>
                <c:pt idx="785">
                  <c:v>-1.296</c:v>
                </c:pt>
                <c:pt idx="786">
                  <c:v>-1.3080000000000001</c:v>
                </c:pt>
                <c:pt idx="787">
                  <c:v>-1.272</c:v>
                </c:pt>
                <c:pt idx="788">
                  <c:v>-1.2869999999999999</c:v>
                </c:pt>
                <c:pt idx="789">
                  <c:v>-1.2589999999999999</c:v>
                </c:pt>
                <c:pt idx="790">
                  <c:v>-1.21</c:v>
                </c:pt>
                <c:pt idx="791">
                  <c:v>-1.236</c:v>
                </c:pt>
                <c:pt idx="792">
                  <c:v>-1.1890000000000001</c:v>
                </c:pt>
                <c:pt idx="793">
                  <c:v>-1.1839999999999999</c:v>
                </c:pt>
                <c:pt idx="794">
                  <c:v>-1.177</c:v>
                </c:pt>
                <c:pt idx="795">
                  <c:v>-1.29</c:v>
                </c:pt>
                <c:pt idx="796">
                  <c:v>-1.23</c:v>
                </c:pt>
                <c:pt idx="797">
                  <c:v>-1.246</c:v>
                </c:pt>
                <c:pt idx="798">
                  <c:v>-1.2429999999999999</c:v>
                </c:pt>
                <c:pt idx="799">
                  <c:v>-1.2549999999999999</c:v>
                </c:pt>
                <c:pt idx="800">
                  <c:v>-1.181</c:v>
                </c:pt>
                <c:pt idx="801">
                  <c:v>-1.1950000000000001</c:v>
                </c:pt>
                <c:pt idx="802">
                  <c:v>-1.161</c:v>
                </c:pt>
                <c:pt idx="803">
                  <c:v>-1.1879999999999999</c:v>
                </c:pt>
                <c:pt idx="804">
                  <c:v>-1.17</c:v>
                </c:pt>
                <c:pt idx="805">
                  <c:v>-1.1859999999999999</c:v>
                </c:pt>
                <c:pt idx="806">
                  <c:v>-1.25</c:v>
                </c:pt>
                <c:pt idx="807">
                  <c:v>-1.28</c:v>
                </c:pt>
                <c:pt idx="808">
                  <c:v>-1.2730000000000001</c:v>
                </c:pt>
                <c:pt idx="809">
                  <c:v>-1.373</c:v>
                </c:pt>
                <c:pt idx="810">
                  <c:v>-1.3860000000000001</c:v>
                </c:pt>
                <c:pt idx="811">
                  <c:v>-1.4</c:v>
                </c:pt>
                <c:pt idx="812">
                  <c:v>-1.37</c:v>
                </c:pt>
                <c:pt idx="813">
                  <c:v>-1.381</c:v>
                </c:pt>
                <c:pt idx="814">
                  <c:v>-1.357</c:v>
                </c:pt>
                <c:pt idx="815">
                  <c:v>-1.34</c:v>
                </c:pt>
                <c:pt idx="816">
                  <c:v>-1.373</c:v>
                </c:pt>
                <c:pt idx="817">
                  <c:v>-1.3679999999999999</c:v>
                </c:pt>
                <c:pt idx="818">
                  <c:v>-1.3740000000000001</c:v>
                </c:pt>
                <c:pt idx="819">
                  <c:v>-1.4</c:v>
                </c:pt>
                <c:pt idx="820">
                  <c:v>-1.4239999999999999</c:v>
                </c:pt>
                <c:pt idx="821">
                  <c:v>-1.401</c:v>
                </c:pt>
                <c:pt idx="822">
                  <c:v>-1.407</c:v>
                </c:pt>
                <c:pt idx="823">
                  <c:v>-1.3599999999999999</c:v>
                </c:pt>
                <c:pt idx="824">
                  <c:v>-1.296</c:v>
                </c:pt>
                <c:pt idx="825">
                  <c:v>-1.2770000000000001</c:v>
                </c:pt>
                <c:pt idx="826">
                  <c:v>-1.2770000000000001</c:v>
                </c:pt>
                <c:pt idx="827">
                  <c:v>-1.286</c:v>
                </c:pt>
                <c:pt idx="828">
                  <c:v>-1.304</c:v>
                </c:pt>
                <c:pt idx="829">
                  <c:v>-1.282</c:v>
                </c:pt>
                <c:pt idx="830">
                  <c:v>-1.28</c:v>
                </c:pt>
                <c:pt idx="831">
                  <c:v>-1.2509999999999999</c:v>
                </c:pt>
                <c:pt idx="832">
                  <c:v>-1.236</c:v>
                </c:pt>
                <c:pt idx="833">
                  <c:v>-1.2610000000000001</c:v>
                </c:pt>
                <c:pt idx="834">
                  <c:v>-1.276</c:v>
                </c:pt>
                <c:pt idx="835">
                  <c:v>-1.2869999999999999</c:v>
                </c:pt>
                <c:pt idx="836">
                  <c:v>-1.2650000000000001</c:v>
                </c:pt>
                <c:pt idx="837">
                  <c:v>-1.3240000000000001</c:v>
                </c:pt>
                <c:pt idx="838">
                  <c:v>-1.319</c:v>
                </c:pt>
                <c:pt idx="839">
                  <c:v>-1.2969999999999999</c:v>
                </c:pt>
                <c:pt idx="840">
                  <c:v>-1.2629999999999999</c:v>
                </c:pt>
                <c:pt idx="841">
                  <c:v>-1.2709999999999999</c:v>
                </c:pt>
                <c:pt idx="842">
                  <c:v>-1.2389999999999999</c:v>
                </c:pt>
                <c:pt idx="843">
                  <c:v>-1.163</c:v>
                </c:pt>
                <c:pt idx="844">
                  <c:v>-1.008</c:v>
                </c:pt>
                <c:pt idx="845">
                  <c:v>-0.97199999999999998</c:v>
                </c:pt>
                <c:pt idx="846">
                  <c:v>-0.97799999999999998</c:v>
                </c:pt>
                <c:pt idx="847">
                  <c:v>-1.006</c:v>
                </c:pt>
                <c:pt idx="848">
                  <c:v>-1.0229999999999999</c:v>
                </c:pt>
                <c:pt idx="849">
                  <c:v>-1.022</c:v>
                </c:pt>
                <c:pt idx="850">
                  <c:v>-0.99199999999999999</c:v>
                </c:pt>
                <c:pt idx="851">
                  <c:v>-0.99199999999999999</c:v>
                </c:pt>
                <c:pt idx="852">
                  <c:v>-0.95599999999999996</c:v>
                </c:pt>
                <c:pt idx="853">
                  <c:v>-0.97099999999999997</c:v>
                </c:pt>
                <c:pt idx="854">
                  <c:v>-0.95099999999999996</c:v>
                </c:pt>
                <c:pt idx="855">
                  <c:v>-0.98</c:v>
                </c:pt>
                <c:pt idx="856">
                  <c:v>-0.96199999999999997</c:v>
                </c:pt>
                <c:pt idx="857">
                  <c:v>-0.95899999999999996</c:v>
                </c:pt>
                <c:pt idx="858">
                  <c:v>-0.93100000000000005</c:v>
                </c:pt>
                <c:pt idx="859">
                  <c:v>-0.86699999999999999</c:v>
                </c:pt>
                <c:pt idx="860">
                  <c:v>-0.85799999999999998</c:v>
                </c:pt>
                <c:pt idx="861">
                  <c:v>-0.85799999999999998</c:v>
                </c:pt>
                <c:pt idx="862">
                  <c:v>-0.83099999999999996</c:v>
                </c:pt>
                <c:pt idx="863">
                  <c:v>-0.80400000000000005</c:v>
                </c:pt>
                <c:pt idx="864">
                  <c:v>-0.79</c:v>
                </c:pt>
                <c:pt idx="865">
                  <c:v>-0.80200000000000005</c:v>
                </c:pt>
                <c:pt idx="866">
                  <c:v>-0.80200000000000005</c:v>
                </c:pt>
                <c:pt idx="867">
                  <c:v>-0.83199999999999996</c:v>
                </c:pt>
                <c:pt idx="868">
                  <c:v>-0.88200000000000001</c:v>
                </c:pt>
                <c:pt idx="869">
                  <c:v>-0.92800000000000005</c:v>
                </c:pt>
                <c:pt idx="870">
                  <c:v>-0.89400000000000002</c:v>
                </c:pt>
                <c:pt idx="871">
                  <c:v>-0.875</c:v>
                </c:pt>
                <c:pt idx="872">
                  <c:v>-0.83699999999999997</c:v>
                </c:pt>
                <c:pt idx="873">
                  <c:v>-0.83599999999999997</c:v>
                </c:pt>
                <c:pt idx="874">
                  <c:v>-0.89100000000000001</c:v>
                </c:pt>
                <c:pt idx="875">
                  <c:v>-0.88100000000000001</c:v>
                </c:pt>
                <c:pt idx="876">
                  <c:v>-0.86199999999999999</c:v>
                </c:pt>
                <c:pt idx="877">
                  <c:v>-0.88900000000000001</c:v>
                </c:pt>
                <c:pt idx="878">
                  <c:v>-0.9</c:v>
                </c:pt>
                <c:pt idx="879">
                  <c:v>-0.89300000000000002</c:v>
                </c:pt>
                <c:pt idx="880">
                  <c:v>-0.93899999999999995</c:v>
                </c:pt>
                <c:pt idx="881">
                  <c:v>-0.95699999999999996</c:v>
                </c:pt>
                <c:pt idx="882">
                  <c:v>-0.89300000000000002</c:v>
                </c:pt>
                <c:pt idx="883">
                  <c:v>-0.89900000000000002</c:v>
                </c:pt>
                <c:pt idx="884">
                  <c:v>-0.877</c:v>
                </c:pt>
                <c:pt idx="885">
                  <c:v>-0.85</c:v>
                </c:pt>
                <c:pt idx="886">
                  <c:v>-0.80400000000000005</c:v>
                </c:pt>
                <c:pt idx="887">
                  <c:v>-0.82899999999999996</c:v>
                </c:pt>
                <c:pt idx="888">
                  <c:v>-0.82899999999999996</c:v>
                </c:pt>
                <c:pt idx="889">
                  <c:v>-0.78200000000000003</c:v>
                </c:pt>
                <c:pt idx="890">
                  <c:v>-0.77100000000000002</c:v>
                </c:pt>
                <c:pt idx="891">
                  <c:v>-0.78800000000000003</c:v>
                </c:pt>
                <c:pt idx="892">
                  <c:v>-0.80100000000000005</c:v>
                </c:pt>
                <c:pt idx="893">
                  <c:v>-0.85299999999999998</c:v>
                </c:pt>
                <c:pt idx="894">
                  <c:v>-0.94399999999999995</c:v>
                </c:pt>
                <c:pt idx="895">
                  <c:v>-1.006</c:v>
                </c:pt>
                <c:pt idx="896">
                  <c:v>-1.0580000000000001</c:v>
                </c:pt>
                <c:pt idx="897">
                  <c:v>-1.0580000000000001</c:v>
                </c:pt>
                <c:pt idx="898">
                  <c:v>-1.024</c:v>
                </c:pt>
                <c:pt idx="899">
                  <c:v>-1.05</c:v>
                </c:pt>
                <c:pt idx="900">
                  <c:v>-1.0940000000000001</c:v>
                </c:pt>
                <c:pt idx="901">
                  <c:v>-1.0980000000000001</c:v>
                </c:pt>
                <c:pt idx="902">
                  <c:v>-1.036</c:v>
                </c:pt>
                <c:pt idx="903">
                  <c:v>-1.07</c:v>
                </c:pt>
                <c:pt idx="904">
                  <c:v>-1</c:v>
                </c:pt>
                <c:pt idx="905">
                  <c:v>-0.95299999999999996</c:v>
                </c:pt>
                <c:pt idx="906">
                  <c:v>-0.84699999999999998</c:v>
                </c:pt>
                <c:pt idx="907">
                  <c:v>-0.79100000000000004</c:v>
                </c:pt>
                <c:pt idx="908">
                  <c:v>-0.80200000000000005</c:v>
                </c:pt>
                <c:pt idx="909">
                  <c:v>-0.81</c:v>
                </c:pt>
                <c:pt idx="910">
                  <c:v>-0.71399999999999997</c:v>
                </c:pt>
                <c:pt idx="911">
                  <c:v>-0.71699999999999997</c:v>
                </c:pt>
                <c:pt idx="912">
                  <c:v>-0.70699999999999996</c:v>
                </c:pt>
                <c:pt idx="913">
                  <c:v>-0.70799999999999996</c:v>
                </c:pt>
                <c:pt idx="914">
                  <c:v>-0.72599999999999998</c:v>
                </c:pt>
                <c:pt idx="915">
                  <c:v>-0.63700000000000001</c:v>
                </c:pt>
                <c:pt idx="916">
                  <c:v>-0.59299999999999997</c:v>
                </c:pt>
                <c:pt idx="917">
                  <c:v>-0.56100000000000005</c:v>
                </c:pt>
                <c:pt idx="918">
                  <c:v>-0.57199999999999995</c:v>
                </c:pt>
                <c:pt idx="919">
                  <c:v>-0.58499999999999996</c:v>
                </c:pt>
                <c:pt idx="920">
                  <c:v>-0.61799999999999999</c:v>
                </c:pt>
                <c:pt idx="921">
                  <c:v>-0.61799999999999999</c:v>
                </c:pt>
                <c:pt idx="922">
                  <c:v>-0.64500000000000002</c:v>
                </c:pt>
                <c:pt idx="923">
                  <c:v>-0.60499999999999998</c:v>
                </c:pt>
                <c:pt idx="924">
                  <c:v>-0.61599999999999999</c:v>
                </c:pt>
                <c:pt idx="925">
                  <c:v>-0.69499999999999995</c:v>
                </c:pt>
                <c:pt idx="926">
                  <c:v>-0.59199999999999997</c:v>
                </c:pt>
                <c:pt idx="927">
                  <c:v>-0.61499999999999999</c:v>
                </c:pt>
                <c:pt idx="928">
                  <c:v>-0.65800000000000003</c:v>
                </c:pt>
                <c:pt idx="929">
                  <c:v>-0.63800000000000001</c:v>
                </c:pt>
                <c:pt idx="930">
                  <c:v>-0.59599999999999997</c:v>
                </c:pt>
                <c:pt idx="931">
                  <c:v>-0.60799999999999998</c:v>
                </c:pt>
                <c:pt idx="932">
                  <c:v>-0.7</c:v>
                </c:pt>
                <c:pt idx="933">
                  <c:v>-0.80100000000000005</c:v>
                </c:pt>
                <c:pt idx="934">
                  <c:v>-0.84299999999999997</c:v>
                </c:pt>
                <c:pt idx="935">
                  <c:v>-0.79700000000000004</c:v>
                </c:pt>
                <c:pt idx="936">
                  <c:v>-0.81299999999999994</c:v>
                </c:pt>
                <c:pt idx="937">
                  <c:v>-0.79900000000000004</c:v>
                </c:pt>
                <c:pt idx="938">
                  <c:v>-0.73799999999999999</c:v>
                </c:pt>
                <c:pt idx="939">
                  <c:v>-0.748</c:v>
                </c:pt>
                <c:pt idx="940">
                  <c:v>-0.79500000000000004</c:v>
                </c:pt>
                <c:pt idx="941">
                  <c:v>-0.88300000000000001</c:v>
                </c:pt>
                <c:pt idx="942">
                  <c:v>-0.87</c:v>
                </c:pt>
                <c:pt idx="943">
                  <c:v>-0.78500000000000003</c:v>
                </c:pt>
                <c:pt idx="944">
                  <c:v>-0.79</c:v>
                </c:pt>
                <c:pt idx="945">
                  <c:v>-0.89600000000000002</c:v>
                </c:pt>
                <c:pt idx="946">
                  <c:v>-0.89600000000000002</c:v>
                </c:pt>
                <c:pt idx="947">
                  <c:v>-0.873</c:v>
                </c:pt>
                <c:pt idx="948">
                  <c:v>-0.80600000000000005</c:v>
                </c:pt>
                <c:pt idx="949">
                  <c:v>-0.79400000000000004</c:v>
                </c:pt>
                <c:pt idx="950">
                  <c:v>-0.73799999999999999</c:v>
                </c:pt>
                <c:pt idx="951">
                  <c:v>-0.75700000000000001</c:v>
                </c:pt>
                <c:pt idx="952">
                  <c:v>-0.72499999999999998</c:v>
                </c:pt>
                <c:pt idx="953">
                  <c:v>-0.65600000000000003</c:v>
                </c:pt>
                <c:pt idx="954">
                  <c:v>-0.75</c:v>
                </c:pt>
                <c:pt idx="955">
                  <c:v>-0.81899999999999995</c:v>
                </c:pt>
                <c:pt idx="956">
                  <c:v>-0.82799999999999996</c:v>
                </c:pt>
                <c:pt idx="957">
                  <c:v>-0.79200000000000004</c:v>
                </c:pt>
                <c:pt idx="958">
                  <c:v>-0.83499999999999996</c:v>
                </c:pt>
                <c:pt idx="959">
                  <c:v>-0.84299999999999997</c:v>
                </c:pt>
                <c:pt idx="960">
                  <c:v>-0.84199999999999997</c:v>
                </c:pt>
                <c:pt idx="961">
                  <c:v>-0.90200000000000002</c:v>
                </c:pt>
                <c:pt idx="962">
                  <c:v>-0.88600000000000001</c:v>
                </c:pt>
                <c:pt idx="963">
                  <c:v>-1.034</c:v>
                </c:pt>
                <c:pt idx="964">
                  <c:v>-0.85399999999999998</c:v>
                </c:pt>
                <c:pt idx="965">
                  <c:v>-0.72099999999999997</c:v>
                </c:pt>
                <c:pt idx="966">
                  <c:v>-0.64600000000000002</c:v>
                </c:pt>
                <c:pt idx="967">
                  <c:v>-0.78500000000000003</c:v>
                </c:pt>
                <c:pt idx="968">
                  <c:v>-0.71599999999999997</c:v>
                </c:pt>
                <c:pt idx="969">
                  <c:v>-0.86299999999999999</c:v>
                </c:pt>
                <c:pt idx="970">
                  <c:v>-0.84399999999999997</c:v>
                </c:pt>
                <c:pt idx="971">
                  <c:v>-0.81599999999999995</c:v>
                </c:pt>
                <c:pt idx="972">
                  <c:v>-0.67600000000000005</c:v>
                </c:pt>
                <c:pt idx="973">
                  <c:v>-0.61699999999999999</c:v>
                </c:pt>
                <c:pt idx="974">
                  <c:v>-0.624</c:v>
                </c:pt>
                <c:pt idx="975">
                  <c:v>-0.625</c:v>
                </c:pt>
                <c:pt idx="976">
                  <c:v>-0.60399999999999998</c:v>
                </c:pt>
                <c:pt idx="977">
                  <c:v>-0.56799999999999995</c:v>
                </c:pt>
                <c:pt idx="978">
                  <c:v>-0.60599999999999998</c:v>
                </c:pt>
                <c:pt idx="979">
                  <c:v>-0.65600000000000003</c:v>
                </c:pt>
                <c:pt idx="980">
                  <c:v>-0.63</c:v>
                </c:pt>
                <c:pt idx="981">
                  <c:v>-0.624</c:v>
                </c:pt>
                <c:pt idx="982">
                  <c:v>-0.55100000000000005</c:v>
                </c:pt>
                <c:pt idx="983">
                  <c:v>-0.627</c:v>
                </c:pt>
                <c:pt idx="984">
                  <c:v>-0.63600000000000001</c:v>
                </c:pt>
                <c:pt idx="985">
                  <c:v>-0.60199999999999998</c:v>
                </c:pt>
                <c:pt idx="986">
                  <c:v>-0.51600000000000001</c:v>
                </c:pt>
                <c:pt idx="987">
                  <c:v>-0.44500000000000001</c:v>
                </c:pt>
                <c:pt idx="988">
                  <c:v>-0.44400000000000001</c:v>
                </c:pt>
                <c:pt idx="989">
                  <c:v>-0.42</c:v>
                </c:pt>
                <c:pt idx="990">
                  <c:v>-0.33500000000000002</c:v>
                </c:pt>
                <c:pt idx="991">
                  <c:v>-0.33500000000000002</c:v>
                </c:pt>
                <c:pt idx="992">
                  <c:v>-0.34499999999999997</c:v>
                </c:pt>
                <c:pt idx="993">
                  <c:v>-0.372</c:v>
                </c:pt>
                <c:pt idx="994">
                  <c:v>-0.33</c:v>
                </c:pt>
                <c:pt idx="995">
                  <c:v>-0.41599999999999998</c:v>
                </c:pt>
                <c:pt idx="996">
                  <c:v>-0.46300000000000002</c:v>
                </c:pt>
                <c:pt idx="997">
                  <c:v>-0.40500000000000003</c:v>
                </c:pt>
                <c:pt idx="998">
                  <c:v>-0.39400000000000002</c:v>
                </c:pt>
                <c:pt idx="999">
                  <c:v>-0.41699999999999998</c:v>
                </c:pt>
                <c:pt idx="1000">
                  <c:v>-0.40300000000000002</c:v>
                </c:pt>
                <c:pt idx="1001">
                  <c:v>-0.437</c:v>
                </c:pt>
                <c:pt idx="1002">
                  <c:v>-0.46600000000000003</c:v>
                </c:pt>
                <c:pt idx="1003">
                  <c:v>-0.49399999999999999</c:v>
                </c:pt>
                <c:pt idx="1004">
                  <c:v>-0.40300000000000002</c:v>
                </c:pt>
                <c:pt idx="1005">
                  <c:v>-0.44800000000000001</c:v>
                </c:pt>
                <c:pt idx="1006">
                  <c:v>-0.47099999999999997</c:v>
                </c:pt>
                <c:pt idx="1007">
                  <c:v>-0.48099999999999998</c:v>
                </c:pt>
                <c:pt idx="1008">
                  <c:v>-0.55100000000000005</c:v>
                </c:pt>
                <c:pt idx="1009">
                  <c:v>-0.51300000000000001</c:v>
                </c:pt>
                <c:pt idx="1010">
                  <c:v>-0.47899999999999998</c:v>
                </c:pt>
                <c:pt idx="1011">
                  <c:v>-0.47699999999999998</c:v>
                </c:pt>
                <c:pt idx="1012">
                  <c:v>-0.41799999999999998</c:v>
                </c:pt>
                <c:pt idx="1013">
                  <c:v>-0.44400000000000001</c:v>
                </c:pt>
                <c:pt idx="1014">
                  <c:v>-0.36399999999999999</c:v>
                </c:pt>
                <c:pt idx="1015">
                  <c:v>-0.36199999999999999</c:v>
                </c:pt>
                <c:pt idx="1016">
                  <c:v>-0.36199999999999999</c:v>
                </c:pt>
                <c:pt idx="1017">
                  <c:v>-0.377</c:v>
                </c:pt>
                <c:pt idx="1018">
                  <c:v>-0.32500000000000001</c:v>
                </c:pt>
                <c:pt idx="1019">
                  <c:v>-0.315</c:v>
                </c:pt>
                <c:pt idx="1020">
                  <c:v>-0.28100000000000003</c:v>
                </c:pt>
                <c:pt idx="1021">
                  <c:v>-0.29799999999999999</c:v>
                </c:pt>
                <c:pt idx="1022">
                  <c:v>-0.29099999999999998</c:v>
                </c:pt>
                <c:pt idx="1023">
                  <c:v>-0.32500000000000001</c:v>
                </c:pt>
                <c:pt idx="1024">
                  <c:v>-0.32300000000000001</c:v>
                </c:pt>
                <c:pt idx="1025">
                  <c:v>-0.32900000000000001</c:v>
                </c:pt>
                <c:pt idx="1026">
                  <c:v>-0.34399999999999997</c:v>
                </c:pt>
                <c:pt idx="1027">
                  <c:v>-0.34799999999999998</c:v>
                </c:pt>
                <c:pt idx="1028">
                  <c:v>-0.37</c:v>
                </c:pt>
                <c:pt idx="1029">
                  <c:v>-0.42599999999999999</c:v>
                </c:pt>
                <c:pt idx="1030">
                  <c:v>-0.46899999999999997</c:v>
                </c:pt>
                <c:pt idx="1031">
                  <c:v>-0.42699999999999999</c:v>
                </c:pt>
                <c:pt idx="1032">
                  <c:v>-0.44700000000000001</c:v>
                </c:pt>
                <c:pt idx="1033">
                  <c:v>-0.48499999999999999</c:v>
                </c:pt>
                <c:pt idx="1034">
                  <c:v>-0.49</c:v>
                </c:pt>
                <c:pt idx="1035">
                  <c:v>-0.50800000000000001</c:v>
                </c:pt>
                <c:pt idx="1036">
                  <c:v>-0.502</c:v>
                </c:pt>
                <c:pt idx="1037">
                  <c:v>-0.42899999999999999</c:v>
                </c:pt>
                <c:pt idx="1038">
                  <c:v>-0.35499999999999998</c:v>
                </c:pt>
                <c:pt idx="1039">
                  <c:v>-0.29699999999999999</c:v>
                </c:pt>
                <c:pt idx="1040">
                  <c:v>-0.221</c:v>
                </c:pt>
                <c:pt idx="1041">
                  <c:v>-0.63600000000000001</c:v>
                </c:pt>
                <c:pt idx="1042">
                  <c:v>-0.67400000000000004</c:v>
                </c:pt>
                <c:pt idx="1043">
                  <c:v>-0.69599999999999995</c:v>
                </c:pt>
                <c:pt idx="1044">
                  <c:v>-0.65400000000000003</c:v>
                </c:pt>
                <c:pt idx="1045">
                  <c:v>-0.61199999999999999</c:v>
                </c:pt>
                <c:pt idx="1046">
                  <c:v>-0.55300000000000005</c:v>
                </c:pt>
                <c:pt idx="1047">
                  <c:v>-0.59399999999999997</c:v>
                </c:pt>
                <c:pt idx="1048">
                  <c:v>-0.57399999999999995</c:v>
                </c:pt>
                <c:pt idx="1049">
                  <c:v>-0.55100000000000005</c:v>
                </c:pt>
                <c:pt idx="1050">
                  <c:v>-0.55400000000000005</c:v>
                </c:pt>
                <c:pt idx="1051">
                  <c:v>-0.51800000000000002</c:v>
                </c:pt>
                <c:pt idx="1052">
                  <c:v>-0.49099999999999999</c:v>
                </c:pt>
                <c:pt idx="1053">
                  <c:v>-0.52800000000000002</c:v>
                </c:pt>
                <c:pt idx="1054">
                  <c:v>-0.54200000000000004</c:v>
                </c:pt>
                <c:pt idx="1055">
                  <c:v>-0.46700000000000003</c:v>
                </c:pt>
                <c:pt idx="1056">
                  <c:v>-0.442</c:v>
                </c:pt>
                <c:pt idx="1057">
                  <c:v>-0.438</c:v>
                </c:pt>
                <c:pt idx="1058">
                  <c:v>-0.41099999999999998</c:v>
                </c:pt>
                <c:pt idx="1059">
                  <c:v>-0.41799999999999998</c:v>
                </c:pt>
                <c:pt idx="1060">
                  <c:v>-0.44700000000000001</c:v>
                </c:pt>
                <c:pt idx="1061">
                  <c:v>-0.55300000000000005</c:v>
                </c:pt>
                <c:pt idx="1062">
                  <c:v>-0.59699999999999998</c:v>
                </c:pt>
                <c:pt idx="1063">
                  <c:v>-0.58899999999999997</c:v>
                </c:pt>
                <c:pt idx="1064">
                  <c:v>-0.66600000000000004</c:v>
                </c:pt>
                <c:pt idx="1065">
                  <c:v>-0.72</c:v>
                </c:pt>
                <c:pt idx="1066">
                  <c:v>-0.73199999999999998</c:v>
                </c:pt>
                <c:pt idx="1067">
                  <c:v>-0.68400000000000005</c:v>
                </c:pt>
                <c:pt idx="1068">
                  <c:v>-0.58399999999999996</c:v>
                </c:pt>
                <c:pt idx="1069">
                  <c:v>-0.59399999999999997</c:v>
                </c:pt>
                <c:pt idx="1070">
                  <c:v>-0.53400000000000003</c:v>
                </c:pt>
                <c:pt idx="1071">
                  <c:v>-0.56899999999999995</c:v>
                </c:pt>
                <c:pt idx="1072">
                  <c:v>-0.51</c:v>
                </c:pt>
                <c:pt idx="1073">
                  <c:v>-0.48</c:v>
                </c:pt>
                <c:pt idx="1074">
                  <c:v>-0.47899999999999998</c:v>
                </c:pt>
                <c:pt idx="1075">
                  <c:v>-0.438</c:v>
                </c:pt>
                <c:pt idx="1076">
                  <c:v>-0.35899999999999999</c:v>
                </c:pt>
                <c:pt idx="1077">
                  <c:v>-0.45</c:v>
                </c:pt>
                <c:pt idx="1078">
                  <c:v>-0.47899999999999998</c:v>
                </c:pt>
                <c:pt idx="1079">
                  <c:v>-0.41599999999999998</c:v>
                </c:pt>
                <c:pt idx="1080">
                  <c:v>-0.42599999999999999</c:v>
                </c:pt>
                <c:pt idx="1081">
                  <c:v>-0.42099999999999999</c:v>
                </c:pt>
                <c:pt idx="1082">
                  <c:v>-0.39400000000000002</c:v>
                </c:pt>
                <c:pt idx="1083">
                  <c:v>-0.33200000000000002</c:v>
                </c:pt>
                <c:pt idx="1084">
                  <c:v>-0.154</c:v>
                </c:pt>
                <c:pt idx="1085">
                  <c:v>-0.154</c:v>
                </c:pt>
                <c:pt idx="1086">
                  <c:v>-7.4999999999999997E-2</c:v>
                </c:pt>
                <c:pt idx="1087">
                  <c:v>4.8000000000000001E-2</c:v>
                </c:pt>
                <c:pt idx="1088">
                  <c:v>3.4000000000000002E-2</c:v>
                </c:pt>
                <c:pt idx="1089">
                  <c:v>8.5999999999999993E-2</c:v>
                </c:pt>
                <c:pt idx="1090">
                  <c:v>9.4E-2</c:v>
                </c:pt>
                <c:pt idx="1091">
                  <c:v>9.8000000000000004E-2</c:v>
                </c:pt>
                <c:pt idx="1092">
                  <c:v>1.7000000000000001E-2</c:v>
                </c:pt>
                <c:pt idx="1093">
                  <c:v>4.2999999999999997E-2</c:v>
                </c:pt>
                <c:pt idx="1094">
                  <c:v>-6.7000000000000004E-2</c:v>
                </c:pt>
                <c:pt idx="1095">
                  <c:v>-0.104</c:v>
                </c:pt>
                <c:pt idx="1096">
                  <c:v>-0.161</c:v>
                </c:pt>
                <c:pt idx="1097">
                  <c:v>-0.23300000000000001</c:v>
                </c:pt>
                <c:pt idx="1098">
                  <c:v>-0.316</c:v>
                </c:pt>
                <c:pt idx="1099">
                  <c:v>-0.34100000000000003</c:v>
                </c:pt>
                <c:pt idx="1100">
                  <c:v>-0.308</c:v>
                </c:pt>
                <c:pt idx="1101">
                  <c:v>-0.216</c:v>
                </c:pt>
                <c:pt idx="1102">
                  <c:v>-0.23400000000000001</c:v>
                </c:pt>
                <c:pt idx="1103">
                  <c:v>-0.251</c:v>
                </c:pt>
                <c:pt idx="1104">
                  <c:v>-0.2</c:v>
                </c:pt>
                <c:pt idx="1105">
                  <c:v>-0.185</c:v>
                </c:pt>
                <c:pt idx="1106">
                  <c:v>-0.13700000000000001</c:v>
                </c:pt>
                <c:pt idx="1107">
                  <c:v>-0.27</c:v>
                </c:pt>
                <c:pt idx="1108">
                  <c:v>-0.26700000000000002</c:v>
                </c:pt>
                <c:pt idx="1109">
                  <c:v>-0.28399999999999997</c:v>
                </c:pt>
                <c:pt idx="1110">
                  <c:v>-0.26600000000000001</c:v>
                </c:pt>
                <c:pt idx="1111">
                  <c:v>-0.30299999999999999</c:v>
                </c:pt>
                <c:pt idx="1112">
                  <c:v>-0.28100000000000003</c:v>
                </c:pt>
                <c:pt idx="1113">
                  <c:v>-0.28799999999999998</c:v>
                </c:pt>
                <c:pt idx="1114">
                  <c:v>-0.25900000000000001</c:v>
                </c:pt>
                <c:pt idx="1115">
                  <c:v>-0.215</c:v>
                </c:pt>
                <c:pt idx="1116">
                  <c:v>-0.13500000000000001</c:v>
                </c:pt>
                <c:pt idx="1117">
                  <c:v>-5.5E-2</c:v>
                </c:pt>
                <c:pt idx="1118">
                  <c:v>-0.10199999999999999</c:v>
                </c:pt>
                <c:pt idx="1119">
                  <c:v>-5.0999999999999997E-2</c:v>
                </c:pt>
                <c:pt idx="1120">
                  <c:v>-4.7E-2</c:v>
                </c:pt>
                <c:pt idx="1121">
                  <c:v>8.0000000000000002E-3</c:v>
                </c:pt>
                <c:pt idx="1122">
                  <c:v>-1.7000000000000001E-2</c:v>
                </c:pt>
                <c:pt idx="1123">
                  <c:v>0.106</c:v>
                </c:pt>
                <c:pt idx="1124">
                  <c:v>2E-3</c:v>
                </c:pt>
                <c:pt idx="1125">
                  <c:v>6.0000000000000001E-3</c:v>
                </c:pt>
                <c:pt idx="1126">
                  <c:v>6.0000000000000001E-3</c:v>
                </c:pt>
                <c:pt idx="1127">
                  <c:v>-1.4999999999999999E-2</c:v>
                </c:pt>
                <c:pt idx="1128">
                  <c:v>-3.2000000000000001E-2</c:v>
                </c:pt>
                <c:pt idx="1129">
                  <c:v>-3.0000000000000001E-3</c:v>
                </c:pt>
                <c:pt idx="1130">
                  <c:v>4.0000000000000001E-3</c:v>
                </c:pt>
                <c:pt idx="1131">
                  <c:v>5.8999999999999997E-2</c:v>
                </c:pt>
                <c:pt idx="1132">
                  <c:v>0.156</c:v>
                </c:pt>
                <c:pt idx="1133">
                  <c:v>0.185</c:v>
                </c:pt>
                <c:pt idx="1134">
                  <c:v>4.9000000000000002E-2</c:v>
                </c:pt>
                <c:pt idx="1135">
                  <c:v>0.157</c:v>
                </c:pt>
                <c:pt idx="1136">
                  <c:v>6.8000000000000005E-2</c:v>
                </c:pt>
                <c:pt idx="1137">
                  <c:v>4.2999999999999997E-2</c:v>
                </c:pt>
                <c:pt idx="1138">
                  <c:v>-8.7999999999999995E-2</c:v>
                </c:pt>
                <c:pt idx="1139">
                  <c:v>-0.217</c:v>
                </c:pt>
                <c:pt idx="1140">
                  <c:v>-0.13300000000000001</c:v>
                </c:pt>
                <c:pt idx="1141">
                  <c:v>-0.1</c:v>
                </c:pt>
                <c:pt idx="1142">
                  <c:v>-0.10299999999999999</c:v>
                </c:pt>
                <c:pt idx="1143">
                  <c:v>-0.19400000000000001</c:v>
                </c:pt>
                <c:pt idx="1144">
                  <c:v>-0.221</c:v>
                </c:pt>
                <c:pt idx="1145">
                  <c:v>-0.2</c:v>
                </c:pt>
                <c:pt idx="1146">
                  <c:v>-0.16700000000000001</c:v>
                </c:pt>
                <c:pt idx="1147">
                  <c:v>-0.16700000000000001</c:v>
                </c:pt>
                <c:pt idx="1148">
                  <c:v>-0.25</c:v>
                </c:pt>
                <c:pt idx="1149">
                  <c:v>-0.26700000000000002</c:v>
                </c:pt>
                <c:pt idx="1150">
                  <c:v>-0.186</c:v>
                </c:pt>
                <c:pt idx="1151">
                  <c:v>-0.17799999999999999</c:v>
                </c:pt>
                <c:pt idx="1152">
                  <c:v>-0.17100000000000001</c:v>
                </c:pt>
                <c:pt idx="1153">
                  <c:v>-0.122</c:v>
                </c:pt>
                <c:pt idx="1154">
                  <c:v>-0.14899999999999999</c:v>
                </c:pt>
                <c:pt idx="1155">
                  <c:v>-0.30099999999999999</c:v>
                </c:pt>
                <c:pt idx="1156">
                  <c:v>-0.505</c:v>
                </c:pt>
                <c:pt idx="1157">
                  <c:v>-0.505</c:v>
                </c:pt>
                <c:pt idx="1158">
                  <c:v>-0.42899999999999999</c:v>
                </c:pt>
                <c:pt idx="1159">
                  <c:v>-0.57099999999999995</c:v>
                </c:pt>
                <c:pt idx="1160">
                  <c:v>-0.57699999999999996</c:v>
                </c:pt>
                <c:pt idx="1161">
                  <c:v>-0.57799999999999996</c:v>
                </c:pt>
                <c:pt idx="1162">
                  <c:v>-0.51700000000000002</c:v>
                </c:pt>
                <c:pt idx="1163">
                  <c:v>-0.44500000000000001</c:v>
                </c:pt>
                <c:pt idx="1164">
                  <c:v>-0.44800000000000001</c:v>
                </c:pt>
                <c:pt idx="1165">
                  <c:v>-0.41699999999999998</c:v>
                </c:pt>
                <c:pt idx="1166">
                  <c:v>-0.39500000000000002</c:v>
                </c:pt>
                <c:pt idx="1167">
                  <c:v>-0.35299999999999998</c:v>
                </c:pt>
                <c:pt idx="1168">
                  <c:v>-0.46100000000000002</c:v>
                </c:pt>
                <c:pt idx="1169">
                  <c:v>-0.52500000000000002</c:v>
                </c:pt>
                <c:pt idx="1170">
                  <c:v>-0.51100000000000001</c:v>
                </c:pt>
                <c:pt idx="1171">
                  <c:v>-0.48499999999999999</c:v>
                </c:pt>
                <c:pt idx="1172">
                  <c:v>-0.47799999999999998</c:v>
                </c:pt>
                <c:pt idx="1173">
                  <c:v>-0.498</c:v>
                </c:pt>
                <c:pt idx="1174">
                  <c:v>-0.48699999999999999</c:v>
                </c:pt>
                <c:pt idx="1175">
                  <c:v>-0.496</c:v>
                </c:pt>
                <c:pt idx="1176">
                  <c:v>-0.61499999999999999</c:v>
                </c:pt>
                <c:pt idx="1177">
                  <c:v>-0.55400000000000005</c:v>
                </c:pt>
                <c:pt idx="1178">
                  <c:v>-0.443</c:v>
                </c:pt>
                <c:pt idx="1179">
                  <c:v>-0.47899999999999998</c:v>
                </c:pt>
                <c:pt idx="1180">
                  <c:v>-0.44900000000000001</c:v>
                </c:pt>
                <c:pt idx="1181">
                  <c:v>-0.44</c:v>
                </c:pt>
                <c:pt idx="1182">
                  <c:v>-0.40300000000000002</c:v>
                </c:pt>
                <c:pt idx="1183">
                  <c:v>-0.28899999999999998</c:v>
                </c:pt>
                <c:pt idx="1184">
                  <c:v>-0.20399999999999999</c:v>
                </c:pt>
                <c:pt idx="1185">
                  <c:v>-0.16600000000000001</c:v>
                </c:pt>
                <c:pt idx="1186">
                  <c:v>-0.13100000000000001</c:v>
                </c:pt>
                <c:pt idx="1187">
                  <c:v>-0.104</c:v>
                </c:pt>
                <c:pt idx="1188">
                  <c:v>-0.154</c:v>
                </c:pt>
                <c:pt idx="1189">
                  <c:v>-5.8999999999999997E-2</c:v>
                </c:pt>
                <c:pt idx="1190">
                  <c:v>-1.2E-2</c:v>
                </c:pt>
                <c:pt idx="1191">
                  <c:v>-3.4000000000000002E-2</c:v>
                </c:pt>
                <c:pt idx="1192">
                  <c:v>-6.0999999999999999E-2</c:v>
                </c:pt>
                <c:pt idx="1193">
                  <c:v>-4.3999999999999997E-2</c:v>
                </c:pt>
                <c:pt idx="1194">
                  <c:v>0.105</c:v>
                </c:pt>
                <c:pt idx="1195">
                  <c:v>0.129</c:v>
                </c:pt>
                <c:pt idx="1196">
                  <c:v>0.11</c:v>
                </c:pt>
                <c:pt idx="1197">
                  <c:v>0.09</c:v>
                </c:pt>
                <c:pt idx="1198">
                  <c:v>0.08</c:v>
                </c:pt>
                <c:pt idx="1199">
                  <c:v>7.6999999999999999E-2</c:v>
                </c:pt>
                <c:pt idx="1200">
                  <c:v>0.161</c:v>
                </c:pt>
                <c:pt idx="1201">
                  <c:v>0.20300000000000001</c:v>
                </c:pt>
                <c:pt idx="1202">
                  <c:v>0.14899999999999999</c:v>
                </c:pt>
                <c:pt idx="1203">
                  <c:v>0.105</c:v>
                </c:pt>
                <c:pt idx="1204">
                  <c:v>0.16600000000000001</c:v>
                </c:pt>
                <c:pt idx="1205">
                  <c:v>0.16600000000000001</c:v>
                </c:pt>
                <c:pt idx="1206">
                  <c:v>0.14299999999999999</c:v>
                </c:pt>
                <c:pt idx="1207">
                  <c:v>0.13</c:v>
                </c:pt>
                <c:pt idx="1208">
                  <c:v>6.3E-2</c:v>
                </c:pt>
                <c:pt idx="1209">
                  <c:v>0.08</c:v>
                </c:pt>
                <c:pt idx="1210">
                  <c:v>0.14699999999999999</c:v>
                </c:pt>
                <c:pt idx="1211">
                  <c:v>7.3999999999999996E-2</c:v>
                </c:pt>
                <c:pt idx="1212">
                  <c:v>0.11799999999999999</c:v>
                </c:pt>
                <c:pt idx="1213">
                  <c:v>0.10199999999999999</c:v>
                </c:pt>
                <c:pt idx="1214">
                  <c:v>0.152</c:v>
                </c:pt>
                <c:pt idx="1215">
                  <c:v>0.16600000000000001</c:v>
                </c:pt>
                <c:pt idx="1216">
                  <c:v>0.11600000000000001</c:v>
                </c:pt>
                <c:pt idx="1217">
                  <c:v>0.113</c:v>
                </c:pt>
                <c:pt idx="1218">
                  <c:v>9.7000000000000003E-2</c:v>
                </c:pt>
                <c:pt idx="1219">
                  <c:v>4.7E-2</c:v>
                </c:pt>
                <c:pt idx="1220">
                  <c:v>6.4000000000000001E-2</c:v>
                </c:pt>
                <c:pt idx="1221">
                  <c:v>6.0999999999999999E-2</c:v>
                </c:pt>
                <c:pt idx="1222">
                  <c:v>-5.7000000000000002E-2</c:v>
                </c:pt>
                <c:pt idx="1223">
                  <c:v>-0.09</c:v>
                </c:pt>
                <c:pt idx="1224">
                  <c:v>-4.0000000000000001E-3</c:v>
                </c:pt>
                <c:pt idx="1225">
                  <c:v>-0.02</c:v>
                </c:pt>
                <c:pt idx="1226">
                  <c:v>7.0000000000000001E-3</c:v>
                </c:pt>
                <c:pt idx="1227">
                  <c:v>0.05</c:v>
                </c:pt>
                <c:pt idx="1228">
                  <c:v>-1.9E-2</c:v>
                </c:pt>
                <c:pt idx="1229">
                  <c:v>7.6999999999999999E-2</c:v>
                </c:pt>
                <c:pt idx="1230">
                  <c:v>0.11</c:v>
                </c:pt>
                <c:pt idx="1231">
                  <c:v>0.17</c:v>
                </c:pt>
                <c:pt idx="1232">
                  <c:v>0.22700000000000001</c:v>
                </c:pt>
                <c:pt idx="1233">
                  <c:v>0.316</c:v>
                </c:pt>
                <c:pt idx="1234">
                  <c:v>0.28999999999999998</c:v>
                </c:pt>
                <c:pt idx="1235">
                  <c:v>0.307</c:v>
                </c:pt>
                <c:pt idx="1236">
                  <c:v>0.27700000000000002</c:v>
                </c:pt>
                <c:pt idx="1237">
                  <c:v>0.26700000000000002</c:v>
                </c:pt>
                <c:pt idx="1238">
                  <c:v>0.314</c:v>
                </c:pt>
                <c:pt idx="1239">
                  <c:v>0.32700000000000001</c:v>
                </c:pt>
                <c:pt idx="1240">
                  <c:v>0.26800000000000002</c:v>
                </c:pt>
                <c:pt idx="1241">
                  <c:v>0.27100000000000002</c:v>
                </c:pt>
                <c:pt idx="1242">
                  <c:v>0.28499999999999998</c:v>
                </c:pt>
                <c:pt idx="1243">
                  <c:v>0.34100000000000003</c:v>
                </c:pt>
                <c:pt idx="1244">
                  <c:v>0.32400000000000001</c:v>
                </c:pt>
                <c:pt idx="1245">
                  <c:v>0.33100000000000002</c:v>
                </c:pt>
                <c:pt idx="1246">
                  <c:v>0.33800000000000002</c:v>
                </c:pt>
                <c:pt idx="1247">
                  <c:v>0.34100000000000003</c:v>
                </c:pt>
                <c:pt idx="1248">
                  <c:v>0.30499999999999999</c:v>
                </c:pt>
                <c:pt idx="1249">
                  <c:v>0.28899999999999998</c:v>
                </c:pt>
                <c:pt idx="1250">
                  <c:v>0.28899999999999998</c:v>
                </c:pt>
                <c:pt idx="1251">
                  <c:v>0.27300000000000002</c:v>
                </c:pt>
                <c:pt idx="1252">
                  <c:v>0.19800000000000001</c:v>
                </c:pt>
                <c:pt idx="1253">
                  <c:v>0.19800000000000001</c:v>
                </c:pt>
                <c:pt idx="1254">
                  <c:v>0.21199999999999999</c:v>
                </c:pt>
                <c:pt idx="1255">
                  <c:v>0.24099999999999999</c:v>
                </c:pt>
                <c:pt idx="1256">
                  <c:v>0.28399999999999997</c:v>
                </c:pt>
                <c:pt idx="1257">
                  <c:v>0.251</c:v>
                </c:pt>
                <c:pt idx="1258">
                  <c:v>0.27400000000000002</c:v>
                </c:pt>
                <c:pt idx="1259">
                  <c:v>0.3</c:v>
                </c:pt>
                <c:pt idx="1260">
                  <c:v>0.31</c:v>
                </c:pt>
                <c:pt idx="1261">
                  <c:v>0.28100000000000003</c:v>
                </c:pt>
                <c:pt idx="1262">
                  <c:v>0.34599999999999997</c:v>
                </c:pt>
                <c:pt idx="1263">
                  <c:v>0.379</c:v>
                </c:pt>
                <c:pt idx="1264">
                  <c:v>0.34</c:v>
                </c:pt>
                <c:pt idx="1265">
                  <c:v>0.35</c:v>
                </c:pt>
                <c:pt idx="1266">
                  <c:v>0.41499999999999998</c:v>
                </c:pt>
                <c:pt idx="1267">
                  <c:v>0.32800000000000001</c:v>
                </c:pt>
                <c:pt idx="1268">
                  <c:v>0.33400000000000002</c:v>
                </c:pt>
                <c:pt idx="1269">
                  <c:v>0.28899999999999998</c:v>
                </c:pt>
                <c:pt idx="1270">
                  <c:v>0.28599999999999998</c:v>
                </c:pt>
                <c:pt idx="1271">
                  <c:v>0.36099999999999999</c:v>
                </c:pt>
                <c:pt idx="1272">
                  <c:v>0.39</c:v>
                </c:pt>
                <c:pt idx="1273">
                  <c:v>0.36399999999999999</c:v>
                </c:pt>
                <c:pt idx="1274">
                  <c:v>0.36399999999999999</c:v>
                </c:pt>
                <c:pt idx="1275">
                  <c:v>0.36399999999999999</c:v>
                </c:pt>
                <c:pt idx="1276">
                  <c:v>0.46100000000000002</c:v>
                </c:pt>
                <c:pt idx="1277">
                  <c:v>0.38700000000000001</c:v>
                </c:pt>
                <c:pt idx="1278">
                  <c:v>0.40600000000000003</c:v>
                </c:pt>
                <c:pt idx="1279">
                  <c:v>0.4</c:v>
                </c:pt>
                <c:pt idx="1280">
                  <c:v>0.42899999999999999</c:v>
                </c:pt>
                <c:pt idx="1281">
                  <c:v>0.39700000000000002</c:v>
                </c:pt>
                <c:pt idx="1282">
                  <c:v>0.39400000000000002</c:v>
                </c:pt>
                <c:pt idx="1283">
                  <c:v>0.29499999999999998</c:v>
                </c:pt>
                <c:pt idx="1284">
                  <c:v>0.38400000000000001</c:v>
                </c:pt>
                <c:pt idx="1285">
                  <c:v>0.30399999999999999</c:v>
                </c:pt>
                <c:pt idx="1286">
                  <c:v>0.32700000000000001</c:v>
                </c:pt>
                <c:pt idx="1287">
                  <c:v>0.33700000000000002</c:v>
                </c:pt>
                <c:pt idx="1288">
                  <c:v>0.35899999999999999</c:v>
                </c:pt>
                <c:pt idx="1289">
                  <c:v>0.40100000000000002</c:v>
                </c:pt>
                <c:pt idx="1290">
                  <c:v>0.40400000000000003</c:v>
                </c:pt>
                <c:pt idx="1291">
                  <c:v>0.35299999999999998</c:v>
                </c:pt>
                <c:pt idx="1292">
                  <c:v>0.38800000000000001</c:v>
                </c:pt>
                <c:pt idx="1293">
                  <c:v>0.41399999999999998</c:v>
                </c:pt>
                <c:pt idx="1294">
                  <c:v>0.442</c:v>
                </c:pt>
                <c:pt idx="1295">
                  <c:v>0.40400000000000003</c:v>
                </c:pt>
                <c:pt idx="1296">
                  <c:v>0.43</c:v>
                </c:pt>
                <c:pt idx="1297">
                  <c:v>0.5</c:v>
                </c:pt>
                <c:pt idx="1298">
                  <c:v>0.48699999999999999</c:v>
                </c:pt>
                <c:pt idx="1299">
                  <c:v>0.30199999999999999</c:v>
                </c:pt>
                <c:pt idx="1300">
                  <c:v>0.32600000000000001</c:v>
                </c:pt>
                <c:pt idx="1301">
                  <c:v>0.309</c:v>
                </c:pt>
                <c:pt idx="1302">
                  <c:v>0.248</c:v>
                </c:pt>
                <c:pt idx="1303">
                  <c:v>0.29099999999999998</c:v>
                </c:pt>
                <c:pt idx="1304">
                  <c:v>0.29499999999999998</c:v>
                </c:pt>
                <c:pt idx="1305">
                  <c:v>0.23</c:v>
                </c:pt>
                <c:pt idx="1306">
                  <c:v>0.27100000000000002</c:v>
                </c:pt>
                <c:pt idx="1307">
                  <c:v>0.33700000000000002</c:v>
                </c:pt>
                <c:pt idx="1308">
                  <c:v>0.32200000000000001</c:v>
                </c:pt>
                <c:pt idx="1309">
                  <c:v>0.311</c:v>
                </c:pt>
                <c:pt idx="1310">
                  <c:v>0.36199999999999999</c:v>
                </c:pt>
                <c:pt idx="1311">
                  <c:v>0.36399999999999999</c:v>
                </c:pt>
                <c:pt idx="1312">
                  <c:v>0.33700000000000002</c:v>
                </c:pt>
                <c:pt idx="1313">
                  <c:v>0.45300000000000001</c:v>
                </c:pt>
                <c:pt idx="1314">
                  <c:v>0.51900000000000002</c:v>
                </c:pt>
                <c:pt idx="1315">
                  <c:v>0.46899999999999997</c:v>
                </c:pt>
                <c:pt idx="1316">
                  <c:v>0.40400000000000003</c:v>
                </c:pt>
                <c:pt idx="1317">
                  <c:v>0.39100000000000001</c:v>
                </c:pt>
                <c:pt idx="1318">
                  <c:v>0.46800000000000003</c:v>
                </c:pt>
                <c:pt idx="1319">
                  <c:v>0.46100000000000002</c:v>
                </c:pt>
                <c:pt idx="1320">
                  <c:v>0.439</c:v>
                </c:pt>
                <c:pt idx="1321">
                  <c:v>0.47499999999999998</c:v>
                </c:pt>
                <c:pt idx="1322">
                  <c:v>0.46</c:v>
                </c:pt>
                <c:pt idx="1323">
                  <c:v>0.33500000000000002</c:v>
                </c:pt>
                <c:pt idx="1324">
                  <c:v>0.32</c:v>
                </c:pt>
                <c:pt idx="1325">
                  <c:v>0.36299999999999999</c:v>
                </c:pt>
                <c:pt idx="1326">
                  <c:v>0.251</c:v>
                </c:pt>
                <c:pt idx="1327">
                  <c:v>0.161</c:v>
                </c:pt>
                <c:pt idx="1328">
                  <c:v>0.17299999999999999</c:v>
                </c:pt>
                <c:pt idx="1329">
                  <c:v>0.215</c:v>
                </c:pt>
                <c:pt idx="1330">
                  <c:v>0.22</c:v>
                </c:pt>
                <c:pt idx="1331">
                  <c:v>0.252</c:v>
                </c:pt>
                <c:pt idx="1332">
                  <c:v>0.23400000000000001</c:v>
                </c:pt>
                <c:pt idx="1333">
                  <c:v>0.193</c:v>
                </c:pt>
                <c:pt idx="1334">
                  <c:v>0.22</c:v>
                </c:pt>
                <c:pt idx="1335">
                  <c:v>0.21</c:v>
                </c:pt>
                <c:pt idx="1336">
                  <c:v>0.182</c:v>
                </c:pt>
                <c:pt idx="1337">
                  <c:v>0.17899999999999999</c:v>
                </c:pt>
                <c:pt idx="1338">
                  <c:v>0.17899999999999999</c:v>
                </c:pt>
                <c:pt idx="1339">
                  <c:v>0.221</c:v>
                </c:pt>
                <c:pt idx="1340">
                  <c:v>0.222</c:v>
                </c:pt>
                <c:pt idx="1341">
                  <c:v>0.23899999999999999</c:v>
                </c:pt>
                <c:pt idx="1342">
                  <c:v>0.24299999999999999</c:v>
                </c:pt>
                <c:pt idx="1343">
                  <c:v>0.22500000000000001</c:v>
                </c:pt>
                <c:pt idx="1344">
                  <c:v>0.27400000000000002</c:v>
                </c:pt>
                <c:pt idx="1345">
                  <c:v>0.27100000000000002</c:v>
                </c:pt>
                <c:pt idx="1346">
                  <c:v>0.217</c:v>
                </c:pt>
                <c:pt idx="1347">
                  <c:v>0.17699999999999999</c:v>
                </c:pt>
                <c:pt idx="1348">
                  <c:v>0.14099999999999999</c:v>
                </c:pt>
                <c:pt idx="1349">
                  <c:v>0.17100000000000001</c:v>
                </c:pt>
                <c:pt idx="1350">
                  <c:v>0.17100000000000001</c:v>
                </c:pt>
                <c:pt idx="1351">
                  <c:v>0.2</c:v>
                </c:pt>
                <c:pt idx="1352">
                  <c:v>0.20799999999999999</c:v>
                </c:pt>
                <c:pt idx="1353">
                  <c:v>0.161</c:v>
                </c:pt>
                <c:pt idx="1354">
                  <c:v>0.151</c:v>
                </c:pt>
                <c:pt idx="1355">
                  <c:v>0.129</c:v>
                </c:pt>
                <c:pt idx="1356">
                  <c:v>9.9000000000000005E-2</c:v>
                </c:pt>
                <c:pt idx="1357">
                  <c:v>0.15</c:v>
                </c:pt>
                <c:pt idx="1358">
                  <c:v>0.14699999999999999</c:v>
                </c:pt>
                <c:pt idx="1359">
                  <c:v>0.185</c:v>
                </c:pt>
                <c:pt idx="1360">
                  <c:v>0.19600000000000001</c:v>
                </c:pt>
                <c:pt idx="1361">
                  <c:v>0.249</c:v>
                </c:pt>
                <c:pt idx="1362">
                  <c:v>0.27500000000000002</c:v>
                </c:pt>
                <c:pt idx="1363">
                  <c:v>0.214</c:v>
                </c:pt>
                <c:pt idx="1364">
                  <c:v>0.215</c:v>
                </c:pt>
                <c:pt idx="1365">
                  <c:v>0.223</c:v>
                </c:pt>
                <c:pt idx="1366">
                  <c:v>0.19900000000000001</c:v>
                </c:pt>
                <c:pt idx="1367">
                  <c:v>0.20300000000000001</c:v>
                </c:pt>
                <c:pt idx="1368">
                  <c:v>0.222</c:v>
                </c:pt>
                <c:pt idx="1369">
                  <c:v>0.215</c:v>
                </c:pt>
                <c:pt idx="1370">
                  <c:v>0.216</c:v>
                </c:pt>
                <c:pt idx="1371">
                  <c:v>0.26500000000000001</c:v>
                </c:pt>
                <c:pt idx="1372">
                  <c:v>0.28399999999999997</c:v>
                </c:pt>
                <c:pt idx="1373">
                  <c:v>0.23799999999999999</c:v>
                </c:pt>
                <c:pt idx="1374">
                  <c:v>0.26</c:v>
                </c:pt>
                <c:pt idx="1375">
                  <c:v>0.27500000000000002</c:v>
                </c:pt>
                <c:pt idx="1376">
                  <c:v>0.28799999999999998</c:v>
                </c:pt>
                <c:pt idx="1377">
                  <c:v>0.31</c:v>
                </c:pt>
                <c:pt idx="1378">
                  <c:v>0.31</c:v>
                </c:pt>
                <c:pt idx="1379">
                  <c:v>0.39300000000000002</c:v>
                </c:pt>
                <c:pt idx="1380">
                  <c:v>0.434</c:v>
                </c:pt>
                <c:pt idx="1381">
                  <c:v>0.434</c:v>
                </c:pt>
                <c:pt idx="1382">
                  <c:v>0.38600000000000001</c:v>
                </c:pt>
                <c:pt idx="1383">
                  <c:v>0.36799999999999999</c:v>
                </c:pt>
                <c:pt idx="1384">
                  <c:v>0.42599999999999999</c:v>
                </c:pt>
                <c:pt idx="1385">
                  <c:v>0.39800000000000002</c:v>
                </c:pt>
                <c:pt idx="1386">
                  <c:v>0.39800000000000002</c:v>
                </c:pt>
                <c:pt idx="1387">
                  <c:v>0.36099999999999999</c:v>
                </c:pt>
                <c:pt idx="1388">
                  <c:v>0.34399999999999997</c:v>
                </c:pt>
                <c:pt idx="1389">
                  <c:v>0.34399999999999997</c:v>
                </c:pt>
                <c:pt idx="1390">
                  <c:v>0.28399999999999997</c:v>
                </c:pt>
                <c:pt idx="1391">
                  <c:v>0.23599999999999999</c:v>
                </c:pt>
                <c:pt idx="1392">
                  <c:v>0.30099999999999999</c:v>
                </c:pt>
                <c:pt idx="1393">
                  <c:v>0.34699999999999998</c:v>
                </c:pt>
                <c:pt idx="1394">
                  <c:v>0.33700000000000002</c:v>
                </c:pt>
                <c:pt idx="1395">
                  <c:v>0.34899999999999998</c:v>
                </c:pt>
                <c:pt idx="1396">
                  <c:v>0.34699999999999998</c:v>
                </c:pt>
                <c:pt idx="1397">
                  <c:v>0.32200000000000001</c:v>
                </c:pt>
                <c:pt idx="1398">
                  <c:v>0.249</c:v>
                </c:pt>
                <c:pt idx="1399">
                  <c:v>0.26700000000000002</c:v>
                </c:pt>
                <c:pt idx="1400">
                  <c:v>0.32400000000000001</c:v>
                </c:pt>
                <c:pt idx="1401">
                  <c:v>0.20300000000000001</c:v>
                </c:pt>
                <c:pt idx="1402">
                  <c:v>0.17199999999999999</c:v>
                </c:pt>
                <c:pt idx="1403">
                  <c:v>0.13</c:v>
                </c:pt>
                <c:pt idx="1404">
                  <c:v>0.156</c:v>
                </c:pt>
                <c:pt idx="1405">
                  <c:v>0.188</c:v>
                </c:pt>
                <c:pt idx="1406">
                  <c:v>0.20899999999999999</c:v>
                </c:pt>
                <c:pt idx="1407">
                  <c:v>0.20699999999999999</c:v>
                </c:pt>
                <c:pt idx="1408">
                  <c:v>0.22600000000000001</c:v>
                </c:pt>
                <c:pt idx="1409">
                  <c:v>0.28599999999999998</c:v>
                </c:pt>
                <c:pt idx="1410">
                  <c:v>0.29299999999999998</c:v>
                </c:pt>
                <c:pt idx="1411">
                  <c:v>0.29899999999999999</c:v>
                </c:pt>
                <c:pt idx="1412">
                  <c:v>0.32</c:v>
                </c:pt>
                <c:pt idx="1413">
                  <c:v>0.37</c:v>
                </c:pt>
                <c:pt idx="1414">
                  <c:v>0.377</c:v>
                </c:pt>
                <c:pt idx="1415">
                  <c:v>0.47599999999999998</c:v>
                </c:pt>
                <c:pt idx="1416">
                  <c:v>0.46</c:v>
                </c:pt>
                <c:pt idx="1417">
                  <c:v>0.442</c:v>
                </c:pt>
                <c:pt idx="1418">
                  <c:v>0.443</c:v>
                </c:pt>
                <c:pt idx="1419">
                  <c:v>0.43</c:v>
                </c:pt>
                <c:pt idx="1420">
                  <c:v>0.51800000000000002</c:v>
                </c:pt>
                <c:pt idx="1421">
                  <c:v>0.54400000000000004</c:v>
                </c:pt>
                <c:pt idx="1422">
                  <c:v>0.61799999999999999</c:v>
                </c:pt>
                <c:pt idx="1423">
                  <c:v>0.629</c:v>
                </c:pt>
                <c:pt idx="1424">
                  <c:v>0.61499999999999999</c:v>
                </c:pt>
                <c:pt idx="1425">
                  <c:v>0.63300000000000001</c:v>
                </c:pt>
                <c:pt idx="1426">
                  <c:v>0.72199999999999998</c:v>
                </c:pt>
                <c:pt idx="1427">
                  <c:v>0.70499999999999996</c:v>
                </c:pt>
                <c:pt idx="1428">
                  <c:v>0.73699999999999999</c:v>
                </c:pt>
                <c:pt idx="1429">
                  <c:v>0.84299999999999997</c:v>
                </c:pt>
                <c:pt idx="1430">
                  <c:v>0.86799999999999999</c:v>
                </c:pt>
                <c:pt idx="1431">
                  <c:v>0.81200000000000006</c:v>
                </c:pt>
                <c:pt idx="1432">
                  <c:v>0.77400000000000002</c:v>
                </c:pt>
                <c:pt idx="1433">
                  <c:v>0.66200000000000003</c:v>
                </c:pt>
                <c:pt idx="1434">
                  <c:v>0.66600000000000004</c:v>
                </c:pt>
                <c:pt idx="1435">
                  <c:v>0.72899999999999998</c:v>
                </c:pt>
                <c:pt idx="1436">
                  <c:v>0.8</c:v>
                </c:pt>
                <c:pt idx="1437">
                  <c:v>0.77900000000000003</c:v>
                </c:pt>
                <c:pt idx="1438">
                  <c:v>0.755</c:v>
                </c:pt>
                <c:pt idx="1439">
                  <c:v>0.82799999999999996</c:v>
                </c:pt>
                <c:pt idx="1440">
                  <c:v>0.82899999999999996</c:v>
                </c:pt>
                <c:pt idx="1441">
                  <c:v>0.77700000000000002</c:v>
                </c:pt>
                <c:pt idx="1442">
                  <c:v>0.76400000000000001</c:v>
                </c:pt>
                <c:pt idx="1443">
                  <c:v>0.82</c:v>
                </c:pt>
                <c:pt idx="1444">
                  <c:v>0.83699999999999997</c:v>
                </c:pt>
                <c:pt idx="1445">
                  <c:v>0.82</c:v>
                </c:pt>
                <c:pt idx="1446">
                  <c:v>0.81399999999999995</c:v>
                </c:pt>
                <c:pt idx="1447">
                  <c:v>0.89400000000000002</c:v>
                </c:pt>
                <c:pt idx="1448">
                  <c:v>0.94299999999999995</c:v>
                </c:pt>
                <c:pt idx="1449">
                  <c:v>0.92300000000000004</c:v>
                </c:pt>
                <c:pt idx="1450">
                  <c:v>0.95399999999999996</c:v>
                </c:pt>
                <c:pt idx="1451">
                  <c:v>0.95499999999999996</c:v>
                </c:pt>
                <c:pt idx="1452">
                  <c:v>0.94099999999999995</c:v>
                </c:pt>
                <c:pt idx="1453">
                  <c:v>0.98699999999999999</c:v>
                </c:pt>
                <c:pt idx="1454">
                  <c:v>1.0429999999999999</c:v>
                </c:pt>
                <c:pt idx="1455">
                  <c:v>0.997</c:v>
                </c:pt>
                <c:pt idx="1456">
                  <c:v>0.9</c:v>
                </c:pt>
                <c:pt idx="1457">
                  <c:v>0.88300000000000001</c:v>
                </c:pt>
                <c:pt idx="1458">
                  <c:v>0.90800000000000003</c:v>
                </c:pt>
                <c:pt idx="1459">
                  <c:v>0.89800000000000002</c:v>
                </c:pt>
                <c:pt idx="1460">
                  <c:v>0.87</c:v>
                </c:pt>
                <c:pt idx="1461">
                  <c:v>0.91200000000000003</c:v>
                </c:pt>
                <c:pt idx="1462">
                  <c:v>0.96399999999999997</c:v>
                </c:pt>
                <c:pt idx="1463">
                  <c:v>1.0089999999999999</c:v>
                </c:pt>
                <c:pt idx="1464">
                  <c:v>1.0509999999999999</c:v>
                </c:pt>
                <c:pt idx="1465">
                  <c:v>1.0509999999999999</c:v>
                </c:pt>
                <c:pt idx="1466">
                  <c:v>1.097</c:v>
                </c:pt>
                <c:pt idx="1467">
                  <c:v>1.149</c:v>
                </c:pt>
                <c:pt idx="1468">
                  <c:v>1.173</c:v>
                </c:pt>
                <c:pt idx="1469">
                  <c:v>1.2389999999999999</c:v>
                </c:pt>
                <c:pt idx="1470">
                  <c:v>1.2389999999999999</c:v>
                </c:pt>
                <c:pt idx="1471">
                  <c:v>1.226</c:v>
                </c:pt>
                <c:pt idx="1472">
                  <c:v>1.222</c:v>
                </c:pt>
                <c:pt idx="1473">
                  <c:v>1.2330000000000001</c:v>
                </c:pt>
                <c:pt idx="1474">
                  <c:v>1.1870000000000001</c:v>
                </c:pt>
                <c:pt idx="1475">
                  <c:v>1.181</c:v>
                </c:pt>
                <c:pt idx="1476">
                  <c:v>1.0940000000000001</c:v>
                </c:pt>
                <c:pt idx="1477">
                  <c:v>1.1879999999999999</c:v>
                </c:pt>
                <c:pt idx="1478">
                  <c:v>1.292</c:v>
                </c:pt>
                <c:pt idx="1479">
                  <c:v>1.3089999999999999</c:v>
                </c:pt>
                <c:pt idx="1480">
                  <c:v>1.351</c:v>
                </c:pt>
                <c:pt idx="1481">
                  <c:v>1.298</c:v>
                </c:pt>
                <c:pt idx="1482">
                  <c:v>1.3049999999999999</c:v>
                </c:pt>
                <c:pt idx="1483">
                  <c:v>1.2669999999999999</c:v>
                </c:pt>
                <c:pt idx="1484">
                  <c:v>1.284</c:v>
                </c:pt>
                <c:pt idx="1485">
                  <c:v>1.333</c:v>
                </c:pt>
                <c:pt idx="1486">
                  <c:v>1.288</c:v>
                </c:pt>
                <c:pt idx="1487">
                  <c:v>1.264</c:v>
                </c:pt>
                <c:pt idx="1488">
                  <c:v>1.2429999999999999</c:v>
                </c:pt>
                <c:pt idx="1489">
                  <c:v>1.25</c:v>
                </c:pt>
                <c:pt idx="1490">
                  <c:v>1.175</c:v>
                </c:pt>
                <c:pt idx="1491">
                  <c:v>1.222</c:v>
                </c:pt>
                <c:pt idx="1492">
                  <c:v>1.25</c:v>
                </c:pt>
                <c:pt idx="1493">
                  <c:v>1.226</c:v>
                </c:pt>
                <c:pt idx="1494">
                  <c:v>1.175</c:v>
                </c:pt>
                <c:pt idx="1495">
                  <c:v>1.141</c:v>
                </c:pt>
                <c:pt idx="1496">
                  <c:v>1.121</c:v>
                </c:pt>
                <c:pt idx="1497">
                  <c:v>1.0389999999999999</c:v>
                </c:pt>
                <c:pt idx="1498">
                  <c:v>0.98599999999999999</c:v>
                </c:pt>
                <c:pt idx="1499">
                  <c:v>1.026</c:v>
                </c:pt>
                <c:pt idx="1500">
                  <c:v>1.101</c:v>
                </c:pt>
                <c:pt idx="1501">
                  <c:v>1.1280000000000001</c:v>
                </c:pt>
                <c:pt idx="1502">
                  <c:v>1.226</c:v>
                </c:pt>
                <c:pt idx="1503">
                  <c:v>1.1719999999999999</c:v>
                </c:pt>
                <c:pt idx="1504">
                  <c:v>1.1519999999999999</c:v>
                </c:pt>
                <c:pt idx="1505">
                  <c:v>1.1280000000000001</c:v>
                </c:pt>
                <c:pt idx="1506">
                  <c:v>1.1890000000000001</c:v>
                </c:pt>
                <c:pt idx="1507">
                  <c:v>1.0980000000000001</c:v>
                </c:pt>
                <c:pt idx="1508">
                  <c:v>1.1120000000000001</c:v>
                </c:pt>
                <c:pt idx="1509">
                  <c:v>1.1519999999999999</c:v>
                </c:pt>
                <c:pt idx="1510">
                  <c:v>1.1179999999999999</c:v>
                </c:pt>
                <c:pt idx="1511">
                  <c:v>1.119</c:v>
                </c:pt>
                <c:pt idx="1512">
                  <c:v>1.139</c:v>
                </c:pt>
                <c:pt idx="1513">
                  <c:v>1.169</c:v>
                </c:pt>
                <c:pt idx="1514">
                  <c:v>1.2730000000000001</c:v>
                </c:pt>
                <c:pt idx="1515">
                  <c:v>1.3169999999999999</c:v>
                </c:pt>
                <c:pt idx="1516">
                  <c:v>1.236</c:v>
                </c:pt>
                <c:pt idx="1517">
                  <c:v>1.337</c:v>
                </c:pt>
                <c:pt idx="1518">
                  <c:v>1.236</c:v>
                </c:pt>
                <c:pt idx="1519">
                  <c:v>1.2770000000000001</c:v>
                </c:pt>
                <c:pt idx="1520">
                  <c:v>1.2429999999999999</c:v>
                </c:pt>
                <c:pt idx="1521">
                  <c:v>1.2669999999999999</c:v>
                </c:pt>
                <c:pt idx="1522">
                  <c:v>1.22</c:v>
                </c:pt>
                <c:pt idx="1523">
                  <c:v>1.1459999999999999</c:v>
                </c:pt>
                <c:pt idx="1524">
                  <c:v>1.123</c:v>
                </c:pt>
                <c:pt idx="1525">
                  <c:v>1.1000000000000001</c:v>
                </c:pt>
                <c:pt idx="1526">
                  <c:v>1.048</c:v>
                </c:pt>
                <c:pt idx="1527">
                  <c:v>1.0609999999999999</c:v>
                </c:pt>
                <c:pt idx="1528">
                  <c:v>1.071</c:v>
                </c:pt>
                <c:pt idx="1529">
                  <c:v>1.1970000000000001</c:v>
                </c:pt>
                <c:pt idx="1530">
                  <c:v>1.117</c:v>
                </c:pt>
                <c:pt idx="1531">
                  <c:v>0.999</c:v>
                </c:pt>
                <c:pt idx="1532">
                  <c:v>0.88200000000000001</c:v>
                </c:pt>
                <c:pt idx="1533">
                  <c:v>0.875</c:v>
                </c:pt>
                <c:pt idx="1534">
                  <c:v>0.98</c:v>
                </c:pt>
                <c:pt idx="1535">
                  <c:v>0.93400000000000005</c:v>
                </c:pt>
                <c:pt idx="1536">
                  <c:v>1.0880000000000001</c:v>
                </c:pt>
                <c:pt idx="1537">
                  <c:v>1.03</c:v>
                </c:pt>
                <c:pt idx="1538">
                  <c:v>1.0429999999999999</c:v>
                </c:pt>
                <c:pt idx="1539">
                  <c:v>1.0069999999999999</c:v>
                </c:pt>
                <c:pt idx="1540">
                  <c:v>1.0069999999999999</c:v>
                </c:pt>
                <c:pt idx="1541">
                  <c:v>0.998</c:v>
                </c:pt>
                <c:pt idx="1542">
                  <c:v>0.91300000000000003</c:v>
                </c:pt>
                <c:pt idx="1543">
                  <c:v>1.0169999999999999</c:v>
                </c:pt>
                <c:pt idx="1544">
                  <c:v>1.024</c:v>
                </c:pt>
                <c:pt idx="1545">
                  <c:v>1.0009999999999999</c:v>
                </c:pt>
                <c:pt idx="1546">
                  <c:v>1.0049999999999999</c:v>
                </c:pt>
                <c:pt idx="1547">
                  <c:v>0.98899999999999999</c:v>
                </c:pt>
                <c:pt idx="1548">
                  <c:v>0.99199999999999999</c:v>
                </c:pt>
                <c:pt idx="1549">
                  <c:v>1.0249999999999999</c:v>
                </c:pt>
                <c:pt idx="1550">
                  <c:v>1.1000000000000001</c:v>
                </c:pt>
                <c:pt idx="1551">
                  <c:v>1.123</c:v>
                </c:pt>
                <c:pt idx="1552">
                  <c:v>1.0840000000000001</c:v>
                </c:pt>
                <c:pt idx="1553">
                  <c:v>1.1719999999999999</c:v>
                </c:pt>
                <c:pt idx="1554">
                  <c:v>1.181</c:v>
                </c:pt>
                <c:pt idx="1555">
                  <c:v>1.214</c:v>
                </c:pt>
                <c:pt idx="1556">
                  <c:v>1.1950000000000001</c:v>
                </c:pt>
                <c:pt idx="1557">
                  <c:v>1.1040000000000001</c:v>
                </c:pt>
                <c:pt idx="1558">
                  <c:v>1.1100000000000001</c:v>
                </c:pt>
                <c:pt idx="1559">
                  <c:v>1.1100000000000001</c:v>
                </c:pt>
                <c:pt idx="1560">
                  <c:v>1.204</c:v>
                </c:pt>
                <c:pt idx="1561">
                  <c:v>1.0960000000000001</c:v>
                </c:pt>
                <c:pt idx="1562">
                  <c:v>1.173</c:v>
                </c:pt>
                <c:pt idx="1563">
                  <c:v>1.165</c:v>
                </c:pt>
                <c:pt idx="1564">
                  <c:v>1.1160000000000001</c:v>
                </c:pt>
                <c:pt idx="1565">
                  <c:v>1.099</c:v>
                </c:pt>
                <c:pt idx="1566">
                  <c:v>0.98099999999999998</c:v>
                </c:pt>
                <c:pt idx="1567">
                  <c:v>0.89200000000000002</c:v>
                </c:pt>
                <c:pt idx="1568">
                  <c:v>0.91600000000000004</c:v>
                </c:pt>
                <c:pt idx="1569">
                  <c:v>0.96</c:v>
                </c:pt>
                <c:pt idx="1570">
                  <c:v>1.032</c:v>
                </c:pt>
                <c:pt idx="1571">
                  <c:v>0.98799999999999999</c:v>
                </c:pt>
                <c:pt idx="1572">
                  <c:v>0.97099999999999997</c:v>
                </c:pt>
                <c:pt idx="1573">
                  <c:v>0.96299999999999997</c:v>
                </c:pt>
                <c:pt idx="1574">
                  <c:v>0.93400000000000005</c:v>
                </c:pt>
                <c:pt idx="1575">
                  <c:v>0.98199999999999998</c:v>
                </c:pt>
                <c:pt idx="1576">
                  <c:v>0.91400000000000003</c:v>
                </c:pt>
                <c:pt idx="1577">
                  <c:v>0.84199999999999997</c:v>
                </c:pt>
                <c:pt idx="1578">
                  <c:v>0.85</c:v>
                </c:pt>
                <c:pt idx="1579">
                  <c:v>0.84599999999999997</c:v>
                </c:pt>
                <c:pt idx="1580">
                  <c:v>0.83399999999999996</c:v>
                </c:pt>
                <c:pt idx="1581">
                  <c:v>0.75</c:v>
                </c:pt>
                <c:pt idx="1582">
                  <c:v>0.90400000000000003</c:v>
                </c:pt>
                <c:pt idx="1583">
                  <c:v>0.872</c:v>
                </c:pt>
                <c:pt idx="1584">
                  <c:v>0.92800000000000005</c:v>
                </c:pt>
                <c:pt idx="1585">
                  <c:v>0.97499999999999998</c:v>
                </c:pt>
                <c:pt idx="1586">
                  <c:v>0.91500000000000004</c:v>
                </c:pt>
                <c:pt idx="1587">
                  <c:v>0.89500000000000002</c:v>
                </c:pt>
                <c:pt idx="1588">
                  <c:v>1.288</c:v>
                </c:pt>
                <c:pt idx="1589">
                  <c:v>1.244</c:v>
                </c:pt>
                <c:pt idx="1590">
                  <c:v>1.2829999999999999</c:v>
                </c:pt>
                <c:pt idx="1591">
                  <c:v>1.31</c:v>
                </c:pt>
                <c:pt idx="1592">
                  <c:v>1.458</c:v>
                </c:pt>
                <c:pt idx="1593">
                  <c:v>1.5049999999999999</c:v>
                </c:pt>
                <c:pt idx="1594">
                  <c:v>1.4319999999999999</c:v>
                </c:pt>
                <c:pt idx="1595">
                  <c:v>1.38</c:v>
                </c:pt>
                <c:pt idx="1596">
                  <c:v>1.2989999999999999</c:v>
                </c:pt>
                <c:pt idx="1597">
                  <c:v>1.3820000000000001</c:v>
                </c:pt>
                <c:pt idx="1598">
                  <c:v>1.3140000000000001</c:v>
                </c:pt>
                <c:pt idx="1599">
                  <c:v>1.246</c:v>
                </c:pt>
                <c:pt idx="1600">
                  <c:v>1.2969999999999999</c:v>
                </c:pt>
                <c:pt idx="1601">
                  <c:v>1.339</c:v>
                </c:pt>
                <c:pt idx="1602">
                  <c:v>1.335</c:v>
                </c:pt>
                <c:pt idx="1603">
                  <c:v>1.2270000000000001</c:v>
                </c:pt>
                <c:pt idx="1604">
                  <c:v>1.1479999999999999</c:v>
                </c:pt>
                <c:pt idx="1605">
                  <c:v>1.1599999999999999</c:v>
                </c:pt>
                <c:pt idx="1606">
                  <c:v>1.155</c:v>
                </c:pt>
                <c:pt idx="1607">
                  <c:v>1.1819999999999999</c:v>
                </c:pt>
                <c:pt idx="1608">
                  <c:v>1.0720000000000001</c:v>
                </c:pt>
                <c:pt idx="1609">
                  <c:v>1.0720000000000001</c:v>
                </c:pt>
                <c:pt idx="1610">
                  <c:v>1.0720000000000001</c:v>
                </c:pt>
                <c:pt idx="1611">
                  <c:v>1.0980000000000001</c:v>
                </c:pt>
                <c:pt idx="1612">
                  <c:v>0.97399999999999998</c:v>
                </c:pt>
                <c:pt idx="1613">
                  <c:v>0.93100000000000005</c:v>
                </c:pt>
                <c:pt idx="1614">
                  <c:v>0.96599999999999997</c:v>
                </c:pt>
                <c:pt idx="1615">
                  <c:v>1.19</c:v>
                </c:pt>
                <c:pt idx="1616">
                  <c:v>1.22</c:v>
                </c:pt>
                <c:pt idx="1617">
                  <c:v>1.298</c:v>
                </c:pt>
                <c:pt idx="1618">
                  <c:v>1.3679999999999999</c:v>
                </c:pt>
                <c:pt idx="1619">
                  <c:v>1.367</c:v>
                </c:pt>
                <c:pt idx="1620">
                  <c:v>1.4060000000000001</c:v>
                </c:pt>
                <c:pt idx="1621">
                  <c:v>1.4830000000000001</c:v>
                </c:pt>
                <c:pt idx="1622">
                  <c:v>1.3759999999999999</c:v>
                </c:pt>
                <c:pt idx="1623">
                  <c:v>1.345</c:v>
                </c:pt>
                <c:pt idx="1624">
                  <c:v>1.4339999999999999</c:v>
                </c:pt>
                <c:pt idx="1625">
                  <c:v>1.4450000000000001</c:v>
                </c:pt>
                <c:pt idx="1626">
                  <c:v>1.4319999999999999</c:v>
                </c:pt>
                <c:pt idx="1627">
                  <c:v>1.4630000000000001</c:v>
                </c:pt>
                <c:pt idx="1628">
                  <c:v>1.373</c:v>
                </c:pt>
                <c:pt idx="1629">
                  <c:v>1.4039999999999999</c:v>
                </c:pt>
                <c:pt idx="1630">
                  <c:v>1.403</c:v>
                </c:pt>
                <c:pt idx="1631">
                  <c:v>1.3860000000000001</c:v>
                </c:pt>
                <c:pt idx="1632">
                  <c:v>1.381</c:v>
                </c:pt>
                <c:pt idx="1633">
                  <c:v>1.4</c:v>
                </c:pt>
                <c:pt idx="1634">
                  <c:v>1.431</c:v>
                </c:pt>
                <c:pt idx="1635">
                  <c:v>1.5230000000000001</c:v>
                </c:pt>
                <c:pt idx="1636">
                  <c:v>1.607</c:v>
                </c:pt>
                <c:pt idx="1637">
                  <c:v>1.677</c:v>
                </c:pt>
                <c:pt idx="1638">
                  <c:v>1.621</c:v>
                </c:pt>
                <c:pt idx="1639">
                  <c:v>1.7530000000000001</c:v>
                </c:pt>
                <c:pt idx="1640">
                  <c:v>1.776</c:v>
                </c:pt>
                <c:pt idx="1641">
                  <c:v>1.6779999999999999</c:v>
                </c:pt>
                <c:pt idx="1642">
                  <c:v>1.6760000000000002</c:v>
                </c:pt>
                <c:pt idx="1643">
                  <c:v>1.6480000000000001</c:v>
                </c:pt>
                <c:pt idx="1644">
                  <c:v>1.6080000000000001</c:v>
                </c:pt>
                <c:pt idx="1645">
                  <c:v>1.6850000000000001</c:v>
                </c:pt>
                <c:pt idx="1646">
                  <c:v>1.6659999999999999</c:v>
                </c:pt>
                <c:pt idx="1647">
                  <c:v>1.6640000000000001</c:v>
                </c:pt>
                <c:pt idx="1648">
                  <c:v>1.67</c:v>
                </c:pt>
                <c:pt idx="1649">
                  <c:v>1.627</c:v>
                </c:pt>
                <c:pt idx="1650">
                  <c:v>1.5270000000000001</c:v>
                </c:pt>
                <c:pt idx="1651">
                  <c:v>1.323</c:v>
                </c:pt>
                <c:pt idx="1652">
                  <c:v>1.22</c:v>
                </c:pt>
                <c:pt idx="1653">
                  <c:v>1.5390000000000001</c:v>
                </c:pt>
                <c:pt idx="1654">
                  <c:v>1.96</c:v>
                </c:pt>
                <c:pt idx="1655">
                  <c:v>1.827</c:v>
                </c:pt>
                <c:pt idx="1656">
                  <c:v>1.724</c:v>
                </c:pt>
                <c:pt idx="1657">
                  <c:v>1.847</c:v>
                </c:pt>
                <c:pt idx="1658">
                  <c:v>1.7770000000000001</c:v>
                </c:pt>
                <c:pt idx="1659">
                  <c:v>1.849</c:v>
                </c:pt>
                <c:pt idx="1660">
                  <c:v>1.76</c:v>
                </c:pt>
                <c:pt idx="1661">
                  <c:v>1.456</c:v>
                </c:pt>
                <c:pt idx="1662">
                  <c:v>1.536</c:v>
                </c:pt>
                <c:pt idx="1663">
                  <c:v>1.653</c:v>
                </c:pt>
                <c:pt idx="1664">
                  <c:v>1.9020000000000001</c:v>
                </c:pt>
                <c:pt idx="1665">
                  <c:v>2.2629999999999999</c:v>
                </c:pt>
                <c:pt idx="1666">
                  <c:v>2.3180000000000001</c:v>
                </c:pt>
                <c:pt idx="1667">
                  <c:v>2.3149999999999999</c:v>
                </c:pt>
                <c:pt idx="1668">
                  <c:v>2.3519999999999999</c:v>
                </c:pt>
                <c:pt idx="1669">
                  <c:v>2.6360000000000001</c:v>
                </c:pt>
                <c:pt idx="1670">
                  <c:v>2.488</c:v>
                </c:pt>
                <c:pt idx="1671">
                  <c:v>2.3940000000000001</c:v>
                </c:pt>
                <c:pt idx="1672">
                  <c:v>2.3929999999999998</c:v>
                </c:pt>
                <c:pt idx="1673">
                  <c:v>2.5099999999999998</c:v>
                </c:pt>
                <c:pt idx="1674">
                  <c:v>2.4340000000000002</c:v>
                </c:pt>
                <c:pt idx="1675">
                  <c:v>2.4209999999999998</c:v>
                </c:pt>
                <c:pt idx="1676">
                  <c:v>2.52</c:v>
                </c:pt>
                <c:pt idx="1677">
                  <c:v>2.5270000000000001</c:v>
                </c:pt>
                <c:pt idx="1678">
                  <c:v>2.5819999999999999</c:v>
                </c:pt>
                <c:pt idx="1679">
                  <c:v>2.581</c:v>
                </c:pt>
                <c:pt idx="1680">
                  <c:v>2.657</c:v>
                </c:pt>
                <c:pt idx="1681">
                  <c:v>2.5779999999999998</c:v>
                </c:pt>
                <c:pt idx="1682">
                  <c:v>2.5140000000000002</c:v>
                </c:pt>
                <c:pt idx="1683">
                  <c:v>2.4859999999999998</c:v>
                </c:pt>
                <c:pt idx="1684">
                  <c:v>2.677</c:v>
                </c:pt>
                <c:pt idx="1685">
                  <c:v>2.8460000000000001</c:v>
                </c:pt>
                <c:pt idx="1686">
                  <c:v>2.9420000000000002</c:v>
                </c:pt>
                <c:pt idx="1687">
                  <c:v>3.0960000000000001</c:v>
                </c:pt>
                <c:pt idx="1688">
                  <c:v>3.2029999999999998</c:v>
                </c:pt>
                <c:pt idx="1689">
                  <c:v>3.1859999999999999</c:v>
                </c:pt>
                <c:pt idx="1690">
                  <c:v>2.9319999999999999</c:v>
                </c:pt>
                <c:pt idx="1691">
                  <c:v>2.5499999999999998</c:v>
                </c:pt>
                <c:pt idx="1692">
                  <c:v>2.3439999999999999</c:v>
                </c:pt>
                <c:pt idx="1693">
                  <c:v>2.3849999999999998</c:v>
                </c:pt>
                <c:pt idx="1694">
                  <c:v>2.3490000000000002</c:v>
                </c:pt>
                <c:pt idx="1695">
                  <c:v>2.5339999999999998</c:v>
                </c:pt>
                <c:pt idx="1696">
                  <c:v>2.7330000000000001</c:v>
                </c:pt>
                <c:pt idx="1697">
                  <c:v>2.5949999999999998</c:v>
                </c:pt>
                <c:pt idx="1698">
                  <c:v>2.61</c:v>
                </c:pt>
                <c:pt idx="1699">
                  <c:v>2.4510000000000001</c:v>
                </c:pt>
                <c:pt idx="1700">
                  <c:v>2.4500000000000002</c:v>
                </c:pt>
                <c:pt idx="1701">
                  <c:v>2.1589999999999998</c:v>
                </c:pt>
                <c:pt idx="1702">
                  <c:v>2.093</c:v>
                </c:pt>
                <c:pt idx="1703">
                  <c:v>1.7149999999999999</c:v>
                </c:pt>
                <c:pt idx="1704">
                  <c:v>1.5739999999999998</c:v>
                </c:pt>
                <c:pt idx="1705">
                  <c:v>1.6099999999999999</c:v>
                </c:pt>
                <c:pt idx="1706">
                  <c:v>1.6560000000000001</c:v>
                </c:pt>
                <c:pt idx="1707">
                  <c:v>1.8439999999999999</c:v>
                </c:pt>
                <c:pt idx="1708">
                  <c:v>1.94</c:v>
                </c:pt>
                <c:pt idx="1709">
                  <c:v>1.6619999999999999</c:v>
                </c:pt>
                <c:pt idx="1710">
                  <c:v>1.8679999999999999</c:v>
                </c:pt>
                <c:pt idx="1711">
                  <c:v>1.877</c:v>
                </c:pt>
                <c:pt idx="1712">
                  <c:v>1.798</c:v>
                </c:pt>
                <c:pt idx="1713">
                  <c:v>1.7389999999999999</c:v>
                </c:pt>
                <c:pt idx="1714">
                  <c:v>1.613</c:v>
                </c:pt>
                <c:pt idx="1715">
                  <c:v>1.675</c:v>
                </c:pt>
                <c:pt idx="1716">
                  <c:v>1.5739999999999998</c:v>
                </c:pt>
                <c:pt idx="1717">
                  <c:v>1.4470000000000001</c:v>
                </c:pt>
                <c:pt idx="1718">
                  <c:v>1.5699999999999998</c:v>
                </c:pt>
                <c:pt idx="1719">
                  <c:v>1.32</c:v>
                </c:pt>
                <c:pt idx="1720">
                  <c:v>1.46</c:v>
                </c:pt>
                <c:pt idx="1721">
                  <c:v>1.4079999999999999</c:v>
                </c:pt>
                <c:pt idx="1722">
                  <c:v>1.3820000000000001</c:v>
                </c:pt>
                <c:pt idx="1723">
                  <c:v>1.3599999999999999</c:v>
                </c:pt>
                <c:pt idx="1724">
                  <c:v>1.385</c:v>
                </c:pt>
                <c:pt idx="1725">
                  <c:v>1.37</c:v>
                </c:pt>
                <c:pt idx="1726">
                  <c:v>1.2690000000000001</c:v>
                </c:pt>
                <c:pt idx="1727">
                  <c:v>1.2969999999999999</c:v>
                </c:pt>
                <c:pt idx="1728">
                  <c:v>1.2829999999999999</c:v>
                </c:pt>
                <c:pt idx="1729">
                  <c:v>1.222</c:v>
                </c:pt>
                <c:pt idx="1730">
                  <c:v>1.222</c:v>
                </c:pt>
                <c:pt idx="1731">
                  <c:v>1.157</c:v>
                </c:pt>
                <c:pt idx="1732">
                  <c:v>1.1140000000000001</c:v>
                </c:pt>
                <c:pt idx="1733">
                  <c:v>1.163</c:v>
                </c:pt>
                <c:pt idx="1734">
                  <c:v>1.167</c:v>
                </c:pt>
                <c:pt idx="1735">
                  <c:v>1.2230000000000001</c:v>
                </c:pt>
                <c:pt idx="1736">
                  <c:v>1.0669999999999999</c:v>
                </c:pt>
                <c:pt idx="1737">
                  <c:v>1.0840000000000001</c:v>
                </c:pt>
                <c:pt idx="1738">
                  <c:v>1.1539999999999999</c:v>
                </c:pt>
                <c:pt idx="1739">
                  <c:v>1.161</c:v>
                </c:pt>
                <c:pt idx="1740">
                  <c:v>1.1639999999999999</c:v>
                </c:pt>
                <c:pt idx="1741">
                  <c:v>1.1459999999999999</c:v>
                </c:pt>
                <c:pt idx="1742">
                  <c:v>1.222</c:v>
                </c:pt>
                <c:pt idx="1743">
                  <c:v>1.19</c:v>
                </c:pt>
                <c:pt idx="1744">
                  <c:v>1.2849999999999999</c:v>
                </c:pt>
                <c:pt idx="1745">
                  <c:v>1.179</c:v>
                </c:pt>
                <c:pt idx="1746">
                  <c:v>1.0840000000000001</c:v>
                </c:pt>
                <c:pt idx="1747">
                  <c:v>1.248</c:v>
                </c:pt>
                <c:pt idx="1748">
                  <c:v>1.216</c:v>
                </c:pt>
                <c:pt idx="1749">
                  <c:v>1.1080000000000001</c:v>
                </c:pt>
                <c:pt idx="1750">
                  <c:v>1.0589999999999999</c:v>
                </c:pt>
                <c:pt idx="1751">
                  <c:v>1.093</c:v>
                </c:pt>
                <c:pt idx="1752">
                  <c:v>1.169</c:v>
                </c:pt>
                <c:pt idx="1753">
                  <c:v>1.2070000000000001</c:v>
                </c:pt>
                <c:pt idx="1754">
                  <c:v>1.0920000000000001</c:v>
                </c:pt>
                <c:pt idx="1755">
                  <c:v>1.2370000000000001</c:v>
                </c:pt>
                <c:pt idx="1756">
                  <c:v>1.1120000000000001</c:v>
                </c:pt>
                <c:pt idx="1757">
                  <c:v>1.2389999999999999</c:v>
                </c:pt>
                <c:pt idx="1758">
                  <c:v>1.07</c:v>
                </c:pt>
                <c:pt idx="1759">
                  <c:v>0.94</c:v>
                </c:pt>
                <c:pt idx="1760">
                  <c:v>0.95699999999999996</c:v>
                </c:pt>
                <c:pt idx="1761">
                  <c:v>0.76600000000000001</c:v>
                </c:pt>
                <c:pt idx="1762">
                  <c:v>0.64200000000000002</c:v>
                </c:pt>
                <c:pt idx="1763">
                  <c:v>0.57799999999999996</c:v>
                </c:pt>
                <c:pt idx="1764">
                  <c:v>0.61499999999999999</c:v>
                </c:pt>
                <c:pt idx="1765">
                  <c:v>0.67200000000000004</c:v>
                </c:pt>
                <c:pt idx="1766">
                  <c:v>0.52200000000000002</c:v>
                </c:pt>
                <c:pt idx="1767">
                  <c:v>0.54800000000000004</c:v>
                </c:pt>
                <c:pt idx="1768">
                  <c:v>0.64500000000000002</c:v>
                </c:pt>
                <c:pt idx="1769">
                  <c:v>0.55800000000000005</c:v>
                </c:pt>
                <c:pt idx="1770">
                  <c:v>0.54900000000000004</c:v>
                </c:pt>
                <c:pt idx="1771">
                  <c:v>0.54900000000000004</c:v>
                </c:pt>
                <c:pt idx="1772">
                  <c:v>0.59799999999999998</c:v>
                </c:pt>
                <c:pt idx="1773">
                  <c:v>0.67100000000000004</c:v>
                </c:pt>
                <c:pt idx="1774">
                  <c:v>0.68100000000000005</c:v>
                </c:pt>
                <c:pt idx="1775">
                  <c:v>0.71499999999999997</c:v>
                </c:pt>
                <c:pt idx="1776">
                  <c:v>0.76800000000000002</c:v>
                </c:pt>
                <c:pt idx="1777">
                  <c:v>0.95499999999999996</c:v>
                </c:pt>
                <c:pt idx="1778">
                  <c:v>0.94499999999999995</c:v>
                </c:pt>
                <c:pt idx="1779">
                  <c:v>1.0660000000000001</c:v>
                </c:pt>
                <c:pt idx="1780">
                  <c:v>1.0249999999999999</c:v>
                </c:pt>
                <c:pt idx="1781">
                  <c:v>1.109</c:v>
                </c:pt>
                <c:pt idx="1782">
                  <c:v>0.98099999999999998</c:v>
                </c:pt>
                <c:pt idx="1783">
                  <c:v>1.085</c:v>
                </c:pt>
                <c:pt idx="1784">
                  <c:v>1.1219999999999999</c:v>
                </c:pt>
                <c:pt idx="1785">
                  <c:v>1.1419999999999999</c:v>
                </c:pt>
                <c:pt idx="1786">
                  <c:v>1.121</c:v>
                </c:pt>
                <c:pt idx="1787">
                  <c:v>0.94299999999999995</c:v>
                </c:pt>
                <c:pt idx="1788">
                  <c:v>1.0429999999999999</c:v>
                </c:pt>
                <c:pt idx="1789">
                  <c:v>0.90200000000000002</c:v>
                </c:pt>
                <c:pt idx="1790">
                  <c:v>0.72699999999999998</c:v>
                </c:pt>
                <c:pt idx="1791">
                  <c:v>0.92800000000000005</c:v>
                </c:pt>
                <c:pt idx="1792">
                  <c:v>0.91200000000000003</c:v>
                </c:pt>
                <c:pt idx="1793">
                  <c:v>0.81499999999999995</c:v>
                </c:pt>
                <c:pt idx="1794">
                  <c:v>0.85799999999999998</c:v>
                </c:pt>
                <c:pt idx="1795">
                  <c:v>0.98699999999999999</c:v>
                </c:pt>
                <c:pt idx="1796">
                  <c:v>1.0169999999999999</c:v>
                </c:pt>
                <c:pt idx="1797">
                  <c:v>0.94699999999999995</c:v>
                </c:pt>
                <c:pt idx="1798">
                  <c:v>0.83399999999999996</c:v>
                </c:pt>
                <c:pt idx="1799">
                  <c:v>0.71599999999999997</c:v>
                </c:pt>
                <c:pt idx="1800">
                  <c:v>0.71599999999999997</c:v>
                </c:pt>
                <c:pt idx="1801">
                  <c:v>0.76500000000000001</c:v>
                </c:pt>
                <c:pt idx="1802">
                  <c:v>0.59299999999999997</c:v>
                </c:pt>
                <c:pt idx="1803">
                  <c:v>0.59299999999999997</c:v>
                </c:pt>
                <c:pt idx="1804">
                  <c:v>0.67700000000000005</c:v>
                </c:pt>
                <c:pt idx="1805">
                  <c:v>0.72199999999999998</c:v>
                </c:pt>
                <c:pt idx="1806">
                  <c:v>0.73799999999999999</c:v>
                </c:pt>
                <c:pt idx="1807">
                  <c:v>0.83899999999999997</c:v>
                </c:pt>
                <c:pt idx="1808">
                  <c:v>0.83299999999999996</c:v>
                </c:pt>
                <c:pt idx="1809">
                  <c:v>0.67700000000000005</c:v>
                </c:pt>
                <c:pt idx="1810">
                  <c:v>0.63500000000000001</c:v>
                </c:pt>
                <c:pt idx="1811">
                  <c:v>0.66400000000000003</c:v>
                </c:pt>
                <c:pt idx="1812">
                  <c:v>0.78300000000000003</c:v>
                </c:pt>
                <c:pt idx="1813">
                  <c:v>0.83499999999999996</c:v>
                </c:pt>
                <c:pt idx="1814">
                  <c:v>0.83499999999999996</c:v>
                </c:pt>
                <c:pt idx="1815">
                  <c:v>0.88700000000000001</c:v>
                </c:pt>
                <c:pt idx="1816">
                  <c:v>0.84399999999999997</c:v>
                </c:pt>
                <c:pt idx="1817">
                  <c:v>0.81200000000000006</c:v>
                </c:pt>
                <c:pt idx="1818">
                  <c:v>0.89300000000000002</c:v>
                </c:pt>
                <c:pt idx="1819">
                  <c:v>0.87</c:v>
                </c:pt>
                <c:pt idx="1820">
                  <c:v>0.91200000000000003</c:v>
                </c:pt>
                <c:pt idx="1821">
                  <c:v>0.88</c:v>
                </c:pt>
                <c:pt idx="1822">
                  <c:v>0.71199999999999997</c:v>
                </c:pt>
                <c:pt idx="1823">
                  <c:v>0.51800000000000002</c:v>
                </c:pt>
                <c:pt idx="1824">
                  <c:v>0.57299999999999995</c:v>
                </c:pt>
                <c:pt idx="1825">
                  <c:v>0.52800000000000002</c:v>
                </c:pt>
                <c:pt idx="1826">
                  <c:v>0.53400000000000003</c:v>
                </c:pt>
                <c:pt idx="1827">
                  <c:v>0.40899999999999997</c:v>
                </c:pt>
                <c:pt idx="1828">
                  <c:v>0.28499999999999998</c:v>
                </c:pt>
                <c:pt idx="1829">
                  <c:v>0.252</c:v>
                </c:pt>
                <c:pt idx="1830">
                  <c:v>0.249</c:v>
                </c:pt>
                <c:pt idx="1831">
                  <c:v>0.32800000000000001</c:v>
                </c:pt>
                <c:pt idx="1832">
                  <c:v>0.26500000000000001</c:v>
                </c:pt>
                <c:pt idx="1833">
                  <c:v>0.39500000000000002</c:v>
                </c:pt>
                <c:pt idx="1834">
                  <c:v>0.39200000000000002</c:v>
                </c:pt>
                <c:pt idx="1835">
                  <c:v>0.32500000000000001</c:v>
                </c:pt>
                <c:pt idx="1836">
                  <c:v>0.40699999999999997</c:v>
                </c:pt>
                <c:pt idx="1837">
                  <c:v>0.35599999999999998</c:v>
                </c:pt>
                <c:pt idx="1838">
                  <c:v>0.27800000000000002</c:v>
                </c:pt>
                <c:pt idx="1839">
                  <c:v>0.10299999999999999</c:v>
                </c:pt>
                <c:pt idx="1840">
                  <c:v>0.14899999999999999</c:v>
                </c:pt>
                <c:pt idx="1841">
                  <c:v>0.22</c:v>
                </c:pt>
                <c:pt idx="1842">
                  <c:v>0.27700000000000002</c:v>
                </c:pt>
                <c:pt idx="1843">
                  <c:v>0.42799999999999999</c:v>
                </c:pt>
                <c:pt idx="1844">
                  <c:v>0.41399999999999998</c:v>
                </c:pt>
                <c:pt idx="1845">
                  <c:v>0.113</c:v>
                </c:pt>
                <c:pt idx="1846">
                  <c:v>0.113</c:v>
                </c:pt>
                <c:pt idx="1847">
                  <c:v>6.8000000000000005E-2</c:v>
                </c:pt>
                <c:pt idx="1848">
                  <c:v>0.14099999999999999</c:v>
                </c:pt>
                <c:pt idx="1849">
                  <c:v>-8.0000000000000002E-3</c:v>
                </c:pt>
                <c:pt idx="1850">
                  <c:v>-0.156</c:v>
                </c:pt>
                <c:pt idx="1851">
                  <c:v>-5.3999999999999999E-2</c:v>
                </c:pt>
                <c:pt idx="1852">
                  <c:v>-0.107</c:v>
                </c:pt>
                <c:pt idx="1853">
                  <c:v>3.2000000000000001E-2</c:v>
                </c:pt>
                <c:pt idx="1854">
                  <c:v>-0.19500000000000001</c:v>
                </c:pt>
                <c:pt idx="1855">
                  <c:v>-0.16800000000000001</c:v>
                </c:pt>
                <c:pt idx="1856">
                  <c:v>-7.0000000000000007E-2</c:v>
                </c:pt>
                <c:pt idx="1857">
                  <c:v>-1.7999999999999999E-2</c:v>
                </c:pt>
                <c:pt idx="1858">
                  <c:v>-1.2999999999999999E-2</c:v>
                </c:pt>
                <c:pt idx="1859">
                  <c:v>-3.4000000000000002E-2</c:v>
                </c:pt>
                <c:pt idx="1860">
                  <c:v>-3.5999999999999997E-2</c:v>
                </c:pt>
                <c:pt idx="1861">
                  <c:v>0.13800000000000001</c:v>
                </c:pt>
                <c:pt idx="1862">
                  <c:v>0.36599999999999999</c:v>
                </c:pt>
                <c:pt idx="1863">
                  <c:v>0.36699999999999999</c:v>
                </c:pt>
                <c:pt idx="1864">
                  <c:v>0.505</c:v>
                </c:pt>
                <c:pt idx="1865">
                  <c:v>0.45800000000000002</c:v>
                </c:pt>
                <c:pt idx="1866">
                  <c:v>0.42799999999999999</c:v>
                </c:pt>
                <c:pt idx="1867">
                  <c:v>0.58299999999999996</c:v>
                </c:pt>
                <c:pt idx="1868">
                  <c:v>0.59499999999999997</c:v>
                </c:pt>
                <c:pt idx="1869">
                  <c:v>0.53600000000000003</c:v>
                </c:pt>
                <c:pt idx="1870">
                  <c:v>0.53700000000000003</c:v>
                </c:pt>
                <c:pt idx="1871">
                  <c:v>0.54100000000000004</c:v>
                </c:pt>
                <c:pt idx="1872">
                  <c:v>0.53100000000000003</c:v>
                </c:pt>
                <c:pt idx="1873">
                  <c:v>0.48</c:v>
                </c:pt>
                <c:pt idx="1874">
                  <c:v>0.47399999999999998</c:v>
                </c:pt>
                <c:pt idx="1875">
                  <c:v>0.52600000000000002</c:v>
                </c:pt>
                <c:pt idx="1876">
                  <c:v>0.66800000000000004</c:v>
                </c:pt>
                <c:pt idx="1877">
                  <c:v>0.56299999999999994</c:v>
                </c:pt>
                <c:pt idx="1878">
                  <c:v>0.54900000000000004</c:v>
                </c:pt>
                <c:pt idx="1879">
                  <c:v>0.61899999999999999</c:v>
                </c:pt>
                <c:pt idx="1880">
                  <c:v>0.57599999999999996</c:v>
                </c:pt>
                <c:pt idx="1881">
                  <c:v>0.55000000000000004</c:v>
                </c:pt>
                <c:pt idx="1882">
                  <c:v>0.60899999999999999</c:v>
                </c:pt>
                <c:pt idx="1883">
                  <c:v>0.68300000000000005</c:v>
                </c:pt>
                <c:pt idx="1884">
                  <c:v>0.66900000000000004</c:v>
                </c:pt>
                <c:pt idx="1885">
                  <c:v>0.65900000000000003</c:v>
                </c:pt>
                <c:pt idx="1886">
                  <c:v>0.81499999999999995</c:v>
                </c:pt>
                <c:pt idx="1887">
                  <c:v>0.73899999999999999</c:v>
                </c:pt>
                <c:pt idx="1888">
                  <c:v>0.55400000000000005</c:v>
                </c:pt>
                <c:pt idx="1889">
                  <c:v>0.75800000000000001</c:v>
                </c:pt>
                <c:pt idx="1890">
                  <c:v>0.75900000000000001</c:v>
                </c:pt>
                <c:pt idx="1891">
                  <c:v>0.76600000000000001</c:v>
                </c:pt>
                <c:pt idx="1892">
                  <c:v>0.84699999999999998</c:v>
                </c:pt>
                <c:pt idx="1893">
                  <c:v>0.749</c:v>
                </c:pt>
                <c:pt idx="1894">
                  <c:v>0.81499999999999995</c:v>
                </c:pt>
                <c:pt idx="1895">
                  <c:v>0.83</c:v>
                </c:pt>
                <c:pt idx="1896">
                  <c:v>0.94599999999999995</c:v>
                </c:pt>
                <c:pt idx="1897">
                  <c:v>0.90600000000000003</c:v>
                </c:pt>
                <c:pt idx="1898">
                  <c:v>0.82699999999999996</c:v>
                </c:pt>
                <c:pt idx="1899">
                  <c:v>0.88900000000000001</c:v>
                </c:pt>
                <c:pt idx="1900">
                  <c:v>0.872</c:v>
                </c:pt>
                <c:pt idx="1901">
                  <c:v>0.89900000000000002</c:v>
                </c:pt>
                <c:pt idx="1902">
                  <c:v>0.93300000000000005</c:v>
                </c:pt>
                <c:pt idx="1903">
                  <c:v>1.1120000000000001</c:v>
                </c:pt>
                <c:pt idx="1904">
                  <c:v>1.1120000000000001</c:v>
                </c:pt>
                <c:pt idx="1905">
                  <c:v>1.1719999999999999</c:v>
                </c:pt>
                <c:pt idx="1906">
                  <c:v>1.276</c:v>
                </c:pt>
                <c:pt idx="1907">
                  <c:v>1.377</c:v>
                </c:pt>
                <c:pt idx="1908">
                  <c:v>1.3320000000000001</c:v>
                </c:pt>
                <c:pt idx="1909">
                  <c:v>1.333</c:v>
                </c:pt>
                <c:pt idx="1910">
                  <c:v>1.286</c:v>
                </c:pt>
                <c:pt idx="1911">
                  <c:v>1.1839999999999999</c:v>
                </c:pt>
                <c:pt idx="1912">
                  <c:v>1.1779999999999999</c:v>
                </c:pt>
                <c:pt idx="1913">
                  <c:v>1.2370000000000001</c:v>
                </c:pt>
                <c:pt idx="1914">
                  <c:v>1.252</c:v>
                </c:pt>
                <c:pt idx="1915">
                  <c:v>1.355</c:v>
                </c:pt>
                <c:pt idx="1916">
                  <c:v>1.341</c:v>
                </c:pt>
                <c:pt idx="1917">
                  <c:v>1.254</c:v>
                </c:pt>
                <c:pt idx="1918">
                  <c:v>1.1919999999999999</c:v>
                </c:pt>
                <c:pt idx="1919">
                  <c:v>1.3860000000000001</c:v>
                </c:pt>
                <c:pt idx="1920">
                  <c:v>1.35</c:v>
                </c:pt>
                <c:pt idx="1921">
                  <c:v>1.2310000000000001</c:v>
                </c:pt>
                <c:pt idx="1922">
                  <c:v>1.1850000000000001</c:v>
                </c:pt>
                <c:pt idx="1923">
                  <c:v>1.1060000000000001</c:v>
                </c:pt>
                <c:pt idx="1924">
                  <c:v>1.0589999999999999</c:v>
                </c:pt>
                <c:pt idx="1925">
                  <c:v>1.125</c:v>
                </c:pt>
                <c:pt idx="1926">
                  <c:v>1.159</c:v>
                </c:pt>
                <c:pt idx="1927">
                  <c:v>1.2669999999999999</c:v>
                </c:pt>
                <c:pt idx="1928">
                  <c:v>1.131</c:v>
                </c:pt>
                <c:pt idx="1929">
                  <c:v>0.96699999999999997</c:v>
                </c:pt>
                <c:pt idx="1930">
                  <c:v>1.1499999999999999</c:v>
                </c:pt>
                <c:pt idx="1931">
                  <c:v>1.1179999999999999</c:v>
                </c:pt>
                <c:pt idx="1932">
                  <c:v>1.119</c:v>
                </c:pt>
                <c:pt idx="1933">
                  <c:v>1.2530000000000001</c:v>
                </c:pt>
                <c:pt idx="1934">
                  <c:v>1.246</c:v>
                </c:pt>
                <c:pt idx="1935">
                  <c:v>1.3980000000000001</c:v>
                </c:pt>
                <c:pt idx="1936">
                  <c:v>1.395</c:v>
                </c:pt>
                <c:pt idx="1937">
                  <c:v>1.504</c:v>
                </c:pt>
                <c:pt idx="1938">
                  <c:v>1.526</c:v>
                </c:pt>
                <c:pt idx="1939">
                  <c:v>1.4</c:v>
                </c:pt>
                <c:pt idx="1940">
                  <c:v>1.4</c:v>
                </c:pt>
                <c:pt idx="1941">
                  <c:v>1.488</c:v>
                </c:pt>
                <c:pt idx="1942">
                  <c:v>1.5640000000000001</c:v>
                </c:pt>
                <c:pt idx="1943">
                  <c:v>1.641</c:v>
                </c:pt>
                <c:pt idx="1944">
                  <c:v>1.659</c:v>
                </c:pt>
                <c:pt idx="1945">
                  <c:v>1.6560000000000001</c:v>
                </c:pt>
                <c:pt idx="1946">
                  <c:v>1.78</c:v>
                </c:pt>
                <c:pt idx="1947">
                  <c:v>1.9449999999999998</c:v>
                </c:pt>
                <c:pt idx="1948">
                  <c:v>1.8820000000000001</c:v>
                </c:pt>
                <c:pt idx="1949">
                  <c:v>1.8639999999999999</c:v>
                </c:pt>
                <c:pt idx="1950">
                  <c:v>1.857</c:v>
                </c:pt>
                <c:pt idx="1951">
                  <c:v>1.8719999999999999</c:v>
                </c:pt>
                <c:pt idx="1952">
                  <c:v>1.8719999999999999</c:v>
                </c:pt>
                <c:pt idx="1953">
                  <c:v>1.9670000000000001</c:v>
                </c:pt>
                <c:pt idx="1954">
                  <c:v>1.974</c:v>
                </c:pt>
                <c:pt idx="1955">
                  <c:v>1.8980000000000001</c:v>
                </c:pt>
                <c:pt idx="1956">
                  <c:v>1.996</c:v>
                </c:pt>
                <c:pt idx="1957">
                  <c:v>2.0659999999999998</c:v>
                </c:pt>
                <c:pt idx="1958">
                  <c:v>2.165</c:v>
                </c:pt>
                <c:pt idx="1959">
                  <c:v>2.2309999999999999</c:v>
                </c:pt>
                <c:pt idx="1960">
                  <c:v>2.2789999999999999</c:v>
                </c:pt>
                <c:pt idx="1961">
                  <c:v>2.2229999999999999</c:v>
                </c:pt>
                <c:pt idx="1962">
                  <c:v>2.2530000000000001</c:v>
                </c:pt>
                <c:pt idx="1963">
                  <c:v>2.2640000000000002</c:v>
                </c:pt>
                <c:pt idx="1964">
                  <c:v>2.2269999999999999</c:v>
                </c:pt>
                <c:pt idx="1965">
                  <c:v>2.2269999999999999</c:v>
                </c:pt>
                <c:pt idx="1966">
                  <c:v>2.1379999999999999</c:v>
                </c:pt>
                <c:pt idx="1967">
                  <c:v>2.1890000000000001</c:v>
                </c:pt>
                <c:pt idx="1968">
                  <c:v>2.153</c:v>
                </c:pt>
                <c:pt idx="1969">
                  <c:v>2.1739999999999999</c:v>
                </c:pt>
                <c:pt idx="1970">
                  <c:v>2.1779999999999999</c:v>
                </c:pt>
                <c:pt idx="1971">
                  <c:v>2.1629999999999998</c:v>
                </c:pt>
                <c:pt idx="1972">
                  <c:v>2.2290000000000001</c:v>
                </c:pt>
                <c:pt idx="1973">
                  <c:v>2.2650000000000001</c:v>
                </c:pt>
                <c:pt idx="1974">
                  <c:v>2.2829999999999999</c:v>
                </c:pt>
                <c:pt idx="1975">
                  <c:v>2.25</c:v>
                </c:pt>
                <c:pt idx="1976">
                  <c:v>2.3079999999999998</c:v>
                </c:pt>
                <c:pt idx="1977">
                  <c:v>2.1659999999999999</c:v>
                </c:pt>
                <c:pt idx="1978">
                  <c:v>2.1150000000000002</c:v>
                </c:pt>
                <c:pt idx="1979">
                  <c:v>2.1869999999999998</c:v>
                </c:pt>
                <c:pt idx="1980">
                  <c:v>2.1869999999999998</c:v>
                </c:pt>
                <c:pt idx="1981">
                  <c:v>2.1869999999999998</c:v>
                </c:pt>
                <c:pt idx="1982">
                  <c:v>2.1360000000000001</c:v>
                </c:pt>
                <c:pt idx="1983">
                  <c:v>2.1259999999999999</c:v>
                </c:pt>
                <c:pt idx="1984">
                  <c:v>2.089</c:v>
                </c:pt>
                <c:pt idx="1985">
                  <c:v>2.1360000000000001</c:v>
                </c:pt>
                <c:pt idx="1986">
                  <c:v>2.3090000000000002</c:v>
                </c:pt>
                <c:pt idx="1987">
                  <c:v>2.266</c:v>
                </c:pt>
                <c:pt idx="1988">
                  <c:v>2.3449999999999998</c:v>
                </c:pt>
                <c:pt idx="1989">
                  <c:v>2.3410000000000002</c:v>
                </c:pt>
                <c:pt idx="1990">
                  <c:v>2.3410000000000002</c:v>
                </c:pt>
                <c:pt idx="1991">
                  <c:v>2.3260000000000001</c:v>
                </c:pt>
                <c:pt idx="1992">
                  <c:v>2.3940000000000001</c:v>
                </c:pt>
                <c:pt idx="1993">
                  <c:v>2.3359999999999999</c:v>
                </c:pt>
                <c:pt idx="1994">
                  <c:v>2.419</c:v>
                </c:pt>
                <c:pt idx="1995">
                  <c:v>2.4660000000000002</c:v>
                </c:pt>
                <c:pt idx="1996">
                  <c:v>2.4550000000000001</c:v>
                </c:pt>
                <c:pt idx="1997">
                  <c:v>2.4359999999999999</c:v>
                </c:pt>
                <c:pt idx="1998">
                  <c:v>2.339</c:v>
                </c:pt>
                <c:pt idx="1999">
                  <c:v>2.371</c:v>
                </c:pt>
                <c:pt idx="2000">
                  <c:v>2.3849999999999998</c:v>
                </c:pt>
                <c:pt idx="2001">
                  <c:v>2.4239999999999999</c:v>
                </c:pt>
                <c:pt idx="2002">
                  <c:v>2.4710000000000001</c:v>
                </c:pt>
                <c:pt idx="2003">
                  <c:v>2.5030000000000001</c:v>
                </c:pt>
                <c:pt idx="2004">
                  <c:v>2.5419999999999998</c:v>
                </c:pt>
                <c:pt idx="2005">
                  <c:v>2.6</c:v>
                </c:pt>
                <c:pt idx="2006">
                  <c:v>2.5629999999999997</c:v>
                </c:pt>
                <c:pt idx="2007">
                  <c:v>2.6749999999999998</c:v>
                </c:pt>
                <c:pt idx="2008">
                  <c:v>2.5840000000000001</c:v>
                </c:pt>
                <c:pt idx="2009">
                  <c:v>2.5910000000000002</c:v>
                </c:pt>
                <c:pt idx="2010">
                  <c:v>2.4750000000000001</c:v>
                </c:pt>
                <c:pt idx="2011">
                  <c:v>2.5609999999999999</c:v>
                </c:pt>
                <c:pt idx="2012">
                  <c:v>2.5779999999999998</c:v>
                </c:pt>
                <c:pt idx="2013">
                  <c:v>2.4809999999999999</c:v>
                </c:pt>
                <c:pt idx="2014">
                  <c:v>2.5419999999999998</c:v>
                </c:pt>
                <c:pt idx="2015">
                  <c:v>2.4910000000000001</c:v>
                </c:pt>
                <c:pt idx="2016">
                  <c:v>2.5190000000000001</c:v>
                </c:pt>
                <c:pt idx="2017">
                  <c:v>2.6230000000000002</c:v>
                </c:pt>
                <c:pt idx="2018">
                  <c:v>2.6480000000000001</c:v>
                </c:pt>
                <c:pt idx="2019">
                  <c:v>2.698</c:v>
                </c:pt>
                <c:pt idx="2020">
                  <c:v>2.6539999999999999</c:v>
                </c:pt>
                <c:pt idx="2021">
                  <c:v>2.6850000000000001</c:v>
                </c:pt>
                <c:pt idx="2022">
                  <c:v>2.6920000000000002</c:v>
                </c:pt>
                <c:pt idx="2023">
                  <c:v>2.7640000000000002</c:v>
                </c:pt>
                <c:pt idx="2024">
                  <c:v>2.734</c:v>
                </c:pt>
                <c:pt idx="2025">
                  <c:v>2.7560000000000002</c:v>
                </c:pt>
                <c:pt idx="2026">
                  <c:v>2.7469999999999999</c:v>
                </c:pt>
                <c:pt idx="2027">
                  <c:v>2.6890000000000001</c:v>
                </c:pt>
                <c:pt idx="2028">
                  <c:v>2.6320000000000001</c:v>
                </c:pt>
                <c:pt idx="2029">
                  <c:v>2.746</c:v>
                </c:pt>
                <c:pt idx="2030">
                  <c:v>2.7960000000000003</c:v>
                </c:pt>
                <c:pt idx="2031">
                  <c:v>2.76</c:v>
                </c:pt>
                <c:pt idx="2032">
                  <c:v>2.6870000000000003</c:v>
                </c:pt>
                <c:pt idx="2033">
                  <c:v>2.6870000000000003</c:v>
                </c:pt>
                <c:pt idx="2034">
                  <c:v>2.6259999999999999</c:v>
                </c:pt>
                <c:pt idx="2035">
                  <c:v>2.6710000000000003</c:v>
                </c:pt>
                <c:pt idx="2036">
                  <c:v>2.7240000000000002</c:v>
                </c:pt>
                <c:pt idx="2037">
                  <c:v>2.706</c:v>
                </c:pt>
                <c:pt idx="2038">
                  <c:v>2.702</c:v>
                </c:pt>
                <c:pt idx="2039">
                  <c:v>2.673</c:v>
                </c:pt>
                <c:pt idx="2040">
                  <c:v>2.694</c:v>
                </c:pt>
                <c:pt idx="2041">
                  <c:v>2.7490000000000001</c:v>
                </c:pt>
                <c:pt idx="2042">
                  <c:v>2.7560000000000002</c:v>
                </c:pt>
                <c:pt idx="2043">
                  <c:v>2.681</c:v>
                </c:pt>
                <c:pt idx="2044">
                  <c:v>2.738</c:v>
                </c:pt>
                <c:pt idx="2045">
                  <c:v>2.7549999999999999</c:v>
                </c:pt>
                <c:pt idx="2046">
                  <c:v>2.7960000000000003</c:v>
                </c:pt>
                <c:pt idx="2047">
                  <c:v>2.782</c:v>
                </c:pt>
                <c:pt idx="2048">
                  <c:v>2.8340000000000001</c:v>
                </c:pt>
                <c:pt idx="2049">
                  <c:v>2.738</c:v>
                </c:pt>
                <c:pt idx="2050">
                  <c:v>2.7309999999999999</c:v>
                </c:pt>
                <c:pt idx="2051">
                  <c:v>2.7229999999999999</c:v>
                </c:pt>
                <c:pt idx="2052">
                  <c:v>2.6269999999999998</c:v>
                </c:pt>
                <c:pt idx="2053">
                  <c:v>2.6480000000000001</c:v>
                </c:pt>
                <c:pt idx="2054">
                  <c:v>2.581</c:v>
                </c:pt>
                <c:pt idx="2055">
                  <c:v>2.5949999999999998</c:v>
                </c:pt>
                <c:pt idx="2056">
                  <c:v>2.5380000000000003</c:v>
                </c:pt>
                <c:pt idx="2057">
                  <c:v>2.528</c:v>
                </c:pt>
                <c:pt idx="2058">
                  <c:v>2.5339999999999998</c:v>
                </c:pt>
                <c:pt idx="2059">
                  <c:v>2.4649999999999999</c:v>
                </c:pt>
                <c:pt idx="2060">
                  <c:v>2.4649999999999999</c:v>
                </c:pt>
                <c:pt idx="2061">
                  <c:v>2.4359999999999999</c:v>
                </c:pt>
                <c:pt idx="2062">
                  <c:v>2.46</c:v>
                </c:pt>
                <c:pt idx="2063">
                  <c:v>2.4390000000000001</c:v>
                </c:pt>
                <c:pt idx="2064">
                  <c:v>2.3740000000000001</c:v>
                </c:pt>
                <c:pt idx="2065">
                  <c:v>2.387</c:v>
                </c:pt>
                <c:pt idx="2066">
                  <c:v>2.3279999999999998</c:v>
                </c:pt>
                <c:pt idx="2067">
                  <c:v>2.3010000000000002</c:v>
                </c:pt>
                <c:pt idx="2068">
                  <c:v>2.2839999999999998</c:v>
                </c:pt>
                <c:pt idx="2069">
                  <c:v>2.2330000000000001</c:v>
                </c:pt>
                <c:pt idx="2070">
                  <c:v>2.1989999999999998</c:v>
                </c:pt>
                <c:pt idx="2071">
                  <c:v>2.1579999999999999</c:v>
                </c:pt>
                <c:pt idx="2072">
                  <c:v>2.2050000000000001</c:v>
                </c:pt>
                <c:pt idx="2073">
                  <c:v>2.1640000000000001</c:v>
                </c:pt>
                <c:pt idx="2074">
                  <c:v>2.1709999999999998</c:v>
                </c:pt>
                <c:pt idx="2075">
                  <c:v>2.1539999999999999</c:v>
                </c:pt>
                <c:pt idx="2076">
                  <c:v>2.1469999999999998</c:v>
                </c:pt>
                <c:pt idx="2077">
                  <c:v>2.093</c:v>
                </c:pt>
                <c:pt idx="2078">
                  <c:v>2.077</c:v>
                </c:pt>
                <c:pt idx="2079">
                  <c:v>2.06</c:v>
                </c:pt>
                <c:pt idx="2080">
                  <c:v>2.1230000000000002</c:v>
                </c:pt>
                <c:pt idx="2081">
                  <c:v>2.1429999999999998</c:v>
                </c:pt>
                <c:pt idx="2082">
                  <c:v>2.1</c:v>
                </c:pt>
                <c:pt idx="2083">
                  <c:v>2.0499999999999998</c:v>
                </c:pt>
                <c:pt idx="2084">
                  <c:v>2.0910000000000002</c:v>
                </c:pt>
                <c:pt idx="2085">
                  <c:v>2.1280000000000001</c:v>
                </c:pt>
                <c:pt idx="2086">
                  <c:v>2.133</c:v>
                </c:pt>
                <c:pt idx="2087">
                  <c:v>2.145</c:v>
                </c:pt>
                <c:pt idx="2088">
                  <c:v>2.1819999999999999</c:v>
                </c:pt>
                <c:pt idx="2089">
                  <c:v>2.1819999999999999</c:v>
                </c:pt>
                <c:pt idx="2090">
                  <c:v>2.1859999999999999</c:v>
                </c:pt>
                <c:pt idx="2091">
                  <c:v>2.1379999999999999</c:v>
                </c:pt>
                <c:pt idx="2092">
                  <c:v>2.1419999999999999</c:v>
                </c:pt>
                <c:pt idx="2093">
                  <c:v>2.1219999999999999</c:v>
                </c:pt>
                <c:pt idx="2094">
                  <c:v>2.1579999999999999</c:v>
                </c:pt>
                <c:pt idx="2095">
                  <c:v>2.1259999999999999</c:v>
                </c:pt>
                <c:pt idx="2096">
                  <c:v>2.0609999999999999</c:v>
                </c:pt>
                <c:pt idx="2097">
                  <c:v>2.0579999999999998</c:v>
                </c:pt>
                <c:pt idx="2098">
                  <c:v>2.1110000000000002</c:v>
                </c:pt>
                <c:pt idx="2099">
                  <c:v>2.0419999999999998</c:v>
                </c:pt>
                <c:pt idx="2100">
                  <c:v>2.0390000000000001</c:v>
                </c:pt>
                <c:pt idx="2101">
                  <c:v>2.0150000000000001</c:v>
                </c:pt>
                <c:pt idx="2102">
                  <c:v>1.9830000000000001</c:v>
                </c:pt>
                <c:pt idx="2103">
                  <c:v>1.984</c:v>
                </c:pt>
                <c:pt idx="2104">
                  <c:v>2</c:v>
                </c:pt>
                <c:pt idx="2105">
                  <c:v>2.04</c:v>
                </c:pt>
                <c:pt idx="2106">
                  <c:v>2.0209999999999999</c:v>
                </c:pt>
                <c:pt idx="2107">
                  <c:v>1.9809999999999999</c:v>
                </c:pt>
                <c:pt idx="2108">
                  <c:v>2.0409999999999999</c:v>
                </c:pt>
                <c:pt idx="2109">
                  <c:v>2.0489999999999999</c:v>
                </c:pt>
                <c:pt idx="2110">
                  <c:v>2.0369999999999999</c:v>
                </c:pt>
                <c:pt idx="2111">
                  <c:v>2.0579999999999998</c:v>
                </c:pt>
                <c:pt idx="2112">
                  <c:v>2.0339999999999998</c:v>
                </c:pt>
                <c:pt idx="2113">
                  <c:v>2.0230000000000001</c:v>
                </c:pt>
                <c:pt idx="2114">
                  <c:v>2.1339999999999999</c:v>
                </c:pt>
                <c:pt idx="2115">
                  <c:v>2.1539999999999999</c:v>
                </c:pt>
                <c:pt idx="2116">
                  <c:v>2.0790000000000002</c:v>
                </c:pt>
                <c:pt idx="2117">
                  <c:v>2.0670000000000002</c:v>
                </c:pt>
                <c:pt idx="2118">
                  <c:v>2.1070000000000002</c:v>
                </c:pt>
                <c:pt idx="2119">
                  <c:v>2.0680000000000001</c:v>
                </c:pt>
                <c:pt idx="2120">
                  <c:v>2.052</c:v>
                </c:pt>
                <c:pt idx="2121">
                  <c:v>2.1040000000000001</c:v>
                </c:pt>
                <c:pt idx="2122">
                  <c:v>2.14</c:v>
                </c:pt>
                <c:pt idx="2123">
                  <c:v>2.1120000000000001</c:v>
                </c:pt>
                <c:pt idx="2124">
                  <c:v>2.2389999999999999</c:v>
                </c:pt>
                <c:pt idx="2125">
                  <c:v>2.2909999999999999</c:v>
                </c:pt>
                <c:pt idx="2126">
                  <c:v>2.355</c:v>
                </c:pt>
                <c:pt idx="2127">
                  <c:v>2.339</c:v>
                </c:pt>
                <c:pt idx="2128">
                  <c:v>2.391</c:v>
                </c:pt>
                <c:pt idx="2129">
                  <c:v>2.391</c:v>
                </c:pt>
                <c:pt idx="2130">
                  <c:v>2.391</c:v>
                </c:pt>
                <c:pt idx="2131">
                  <c:v>2.4300000000000002</c:v>
                </c:pt>
                <c:pt idx="2132">
                  <c:v>2.4180000000000001</c:v>
                </c:pt>
                <c:pt idx="2133">
                  <c:v>2.4859999999999998</c:v>
                </c:pt>
                <c:pt idx="2134">
                  <c:v>2.4900000000000002</c:v>
                </c:pt>
                <c:pt idx="2135">
                  <c:v>2.4420000000000002</c:v>
                </c:pt>
                <c:pt idx="2136">
                  <c:v>2.4140000000000001</c:v>
                </c:pt>
                <c:pt idx="2137">
                  <c:v>2.41</c:v>
                </c:pt>
                <c:pt idx="2138">
                  <c:v>2.41</c:v>
                </c:pt>
                <c:pt idx="2139">
                  <c:v>2.4260000000000002</c:v>
                </c:pt>
                <c:pt idx="2140">
                  <c:v>2.4420000000000002</c:v>
                </c:pt>
                <c:pt idx="2141">
                  <c:v>2.4649999999999999</c:v>
                </c:pt>
                <c:pt idx="2142">
                  <c:v>2.4300000000000002</c:v>
                </c:pt>
                <c:pt idx="2143">
                  <c:v>2.5049999999999999</c:v>
                </c:pt>
                <c:pt idx="2144">
                  <c:v>2.56</c:v>
                </c:pt>
                <c:pt idx="2145">
                  <c:v>2.532</c:v>
                </c:pt>
                <c:pt idx="2146">
                  <c:v>2.5510000000000002</c:v>
                </c:pt>
                <c:pt idx="2147">
                  <c:v>2.492</c:v>
                </c:pt>
                <c:pt idx="2148">
                  <c:v>2.508</c:v>
                </c:pt>
                <c:pt idx="2149">
                  <c:v>2.52</c:v>
                </c:pt>
                <c:pt idx="2150">
                  <c:v>2.5550000000000002</c:v>
                </c:pt>
                <c:pt idx="2151">
                  <c:v>2.5659999999999998</c:v>
                </c:pt>
                <c:pt idx="2152">
                  <c:v>2.5659999999999998</c:v>
                </c:pt>
                <c:pt idx="2153">
                  <c:v>2.5430000000000001</c:v>
                </c:pt>
                <c:pt idx="2154">
                  <c:v>2.5620000000000003</c:v>
                </c:pt>
                <c:pt idx="2155">
                  <c:v>2.5620000000000003</c:v>
                </c:pt>
                <c:pt idx="2156">
                  <c:v>2.5339999999999998</c:v>
                </c:pt>
                <c:pt idx="2157">
                  <c:v>2.4830000000000001</c:v>
                </c:pt>
                <c:pt idx="2158">
                  <c:v>2.448</c:v>
                </c:pt>
                <c:pt idx="2159">
                  <c:v>2.4409999999999998</c:v>
                </c:pt>
                <c:pt idx="2160">
                  <c:v>2.448</c:v>
                </c:pt>
                <c:pt idx="2161">
                  <c:v>2.4129999999999998</c:v>
                </c:pt>
                <c:pt idx="2162">
                  <c:v>2.4089999999999998</c:v>
                </c:pt>
                <c:pt idx="2163">
                  <c:v>2.4359999999999999</c:v>
                </c:pt>
                <c:pt idx="2164">
                  <c:v>2.4710000000000001</c:v>
                </c:pt>
                <c:pt idx="2165">
                  <c:v>2.4710000000000001</c:v>
                </c:pt>
                <c:pt idx="2166">
                  <c:v>2.4939999999999998</c:v>
                </c:pt>
                <c:pt idx="2167">
                  <c:v>2.4790000000000001</c:v>
                </c:pt>
                <c:pt idx="2168">
                  <c:v>2.4089999999999998</c:v>
                </c:pt>
                <c:pt idx="2169">
                  <c:v>2.4050000000000002</c:v>
                </c:pt>
                <c:pt idx="2170">
                  <c:v>2.4050000000000002</c:v>
                </c:pt>
                <c:pt idx="2171">
                  <c:v>2.359</c:v>
                </c:pt>
                <c:pt idx="2172">
                  <c:v>2.3860000000000001</c:v>
                </c:pt>
                <c:pt idx="2173">
                  <c:v>2.375</c:v>
                </c:pt>
                <c:pt idx="2174">
                  <c:v>2.3860000000000001</c:v>
                </c:pt>
                <c:pt idx="2175">
                  <c:v>2.3519999999999999</c:v>
                </c:pt>
                <c:pt idx="2176">
                  <c:v>2.2789999999999999</c:v>
                </c:pt>
                <c:pt idx="2177">
                  <c:v>2.2789999999999999</c:v>
                </c:pt>
                <c:pt idx="2178">
                  <c:v>2.2189999999999999</c:v>
                </c:pt>
                <c:pt idx="2179">
                  <c:v>2.242</c:v>
                </c:pt>
                <c:pt idx="2180">
                  <c:v>2.2759999999999998</c:v>
                </c:pt>
                <c:pt idx="2181">
                  <c:v>2.2160000000000002</c:v>
                </c:pt>
                <c:pt idx="2182">
                  <c:v>2.2040000000000002</c:v>
                </c:pt>
                <c:pt idx="2183">
                  <c:v>2.1480000000000001</c:v>
                </c:pt>
                <c:pt idx="2184">
                  <c:v>2.1560000000000001</c:v>
                </c:pt>
                <c:pt idx="2185">
                  <c:v>2.1520000000000001</c:v>
                </c:pt>
                <c:pt idx="2186">
                  <c:v>2.246</c:v>
                </c:pt>
                <c:pt idx="2187">
                  <c:v>2.3140000000000001</c:v>
                </c:pt>
                <c:pt idx="2188">
                  <c:v>2.3220000000000001</c:v>
                </c:pt>
                <c:pt idx="2189">
                  <c:v>2.3820000000000001</c:v>
                </c:pt>
                <c:pt idx="2190">
                  <c:v>2.4159999999999999</c:v>
                </c:pt>
                <c:pt idx="2191">
                  <c:v>2.4729999999999999</c:v>
                </c:pt>
                <c:pt idx="2192">
                  <c:v>2.4729999999999999</c:v>
                </c:pt>
                <c:pt idx="2193">
                  <c:v>2.484</c:v>
                </c:pt>
                <c:pt idx="2194">
                  <c:v>2.5300000000000002</c:v>
                </c:pt>
                <c:pt idx="2195">
                  <c:v>2.5289999999999999</c:v>
                </c:pt>
                <c:pt idx="2196">
                  <c:v>2.597</c:v>
                </c:pt>
                <c:pt idx="2197">
                  <c:v>2.5140000000000002</c:v>
                </c:pt>
                <c:pt idx="2198">
                  <c:v>2.4609999999999999</c:v>
                </c:pt>
                <c:pt idx="2199">
                  <c:v>2.4689999999999999</c:v>
                </c:pt>
                <c:pt idx="2200">
                  <c:v>2.427</c:v>
                </c:pt>
                <c:pt idx="2201">
                  <c:v>2.4420000000000002</c:v>
                </c:pt>
                <c:pt idx="2202">
                  <c:v>2.4609999999999999</c:v>
                </c:pt>
                <c:pt idx="2203">
                  <c:v>2.4980000000000002</c:v>
                </c:pt>
                <c:pt idx="2204">
                  <c:v>2.528</c:v>
                </c:pt>
                <c:pt idx="2205">
                  <c:v>2.57</c:v>
                </c:pt>
                <c:pt idx="2206">
                  <c:v>2.4939999999999998</c:v>
                </c:pt>
                <c:pt idx="2207">
                  <c:v>2.464</c:v>
                </c:pt>
                <c:pt idx="2208">
                  <c:v>2.5089999999999999</c:v>
                </c:pt>
                <c:pt idx="2209">
                  <c:v>2.5649999999999999</c:v>
                </c:pt>
                <c:pt idx="2210">
                  <c:v>2.5350000000000001</c:v>
                </c:pt>
                <c:pt idx="2211">
                  <c:v>2.5609999999999999</c:v>
                </c:pt>
                <c:pt idx="2212">
                  <c:v>2.5830000000000002</c:v>
                </c:pt>
                <c:pt idx="2213">
                  <c:v>2.6619999999999999</c:v>
                </c:pt>
                <c:pt idx="2214">
                  <c:v>2.6879999999999997</c:v>
                </c:pt>
                <c:pt idx="2215">
                  <c:v>2.6579999999999999</c:v>
                </c:pt>
                <c:pt idx="2216">
                  <c:v>2.65</c:v>
                </c:pt>
                <c:pt idx="2217">
                  <c:v>2.6310000000000002</c:v>
                </c:pt>
                <c:pt idx="2218">
                  <c:v>2.601</c:v>
                </c:pt>
                <c:pt idx="2219">
                  <c:v>2.5859999999999999</c:v>
                </c:pt>
                <c:pt idx="2220">
                  <c:v>2.6080000000000001</c:v>
                </c:pt>
                <c:pt idx="2221">
                  <c:v>2.5709999999999997</c:v>
                </c:pt>
                <c:pt idx="2222">
                  <c:v>2.5709999999999997</c:v>
                </c:pt>
                <c:pt idx="2223">
                  <c:v>2.5449999999999999</c:v>
                </c:pt>
                <c:pt idx="2224">
                  <c:v>2.4820000000000002</c:v>
                </c:pt>
                <c:pt idx="2225">
                  <c:v>2.4820000000000002</c:v>
                </c:pt>
                <c:pt idx="2226">
                  <c:v>2.4009999999999998</c:v>
                </c:pt>
                <c:pt idx="2227">
                  <c:v>2.3529999999999998</c:v>
                </c:pt>
                <c:pt idx="2228">
                  <c:v>2.4039999999999999</c:v>
                </c:pt>
                <c:pt idx="2229">
                  <c:v>2.3420000000000001</c:v>
                </c:pt>
                <c:pt idx="2230">
                  <c:v>2.36</c:v>
                </c:pt>
                <c:pt idx="2231">
                  <c:v>2.3420000000000001</c:v>
                </c:pt>
                <c:pt idx="2232">
                  <c:v>2.3460000000000001</c:v>
                </c:pt>
                <c:pt idx="2233">
                  <c:v>2.3490000000000002</c:v>
                </c:pt>
                <c:pt idx="2234">
                  <c:v>2.3380000000000001</c:v>
                </c:pt>
                <c:pt idx="2235">
                  <c:v>2.3820000000000001</c:v>
                </c:pt>
                <c:pt idx="2236">
                  <c:v>2.411</c:v>
                </c:pt>
                <c:pt idx="2237">
                  <c:v>2.4950000000000001</c:v>
                </c:pt>
                <c:pt idx="2238">
                  <c:v>2.4550000000000001</c:v>
                </c:pt>
                <c:pt idx="2239">
                  <c:v>2.48</c:v>
                </c:pt>
                <c:pt idx="2240">
                  <c:v>2.4620000000000002</c:v>
                </c:pt>
                <c:pt idx="2241">
                  <c:v>2.411</c:v>
                </c:pt>
                <c:pt idx="2242">
                  <c:v>2.3959999999999999</c:v>
                </c:pt>
                <c:pt idx="2243">
                  <c:v>2.4249999999999998</c:v>
                </c:pt>
                <c:pt idx="2244">
                  <c:v>2.444</c:v>
                </c:pt>
                <c:pt idx="2245">
                  <c:v>2.3959999999999999</c:v>
                </c:pt>
                <c:pt idx="2246">
                  <c:v>2.3929999999999998</c:v>
                </c:pt>
                <c:pt idx="2247">
                  <c:v>2.36</c:v>
                </c:pt>
                <c:pt idx="2248">
                  <c:v>2.35</c:v>
                </c:pt>
                <c:pt idx="2249">
                  <c:v>2.2890000000000001</c:v>
                </c:pt>
                <c:pt idx="2250">
                  <c:v>2.2890000000000001</c:v>
                </c:pt>
                <c:pt idx="2251">
                  <c:v>2.2919999999999998</c:v>
                </c:pt>
                <c:pt idx="2252">
                  <c:v>2.2989999999999999</c:v>
                </c:pt>
                <c:pt idx="2253">
                  <c:v>2.3170000000000002</c:v>
                </c:pt>
                <c:pt idx="2254">
                  <c:v>2.3170000000000002</c:v>
                </c:pt>
                <c:pt idx="2255">
                  <c:v>2.2640000000000002</c:v>
                </c:pt>
                <c:pt idx="2256">
                  <c:v>2.31</c:v>
                </c:pt>
                <c:pt idx="2257">
                  <c:v>2.2709999999999999</c:v>
                </c:pt>
                <c:pt idx="2258">
                  <c:v>2.2109999999999999</c:v>
                </c:pt>
                <c:pt idx="2259">
                  <c:v>2.2149999999999999</c:v>
                </c:pt>
                <c:pt idx="2260">
                  <c:v>2.2469999999999999</c:v>
                </c:pt>
                <c:pt idx="2261">
                  <c:v>2.2749999999999999</c:v>
                </c:pt>
                <c:pt idx="2262">
                  <c:v>2.2610000000000001</c:v>
                </c:pt>
                <c:pt idx="2263">
                  <c:v>2.2749999999999999</c:v>
                </c:pt>
                <c:pt idx="2264">
                  <c:v>2.3140000000000001</c:v>
                </c:pt>
                <c:pt idx="2265">
                  <c:v>2.2679999999999998</c:v>
                </c:pt>
                <c:pt idx="2266">
                  <c:v>2.2439999999999998</c:v>
                </c:pt>
                <c:pt idx="2267">
                  <c:v>2.202</c:v>
                </c:pt>
                <c:pt idx="2268">
                  <c:v>2.2160000000000002</c:v>
                </c:pt>
                <c:pt idx="2269">
                  <c:v>2.2549999999999999</c:v>
                </c:pt>
                <c:pt idx="2270">
                  <c:v>2.2509999999999999</c:v>
                </c:pt>
                <c:pt idx="2271">
                  <c:v>2.3290000000000002</c:v>
                </c:pt>
                <c:pt idx="2272">
                  <c:v>2.3109999999999999</c:v>
                </c:pt>
                <c:pt idx="2273">
                  <c:v>2.3460000000000001</c:v>
                </c:pt>
                <c:pt idx="2274">
                  <c:v>2.3820000000000001</c:v>
                </c:pt>
                <c:pt idx="2275">
                  <c:v>2.3849999999999998</c:v>
                </c:pt>
                <c:pt idx="2276">
                  <c:v>2.4129999999999998</c:v>
                </c:pt>
                <c:pt idx="2277">
                  <c:v>2.42</c:v>
                </c:pt>
                <c:pt idx="2278">
                  <c:v>2.4590000000000001</c:v>
                </c:pt>
                <c:pt idx="2279">
                  <c:v>2.4489999999999998</c:v>
                </c:pt>
                <c:pt idx="2280">
                  <c:v>2.4340000000000002</c:v>
                </c:pt>
                <c:pt idx="2281">
                  <c:v>2.41</c:v>
                </c:pt>
                <c:pt idx="2282">
                  <c:v>2.448</c:v>
                </c:pt>
                <c:pt idx="2283">
                  <c:v>2.5259999999999998</c:v>
                </c:pt>
                <c:pt idx="2284">
                  <c:v>2.4550000000000001</c:v>
                </c:pt>
                <c:pt idx="2285">
                  <c:v>2.4239999999999999</c:v>
                </c:pt>
                <c:pt idx="2286">
                  <c:v>2.452</c:v>
                </c:pt>
                <c:pt idx="2287">
                  <c:v>2.508</c:v>
                </c:pt>
                <c:pt idx="2288">
                  <c:v>2.4900000000000002</c:v>
                </c:pt>
                <c:pt idx="2289">
                  <c:v>2.4969999999999999</c:v>
                </c:pt>
                <c:pt idx="2290">
                  <c:v>2.48</c:v>
                </c:pt>
                <c:pt idx="2291">
                  <c:v>2.5140000000000002</c:v>
                </c:pt>
                <c:pt idx="2292">
                  <c:v>2.56</c:v>
                </c:pt>
                <c:pt idx="2293">
                  <c:v>2.4929999999999999</c:v>
                </c:pt>
                <c:pt idx="2294">
                  <c:v>2.4929999999999999</c:v>
                </c:pt>
                <c:pt idx="2295">
                  <c:v>2.472</c:v>
                </c:pt>
                <c:pt idx="2296">
                  <c:v>2.5140000000000002</c:v>
                </c:pt>
                <c:pt idx="2297">
                  <c:v>2.633</c:v>
                </c:pt>
                <c:pt idx="2298">
                  <c:v>2.58</c:v>
                </c:pt>
                <c:pt idx="2299">
                  <c:v>2.5979999999999999</c:v>
                </c:pt>
                <c:pt idx="2300">
                  <c:v>2.5830000000000002</c:v>
                </c:pt>
                <c:pt idx="2301">
                  <c:v>2.5590000000000002</c:v>
                </c:pt>
                <c:pt idx="2302">
                  <c:v>2.5339999999999998</c:v>
                </c:pt>
                <c:pt idx="2303">
                  <c:v>2.5270000000000001</c:v>
                </c:pt>
                <c:pt idx="2304">
                  <c:v>2.4990000000000001</c:v>
                </c:pt>
                <c:pt idx="2305">
                  <c:v>2.464</c:v>
                </c:pt>
                <c:pt idx="2306">
                  <c:v>2.444</c:v>
                </c:pt>
                <c:pt idx="2307">
                  <c:v>2.4300000000000002</c:v>
                </c:pt>
                <c:pt idx="2308">
                  <c:v>2.371</c:v>
                </c:pt>
                <c:pt idx="2309">
                  <c:v>2.3679999999999999</c:v>
                </c:pt>
                <c:pt idx="2310">
                  <c:v>2.351</c:v>
                </c:pt>
                <c:pt idx="2311">
                  <c:v>2.3679999999999999</c:v>
                </c:pt>
                <c:pt idx="2312">
                  <c:v>2.3780000000000001</c:v>
                </c:pt>
                <c:pt idx="2313">
                  <c:v>2.327</c:v>
                </c:pt>
                <c:pt idx="2314">
                  <c:v>2.282</c:v>
                </c:pt>
                <c:pt idx="2315">
                  <c:v>2.2450000000000001</c:v>
                </c:pt>
                <c:pt idx="2316">
                  <c:v>2.3410000000000002</c:v>
                </c:pt>
                <c:pt idx="2317">
                  <c:v>2.347</c:v>
                </c:pt>
                <c:pt idx="2318">
                  <c:v>2.3069999999999999</c:v>
                </c:pt>
                <c:pt idx="2319">
                  <c:v>2.2959999999999998</c:v>
                </c:pt>
                <c:pt idx="2320">
                  <c:v>2.2959999999999998</c:v>
                </c:pt>
                <c:pt idx="2321">
                  <c:v>2.3140000000000001</c:v>
                </c:pt>
                <c:pt idx="2322">
                  <c:v>2.3029999999999999</c:v>
                </c:pt>
                <c:pt idx="2323">
                  <c:v>2.2800000000000002</c:v>
                </c:pt>
                <c:pt idx="2324">
                  <c:v>2.2829999999999999</c:v>
                </c:pt>
                <c:pt idx="2325">
                  <c:v>2.3170000000000002</c:v>
                </c:pt>
                <c:pt idx="2326">
                  <c:v>2.246</c:v>
                </c:pt>
                <c:pt idx="2327">
                  <c:v>2.3069999999999999</c:v>
                </c:pt>
                <c:pt idx="2328">
                  <c:v>2.294</c:v>
                </c:pt>
                <c:pt idx="2329">
                  <c:v>2.3380000000000001</c:v>
                </c:pt>
                <c:pt idx="2330">
                  <c:v>2.2970000000000002</c:v>
                </c:pt>
                <c:pt idx="2331">
                  <c:v>2.2599999999999998</c:v>
                </c:pt>
                <c:pt idx="2332">
                  <c:v>2.2800000000000002</c:v>
                </c:pt>
                <c:pt idx="2333">
                  <c:v>2.2909999999999999</c:v>
                </c:pt>
                <c:pt idx="2334">
                  <c:v>2.3069999999999999</c:v>
                </c:pt>
                <c:pt idx="2335">
                  <c:v>2.2839999999999998</c:v>
                </c:pt>
                <c:pt idx="2336">
                  <c:v>2.3479999999999999</c:v>
                </c:pt>
                <c:pt idx="2337">
                  <c:v>2.3079999999999998</c:v>
                </c:pt>
                <c:pt idx="2338">
                  <c:v>2.2679999999999998</c:v>
                </c:pt>
                <c:pt idx="2339">
                  <c:v>2.3079999999999998</c:v>
                </c:pt>
                <c:pt idx="2340">
                  <c:v>2.238</c:v>
                </c:pt>
                <c:pt idx="2341">
                  <c:v>2.3079999999999998</c:v>
                </c:pt>
                <c:pt idx="2342">
                  <c:v>2.3159999999999998</c:v>
                </c:pt>
                <c:pt idx="2343">
                  <c:v>2.2170000000000001</c:v>
                </c:pt>
                <c:pt idx="2344">
                  <c:v>2.1829999999999998</c:v>
                </c:pt>
                <c:pt idx="2345">
                  <c:v>2.2050000000000001</c:v>
                </c:pt>
                <c:pt idx="2346">
                  <c:v>2.137</c:v>
                </c:pt>
                <c:pt idx="2347">
                  <c:v>2.161</c:v>
                </c:pt>
                <c:pt idx="2348">
                  <c:v>2.2370000000000001</c:v>
                </c:pt>
                <c:pt idx="2349">
                  <c:v>2.3090000000000002</c:v>
                </c:pt>
                <c:pt idx="2350">
                  <c:v>2.3079999999999998</c:v>
                </c:pt>
                <c:pt idx="2351">
                  <c:v>2.2530000000000001</c:v>
                </c:pt>
                <c:pt idx="2352">
                  <c:v>2.2229999999999999</c:v>
                </c:pt>
                <c:pt idx="2353">
                  <c:v>2.2599999999999998</c:v>
                </c:pt>
                <c:pt idx="2354">
                  <c:v>2.3220000000000001</c:v>
                </c:pt>
                <c:pt idx="2355">
                  <c:v>2.2560000000000002</c:v>
                </c:pt>
                <c:pt idx="2356">
                  <c:v>2.234</c:v>
                </c:pt>
                <c:pt idx="2357">
                  <c:v>2.2839999999999998</c:v>
                </c:pt>
                <c:pt idx="2358">
                  <c:v>2.27</c:v>
                </c:pt>
                <c:pt idx="2359">
                  <c:v>2.2519999999999998</c:v>
                </c:pt>
                <c:pt idx="2360">
                  <c:v>2.254</c:v>
                </c:pt>
                <c:pt idx="2361">
                  <c:v>2.2320000000000002</c:v>
                </c:pt>
                <c:pt idx="2362">
                  <c:v>2.2349999999999999</c:v>
                </c:pt>
                <c:pt idx="2363">
                  <c:v>2.1709999999999998</c:v>
                </c:pt>
                <c:pt idx="2364">
                  <c:v>2.125</c:v>
                </c:pt>
                <c:pt idx="2365">
                  <c:v>2.1640000000000001</c:v>
                </c:pt>
                <c:pt idx="2366">
                  <c:v>2.1379999999999999</c:v>
                </c:pt>
                <c:pt idx="2367">
                  <c:v>2.141</c:v>
                </c:pt>
                <c:pt idx="2368">
                  <c:v>2.0369999999999999</c:v>
                </c:pt>
                <c:pt idx="2369">
                  <c:v>2.016</c:v>
                </c:pt>
                <c:pt idx="2370">
                  <c:v>1.976</c:v>
                </c:pt>
                <c:pt idx="2371">
                  <c:v>2.0659999999999998</c:v>
                </c:pt>
                <c:pt idx="2372">
                  <c:v>2.0569999999999999</c:v>
                </c:pt>
                <c:pt idx="2373">
                  <c:v>2.1509999999999998</c:v>
                </c:pt>
                <c:pt idx="2374">
                  <c:v>2.15</c:v>
                </c:pt>
                <c:pt idx="2375">
                  <c:v>2.1150000000000002</c:v>
                </c:pt>
                <c:pt idx="2376">
                  <c:v>2.1019999999999999</c:v>
                </c:pt>
                <c:pt idx="2377">
                  <c:v>2.0430000000000001</c:v>
                </c:pt>
                <c:pt idx="2378">
                  <c:v>2.0339999999999998</c:v>
                </c:pt>
                <c:pt idx="2379">
                  <c:v>1.948</c:v>
                </c:pt>
                <c:pt idx="2380">
                  <c:v>1.917</c:v>
                </c:pt>
                <c:pt idx="2381">
                  <c:v>1.929</c:v>
                </c:pt>
                <c:pt idx="2382">
                  <c:v>1.9239999999999999</c:v>
                </c:pt>
                <c:pt idx="2383">
                  <c:v>1.98</c:v>
                </c:pt>
                <c:pt idx="2384">
                  <c:v>1.931</c:v>
                </c:pt>
                <c:pt idx="2385">
                  <c:v>1.986</c:v>
                </c:pt>
                <c:pt idx="2386">
                  <c:v>1.956</c:v>
                </c:pt>
                <c:pt idx="2387">
                  <c:v>1.9769999999999999</c:v>
                </c:pt>
                <c:pt idx="2388">
                  <c:v>1.976</c:v>
                </c:pt>
                <c:pt idx="2389">
                  <c:v>1.9750000000000001</c:v>
                </c:pt>
                <c:pt idx="2390">
                  <c:v>2.0369999999999999</c:v>
                </c:pt>
                <c:pt idx="2391">
                  <c:v>2.101</c:v>
                </c:pt>
                <c:pt idx="2392">
                  <c:v>2.117</c:v>
                </c:pt>
                <c:pt idx="2393">
                  <c:v>2.0750000000000002</c:v>
                </c:pt>
                <c:pt idx="2394">
                  <c:v>2.0579999999999998</c:v>
                </c:pt>
                <c:pt idx="2395">
                  <c:v>2.016</c:v>
                </c:pt>
                <c:pt idx="2396">
                  <c:v>2.0230000000000001</c:v>
                </c:pt>
                <c:pt idx="2397">
                  <c:v>1.998</c:v>
                </c:pt>
                <c:pt idx="2398">
                  <c:v>1.9489999999999998</c:v>
                </c:pt>
                <c:pt idx="2399">
                  <c:v>1.9489999999999998</c:v>
                </c:pt>
                <c:pt idx="2400">
                  <c:v>1.986</c:v>
                </c:pt>
                <c:pt idx="2401">
                  <c:v>1.974</c:v>
                </c:pt>
                <c:pt idx="2402">
                  <c:v>1.921</c:v>
                </c:pt>
                <c:pt idx="2403">
                  <c:v>1.944</c:v>
                </c:pt>
                <c:pt idx="2404">
                  <c:v>1.948</c:v>
                </c:pt>
                <c:pt idx="2405">
                  <c:v>1.982</c:v>
                </c:pt>
                <c:pt idx="2406">
                  <c:v>1.9929999999999999</c:v>
                </c:pt>
                <c:pt idx="2407">
                  <c:v>1.905</c:v>
                </c:pt>
                <c:pt idx="2408">
                  <c:v>1.8559999999999999</c:v>
                </c:pt>
                <c:pt idx="2409">
                  <c:v>1.8359999999999999</c:v>
                </c:pt>
                <c:pt idx="2410">
                  <c:v>1.901</c:v>
                </c:pt>
                <c:pt idx="2411">
                  <c:v>1.897</c:v>
                </c:pt>
                <c:pt idx="2412">
                  <c:v>1.877</c:v>
                </c:pt>
                <c:pt idx="2413">
                  <c:v>1.9279999999999999</c:v>
                </c:pt>
                <c:pt idx="2414">
                  <c:v>1.927</c:v>
                </c:pt>
                <c:pt idx="2415">
                  <c:v>1.984</c:v>
                </c:pt>
                <c:pt idx="2416">
                  <c:v>2.0259999999999998</c:v>
                </c:pt>
                <c:pt idx="2417">
                  <c:v>2.0099999999999998</c:v>
                </c:pt>
                <c:pt idx="2418">
                  <c:v>1.9889999999999999</c:v>
                </c:pt>
                <c:pt idx="2419">
                  <c:v>2</c:v>
                </c:pt>
                <c:pt idx="2420">
                  <c:v>2.0379999999999998</c:v>
                </c:pt>
                <c:pt idx="2421">
                  <c:v>2.0089999999999999</c:v>
                </c:pt>
                <c:pt idx="2422">
                  <c:v>2.0209999999999999</c:v>
                </c:pt>
                <c:pt idx="2423">
                  <c:v>2.0840000000000001</c:v>
                </c:pt>
                <c:pt idx="2424">
                  <c:v>2.0830000000000002</c:v>
                </c:pt>
                <c:pt idx="2425">
                  <c:v>2.0880000000000001</c:v>
                </c:pt>
                <c:pt idx="2426">
                  <c:v>2.11</c:v>
                </c:pt>
                <c:pt idx="2427">
                  <c:v>2.0870000000000002</c:v>
                </c:pt>
                <c:pt idx="2428">
                  <c:v>2.089</c:v>
                </c:pt>
                <c:pt idx="2429">
                  <c:v>2.125</c:v>
                </c:pt>
                <c:pt idx="2430">
                  <c:v>2.1520000000000001</c:v>
                </c:pt>
                <c:pt idx="2431">
                  <c:v>2.1320000000000001</c:v>
                </c:pt>
                <c:pt idx="2432">
                  <c:v>2.1070000000000002</c:v>
                </c:pt>
                <c:pt idx="2433">
                  <c:v>2.0950000000000002</c:v>
                </c:pt>
                <c:pt idx="2434">
                  <c:v>2.085</c:v>
                </c:pt>
                <c:pt idx="2435">
                  <c:v>2.0649999999999999</c:v>
                </c:pt>
                <c:pt idx="2436">
                  <c:v>2.0950000000000002</c:v>
                </c:pt>
                <c:pt idx="2437">
                  <c:v>2.129</c:v>
                </c:pt>
                <c:pt idx="2438">
                  <c:v>2.1320000000000001</c:v>
                </c:pt>
                <c:pt idx="2439">
                  <c:v>2.08</c:v>
                </c:pt>
                <c:pt idx="2440">
                  <c:v>2.1019999999999999</c:v>
                </c:pt>
                <c:pt idx="2441">
                  <c:v>2.0699999999999998</c:v>
                </c:pt>
                <c:pt idx="2442">
                  <c:v>2.1080000000000001</c:v>
                </c:pt>
                <c:pt idx="2443">
                  <c:v>2.0840000000000001</c:v>
                </c:pt>
                <c:pt idx="2444">
                  <c:v>2.09</c:v>
                </c:pt>
                <c:pt idx="2445">
                  <c:v>2.077</c:v>
                </c:pt>
                <c:pt idx="2446">
                  <c:v>2.0339999999999998</c:v>
                </c:pt>
                <c:pt idx="2447">
                  <c:v>1.9449999999999998</c:v>
                </c:pt>
                <c:pt idx="2448">
                  <c:v>1.9449999999999998</c:v>
                </c:pt>
                <c:pt idx="2449">
                  <c:v>1.9750000000000001</c:v>
                </c:pt>
                <c:pt idx="2450">
                  <c:v>1.9689999999999999</c:v>
                </c:pt>
                <c:pt idx="2451">
                  <c:v>1.9140000000000001</c:v>
                </c:pt>
                <c:pt idx="2452">
                  <c:v>1.998</c:v>
                </c:pt>
                <c:pt idx="2453">
                  <c:v>2.024</c:v>
                </c:pt>
                <c:pt idx="2454">
                  <c:v>2.0099999999999998</c:v>
                </c:pt>
                <c:pt idx="2455">
                  <c:v>2.0019999999999998</c:v>
                </c:pt>
                <c:pt idx="2456">
                  <c:v>2.097</c:v>
                </c:pt>
                <c:pt idx="2457">
                  <c:v>2.1160000000000001</c:v>
                </c:pt>
                <c:pt idx="2458">
                  <c:v>2.0009999999999999</c:v>
                </c:pt>
                <c:pt idx="2459">
                  <c:v>2</c:v>
                </c:pt>
                <c:pt idx="2460">
                  <c:v>1.978</c:v>
                </c:pt>
                <c:pt idx="2461">
                  <c:v>1.909</c:v>
                </c:pt>
                <c:pt idx="2462">
                  <c:v>1.8820000000000001</c:v>
                </c:pt>
                <c:pt idx="2463">
                  <c:v>1.897</c:v>
                </c:pt>
                <c:pt idx="2464">
                  <c:v>1.865</c:v>
                </c:pt>
                <c:pt idx="2465">
                  <c:v>1.849</c:v>
                </c:pt>
                <c:pt idx="2466">
                  <c:v>1.8109999999999999</c:v>
                </c:pt>
                <c:pt idx="2467">
                  <c:v>1.784</c:v>
                </c:pt>
                <c:pt idx="2468">
                  <c:v>1.798</c:v>
                </c:pt>
                <c:pt idx="2469">
                  <c:v>1.786</c:v>
                </c:pt>
                <c:pt idx="2470">
                  <c:v>1.819</c:v>
                </c:pt>
                <c:pt idx="2471">
                  <c:v>1.77</c:v>
                </c:pt>
                <c:pt idx="2472">
                  <c:v>1.6909999999999998</c:v>
                </c:pt>
                <c:pt idx="2473">
                  <c:v>1.627</c:v>
                </c:pt>
                <c:pt idx="2474">
                  <c:v>1.641</c:v>
                </c:pt>
                <c:pt idx="2475">
                  <c:v>1.651</c:v>
                </c:pt>
                <c:pt idx="2476">
                  <c:v>1.621</c:v>
                </c:pt>
                <c:pt idx="2477">
                  <c:v>1.661</c:v>
                </c:pt>
                <c:pt idx="2478">
                  <c:v>1.6720000000000002</c:v>
                </c:pt>
                <c:pt idx="2479">
                  <c:v>1.6850000000000001</c:v>
                </c:pt>
                <c:pt idx="2480">
                  <c:v>1.6890000000000001</c:v>
                </c:pt>
                <c:pt idx="2481">
                  <c:v>1.641</c:v>
                </c:pt>
                <c:pt idx="2482">
                  <c:v>1.615</c:v>
                </c:pt>
                <c:pt idx="2483">
                  <c:v>1.6139999999999999</c:v>
                </c:pt>
                <c:pt idx="2484">
                  <c:v>1.623</c:v>
                </c:pt>
                <c:pt idx="2485">
                  <c:v>1.55</c:v>
                </c:pt>
                <c:pt idx="2486">
                  <c:v>1.5529999999999999</c:v>
                </c:pt>
                <c:pt idx="2487">
                  <c:v>1.5270000000000001</c:v>
                </c:pt>
                <c:pt idx="2488">
                  <c:v>1.4430000000000001</c:v>
                </c:pt>
                <c:pt idx="2489">
                  <c:v>1.42</c:v>
                </c:pt>
                <c:pt idx="2490">
                  <c:v>1.413</c:v>
                </c:pt>
                <c:pt idx="2491">
                  <c:v>1.4339999999999999</c:v>
                </c:pt>
                <c:pt idx="2492">
                  <c:v>1.4339999999999999</c:v>
                </c:pt>
                <c:pt idx="2493">
                  <c:v>1.405</c:v>
                </c:pt>
                <c:pt idx="2494">
                  <c:v>1.3109999999999999</c:v>
                </c:pt>
                <c:pt idx="2495">
                  <c:v>1.3169999999999999</c:v>
                </c:pt>
                <c:pt idx="2496">
                  <c:v>1.403</c:v>
                </c:pt>
                <c:pt idx="2497">
                  <c:v>1.3129999999999999</c:v>
                </c:pt>
                <c:pt idx="2498">
                  <c:v>1.399</c:v>
                </c:pt>
                <c:pt idx="2499">
                  <c:v>1.3519999999999999</c:v>
                </c:pt>
                <c:pt idx="2500">
                  <c:v>1.333</c:v>
                </c:pt>
                <c:pt idx="2501">
                  <c:v>1.3149999999999999</c:v>
                </c:pt>
                <c:pt idx="2502">
                  <c:v>1.34</c:v>
                </c:pt>
                <c:pt idx="2503">
                  <c:v>1.2929999999999999</c:v>
                </c:pt>
                <c:pt idx="2504">
                  <c:v>1.3639999999999999</c:v>
                </c:pt>
                <c:pt idx="2505">
                  <c:v>1.399</c:v>
                </c:pt>
                <c:pt idx="2506">
                  <c:v>1.381</c:v>
                </c:pt>
                <c:pt idx="2507">
                  <c:v>1.2989999999999999</c:v>
                </c:pt>
                <c:pt idx="2508">
                  <c:v>1.3029999999999999</c:v>
                </c:pt>
                <c:pt idx="2509">
                  <c:v>1.3049999999999999</c:v>
                </c:pt>
                <c:pt idx="2510">
                  <c:v>1.397</c:v>
                </c:pt>
                <c:pt idx="2511">
                  <c:v>1.5030000000000001</c:v>
                </c:pt>
                <c:pt idx="2512">
                  <c:v>1.6139999999999999</c:v>
                </c:pt>
                <c:pt idx="2513">
                  <c:v>1.639</c:v>
                </c:pt>
                <c:pt idx="2514">
                  <c:v>1.6120000000000001</c:v>
                </c:pt>
                <c:pt idx="2515">
                  <c:v>1.5979999999999999</c:v>
                </c:pt>
                <c:pt idx="2516">
                  <c:v>1.6219999999999999</c:v>
                </c:pt>
                <c:pt idx="2517">
                  <c:v>1.65</c:v>
                </c:pt>
                <c:pt idx="2518">
                  <c:v>1.6640000000000001</c:v>
                </c:pt>
                <c:pt idx="2519">
                  <c:v>1.6840000000000002</c:v>
                </c:pt>
                <c:pt idx="2520">
                  <c:v>1.7229999999999999</c:v>
                </c:pt>
                <c:pt idx="2521">
                  <c:v>1.6579999999999999</c:v>
                </c:pt>
                <c:pt idx="2522">
                  <c:v>1.736</c:v>
                </c:pt>
                <c:pt idx="2523">
                  <c:v>1.7290000000000001</c:v>
                </c:pt>
                <c:pt idx="2524">
                  <c:v>1.7589999999999999</c:v>
                </c:pt>
                <c:pt idx="2525">
                  <c:v>1.8559999999999999</c:v>
                </c:pt>
                <c:pt idx="2526">
                  <c:v>1.837</c:v>
                </c:pt>
                <c:pt idx="2527">
                  <c:v>1.8220000000000001</c:v>
                </c:pt>
                <c:pt idx="2528">
                  <c:v>1.8069999999999999</c:v>
                </c:pt>
                <c:pt idx="2529">
                  <c:v>1.742</c:v>
                </c:pt>
                <c:pt idx="2530">
                  <c:v>1.738</c:v>
                </c:pt>
                <c:pt idx="2531">
                  <c:v>1.7869999999999999</c:v>
                </c:pt>
                <c:pt idx="2532">
                  <c:v>1.7789999999999999</c:v>
                </c:pt>
                <c:pt idx="2533">
                  <c:v>1.7570000000000001</c:v>
                </c:pt>
                <c:pt idx="2534">
                  <c:v>1.7349999999999999</c:v>
                </c:pt>
                <c:pt idx="2535">
                  <c:v>1.7629999999999999</c:v>
                </c:pt>
                <c:pt idx="2536">
                  <c:v>1.7370000000000001</c:v>
                </c:pt>
                <c:pt idx="2537">
                  <c:v>1.7509999999999999</c:v>
                </c:pt>
                <c:pt idx="2538">
                  <c:v>1.694</c:v>
                </c:pt>
                <c:pt idx="2539">
                  <c:v>1.756</c:v>
                </c:pt>
                <c:pt idx="2540">
                  <c:v>1.706</c:v>
                </c:pt>
                <c:pt idx="2541">
                  <c:v>1.7229999999999999</c:v>
                </c:pt>
                <c:pt idx="2542">
                  <c:v>1.7789999999999999</c:v>
                </c:pt>
                <c:pt idx="2543">
                  <c:v>1.722</c:v>
                </c:pt>
                <c:pt idx="2544">
                  <c:v>1.71</c:v>
                </c:pt>
                <c:pt idx="2545">
                  <c:v>1.5939999999999999</c:v>
                </c:pt>
                <c:pt idx="2546">
                  <c:v>1.552</c:v>
                </c:pt>
                <c:pt idx="2547">
                  <c:v>1.5310000000000001</c:v>
                </c:pt>
                <c:pt idx="2548">
                  <c:v>1.534</c:v>
                </c:pt>
                <c:pt idx="2549">
                  <c:v>1.498</c:v>
                </c:pt>
                <c:pt idx="2550">
                  <c:v>1.5009999999999999</c:v>
                </c:pt>
                <c:pt idx="2551">
                  <c:v>1.5390000000000001</c:v>
                </c:pt>
                <c:pt idx="2552">
                  <c:v>1.49</c:v>
                </c:pt>
                <c:pt idx="2553">
                  <c:v>1.3860000000000001</c:v>
                </c:pt>
                <c:pt idx="2554">
                  <c:v>1.399</c:v>
                </c:pt>
                <c:pt idx="2555">
                  <c:v>1.3820000000000001</c:v>
                </c:pt>
                <c:pt idx="2556">
                  <c:v>1.327</c:v>
                </c:pt>
                <c:pt idx="2557">
                  <c:v>1.361</c:v>
                </c:pt>
                <c:pt idx="2558">
                  <c:v>1.387</c:v>
                </c:pt>
                <c:pt idx="2559">
                  <c:v>1.383</c:v>
                </c:pt>
                <c:pt idx="2560">
                  <c:v>1.4279999999999999</c:v>
                </c:pt>
                <c:pt idx="2561">
                  <c:v>1.448</c:v>
                </c:pt>
                <c:pt idx="2562">
                  <c:v>1.43</c:v>
                </c:pt>
                <c:pt idx="2563">
                  <c:v>1.45</c:v>
                </c:pt>
                <c:pt idx="2564">
                  <c:v>1.4910000000000001</c:v>
                </c:pt>
                <c:pt idx="2565">
                  <c:v>1.4769999999999999</c:v>
                </c:pt>
                <c:pt idx="2566">
                  <c:v>1.48</c:v>
                </c:pt>
                <c:pt idx="2567">
                  <c:v>1.462</c:v>
                </c:pt>
                <c:pt idx="2568">
                  <c:v>1.3559999999999999</c:v>
                </c:pt>
                <c:pt idx="2569">
                  <c:v>1.3320000000000001</c:v>
                </c:pt>
                <c:pt idx="2570">
                  <c:v>1.2909999999999999</c:v>
                </c:pt>
                <c:pt idx="2571">
                  <c:v>1.3009999999999999</c:v>
                </c:pt>
                <c:pt idx="2572">
                  <c:v>1.298</c:v>
                </c:pt>
                <c:pt idx="2573">
                  <c:v>1.24</c:v>
                </c:pt>
                <c:pt idx="2574">
                  <c:v>1.18</c:v>
                </c:pt>
                <c:pt idx="2575">
                  <c:v>1.27</c:v>
                </c:pt>
                <c:pt idx="2576">
                  <c:v>1.2130000000000001</c:v>
                </c:pt>
                <c:pt idx="2577">
                  <c:v>1.327</c:v>
                </c:pt>
                <c:pt idx="2578">
                  <c:v>1.3320000000000001</c:v>
                </c:pt>
                <c:pt idx="2579">
                  <c:v>1.319</c:v>
                </c:pt>
                <c:pt idx="2580">
                  <c:v>1.2849999999999999</c:v>
                </c:pt>
                <c:pt idx="2581">
                  <c:v>1.3109999999999999</c:v>
                </c:pt>
                <c:pt idx="2582">
                  <c:v>1.3280000000000001</c:v>
                </c:pt>
                <c:pt idx="2583">
                  <c:v>1.3340000000000001</c:v>
                </c:pt>
                <c:pt idx="2584">
                  <c:v>1.2869999999999999</c:v>
                </c:pt>
                <c:pt idx="2585">
                  <c:v>1.27</c:v>
                </c:pt>
                <c:pt idx="2586">
                  <c:v>1.2829999999999999</c:v>
                </c:pt>
                <c:pt idx="2587">
                  <c:v>1.2829999999999999</c:v>
                </c:pt>
                <c:pt idx="2588">
                  <c:v>1.246</c:v>
                </c:pt>
                <c:pt idx="2589">
                  <c:v>1.232</c:v>
                </c:pt>
                <c:pt idx="2590">
                  <c:v>1.222</c:v>
                </c:pt>
                <c:pt idx="2591">
                  <c:v>1.272</c:v>
                </c:pt>
                <c:pt idx="2592">
                  <c:v>1.2849999999999999</c:v>
                </c:pt>
                <c:pt idx="2593">
                  <c:v>1.165</c:v>
                </c:pt>
                <c:pt idx="2594">
                  <c:v>1.1850000000000001</c:v>
                </c:pt>
                <c:pt idx="2595">
                  <c:v>1.204</c:v>
                </c:pt>
                <c:pt idx="2596">
                  <c:v>1.1579999999999999</c:v>
                </c:pt>
                <c:pt idx="2597">
                  <c:v>1.1579999999999999</c:v>
                </c:pt>
                <c:pt idx="2598">
                  <c:v>1.079</c:v>
                </c:pt>
                <c:pt idx="2599">
                  <c:v>1.1639999999999999</c:v>
                </c:pt>
                <c:pt idx="2600">
                  <c:v>1.1639999999999999</c:v>
                </c:pt>
                <c:pt idx="2601">
                  <c:v>1.1439999999999999</c:v>
                </c:pt>
                <c:pt idx="2602">
                  <c:v>1.1179999999999999</c:v>
                </c:pt>
                <c:pt idx="2603">
                  <c:v>1.163</c:v>
                </c:pt>
                <c:pt idx="2604">
                  <c:v>1.1080000000000001</c:v>
                </c:pt>
                <c:pt idx="2605">
                  <c:v>1.147</c:v>
                </c:pt>
                <c:pt idx="2606">
                  <c:v>1.1990000000000001</c:v>
                </c:pt>
                <c:pt idx="2607">
                  <c:v>1.1950000000000001</c:v>
                </c:pt>
                <c:pt idx="2608">
                  <c:v>1.208</c:v>
                </c:pt>
                <c:pt idx="2609">
                  <c:v>1.2989999999999999</c:v>
                </c:pt>
                <c:pt idx="2610">
                  <c:v>1.3120000000000001</c:v>
                </c:pt>
                <c:pt idx="2611">
                  <c:v>1.341</c:v>
                </c:pt>
                <c:pt idx="2612">
                  <c:v>1.3599999999999999</c:v>
                </c:pt>
                <c:pt idx="2613">
                  <c:v>1.3559999999999999</c:v>
                </c:pt>
                <c:pt idx="2614">
                  <c:v>1.294</c:v>
                </c:pt>
                <c:pt idx="2615">
                  <c:v>1.323</c:v>
                </c:pt>
                <c:pt idx="2616">
                  <c:v>1.294</c:v>
                </c:pt>
                <c:pt idx="2617">
                  <c:v>1.2929999999999999</c:v>
                </c:pt>
                <c:pt idx="2618">
                  <c:v>1.296</c:v>
                </c:pt>
                <c:pt idx="2619">
                  <c:v>1.4159999999999999</c:v>
                </c:pt>
                <c:pt idx="2620">
                  <c:v>1.4550000000000001</c:v>
                </c:pt>
                <c:pt idx="2621">
                  <c:v>1.4849999999999999</c:v>
                </c:pt>
                <c:pt idx="2622">
                  <c:v>1.468</c:v>
                </c:pt>
                <c:pt idx="2623">
                  <c:v>1.4610000000000001</c:v>
                </c:pt>
                <c:pt idx="2624">
                  <c:v>1.44</c:v>
                </c:pt>
                <c:pt idx="2625">
                  <c:v>1.4039999999999999</c:v>
                </c:pt>
                <c:pt idx="2626">
                  <c:v>1.294</c:v>
                </c:pt>
                <c:pt idx="2627">
                  <c:v>1.268</c:v>
                </c:pt>
                <c:pt idx="2628">
                  <c:v>1.248</c:v>
                </c:pt>
                <c:pt idx="2629">
                  <c:v>1.2889999999999999</c:v>
                </c:pt>
                <c:pt idx="2630">
                  <c:v>1.35</c:v>
                </c:pt>
                <c:pt idx="2631">
                  <c:v>1.341</c:v>
                </c:pt>
                <c:pt idx="2632">
                  <c:v>1.347</c:v>
                </c:pt>
                <c:pt idx="2633">
                  <c:v>1.2589999999999999</c:v>
                </c:pt>
                <c:pt idx="2634">
                  <c:v>1.2530000000000001</c:v>
                </c:pt>
                <c:pt idx="2635">
                  <c:v>1.179</c:v>
                </c:pt>
                <c:pt idx="2636">
                  <c:v>1.1439999999999999</c:v>
                </c:pt>
                <c:pt idx="2637">
                  <c:v>1.131</c:v>
                </c:pt>
                <c:pt idx="2638">
                  <c:v>1.1619999999999999</c:v>
                </c:pt>
                <c:pt idx="2639">
                  <c:v>1.165</c:v>
                </c:pt>
                <c:pt idx="2640">
                  <c:v>1.19</c:v>
                </c:pt>
                <c:pt idx="2641">
                  <c:v>1.2190000000000001</c:v>
                </c:pt>
                <c:pt idx="2642">
                  <c:v>1.149</c:v>
                </c:pt>
                <c:pt idx="2643">
                  <c:v>1.117</c:v>
                </c:pt>
                <c:pt idx="2644">
                  <c:v>1.091</c:v>
                </c:pt>
                <c:pt idx="2645">
                  <c:v>1.1040000000000001</c:v>
                </c:pt>
                <c:pt idx="2646">
                  <c:v>1.1160000000000001</c:v>
                </c:pt>
                <c:pt idx="2647">
                  <c:v>1.119</c:v>
                </c:pt>
                <c:pt idx="2648">
                  <c:v>1.1060000000000001</c:v>
                </c:pt>
                <c:pt idx="2649">
                  <c:v>1.113</c:v>
                </c:pt>
                <c:pt idx="2650">
                  <c:v>1.0840000000000001</c:v>
                </c:pt>
                <c:pt idx="2651">
                  <c:v>1.0089999999999999</c:v>
                </c:pt>
                <c:pt idx="2652">
                  <c:v>1.04</c:v>
                </c:pt>
                <c:pt idx="2653">
                  <c:v>1.018</c:v>
                </c:pt>
                <c:pt idx="2654">
                  <c:v>0.98399999999999999</c:v>
                </c:pt>
                <c:pt idx="2655">
                  <c:v>1.1339999999999999</c:v>
                </c:pt>
                <c:pt idx="2656">
                  <c:v>1.1240000000000001</c:v>
                </c:pt>
                <c:pt idx="2657">
                  <c:v>1.1179999999999999</c:v>
                </c:pt>
                <c:pt idx="2658">
                  <c:v>1.2270000000000001</c:v>
                </c:pt>
                <c:pt idx="2659">
                  <c:v>1.2050000000000001</c:v>
                </c:pt>
                <c:pt idx="2660">
                  <c:v>1.17</c:v>
                </c:pt>
                <c:pt idx="2661">
                  <c:v>1.1539999999999999</c:v>
                </c:pt>
                <c:pt idx="2662">
                  <c:v>1.135</c:v>
                </c:pt>
                <c:pt idx="2663">
                  <c:v>1.1910000000000001</c:v>
                </c:pt>
                <c:pt idx="2664">
                  <c:v>1.1910000000000001</c:v>
                </c:pt>
                <c:pt idx="2665">
                  <c:v>1.2</c:v>
                </c:pt>
                <c:pt idx="2666">
                  <c:v>1.169</c:v>
                </c:pt>
                <c:pt idx="2667">
                  <c:v>1.175</c:v>
                </c:pt>
                <c:pt idx="2668">
                  <c:v>1.212</c:v>
                </c:pt>
                <c:pt idx="2669">
                  <c:v>1.202</c:v>
                </c:pt>
                <c:pt idx="2670">
                  <c:v>1.1870000000000001</c:v>
                </c:pt>
                <c:pt idx="2671">
                  <c:v>1.18</c:v>
                </c:pt>
                <c:pt idx="2672">
                  <c:v>1.18</c:v>
                </c:pt>
                <c:pt idx="2673">
                  <c:v>1.133</c:v>
                </c:pt>
                <c:pt idx="2674">
                  <c:v>1.1639999999999999</c:v>
                </c:pt>
                <c:pt idx="2675">
                  <c:v>1.1890000000000001</c:v>
                </c:pt>
                <c:pt idx="2676">
                  <c:v>1.1890000000000001</c:v>
                </c:pt>
                <c:pt idx="2677">
                  <c:v>1.2070000000000001</c:v>
                </c:pt>
                <c:pt idx="2678">
                  <c:v>1.169</c:v>
                </c:pt>
                <c:pt idx="2679">
                  <c:v>1.2030000000000001</c:v>
                </c:pt>
                <c:pt idx="2680">
                  <c:v>1.169</c:v>
                </c:pt>
                <c:pt idx="2681">
                  <c:v>1.095</c:v>
                </c:pt>
                <c:pt idx="2682">
                  <c:v>1.0669999999999999</c:v>
                </c:pt>
                <c:pt idx="2683">
                  <c:v>1.0580000000000001</c:v>
                </c:pt>
                <c:pt idx="2684">
                  <c:v>1.085</c:v>
                </c:pt>
                <c:pt idx="2685">
                  <c:v>1.036</c:v>
                </c:pt>
                <c:pt idx="2686">
                  <c:v>1.024</c:v>
                </c:pt>
                <c:pt idx="2687">
                  <c:v>0.97799999999999998</c:v>
                </c:pt>
                <c:pt idx="2688">
                  <c:v>0.97799999999999998</c:v>
                </c:pt>
                <c:pt idx="2689">
                  <c:v>0.97799999999999998</c:v>
                </c:pt>
                <c:pt idx="2690">
                  <c:v>0.93799999999999994</c:v>
                </c:pt>
                <c:pt idx="2691">
                  <c:v>0.96599999999999997</c:v>
                </c:pt>
                <c:pt idx="2692">
                  <c:v>0.98699999999999999</c:v>
                </c:pt>
                <c:pt idx="2693">
                  <c:v>0.996</c:v>
                </c:pt>
                <c:pt idx="2694">
                  <c:v>0.91400000000000003</c:v>
                </c:pt>
                <c:pt idx="2695">
                  <c:v>0.98299999999999998</c:v>
                </c:pt>
                <c:pt idx="2696">
                  <c:v>1.002</c:v>
                </c:pt>
                <c:pt idx="2697">
                  <c:v>1.014</c:v>
                </c:pt>
                <c:pt idx="2698">
                  <c:v>0.98599999999999999</c:v>
                </c:pt>
                <c:pt idx="2699">
                  <c:v>0.94699999999999995</c:v>
                </c:pt>
                <c:pt idx="2700">
                  <c:v>1.022</c:v>
                </c:pt>
                <c:pt idx="2701">
                  <c:v>1.0069999999999999</c:v>
                </c:pt>
                <c:pt idx="2702">
                  <c:v>1.0069999999999999</c:v>
                </c:pt>
                <c:pt idx="2703">
                  <c:v>1.1219999999999999</c:v>
                </c:pt>
                <c:pt idx="2704">
                  <c:v>1.07</c:v>
                </c:pt>
                <c:pt idx="2705">
                  <c:v>1.0429999999999999</c:v>
                </c:pt>
                <c:pt idx="2706">
                  <c:v>1.0580000000000001</c:v>
                </c:pt>
                <c:pt idx="2707">
                  <c:v>1.04</c:v>
                </c:pt>
                <c:pt idx="2708">
                  <c:v>1.0249999999999999</c:v>
                </c:pt>
                <c:pt idx="2709">
                  <c:v>1.024</c:v>
                </c:pt>
                <c:pt idx="2710">
                  <c:v>1.018</c:v>
                </c:pt>
                <c:pt idx="2711">
                  <c:v>0.98199999999999998</c:v>
                </c:pt>
                <c:pt idx="2712">
                  <c:v>1.006</c:v>
                </c:pt>
                <c:pt idx="2713">
                  <c:v>0.97</c:v>
                </c:pt>
                <c:pt idx="2714">
                  <c:v>0.94599999999999995</c:v>
                </c:pt>
                <c:pt idx="2715">
                  <c:v>1.0029999999999999</c:v>
                </c:pt>
                <c:pt idx="2716">
                  <c:v>0.997</c:v>
                </c:pt>
                <c:pt idx="2717">
                  <c:v>1.0269999999999999</c:v>
                </c:pt>
                <c:pt idx="2718">
                  <c:v>1.075</c:v>
                </c:pt>
                <c:pt idx="2719">
                  <c:v>1.077</c:v>
                </c:pt>
                <c:pt idx="2720">
                  <c:v>1.056</c:v>
                </c:pt>
                <c:pt idx="2721">
                  <c:v>1.02</c:v>
                </c:pt>
                <c:pt idx="2722">
                  <c:v>0.999</c:v>
                </c:pt>
                <c:pt idx="2723">
                  <c:v>0.93700000000000006</c:v>
                </c:pt>
                <c:pt idx="2724">
                  <c:v>0.88100000000000001</c:v>
                </c:pt>
                <c:pt idx="2725">
                  <c:v>0.875</c:v>
                </c:pt>
                <c:pt idx="2726">
                  <c:v>0.91600000000000004</c:v>
                </c:pt>
                <c:pt idx="2727">
                  <c:v>0.91300000000000003</c:v>
                </c:pt>
                <c:pt idx="2728">
                  <c:v>0.93400000000000005</c:v>
                </c:pt>
                <c:pt idx="2729">
                  <c:v>0.623</c:v>
                </c:pt>
                <c:pt idx="2730">
                  <c:v>0.628</c:v>
                </c:pt>
                <c:pt idx="2731">
                  <c:v>0.63</c:v>
                </c:pt>
                <c:pt idx="2732">
                  <c:v>0.66</c:v>
                </c:pt>
                <c:pt idx="2733">
                  <c:v>0.71499999999999997</c:v>
                </c:pt>
                <c:pt idx="2734">
                  <c:v>0.78600000000000003</c:v>
                </c:pt>
                <c:pt idx="2735">
                  <c:v>0.80200000000000005</c:v>
                </c:pt>
                <c:pt idx="2736">
                  <c:v>0.78300000000000003</c:v>
                </c:pt>
                <c:pt idx="2737">
                  <c:v>0.76</c:v>
                </c:pt>
                <c:pt idx="2738">
                  <c:v>0.79700000000000004</c:v>
                </c:pt>
                <c:pt idx="2739">
                  <c:v>0.84299999999999997</c:v>
                </c:pt>
                <c:pt idx="2740">
                  <c:v>0.88600000000000001</c:v>
                </c:pt>
                <c:pt idx="2741">
                  <c:v>0.89200000000000002</c:v>
                </c:pt>
                <c:pt idx="2742">
                  <c:v>1.0069999999999999</c:v>
                </c:pt>
                <c:pt idx="2743">
                  <c:v>1.0089999999999999</c:v>
                </c:pt>
                <c:pt idx="2744">
                  <c:v>0.93</c:v>
                </c:pt>
                <c:pt idx="2745">
                  <c:v>0.96299999999999997</c:v>
                </c:pt>
                <c:pt idx="2746">
                  <c:v>0.91900000000000004</c:v>
                </c:pt>
                <c:pt idx="2747">
                  <c:v>0.879</c:v>
                </c:pt>
                <c:pt idx="2748">
                  <c:v>0.90900000000000003</c:v>
                </c:pt>
                <c:pt idx="2749">
                  <c:v>0.83799999999999997</c:v>
                </c:pt>
                <c:pt idx="2750">
                  <c:v>0.88500000000000001</c:v>
                </c:pt>
                <c:pt idx="2751">
                  <c:v>0.97699999999999998</c:v>
                </c:pt>
                <c:pt idx="2752">
                  <c:v>0.96399999999999997</c:v>
                </c:pt>
                <c:pt idx="2753">
                  <c:v>0.93100000000000005</c:v>
                </c:pt>
                <c:pt idx="2754">
                  <c:v>0.98499999999999999</c:v>
                </c:pt>
                <c:pt idx="2755">
                  <c:v>0.93100000000000005</c:v>
                </c:pt>
                <c:pt idx="2756">
                  <c:v>1.0109999999999999</c:v>
                </c:pt>
                <c:pt idx="2757">
                  <c:v>0.96199999999999997</c:v>
                </c:pt>
                <c:pt idx="2758">
                  <c:v>0.99099999999999999</c:v>
                </c:pt>
                <c:pt idx="2759">
                  <c:v>0.94499999999999995</c:v>
                </c:pt>
                <c:pt idx="2760">
                  <c:v>0.95699999999999996</c:v>
                </c:pt>
                <c:pt idx="2761">
                  <c:v>0.99</c:v>
                </c:pt>
                <c:pt idx="2762">
                  <c:v>0.96699999999999997</c:v>
                </c:pt>
                <c:pt idx="2763">
                  <c:v>0.95099999999999996</c:v>
                </c:pt>
                <c:pt idx="2764">
                  <c:v>0.996</c:v>
                </c:pt>
                <c:pt idx="2765">
                  <c:v>1.036</c:v>
                </c:pt>
                <c:pt idx="2766">
                  <c:v>1.0369999999999999</c:v>
                </c:pt>
                <c:pt idx="2767">
                  <c:v>0.96499999999999997</c:v>
                </c:pt>
                <c:pt idx="2768">
                  <c:v>0.89800000000000002</c:v>
                </c:pt>
                <c:pt idx="2769">
                  <c:v>0.92</c:v>
                </c:pt>
                <c:pt idx="2770">
                  <c:v>0.97699999999999998</c:v>
                </c:pt>
                <c:pt idx="2771">
                  <c:v>1.0129999999999999</c:v>
                </c:pt>
                <c:pt idx="2772">
                  <c:v>1.0109999999999999</c:v>
                </c:pt>
                <c:pt idx="2773">
                  <c:v>1.0329999999999999</c:v>
                </c:pt>
                <c:pt idx="2774">
                  <c:v>1.0069999999999999</c:v>
                </c:pt>
                <c:pt idx="2775">
                  <c:v>0.98799999999999999</c:v>
                </c:pt>
                <c:pt idx="2776">
                  <c:v>1.0269999999999999</c:v>
                </c:pt>
                <c:pt idx="2777">
                  <c:v>0.85899999999999999</c:v>
                </c:pt>
                <c:pt idx="2778">
                  <c:v>0.95599999999999996</c:v>
                </c:pt>
                <c:pt idx="2779">
                  <c:v>0.89600000000000002</c:v>
                </c:pt>
                <c:pt idx="2780">
                  <c:v>0.89500000000000002</c:v>
                </c:pt>
                <c:pt idx="2781">
                  <c:v>0.86899999999999999</c:v>
                </c:pt>
                <c:pt idx="2782">
                  <c:v>0.92500000000000004</c:v>
                </c:pt>
                <c:pt idx="2783">
                  <c:v>0.98699999999999999</c:v>
                </c:pt>
                <c:pt idx="2784">
                  <c:v>1.026</c:v>
                </c:pt>
                <c:pt idx="2785">
                  <c:v>0.95</c:v>
                </c:pt>
                <c:pt idx="2786">
                  <c:v>0.92500000000000004</c:v>
                </c:pt>
                <c:pt idx="2787">
                  <c:v>1.0920000000000001</c:v>
                </c:pt>
                <c:pt idx="2788">
                  <c:v>1.1200000000000001</c:v>
                </c:pt>
                <c:pt idx="2789">
                  <c:v>1.1020000000000001</c:v>
                </c:pt>
                <c:pt idx="2790">
                  <c:v>1.113</c:v>
                </c:pt>
                <c:pt idx="2791">
                  <c:v>1.1519999999999999</c:v>
                </c:pt>
                <c:pt idx="2792">
                  <c:v>1.238</c:v>
                </c:pt>
                <c:pt idx="2793">
                  <c:v>1.2770000000000001</c:v>
                </c:pt>
                <c:pt idx="2794">
                  <c:v>1.343</c:v>
                </c:pt>
                <c:pt idx="2795">
                  <c:v>1.232</c:v>
                </c:pt>
                <c:pt idx="2796">
                  <c:v>1.173</c:v>
                </c:pt>
                <c:pt idx="2797">
                  <c:v>1.1910000000000001</c:v>
                </c:pt>
                <c:pt idx="2798">
                  <c:v>1.196</c:v>
                </c:pt>
                <c:pt idx="2799">
                  <c:v>1.1739999999999999</c:v>
                </c:pt>
                <c:pt idx="2800">
                  <c:v>1.0640000000000001</c:v>
                </c:pt>
                <c:pt idx="2801">
                  <c:v>1.046</c:v>
                </c:pt>
                <c:pt idx="2802">
                  <c:v>1.131</c:v>
                </c:pt>
                <c:pt idx="2803">
                  <c:v>1.1219999999999999</c:v>
                </c:pt>
                <c:pt idx="2804">
                  <c:v>1.1140000000000001</c:v>
                </c:pt>
                <c:pt idx="2805">
                  <c:v>1.1020000000000001</c:v>
                </c:pt>
                <c:pt idx="2806">
                  <c:v>1.1000000000000001</c:v>
                </c:pt>
                <c:pt idx="2807">
                  <c:v>1.095</c:v>
                </c:pt>
                <c:pt idx="2808">
                  <c:v>1.103</c:v>
                </c:pt>
                <c:pt idx="2809">
                  <c:v>1.0960000000000001</c:v>
                </c:pt>
                <c:pt idx="2810">
                  <c:v>1.0680000000000001</c:v>
                </c:pt>
                <c:pt idx="2811">
                  <c:v>1.083</c:v>
                </c:pt>
                <c:pt idx="2812">
                  <c:v>1.1919999999999999</c:v>
                </c:pt>
                <c:pt idx="2813">
                  <c:v>1.2370000000000001</c:v>
                </c:pt>
                <c:pt idx="2814">
                  <c:v>1.375</c:v>
                </c:pt>
                <c:pt idx="2815">
                  <c:v>1.403</c:v>
                </c:pt>
                <c:pt idx="2816">
                  <c:v>1.298</c:v>
                </c:pt>
                <c:pt idx="2817">
                  <c:v>1.282</c:v>
                </c:pt>
                <c:pt idx="2818">
                  <c:v>1.3</c:v>
                </c:pt>
                <c:pt idx="2819">
                  <c:v>1.2949999999999999</c:v>
                </c:pt>
                <c:pt idx="2820">
                  <c:v>1.276</c:v>
                </c:pt>
                <c:pt idx="2821">
                  <c:v>1.2810000000000001</c:v>
                </c:pt>
                <c:pt idx="2822">
                  <c:v>1.2949999999999999</c:v>
                </c:pt>
                <c:pt idx="2823">
                  <c:v>1.306</c:v>
                </c:pt>
                <c:pt idx="2824">
                  <c:v>1.268</c:v>
                </c:pt>
                <c:pt idx="2825">
                  <c:v>1.4419999999999999</c:v>
                </c:pt>
                <c:pt idx="2826">
                  <c:v>1.3900000000000001</c:v>
                </c:pt>
                <c:pt idx="2827">
                  <c:v>1.361</c:v>
                </c:pt>
                <c:pt idx="2828">
                  <c:v>1.359</c:v>
                </c:pt>
                <c:pt idx="2829">
                  <c:v>1.3180000000000001</c:v>
                </c:pt>
                <c:pt idx="2830">
                  <c:v>1.246</c:v>
                </c:pt>
                <c:pt idx="2831">
                  <c:v>1.2610000000000001</c:v>
                </c:pt>
                <c:pt idx="2832">
                  <c:v>1.206</c:v>
                </c:pt>
                <c:pt idx="2833">
                  <c:v>1.198</c:v>
                </c:pt>
                <c:pt idx="2834">
                  <c:v>1.123</c:v>
                </c:pt>
                <c:pt idx="2835">
                  <c:v>1.157</c:v>
                </c:pt>
                <c:pt idx="2836">
                  <c:v>1.149</c:v>
                </c:pt>
                <c:pt idx="2837">
                  <c:v>1.103</c:v>
                </c:pt>
                <c:pt idx="2838">
                  <c:v>1.1240000000000001</c:v>
                </c:pt>
                <c:pt idx="2839">
                  <c:v>1.1930000000000001</c:v>
                </c:pt>
                <c:pt idx="2840">
                  <c:v>1.1619999999999999</c:v>
                </c:pt>
                <c:pt idx="2841">
                  <c:v>1.242</c:v>
                </c:pt>
                <c:pt idx="2842">
                  <c:v>1.149</c:v>
                </c:pt>
                <c:pt idx="2843">
                  <c:v>1.234</c:v>
                </c:pt>
                <c:pt idx="2844">
                  <c:v>1.2389999999999999</c:v>
                </c:pt>
                <c:pt idx="2845">
                  <c:v>1.224</c:v>
                </c:pt>
                <c:pt idx="2846">
                  <c:v>1.323</c:v>
                </c:pt>
                <c:pt idx="2847">
                  <c:v>1.3599999999999999</c:v>
                </c:pt>
                <c:pt idx="2848">
                  <c:v>1.3540000000000001</c:v>
                </c:pt>
                <c:pt idx="2849">
                  <c:v>1.385</c:v>
                </c:pt>
                <c:pt idx="2850">
                  <c:v>1.448</c:v>
                </c:pt>
                <c:pt idx="2851">
                  <c:v>1.4330000000000001</c:v>
                </c:pt>
                <c:pt idx="2852">
                  <c:v>1.2530000000000001</c:v>
                </c:pt>
                <c:pt idx="2853">
                  <c:v>1.1990000000000001</c:v>
                </c:pt>
                <c:pt idx="2854">
                  <c:v>1.204</c:v>
                </c:pt>
                <c:pt idx="2855">
                  <c:v>1.1890000000000001</c:v>
                </c:pt>
                <c:pt idx="2856">
                  <c:v>1.2070000000000001</c:v>
                </c:pt>
                <c:pt idx="2857">
                  <c:v>1.2490000000000001</c:v>
                </c:pt>
                <c:pt idx="2858">
                  <c:v>1.19</c:v>
                </c:pt>
                <c:pt idx="2859">
                  <c:v>1.077</c:v>
                </c:pt>
                <c:pt idx="2860">
                  <c:v>1.123</c:v>
                </c:pt>
                <c:pt idx="2861">
                  <c:v>1.21</c:v>
                </c:pt>
                <c:pt idx="2862">
                  <c:v>1.024</c:v>
                </c:pt>
                <c:pt idx="2863">
                  <c:v>0.99399999999999999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541568"/>
        <c:axId val="144543104"/>
      </c:lineChart>
      <c:lineChart>
        <c:grouping val="standard"/>
        <c:varyColors val="0"/>
        <c:ser>
          <c:idx val="1"/>
          <c:order val="1"/>
          <c:tx>
            <c:strRef>
              <c:f>Sheet1!$D$5</c:f>
              <c:strCache>
                <c:ptCount val="1"/>
                <c:pt idx="0">
                  <c:v>5 Yr Breakeven Rate (rhs)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Sheet1!$D$7:$D$2870</c:f>
              <c:numCache>
                <c:formatCode>General</c:formatCode>
                <c:ptCount val="2864"/>
                <c:pt idx="0">
                  <c:v>1.8516000000000001</c:v>
                </c:pt>
                <c:pt idx="1">
                  <c:v>1.8512</c:v>
                </c:pt>
                <c:pt idx="2">
                  <c:v>1.8168000000000002</c:v>
                </c:pt>
                <c:pt idx="3">
                  <c:v>1.8115000000000001</c:v>
                </c:pt>
                <c:pt idx="4">
                  <c:v>1.7693999999999999</c:v>
                </c:pt>
                <c:pt idx="5">
                  <c:v>1.7698</c:v>
                </c:pt>
                <c:pt idx="6">
                  <c:v>1.7746</c:v>
                </c:pt>
                <c:pt idx="7">
                  <c:v>1.7898000000000001</c:v>
                </c:pt>
                <c:pt idx="8">
                  <c:v>1.7883</c:v>
                </c:pt>
                <c:pt idx="9">
                  <c:v>1.8243</c:v>
                </c:pt>
                <c:pt idx="10">
                  <c:v>1.8315000000000001</c:v>
                </c:pt>
                <c:pt idx="11">
                  <c:v>1.7883</c:v>
                </c:pt>
                <c:pt idx="12">
                  <c:v>1.7736000000000001</c:v>
                </c:pt>
                <c:pt idx="13">
                  <c:v>1.7832000000000001</c:v>
                </c:pt>
                <c:pt idx="14">
                  <c:v>1.7321</c:v>
                </c:pt>
                <c:pt idx="15">
                  <c:v>1.7036</c:v>
                </c:pt>
                <c:pt idx="16">
                  <c:v>1.7341</c:v>
                </c:pt>
                <c:pt idx="17">
                  <c:v>1.7868999999999999</c:v>
                </c:pt>
                <c:pt idx="18">
                  <c:v>1.7574999999999998</c:v>
                </c:pt>
                <c:pt idx="19">
                  <c:v>1.6942000000000002</c:v>
                </c:pt>
                <c:pt idx="20">
                  <c:v>1.6336999999999999</c:v>
                </c:pt>
                <c:pt idx="21">
                  <c:v>1.6524000000000001</c:v>
                </c:pt>
                <c:pt idx="22">
                  <c:v>1.6460000000000001</c:v>
                </c:pt>
                <c:pt idx="23">
                  <c:v>1.6201000000000001</c:v>
                </c:pt>
                <c:pt idx="24">
                  <c:v>1.5086999999999999</c:v>
                </c:pt>
                <c:pt idx="25">
                  <c:v>1.5366</c:v>
                </c:pt>
                <c:pt idx="26">
                  <c:v>1.5798999999999999</c:v>
                </c:pt>
                <c:pt idx="27">
                  <c:v>1.6228</c:v>
                </c:pt>
                <c:pt idx="28">
                  <c:v>1.6478999999999999</c:v>
                </c:pt>
                <c:pt idx="29">
                  <c:v>1.6510999999999998</c:v>
                </c:pt>
                <c:pt idx="30">
                  <c:v>1.7073</c:v>
                </c:pt>
                <c:pt idx="31">
                  <c:v>1.7688999999999999</c:v>
                </c:pt>
                <c:pt idx="32">
                  <c:v>1.7579</c:v>
                </c:pt>
                <c:pt idx="33">
                  <c:v>1.8026000000000002</c:v>
                </c:pt>
                <c:pt idx="34">
                  <c:v>1.7986</c:v>
                </c:pt>
                <c:pt idx="35">
                  <c:v>1.7513000000000001</c:v>
                </c:pt>
                <c:pt idx="36">
                  <c:v>1.7678000000000003</c:v>
                </c:pt>
                <c:pt idx="37">
                  <c:v>1.7015</c:v>
                </c:pt>
                <c:pt idx="38">
                  <c:v>1.6027</c:v>
                </c:pt>
                <c:pt idx="39">
                  <c:v>1.5699000000000001</c:v>
                </c:pt>
                <c:pt idx="40">
                  <c:v>1.5793999999999999</c:v>
                </c:pt>
                <c:pt idx="41">
                  <c:v>1.6152</c:v>
                </c:pt>
                <c:pt idx="42">
                  <c:v>1.6073999999999999</c:v>
                </c:pt>
                <c:pt idx="43">
                  <c:v>1.5871</c:v>
                </c:pt>
                <c:pt idx="44">
                  <c:v>1.5999000000000001</c:v>
                </c:pt>
                <c:pt idx="45">
                  <c:v>1.5817000000000001</c:v>
                </c:pt>
                <c:pt idx="46">
                  <c:v>1.5817000000000001</c:v>
                </c:pt>
                <c:pt idx="47">
                  <c:v>1.5348000000000002</c:v>
                </c:pt>
                <c:pt idx="48">
                  <c:v>1.5439000000000001</c:v>
                </c:pt>
                <c:pt idx="49">
                  <c:v>1.552</c:v>
                </c:pt>
                <c:pt idx="50">
                  <c:v>1.5818999999999999</c:v>
                </c:pt>
                <c:pt idx="51">
                  <c:v>1.5868000000000002</c:v>
                </c:pt>
                <c:pt idx="52">
                  <c:v>1.5865999999999998</c:v>
                </c:pt>
                <c:pt idx="53">
                  <c:v>1.5764</c:v>
                </c:pt>
                <c:pt idx="54">
                  <c:v>1.6229</c:v>
                </c:pt>
                <c:pt idx="55">
                  <c:v>1.5289000000000001</c:v>
                </c:pt>
                <c:pt idx="56">
                  <c:v>1.4948000000000001</c:v>
                </c:pt>
                <c:pt idx="57">
                  <c:v>1.4758</c:v>
                </c:pt>
                <c:pt idx="58">
                  <c:v>1.4171</c:v>
                </c:pt>
                <c:pt idx="59">
                  <c:v>1.4714</c:v>
                </c:pt>
                <c:pt idx="60">
                  <c:v>1.4081999999999999</c:v>
                </c:pt>
                <c:pt idx="61">
                  <c:v>1.3720000000000001</c:v>
                </c:pt>
                <c:pt idx="62">
                  <c:v>1.3499000000000001</c:v>
                </c:pt>
                <c:pt idx="63">
                  <c:v>1.3333999999999999</c:v>
                </c:pt>
                <c:pt idx="64">
                  <c:v>1.2967</c:v>
                </c:pt>
                <c:pt idx="65">
                  <c:v>1.3126</c:v>
                </c:pt>
                <c:pt idx="66">
                  <c:v>1.3126</c:v>
                </c:pt>
                <c:pt idx="67">
                  <c:v>1.2823</c:v>
                </c:pt>
                <c:pt idx="68">
                  <c:v>1.2495999999999998</c:v>
                </c:pt>
                <c:pt idx="69">
                  <c:v>1.2044000000000001</c:v>
                </c:pt>
                <c:pt idx="70">
                  <c:v>1.2159000000000002</c:v>
                </c:pt>
                <c:pt idx="71">
                  <c:v>1.2810000000000001</c:v>
                </c:pt>
                <c:pt idx="72">
                  <c:v>1.2828999999999999</c:v>
                </c:pt>
                <c:pt idx="73">
                  <c:v>1.2219</c:v>
                </c:pt>
                <c:pt idx="74">
                  <c:v>1.1579999999999999</c:v>
                </c:pt>
                <c:pt idx="75">
                  <c:v>1.2555000000000001</c:v>
                </c:pt>
                <c:pt idx="76">
                  <c:v>1.3399999999999999</c:v>
                </c:pt>
                <c:pt idx="77">
                  <c:v>1.3148</c:v>
                </c:pt>
                <c:pt idx="78">
                  <c:v>1.3148</c:v>
                </c:pt>
                <c:pt idx="79">
                  <c:v>1.2670000000000001</c:v>
                </c:pt>
                <c:pt idx="80">
                  <c:v>1.2597999999999998</c:v>
                </c:pt>
                <c:pt idx="81">
                  <c:v>1.2881</c:v>
                </c:pt>
                <c:pt idx="82">
                  <c:v>1.3000999999999998</c:v>
                </c:pt>
                <c:pt idx="83">
                  <c:v>1.3000999999999998</c:v>
                </c:pt>
                <c:pt idx="84">
                  <c:v>1.3105</c:v>
                </c:pt>
                <c:pt idx="85">
                  <c:v>1.3021</c:v>
                </c:pt>
                <c:pt idx="86">
                  <c:v>1.2861</c:v>
                </c:pt>
                <c:pt idx="87">
                  <c:v>1.2518</c:v>
                </c:pt>
                <c:pt idx="88">
                  <c:v>1.2430000000000001</c:v>
                </c:pt>
                <c:pt idx="89">
                  <c:v>1.2423999999999999</c:v>
                </c:pt>
                <c:pt idx="90">
                  <c:v>1.2217</c:v>
                </c:pt>
                <c:pt idx="91">
                  <c:v>1.2414000000000001</c:v>
                </c:pt>
                <c:pt idx="92">
                  <c:v>1.3361999999999998</c:v>
                </c:pt>
                <c:pt idx="93">
                  <c:v>1.3780000000000001</c:v>
                </c:pt>
                <c:pt idx="94">
                  <c:v>1.4338000000000002</c:v>
                </c:pt>
                <c:pt idx="95">
                  <c:v>1.4145999999999999</c:v>
                </c:pt>
                <c:pt idx="96">
                  <c:v>1.4690000000000001</c:v>
                </c:pt>
                <c:pt idx="97">
                  <c:v>1.4968999999999999</c:v>
                </c:pt>
                <c:pt idx="98">
                  <c:v>1.51</c:v>
                </c:pt>
                <c:pt idx="99">
                  <c:v>1.4998</c:v>
                </c:pt>
                <c:pt idx="100">
                  <c:v>1.5329000000000002</c:v>
                </c:pt>
                <c:pt idx="101">
                  <c:v>1.5105</c:v>
                </c:pt>
                <c:pt idx="102">
                  <c:v>1.5927</c:v>
                </c:pt>
                <c:pt idx="103">
                  <c:v>1.5927</c:v>
                </c:pt>
                <c:pt idx="104">
                  <c:v>1.5976999999999999</c:v>
                </c:pt>
                <c:pt idx="105">
                  <c:v>1.6357999999999999</c:v>
                </c:pt>
                <c:pt idx="106">
                  <c:v>1.6374000000000002</c:v>
                </c:pt>
                <c:pt idx="107">
                  <c:v>1.6188</c:v>
                </c:pt>
                <c:pt idx="108">
                  <c:v>1.5966</c:v>
                </c:pt>
                <c:pt idx="109">
                  <c:v>1.6255000000000002</c:v>
                </c:pt>
                <c:pt idx="110">
                  <c:v>1.6293</c:v>
                </c:pt>
                <c:pt idx="111">
                  <c:v>1.6554</c:v>
                </c:pt>
                <c:pt idx="112">
                  <c:v>1.6400999999999999</c:v>
                </c:pt>
                <c:pt idx="113">
                  <c:v>1.6974</c:v>
                </c:pt>
                <c:pt idx="114">
                  <c:v>1.71</c:v>
                </c:pt>
                <c:pt idx="115">
                  <c:v>1.71</c:v>
                </c:pt>
                <c:pt idx="116">
                  <c:v>1.7096</c:v>
                </c:pt>
                <c:pt idx="117">
                  <c:v>1.7</c:v>
                </c:pt>
                <c:pt idx="118">
                  <c:v>1.6731</c:v>
                </c:pt>
                <c:pt idx="119">
                  <c:v>1.6384000000000001</c:v>
                </c:pt>
                <c:pt idx="120">
                  <c:v>1.6606999999999998</c:v>
                </c:pt>
                <c:pt idx="121">
                  <c:v>1.6565000000000001</c:v>
                </c:pt>
                <c:pt idx="122">
                  <c:v>1.6188</c:v>
                </c:pt>
                <c:pt idx="123">
                  <c:v>1.6060999999999999</c:v>
                </c:pt>
                <c:pt idx="124">
                  <c:v>1.6071</c:v>
                </c:pt>
                <c:pt idx="125">
                  <c:v>1.5753000000000001</c:v>
                </c:pt>
                <c:pt idx="126">
                  <c:v>1.5856000000000001</c:v>
                </c:pt>
                <c:pt idx="127">
                  <c:v>1.5808</c:v>
                </c:pt>
                <c:pt idx="128">
                  <c:v>1.5839999999999999</c:v>
                </c:pt>
                <c:pt idx="129">
                  <c:v>1.5877999999999999</c:v>
                </c:pt>
                <c:pt idx="130">
                  <c:v>1.5702</c:v>
                </c:pt>
                <c:pt idx="131">
                  <c:v>1.5810999999999999</c:v>
                </c:pt>
                <c:pt idx="132">
                  <c:v>1.5289000000000001</c:v>
                </c:pt>
                <c:pt idx="133">
                  <c:v>1.4928999999999999</c:v>
                </c:pt>
                <c:pt idx="134">
                  <c:v>1.5764</c:v>
                </c:pt>
                <c:pt idx="135">
                  <c:v>1.6626999999999998</c:v>
                </c:pt>
                <c:pt idx="136">
                  <c:v>1.6626999999999998</c:v>
                </c:pt>
                <c:pt idx="137">
                  <c:v>1.6658000000000002</c:v>
                </c:pt>
                <c:pt idx="138">
                  <c:v>1.6872</c:v>
                </c:pt>
                <c:pt idx="139">
                  <c:v>1.6461000000000001</c:v>
                </c:pt>
                <c:pt idx="140">
                  <c:v>1.6604999999999999</c:v>
                </c:pt>
                <c:pt idx="141">
                  <c:v>1.6580999999999999</c:v>
                </c:pt>
                <c:pt idx="142">
                  <c:v>1.6924999999999999</c:v>
                </c:pt>
                <c:pt idx="143">
                  <c:v>1.7047999999999999</c:v>
                </c:pt>
                <c:pt idx="144">
                  <c:v>1.7056000000000002</c:v>
                </c:pt>
                <c:pt idx="145">
                  <c:v>1.7146000000000001</c:v>
                </c:pt>
                <c:pt idx="146">
                  <c:v>1.7239</c:v>
                </c:pt>
                <c:pt idx="147">
                  <c:v>1.7446000000000002</c:v>
                </c:pt>
                <c:pt idx="148">
                  <c:v>1.7395</c:v>
                </c:pt>
                <c:pt idx="149">
                  <c:v>1.7087000000000001</c:v>
                </c:pt>
                <c:pt idx="150">
                  <c:v>1.6700000000000002</c:v>
                </c:pt>
                <c:pt idx="151">
                  <c:v>1.6979</c:v>
                </c:pt>
                <c:pt idx="152">
                  <c:v>1.7145999999999999</c:v>
                </c:pt>
                <c:pt idx="153">
                  <c:v>1.7655000000000001</c:v>
                </c:pt>
                <c:pt idx="154">
                  <c:v>1.8688</c:v>
                </c:pt>
                <c:pt idx="155">
                  <c:v>1.8701000000000001</c:v>
                </c:pt>
                <c:pt idx="156">
                  <c:v>1.8758999999999999</c:v>
                </c:pt>
                <c:pt idx="157">
                  <c:v>1.8624000000000001</c:v>
                </c:pt>
                <c:pt idx="158">
                  <c:v>1.8363</c:v>
                </c:pt>
                <c:pt idx="159">
                  <c:v>1.8487</c:v>
                </c:pt>
                <c:pt idx="160">
                  <c:v>1.8667</c:v>
                </c:pt>
                <c:pt idx="161">
                  <c:v>1.8962999999999999</c:v>
                </c:pt>
                <c:pt idx="162">
                  <c:v>1.911</c:v>
                </c:pt>
                <c:pt idx="163">
                  <c:v>1.9074999999999998</c:v>
                </c:pt>
                <c:pt idx="164">
                  <c:v>1.8940000000000001</c:v>
                </c:pt>
                <c:pt idx="165">
                  <c:v>1.895</c:v>
                </c:pt>
                <c:pt idx="166">
                  <c:v>1.895</c:v>
                </c:pt>
                <c:pt idx="167">
                  <c:v>1.8984999999999999</c:v>
                </c:pt>
                <c:pt idx="168">
                  <c:v>1.9101999999999999</c:v>
                </c:pt>
                <c:pt idx="169">
                  <c:v>1.9066999999999998</c:v>
                </c:pt>
                <c:pt idx="170">
                  <c:v>1.8966999999999998</c:v>
                </c:pt>
                <c:pt idx="171">
                  <c:v>1.9016999999999999</c:v>
                </c:pt>
                <c:pt idx="172">
                  <c:v>1.9289000000000001</c:v>
                </c:pt>
                <c:pt idx="173">
                  <c:v>1.9119000000000002</c:v>
                </c:pt>
                <c:pt idx="174">
                  <c:v>1.9284999999999999</c:v>
                </c:pt>
                <c:pt idx="175">
                  <c:v>1.9329000000000001</c:v>
                </c:pt>
                <c:pt idx="176">
                  <c:v>1.9440999999999999</c:v>
                </c:pt>
                <c:pt idx="177">
                  <c:v>1.968</c:v>
                </c:pt>
                <c:pt idx="178">
                  <c:v>1.9953000000000001</c:v>
                </c:pt>
                <c:pt idx="179">
                  <c:v>1.9850000000000001</c:v>
                </c:pt>
                <c:pt idx="180">
                  <c:v>1.9901</c:v>
                </c:pt>
                <c:pt idx="181">
                  <c:v>1.9843</c:v>
                </c:pt>
                <c:pt idx="182">
                  <c:v>1.9891000000000001</c:v>
                </c:pt>
                <c:pt idx="183">
                  <c:v>2.0068999999999999</c:v>
                </c:pt>
                <c:pt idx="184">
                  <c:v>2.0167000000000002</c:v>
                </c:pt>
                <c:pt idx="185">
                  <c:v>2.0179</c:v>
                </c:pt>
                <c:pt idx="186">
                  <c:v>2.0437000000000003</c:v>
                </c:pt>
                <c:pt idx="187">
                  <c:v>2.0728999999999997</c:v>
                </c:pt>
                <c:pt idx="188">
                  <c:v>2.0726</c:v>
                </c:pt>
                <c:pt idx="189">
                  <c:v>2.0510999999999999</c:v>
                </c:pt>
                <c:pt idx="190">
                  <c:v>2.0429999999999997</c:v>
                </c:pt>
                <c:pt idx="191">
                  <c:v>2.0464000000000002</c:v>
                </c:pt>
                <c:pt idx="192">
                  <c:v>2.0355000000000003</c:v>
                </c:pt>
                <c:pt idx="193">
                  <c:v>2.0171000000000001</c:v>
                </c:pt>
                <c:pt idx="194">
                  <c:v>2.0270000000000001</c:v>
                </c:pt>
                <c:pt idx="195">
                  <c:v>2.0672000000000001</c:v>
                </c:pt>
                <c:pt idx="196">
                  <c:v>2.0589</c:v>
                </c:pt>
                <c:pt idx="197">
                  <c:v>2.0516999999999999</c:v>
                </c:pt>
                <c:pt idx="198">
                  <c:v>2.0483000000000002</c:v>
                </c:pt>
                <c:pt idx="199">
                  <c:v>2.0625999999999998</c:v>
                </c:pt>
                <c:pt idx="200">
                  <c:v>2.0861000000000001</c:v>
                </c:pt>
                <c:pt idx="201">
                  <c:v>2.0878000000000001</c:v>
                </c:pt>
                <c:pt idx="202">
                  <c:v>2.0996000000000001</c:v>
                </c:pt>
                <c:pt idx="203">
                  <c:v>2.0907</c:v>
                </c:pt>
                <c:pt idx="204">
                  <c:v>2.0851000000000002</c:v>
                </c:pt>
                <c:pt idx="205">
                  <c:v>2.1172</c:v>
                </c:pt>
                <c:pt idx="206">
                  <c:v>2.1351</c:v>
                </c:pt>
                <c:pt idx="207">
                  <c:v>2.1351</c:v>
                </c:pt>
                <c:pt idx="208">
                  <c:v>2.1086</c:v>
                </c:pt>
                <c:pt idx="209">
                  <c:v>2.1057000000000001</c:v>
                </c:pt>
                <c:pt idx="210">
                  <c:v>2.1109</c:v>
                </c:pt>
                <c:pt idx="211">
                  <c:v>2.1181000000000001</c:v>
                </c:pt>
                <c:pt idx="212">
                  <c:v>2.1219000000000001</c:v>
                </c:pt>
                <c:pt idx="213">
                  <c:v>2.1</c:v>
                </c:pt>
                <c:pt idx="214">
                  <c:v>2.1158999999999999</c:v>
                </c:pt>
                <c:pt idx="215">
                  <c:v>2.1031</c:v>
                </c:pt>
                <c:pt idx="216">
                  <c:v>2.1013999999999999</c:v>
                </c:pt>
                <c:pt idx="217">
                  <c:v>2.0840999999999998</c:v>
                </c:pt>
                <c:pt idx="218">
                  <c:v>2.0547</c:v>
                </c:pt>
                <c:pt idx="219">
                  <c:v>2.0347</c:v>
                </c:pt>
                <c:pt idx="220">
                  <c:v>1.9984000000000002</c:v>
                </c:pt>
                <c:pt idx="221">
                  <c:v>1.9930000000000001</c:v>
                </c:pt>
                <c:pt idx="222">
                  <c:v>2.0187999999999997</c:v>
                </c:pt>
                <c:pt idx="223">
                  <c:v>2.0128999999999997</c:v>
                </c:pt>
                <c:pt idx="224">
                  <c:v>2.0094000000000003</c:v>
                </c:pt>
                <c:pt idx="225">
                  <c:v>2.0108999999999999</c:v>
                </c:pt>
                <c:pt idx="226">
                  <c:v>1.9858</c:v>
                </c:pt>
                <c:pt idx="227">
                  <c:v>1.9824999999999999</c:v>
                </c:pt>
                <c:pt idx="228">
                  <c:v>1.9592000000000001</c:v>
                </c:pt>
                <c:pt idx="229">
                  <c:v>1.9743999999999999</c:v>
                </c:pt>
                <c:pt idx="230">
                  <c:v>1.9779</c:v>
                </c:pt>
                <c:pt idx="231">
                  <c:v>1.9930999999999999</c:v>
                </c:pt>
                <c:pt idx="232">
                  <c:v>2.0083000000000002</c:v>
                </c:pt>
                <c:pt idx="233">
                  <c:v>1.9765999999999999</c:v>
                </c:pt>
                <c:pt idx="234">
                  <c:v>1.9807000000000001</c:v>
                </c:pt>
                <c:pt idx="235">
                  <c:v>1.9931000000000001</c:v>
                </c:pt>
                <c:pt idx="236">
                  <c:v>1.9931000000000001</c:v>
                </c:pt>
                <c:pt idx="237">
                  <c:v>2.0005000000000002</c:v>
                </c:pt>
                <c:pt idx="238">
                  <c:v>1.9678000000000002</c:v>
                </c:pt>
                <c:pt idx="239">
                  <c:v>1.9551000000000001</c:v>
                </c:pt>
                <c:pt idx="240">
                  <c:v>1.9569000000000001</c:v>
                </c:pt>
                <c:pt idx="241">
                  <c:v>1.9741</c:v>
                </c:pt>
                <c:pt idx="242">
                  <c:v>1.9821</c:v>
                </c:pt>
                <c:pt idx="243">
                  <c:v>1.9591000000000001</c:v>
                </c:pt>
                <c:pt idx="244">
                  <c:v>1.9234</c:v>
                </c:pt>
                <c:pt idx="245">
                  <c:v>1.9398</c:v>
                </c:pt>
                <c:pt idx="246">
                  <c:v>1.9492</c:v>
                </c:pt>
                <c:pt idx="247">
                  <c:v>1.9530000000000001</c:v>
                </c:pt>
                <c:pt idx="248">
                  <c:v>1.9452</c:v>
                </c:pt>
                <c:pt idx="249">
                  <c:v>1.9384999999999999</c:v>
                </c:pt>
                <c:pt idx="250">
                  <c:v>1.9661</c:v>
                </c:pt>
                <c:pt idx="251">
                  <c:v>1.9797</c:v>
                </c:pt>
                <c:pt idx="252">
                  <c:v>1.9786999999999999</c:v>
                </c:pt>
                <c:pt idx="253">
                  <c:v>1.9777</c:v>
                </c:pt>
                <c:pt idx="254">
                  <c:v>1.9717000000000002</c:v>
                </c:pt>
                <c:pt idx="255">
                  <c:v>1.9767000000000001</c:v>
                </c:pt>
                <c:pt idx="256">
                  <c:v>1.9928999999999999</c:v>
                </c:pt>
                <c:pt idx="257">
                  <c:v>2.0044000000000004</c:v>
                </c:pt>
                <c:pt idx="258">
                  <c:v>1.9704000000000002</c:v>
                </c:pt>
                <c:pt idx="259">
                  <c:v>1.9697</c:v>
                </c:pt>
                <c:pt idx="260">
                  <c:v>1.9650000000000001</c:v>
                </c:pt>
                <c:pt idx="261">
                  <c:v>2.2532999999999999</c:v>
                </c:pt>
                <c:pt idx="262">
                  <c:v>2.2532000000000001</c:v>
                </c:pt>
                <c:pt idx="263">
                  <c:v>2.1593999999999998</c:v>
                </c:pt>
                <c:pt idx="264">
                  <c:v>2.1360000000000001</c:v>
                </c:pt>
                <c:pt idx="265">
                  <c:v>2.1164000000000001</c:v>
                </c:pt>
                <c:pt idx="266">
                  <c:v>2.1216999999999997</c:v>
                </c:pt>
                <c:pt idx="267">
                  <c:v>2.1274999999999999</c:v>
                </c:pt>
                <c:pt idx="268">
                  <c:v>2.1353</c:v>
                </c:pt>
                <c:pt idx="269">
                  <c:v>2.109</c:v>
                </c:pt>
                <c:pt idx="270">
                  <c:v>2.1225000000000001</c:v>
                </c:pt>
                <c:pt idx="271">
                  <c:v>2.1362000000000001</c:v>
                </c:pt>
                <c:pt idx="272">
                  <c:v>2.169</c:v>
                </c:pt>
                <c:pt idx="273">
                  <c:v>2.1726000000000001</c:v>
                </c:pt>
                <c:pt idx="274">
                  <c:v>2.1665999999999999</c:v>
                </c:pt>
                <c:pt idx="275">
                  <c:v>2.1753999999999998</c:v>
                </c:pt>
                <c:pt idx="276">
                  <c:v>2.1669</c:v>
                </c:pt>
                <c:pt idx="277">
                  <c:v>2.1629999999999998</c:v>
                </c:pt>
                <c:pt idx="278">
                  <c:v>2.1364000000000001</c:v>
                </c:pt>
                <c:pt idx="279">
                  <c:v>2.1459999999999999</c:v>
                </c:pt>
                <c:pt idx="280">
                  <c:v>2.1545999999999998</c:v>
                </c:pt>
                <c:pt idx="281">
                  <c:v>2.1611000000000002</c:v>
                </c:pt>
                <c:pt idx="282">
                  <c:v>2.1640999999999999</c:v>
                </c:pt>
                <c:pt idx="283">
                  <c:v>2.2017000000000002</c:v>
                </c:pt>
                <c:pt idx="284">
                  <c:v>2.2309999999999999</c:v>
                </c:pt>
                <c:pt idx="285">
                  <c:v>2.2444000000000002</c:v>
                </c:pt>
                <c:pt idx="286">
                  <c:v>2.2404999999999999</c:v>
                </c:pt>
                <c:pt idx="287">
                  <c:v>2.2366000000000001</c:v>
                </c:pt>
                <c:pt idx="288">
                  <c:v>2.2717000000000001</c:v>
                </c:pt>
                <c:pt idx="289">
                  <c:v>2.294</c:v>
                </c:pt>
                <c:pt idx="290">
                  <c:v>2.3005000000000004</c:v>
                </c:pt>
                <c:pt idx="291">
                  <c:v>2.3123</c:v>
                </c:pt>
                <c:pt idx="292">
                  <c:v>2.2766999999999999</c:v>
                </c:pt>
                <c:pt idx="293">
                  <c:v>2.2574999999999998</c:v>
                </c:pt>
                <c:pt idx="294">
                  <c:v>2.2538999999999998</c:v>
                </c:pt>
                <c:pt idx="295">
                  <c:v>2.2476000000000003</c:v>
                </c:pt>
                <c:pt idx="296">
                  <c:v>2.2396000000000003</c:v>
                </c:pt>
                <c:pt idx="297">
                  <c:v>2.2170999999999998</c:v>
                </c:pt>
                <c:pt idx="298">
                  <c:v>2.2021999999999999</c:v>
                </c:pt>
                <c:pt idx="299">
                  <c:v>2.1884999999999999</c:v>
                </c:pt>
                <c:pt idx="300">
                  <c:v>2.1844999999999999</c:v>
                </c:pt>
                <c:pt idx="301">
                  <c:v>2.1649000000000003</c:v>
                </c:pt>
                <c:pt idx="302">
                  <c:v>2.1647999999999996</c:v>
                </c:pt>
                <c:pt idx="303">
                  <c:v>2.1724000000000001</c:v>
                </c:pt>
                <c:pt idx="304">
                  <c:v>2.1866000000000003</c:v>
                </c:pt>
                <c:pt idx="305">
                  <c:v>2.1825999999999999</c:v>
                </c:pt>
                <c:pt idx="306">
                  <c:v>2.1825999999999999</c:v>
                </c:pt>
                <c:pt idx="307">
                  <c:v>2.1886000000000001</c:v>
                </c:pt>
                <c:pt idx="308">
                  <c:v>2.2073</c:v>
                </c:pt>
                <c:pt idx="309">
                  <c:v>2.2008000000000001</c:v>
                </c:pt>
                <c:pt idx="310">
                  <c:v>2.1995</c:v>
                </c:pt>
                <c:pt idx="311">
                  <c:v>2.1919</c:v>
                </c:pt>
                <c:pt idx="312">
                  <c:v>2.1776</c:v>
                </c:pt>
                <c:pt idx="313">
                  <c:v>2.1551999999999998</c:v>
                </c:pt>
                <c:pt idx="314">
                  <c:v>2.1494</c:v>
                </c:pt>
                <c:pt idx="315">
                  <c:v>2.1455000000000002</c:v>
                </c:pt>
                <c:pt idx="316">
                  <c:v>2.1501999999999999</c:v>
                </c:pt>
                <c:pt idx="317">
                  <c:v>2.1248</c:v>
                </c:pt>
                <c:pt idx="318">
                  <c:v>2.1075999999999997</c:v>
                </c:pt>
                <c:pt idx="319">
                  <c:v>2.1132</c:v>
                </c:pt>
                <c:pt idx="320">
                  <c:v>2.1008</c:v>
                </c:pt>
                <c:pt idx="321">
                  <c:v>2.1003000000000003</c:v>
                </c:pt>
                <c:pt idx="322">
                  <c:v>2.1137999999999999</c:v>
                </c:pt>
                <c:pt idx="323">
                  <c:v>2.1264000000000003</c:v>
                </c:pt>
                <c:pt idx="324">
                  <c:v>2.1164000000000001</c:v>
                </c:pt>
                <c:pt idx="325">
                  <c:v>2.1215000000000002</c:v>
                </c:pt>
                <c:pt idx="326">
                  <c:v>2.1215000000000002</c:v>
                </c:pt>
                <c:pt idx="327">
                  <c:v>2.1120999999999999</c:v>
                </c:pt>
                <c:pt idx="328">
                  <c:v>2.1484999999999999</c:v>
                </c:pt>
                <c:pt idx="329">
                  <c:v>2.1345999999999998</c:v>
                </c:pt>
                <c:pt idx="330">
                  <c:v>2.1354000000000002</c:v>
                </c:pt>
                <c:pt idx="331">
                  <c:v>2.1440000000000001</c:v>
                </c:pt>
                <c:pt idx="332">
                  <c:v>2.1846999999999999</c:v>
                </c:pt>
                <c:pt idx="333">
                  <c:v>2.1627999999999998</c:v>
                </c:pt>
                <c:pt idx="334">
                  <c:v>2.137</c:v>
                </c:pt>
                <c:pt idx="335">
                  <c:v>2.1255000000000002</c:v>
                </c:pt>
                <c:pt idx="336">
                  <c:v>2.1282999999999999</c:v>
                </c:pt>
                <c:pt idx="337">
                  <c:v>2.1211000000000002</c:v>
                </c:pt>
                <c:pt idx="338">
                  <c:v>2.0900999999999996</c:v>
                </c:pt>
                <c:pt idx="339">
                  <c:v>2.0900999999999996</c:v>
                </c:pt>
                <c:pt idx="340">
                  <c:v>2.0569000000000002</c:v>
                </c:pt>
                <c:pt idx="341">
                  <c:v>2.0661999999999998</c:v>
                </c:pt>
                <c:pt idx="342">
                  <c:v>2.0685000000000002</c:v>
                </c:pt>
                <c:pt idx="343">
                  <c:v>2.0656000000000003</c:v>
                </c:pt>
                <c:pt idx="344">
                  <c:v>2.0656000000000003</c:v>
                </c:pt>
                <c:pt idx="345">
                  <c:v>2.0404</c:v>
                </c:pt>
                <c:pt idx="346">
                  <c:v>2.024</c:v>
                </c:pt>
                <c:pt idx="347">
                  <c:v>2.0162</c:v>
                </c:pt>
                <c:pt idx="348">
                  <c:v>1.9833000000000001</c:v>
                </c:pt>
                <c:pt idx="349">
                  <c:v>1.9908000000000001</c:v>
                </c:pt>
                <c:pt idx="350">
                  <c:v>1.9897</c:v>
                </c:pt>
                <c:pt idx="351">
                  <c:v>1.9611999999999998</c:v>
                </c:pt>
                <c:pt idx="352">
                  <c:v>1.9488000000000001</c:v>
                </c:pt>
                <c:pt idx="353">
                  <c:v>1.9396</c:v>
                </c:pt>
                <c:pt idx="354">
                  <c:v>1.9237000000000002</c:v>
                </c:pt>
                <c:pt idx="355">
                  <c:v>1.9232</c:v>
                </c:pt>
                <c:pt idx="356">
                  <c:v>1.931</c:v>
                </c:pt>
                <c:pt idx="357">
                  <c:v>1.9489999999999998</c:v>
                </c:pt>
                <c:pt idx="358">
                  <c:v>1.9316</c:v>
                </c:pt>
                <c:pt idx="359">
                  <c:v>1.9537</c:v>
                </c:pt>
                <c:pt idx="360">
                  <c:v>1.9586000000000001</c:v>
                </c:pt>
                <c:pt idx="361">
                  <c:v>1.9590999999999998</c:v>
                </c:pt>
                <c:pt idx="362">
                  <c:v>1.9735999999999998</c:v>
                </c:pt>
                <c:pt idx="363">
                  <c:v>1.9735999999999998</c:v>
                </c:pt>
                <c:pt idx="364">
                  <c:v>1.9420999999999999</c:v>
                </c:pt>
                <c:pt idx="365">
                  <c:v>1.9748000000000001</c:v>
                </c:pt>
                <c:pt idx="366">
                  <c:v>1.9979</c:v>
                </c:pt>
                <c:pt idx="367">
                  <c:v>2.0011999999999999</c:v>
                </c:pt>
                <c:pt idx="368">
                  <c:v>1.9809999999999999</c:v>
                </c:pt>
                <c:pt idx="369">
                  <c:v>2.0051999999999999</c:v>
                </c:pt>
                <c:pt idx="370">
                  <c:v>2.0320999999999998</c:v>
                </c:pt>
                <c:pt idx="371">
                  <c:v>2.0351999999999997</c:v>
                </c:pt>
                <c:pt idx="372">
                  <c:v>2.0333999999999999</c:v>
                </c:pt>
                <c:pt idx="373">
                  <c:v>2.0125000000000002</c:v>
                </c:pt>
                <c:pt idx="374">
                  <c:v>2.0110000000000001</c:v>
                </c:pt>
                <c:pt idx="375">
                  <c:v>1.9967999999999999</c:v>
                </c:pt>
                <c:pt idx="376">
                  <c:v>1.9967999999999999</c:v>
                </c:pt>
                <c:pt idx="377">
                  <c:v>1.9668999999999999</c:v>
                </c:pt>
                <c:pt idx="378">
                  <c:v>1.9922</c:v>
                </c:pt>
                <c:pt idx="379">
                  <c:v>1.9308000000000001</c:v>
                </c:pt>
                <c:pt idx="380">
                  <c:v>1.9243999999999999</c:v>
                </c:pt>
                <c:pt idx="381">
                  <c:v>1.9319000000000002</c:v>
                </c:pt>
                <c:pt idx="382">
                  <c:v>1.9574000000000003</c:v>
                </c:pt>
                <c:pt idx="383">
                  <c:v>1.9814000000000001</c:v>
                </c:pt>
                <c:pt idx="384">
                  <c:v>1.9511999999999998</c:v>
                </c:pt>
                <c:pt idx="385">
                  <c:v>1.9618000000000002</c:v>
                </c:pt>
                <c:pt idx="386">
                  <c:v>1.9482999999999999</c:v>
                </c:pt>
                <c:pt idx="387">
                  <c:v>1.9430999999999998</c:v>
                </c:pt>
                <c:pt idx="388">
                  <c:v>1.9137999999999999</c:v>
                </c:pt>
                <c:pt idx="389">
                  <c:v>1.9429000000000001</c:v>
                </c:pt>
                <c:pt idx="390">
                  <c:v>1.9723000000000002</c:v>
                </c:pt>
                <c:pt idx="391">
                  <c:v>1.9637</c:v>
                </c:pt>
                <c:pt idx="392">
                  <c:v>1.9541999999999999</c:v>
                </c:pt>
                <c:pt idx="393">
                  <c:v>1.9771000000000001</c:v>
                </c:pt>
                <c:pt idx="394">
                  <c:v>1.9793000000000003</c:v>
                </c:pt>
                <c:pt idx="395">
                  <c:v>1.9735</c:v>
                </c:pt>
                <c:pt idx="396">
                  <c:v>1.9735</c:v>
                </c:pt>
                <c:pt idx="397">
                  <c:v>1.996</c:v>
                </c:pt>
                <c:pt idx="398">
                  <c:v>1.9533</c:v>
                </c:pt>
                <c:pt idx="399">
                  <c:v>1.9293</c:v>
                </c:pt>
                <c:pt idx="400">
                  <c:v>1.9651000000000001</c:v>
                </c:pt>
                <c:pt idx="401">
                  <c:v>1.9742</c:v>
                </c:pt>
                <c:pt idx="402">
                  <c:v>1.9504999999999999</c:v>
                </c:pt>
                <c:pt idx="403">
                  <c:v>1.9679000000000002</c:v>
                </c:pt>
                <c:pt idx="404">
                  <c:v>1.9460000000000002</c:v>
                </c:pt>
                <c:pt idx="405">
                  <c:v>1.9275</c:v>
                </c:pt>
                <c:pt idx="406">
                  <c:v>1.9410000000000001</c:v>
                </c:pt>
                <c:pt idx="407">
                  <c:v>1.9660000000000002</c:v>
                </c:pt>
                <c:pt idx="408">
                  <c:v>1.9313</c:v>
                </c:pt>
                <c:pt idx="409">
                  <c:v>1.9327999999999999</c:v>
                </c:pt>
                <c:pt idx="410">
                  <c:v>1.9919000000000002</c:v>
                </c:pt>
                <c:pt idx="411">
                  <c:v>1.9959000000000002</c:v>
                </c:pt>
                <c:pt idx="412">
                  <c:v>1.9883999999999999</c:v>
                </c:pt>
                <c:pt idx="413">
                  <c:v>1.9965000000000002</c:v>
                </c:pt>
                <c:pt idx="414">
                  <c:v>1.9280999999999999</c:v>
                </c:pt>
                <c:pt idx="415">
                  <c:v>1.9139000000000002</c:v>
                </c:pt>
                <c:pt idx="416">
                  <c:v>1.889</c:v>
                </c:pt>
                <c:pt idx="417">
                  <c:v>1.8996000000000002</c:v>
                </c:pt>
                <c:pt idx="418">
                  <c:v>1.8822000000000001</c:v>
                </c:pt>
                <c:pt idx="419">
                  <c:v>1.8511000000000002</c:v>
                </c:pt>
                <c:pt idx="420">
                  <c:v>1.8266</c:v>
                </c:pt>
                <c:pt idx="421">
                  <c:v>1.8318999999999999</c:v>
                </c:pt>
                <c:pt idx="422">
                  <c:v>1.8294000000000001</c:v>
                </c:pt>
                <c:pt idx="423">
                  <c:v>1.8545</c:v>
                </c:pt>
                <c:pt idx="424">
                  <c:v>1.8960000000000001</c:v>
                </c:pt>
                <c:pt idx="425">
                  <c:v>1.8877000000000002</c:v>
                </c:pt>
                <c:pt idx="426">
                  <c:v>1.8877000000000002</c:v>
                </c:pt>
                <c:pt idx="427">
                  <c:v>1.905</c:v>
                </c:pt>
                <c:pt idx="428">
                  <c:v>1.9173</c:v>
                </c:pt>
                <c:pt idx="429">
                  <c:v>1.9177</c:v>
                </c:pt>
                <c:pt idx="430">
                  <c:v>1.9027000000000001</c:v>
                </c:pt>
                <c:pt idx="431">
                  <c:v>1.8853</c:v>
                </c:pt>
                <c:pt idx="432">
                  <c:v>1.8462000000000001</c:v>
                </c:pt>
                <c:pt idx="433">
                  <c:v>1.8407</c:v>
                </c:pt>
                <c:pt idx="434">
                  <c:v>1.8647</c:v>
                </c:pt>
                <c:pt idx="435">
                  <c:v>1.8385</c:v>
                </c:pt>
                <c:pt idx="436">
                  <c:v>1.8716999999999999</c:v>
                </c:pt>
                <c:pt idx="437">
                  <c:v>1.8991000000000002</c:v>
                </c:pt>
                <c:pt idx="438">
                  <c:v>1.9455999999999998</c:v>
                </c:pt>
                <c:pt idx="439">
                  <c:v>1.9998</c:v>
                </c:pt>
                <c:pt idx="440">
                  <c:v>1.9887999999999999</c:v>
                </c:pt>
                <c:pt idx="441">
                  <c:v>1.9928000000000001</c:v>
                </c:pt>
                <c:pt idx="442">
                  <c:v>1.9981</c:v>
                </c:pt>
                <c:pt idx="443">
                  <c:v>2.0057999999999998</c:v>
                </c:pt>
                <c:pt idx="444">
                  <c:v>2.0366</c:v>
                </c:pt>
                <c:pt idx="445">
                  <c:v>2.0211000000000001</c:v>
                </c:pt>
                <c:pt idx="446">
                  <c:v>1.9981</c:v>
                </c:pt>
                <c:pt idx="447">
                  <c:v>2.0293999999999999</c:v>
                </c:pt>
                <c:pt idx="448">
                  <c:v>1.9632000000000001</c:v>
                </c:pt>
                <c:pt idx="449">
                  <c:v>1.9016</c:v>
                </c:pt>
                <c:pt idx="450">
                  <c:v>1.8959999999999999</c:v>
                </c:pt>
                <c:pt idx="451">
                  <c:v>1.8975</c:v>
                </c:pt>
                <c:pt idx="452">
                  <c:v>1.919</c:v>
                </c:pt>
                <c:pt idx="453">
                  <c:v>1.9092000000000002</c:v>
                </c:pt>
                <c:pt idx="454">
                  <c:v>1.9422999999999999</c:v>
                </c:pt>
                <c:pt idx="455">
                  <c:v>1.9622999999999999</c:v>
                </c:pt>
                <c:pt idx="456">
                  <c:v>1.9723000000000002</c:v>
                </c:pt>
                <c:pt idx="457">
                  <c:v>1.9515000000000002</c:v>
                </c:pt>
                <c:pt idx="458">
                  <c:v>1.9606000000000001</c:v>
                </c:pt>
                <c:pt idx="459">
                  <c:v>1.9602999999999999</c:v>
                </c:pt>
                <c:pt idx="460">
                  <c:v>1.9273</c:v>
                </c:pt>
                <c:pt idx="461">
                  <c:v>1.8961999999999999</c:v>
                </c:pt>
                <c:pt idx="462">
                  <c:v>1.8963000000000001</c:v>
                </c:pt>
                <c:pt idx="463">
                  <c:v>1.9211</c:v>
                </c:pt>
                <c:pt idx="464">
                  <c:v>1.9220999999999999</c:v>
                </c:pt>
                <c:pt idx="465">
                  <c:v>1.9335</c:v>
                </c:pt>
                <c:pt idx="466">
                  <c:v>1.9227000000000001</c:v>
                </c:pt>
                <c:pt idx="467">
                  <c:v>1.8803000000000001</c:v>
                </c:pt>
                <c:pt idx="468">
                  <c:v>1.8803000000000001</c:v>
                </c:pt>
                <c:pt idx="469">
                  <c:v>1.867</c:v>
                </c:pt>
                <c:pt idx="470">
                  <c:v>1.8412000000000002</c:v>
                </c:pt>
                <c:pt idx="471">
                  <c:v>1.7955000000000001</c:v>
                </c:pt>
                <c:pt idx="472">
                  <c:v>1.7614999999999998</c:v>
                </c:pt>
                <c:pt idx="473">
                  <c:v>1.6668000000000001</c:v>
                </c:pt>
                <c:pt idx="474">
                  <c:v>1.671</c:v>
                </c:pt>
                <c:pt idx="475">
                  <c:v>1.6315999999999999</c:v>
                </c:pt>
                <c:pt idx="476">
                  <c:v>1.6734</c:v>
                </c:pt>
                <c:pt idx="477">
                  <c:v>1.7559</c:v>
                </c:pt>
                <c:pt idx="478">
                  <c:v>1.8532999999999999</c:v>
                </c:pt>
                <c:pt idx="479">
                  <c:v>1.8637999999999999</c:v>
                </c:pt>
                <c:pt idx="480">
                  <c:v>1.8284</c:v>
                </c:pt>
                <c:pt idx="481">
                  <c:v>1.8401999999999998</c:v>
                </c:pt>
                <c:pt idx="482">
                  <c:v>1.8491</c:v>
                </c:pt>
                <c:pt idx="483">
                  <c:v>1.8338000000000001</c:v>
                </c:pt>
                <c:pt idx="484">
                  <c:v>1.8492000000000002</c:v>
                </c:pt>
                <c:pt idx="485">
                  <c:v>1.8754999999999999</c:v>
                </c:pt>
                <c:pt idx="486">
                  <c:v>1.9149</c:v>
                </c:pt>
                <c:pt idx="487">
                  <c:v>1.9117000000000002</c:v>
                </c:pt>
                <c:pt idx="488">
                  <c:v>1.9097</c:v>
                </c:pt>
                <c:pt idx="489">
                  <c:v>1.9434</c:v>
                </c:pt>
                <c:pt idx="490">
                  <c:v>1.9174000000000002</c:v>
                </c:pt>
                <c:pt idx="491">
                  <c:v>1.9037000000000002</c:v>
                </c:pt>
                <c:pt idx="492">
                  <c:v>1.8784000000000001</c:v>
                </c:pt>
                <c:pt idx="493">
                  <c:v>1.9207000000000001</c:v>
                </c:pt>
                <c:pt idx="494">
                  <c:v>1.9845999999999999</c:v>
                </c:pt>
                <c:pt idx="495">
                  <c:v>1.9512</c:v>
                </c:pt>
                <c:pt idx="496">
                  <c:v>1.9512</c:v>
                </c:pt>
                <c:pt idx="497">
                  <c:v>1.9509000000000001</c:v>
                </c:pt>
                <c:pt idx="498">
                  <c:v>1.9850000000000001</c:v>
                </c:pt>
                <c:pt idx="499">
                  <c:v>1.9989999999999999</c:v>
                </c:pt>
                <c:pt idx="500">
                  <c:v>2.0098000000000003</c:v>
                </c:pt>
                <c:pt idx="501">
                  <c:v>1.9982</c:v>
                </c:pt>
                <c:pt idx="502">
                  <c:v>1.9883000000000002</c:v>
                </c:pt>
                <c:pt idx="503">
                  <c:v>2.0319000000000003</c:v>
                </c:pt>
                <c:pt idx="504">
                  <c:v>2.0571999999999999</c:v>
                </c:pt>
                <c:pt idx="505">
                  <c:v>2.0474000000000001</c:v>
                </c:pt>
                <c:pt idx="506">
                  <c:v>2.0642</c:v>
                </c:pt>
                <c:pt idx="507">
                  <c:v>2.0455000000000001</c:v>
                </c:pt>
                <c:pt idx="508">
                  <c:v>2.0510000000000002</c:v>
                </c:pt>
                <c:pt idx="509">
                  <c:v>2.0756999999999999</c:v>
                </c:pt>
                <c:pt idx="510">
                  <c:v>2.0648</c:v>
                </c:pt>
                <c:pt idx="511">
                  <c:v>2.0560999999999998</c:v>
                </c:pt>
                <c:pt idx="512">
                  <c:v>2.0013000000000001</c:v>
                </c:pt>
                <c:pt idx="513">
                  <c:v>1.9979</c:v>
                </c:pt>
                <c:pt idx="514">
                  <c:v>2.0620000000000003</c:v>
                </c:pt>
                <c:pt idx="515">
                  <c:v>2.0989</c:v>
                </c:pt>
                <c:pt idx="516">
                  <c:v>2.1217000000000001</c:v>
                </c:pt>
                <c:pt idx="517">
                  <c:v>2.1389999999999998</c:v>
                </c:pt>
                <c:pt idx="518">
                  <c:v>2.0728999999999997</c:v>
                </c:pt>
                <c:pt idx="519">
                  <c:v>2.0384000000000002</c:v>
                </c:pt>
                <c:pt idx="520">
                  <c:v>2.0347</c:v>
                </c:pt>
                <c:pt idx="521">
                  <c:v>2.0325000000000002</c:v>
                </c:pt>
                <c:pt idx="522">
                  <c:v>2.0992999999999999</c:v>
                </c:pt>
                <c:pt idx="523">
                  <c:v>2.2431000000000001</c:v>
                </c:pt>
                <c:pt idx="524">
                  <c:v>2.2847999999999997</c:v>
                </c:pt>
                <c:pt idx="525">
                  <c:v>2.2650999999999999</c:v>
                </c:pt>
                <c:pt idx="526">
                  <c:v>2.3273999999999999</c:v>
                </c:pt>
                <c:pt idx="527">
                  <c:v>2.3788999999999998</c:v>
                </c:pt>
                <c:pt idx="528">
                  <c:v>2.3639999999999999</c:v>
                </c:pt>
                <c:pt idx="529">
                  <c:v>2.3708</c:v>
                </c:pt>
                <c:pt idx="530">
                  <c:v>2.4062000000000001</c:v>
                </c:pt>
                <c:pt idx="531">
                  <c:v>2.4157999999999999</c:v>
                </c:pt>
                <c:pt idx="532">
                  <c:v>2.4617</c:v>
                </c:pt>
                <c:pt idx="533">
                  <c:v>2.4694000000000003</c:v>
                </c:pt>
                <c:pt idx="534">
                  <c:v>2.5222000000000002</c:v>
                </c:pt>
                <c:pt idx="535">
                  <c:v>2.5206</c:v>
                </c:pt>
                <c:pt idx="536">
                  <c:v>2.5194000000000001</c:v>
                </c:pt>
                <c:pt idx="537">
                  <c:v>2.5183999999999997</c:v>
                </c:pt>
                <c:pt idx="538">
                  <c:v>2.4758</c:v>
                </c:pt>
                <c:pt idx="539">
                  <c:v>2.5003000000000002</c:v>
                </c:pt>
                <c:pt idx="540">
                  <c:v>2.5106000000000002</c:v>
                </c:pt>
                <c:pt idx="541">
                  <c:v>2.5032999999999999</c:v>
                </c:pt>
                <c:pt idx="542">
                  <c:v>2.4984999999999999</c:v>
                </c:pt>
                <c:pt idx="543">
                  <c:v>2.5388000000000002</c:v>
                </c:pt>
                <c:pt idx="544">
                  <c:v>2.5158</c:v>
                </c:pt>
                <c:pt idx="545">
                  <c:v>2.5568</c:v>
                </c:pt>
                <c:pt idx="546">
                  <c:v>2.5876999999999999</c:v>
                </c:pt>
                <c:pt idx="547">
                  <c:v>2.6036000000000001</c:v>
                </c:pt>
                <c:pt idx="548">
                  <c:v>2.5667999999999997</c:v>
                </c:pt>
                <c:pt idx="549">
                  <c:v>2.5516000000000001</c:v>
                </c:pt>
                <c:pt idx="550">
                  <c:v>2.5590000000000002</c:v>
                </c:pt>
                <c:pt idx="551">
                  <c:v>2.5602</c:v>
                </c:pt>
                <c:pt idx="552">
                  <c:v>2.5293999999999999</c:v>
                </c:pt>
                <c:pt idx="553">
                  <c:v>2.5118999999999998</c:v>
                </c:pt>
                <c:pt idx="554">
                  <c:v>2.5076000000000001</c:v>
                </c:pt>
                <c:pt idx="555">
                  <c:v>2.48</c:v>
                </c:pt>
                <c:pt idx="556">
                  <c:v>2.4643999999999999</c:v>
                </c:pt>
                <c:pt idx="557">
                  <c:v>2.4691999999999998</c:v>
                </c:pt>
                <c:pt idx="558">
                  <c:v>2.4664999999999999</c:v>
                </c:pt>
                <c:pt idx="559">
                  <c:v>2.4433000000000002</c:v>
                </c:pt>
                <c:pt idx="560">
                  <c:v>2.4510999999999998</c:v>
                </c:pt>
                <c:pt idx="561">
                  <c:v>2.4813999999999998</c:v>
                </c:pt>
                <c:pt idx="562">
                  <c:v>2.4661</c:v>
                </c:pt>
                <c:pt idx="563">
                  <c:v>2.4737999999999998</c:v>
                </c:pt>
                <c:pt idx="564">
                  <c:v>2.4952999999999999</c:v>
                </c:pt>
                <c:pt idx="565">
                  <c:v>2.4884000000000004</c:v>
                </c:pt>
                <c:pt idx="566">
                  <c:v>2.4884000000000004</c:v>
                </c:pt>
                <c:pt idx="567">
                  <c:v>2.4934000000000003</c:v>
                </c:pt>
                <c:pt idx="568">
                  <c:v>2.4935999999999998</c:v>
                </c:pt>
                <c:pt idx="569">
                  <c:v>2.4717000000000002</c:v>
                </c:pt>
                <c:pt idx="570">
                  <c:v>2.4561999999999999</c:v>
                </c:pt>
                <c:pt idx="571">
                  <c:v>2.4618000000000002</c:v>
                </c:pt>
                <c:pt idx="572">
                  <c:v>2.4758</c:v>
                </c:pt>
                <c:pt idx="573">
                  <c:v>2.5013000000000001</c:v>
                </c:pt>
                <c:pt idx="574">
                  <c:v>2.5222000000000002</c:v>
                </c:pt>
                <c:pt idx="575">
                  <c:v>2.5143</c:v>
                </c:pt>
                <c:pt idx="576">
                  <c:v>2.5343999999999998</c:v>
                </c:pt>
                <c:pt idx="577">
                  <c:v>2.5032000000000001</c:v>
                </c:pt>
                <c:pt idx="578">
                  <c:v>2.4699999999999998</c:v>
                </c:pt>
                <c:pt idx="579">
                  <c:v>2.4188999999999998</c:v>
                </c:pt>
                <c:pt idx="580">
                  <c:v>2.3811</c:v>
                </c:pt>
                <c:pt idx="581">
                  <c:v>2.3473999999999999</c:v>
                </c:pt>
                <c:pt idx="582">
                  <c:v>2.3285</c:v>
                </c:pt>
                <c:pt idx="583">
                  <c:v>2.3230999999999997</c:v>
                </c:pt>
                <c:pt idx="584">
                  <c:v>2.3290999999999999</c:v>
                </c:pt>
                <c:pt idx="585">
                  <c:v>2.3136999999999999</c:v>
                </c:pt>
                <c:pt idx="586">
                  <c:v>2.3136999999999999</c:v>
                </c:pt>
                <c:pt idx="587">
                  <c:v>2.3063000000000002</c:v>
                </c:pt>
                <c:pt idx="588">
                  <c:v>2.2791000000000001</c:v>
                </c:pt>
                <c:pt idx="589">
                  <c:v>2.3024</c:v>
                </c:pt>
                <c:pt idx="590">
                  <c:v>2.2902</c:v>
                </c:pt>
                <c:pt idx="591">
                  <c:v>2.2719</c:v>
                </c:pt>
                <c:pt idx="592">
                  <c:v>2.2964000000000002</c:v>
                </c:pt>
                <c:pt idx="593">
                  <c:v>2.278</c:v>
                </c:pt>
                <c:pt idx="594">
                  <c:v>2.2542999999999997</c:v>
                </c:pt>
                <c:pt idx="595">
                  <c:v>2.2498</c:v>
                </c:pt>
                <c:pt idx="596">
                  <c:v>2.2286999999999999</c:v>
                </c:pt>
                <c:pt idx="597">
                  <c:v>2.2225000000000001</c:v>
                </c:pt>
                <c:pt idx="598">
                  <c:v>2.2233999999999998</c:v>
                </c:pt>
                <c:pt idx="599">
                  <c:v>2.1859000000000002</c:v>
                </c:pt>
                <c:pt idx="600">
                  <c:v>2.1859000000000002</c:v>
                </c:pt>
                <c:pt idx="601">
                  <c:v>2.1796000000000002</c:v>
                </c:pt>
                <c:pt idx="602">
                  <c:v>2.1987000000000001</c:v>
                </c:pt>
                <c:pt idx="603">
                  <c:v>2.2166000000000001</c:v>
                </c:pt>
                <c:pt idx="604">
                  <c:v>2.1913</c:v>
                </c:pt>
                <c:pt idx="605">
                  <c:v>2.1913</c:v>
                </c:pt>
                <c:pt idx="606">
                  <c:v>2.2052</c:v>
                </c:pt>
                <c:pt idx="607">
                  <c:v>2.2168999999999999</c:v>
                </c:pt>
                <c:pt idx="608">
                  <c:v>2.2210999999999999</c:v>
                </c:pt>
                <c:pt idx="609">
                  <c:v>2.2080000000000002</c:v>
                </c:pt>
                <c:pt idx="610">
                  <c:v>2.1758000000000002</c:v>
                </c:pt>
                <c:pt idx="611">
                  <c:v>2.1686999999999999</c:v>
                </c:pt>
                <c:pt idx="612">
                  <c:v>2.1816</c:v>
                </c:pt>
                <c:pt idx="613">
                  <c:v>2.1892</c:v>
                </c:pt>
                <c:pt idx="614">
                  <c:v>2.1466000000000003</c:v>
                </c:pt>
                <c:pt idx="615">
                  <c:v>2.1480000000000001</c:v>
                </c:pt>
                <c:pt idx="616">
                  <c:v>2.1526000000000001</c:v>
                </c:pt>
                <c:pt idx="617">
                  <c:v>2.1271</c:v>
                </c:pt>
                <c:pt idx="618">
                  <c:v>2.1137000000000001</c:v>
                </c:pt>
                <c:pt idx="619">
                  <c:v>2.1122000000000001</c:v>
                </c:pt>
                <c:pt idx="620">
                  <c:v>2.1143999999999998</c:v>
                </c:pt>
                <c:pt idx="621">
                  <c:v>2.1</c:v>
                </c:pt>
                <c:pt idx="622">
                  <c:v>2.0815999999999999</c:v>
                </c:pt>
                <c:pt idx="623">
                  <c:v>2.0598000000000001</c:v>
                </c:pt>
                <c:pt idx="624">
                  <c:v>2.077</c:v>
                </c:pt>
                <c:pt idx="625">
                  <c:v>2.0840000000000001</c:v>
                </c:pt>
                <c:pt idx="626">
                  <c:v>2.0920000000000001</c:v>
                </c:pt>
                <c:pt idx="627">
                  <c:v>2.0851000000000002</c:v>
                </c:pt>
                <c:pt idx="628">
                  <c:v>2.0851000000000002</c:v>
                </c:pt>
                <c:pt idx="629">
                  <c:v>2.0831</c:v>
                </c:pt>
                <c:pt idx="630">
                  <c:v>2.0701000000000001</c:v>
                </c:pt>
                <c:pt idx="631">
                  <c:v>2.0465</c:v>
                </c:pt>
                <c:pt idx="632">
                  <c:v>2.0457000000000001</c:v>
                </c:pt>
                <c:pt idx="633">
                  <c:v>2.0428000000000002</c:v>
                </c:pt>
                <c:pt idx="634">
                  <c:v>2.0695000000000001</c:v>
                </c:pt>
                <c:pt idx="635">
                  <c:v>2.0964999999999998</c:v>
                </c:pt>
                <c:pt idx="636">
                  <c:v>2.0964999999999998</c:v>
                </c:pt>
                <c:pt idx="637">
                  <c:v>2.1055999999999999</c:v>
                </c:pt>
                <c:pt idx="638">
                  <c:v>2.1225000000000001</c:v>
                </c:pt>
                <c:pt idx="639">
                  <c:v>2.1818</c:v>
                </c:pt>
                <c:pt idx="640">
                  <c:v>2.1315</c:v>
                </c:pt>
                <c:pt idx="641">
                  <c:v>2.1459999999999999</c:v>
                </c:pt>
                <c:pt idx="642">
                  <c:v>2.1772</c:v>
                </c:pt>
                <c:pt idx="643">
                  <c:v>2.1553</c:v>
                </c:pt>
                <c:pt idx="644">
                  <c:v>2.129</c:v>
                </c:pt>
                <c:pt idx="645">
                  <c:v>2.1288</c:v>
                </c:pt>
                <c:pt idx="646">
                  <c:v>2.1315999999999997</c:v>
                </c:pt>
                <c:pt idx="647">
                  <c:v>2.1675</c:v>
                </c:pt>
                <c:pt idx="648">
                  <c:v>2.1505999999999998</c:v>
                </c:pt>
                <c:pt idx="649">
                  <c:v>2.1713</c:v>
                </c:pt>
                <c:pt idx="650">
                  <c:v>2.2023000000000001</c:v>
                </c:pt>
                <c:pt idx="651">
                  <c:v>2.2046000000000001</c:v>
                </c:pt>
                <c:pt idx="652">
                  <c:v>2.2462999999999997</c:v>
                </c:pt>
                <c:pt idx="653">
                  <c:v>2.2395</c:v>
                </c:pt>
                <c:pt idx="654">
                  <c:v>2.2088999999999999</c:v>
                </c:pt>
                <c:pt idx="655">
                  <c:v>2.2107000000000001</c:v>
                </c:pt>
                <c:pt idx="656">
                  <c:v>2.2037</c:v>
                </c:pt>
                <c:pt idx="657">
                  <c:v>2.2096</c:v>
                </c:pt>
                <c:pt idx="658">
                  <c:v>2.258</c:v>
                </c:pt>
                <c:pt idx="659">
                  <c:v>2.2842000000000002</c:v>
                </c:pt>
                <c:pt idx="660">
                  <c:v>2.3026</c:v>
                </c:pt>
                <c:pt idx="661">
                  <c:v>2.3026</c:v>
                </c:pt>
                <c:pt idx="662">
                  <c:v>2.2804000000000002</c:v>
                </c:pt>
                <c:pt idx="663">
                  <c:v>2.1934999999999998</c:v>
                </c:pt>
                <c:pt idx="664">
                  <c:v>2.1709000000000001</c:v>
                </c:pt>
                <c:pt idx="665">
                  <c:v>2.1301999999999999</c:v>
                </c:pt>
                <c:pt idx="666">
                  <c:v>2.1339999999999999</c:v>
                </c:pt>
                <c:pt idx="667">
                  <c:v>2.1431</c:v>
                </c:pt>
                <c:pt idx="668">
                  <c:v>2.0876000000000001</c:v>
                </c:pt>
                <c:pt idx="669">
                  <c:v>2.1667000000000001</c:v>
                </c:pt>
                <c:pt idx="670">
                  <c:v>2.1808000000000001</c:v>
                </c:pt>
                <c:pt idx="671">
                  <c:v>2.2141000000000002</c:v>
                </c:pt>
                <c:pt idx="672">
                  <c:v>2.2278000000000002</c:v>
                </c:pt>
                <c:pt idx="673">
                  <c:v>2.2229000000000001</c:v>
                </c:pt>
                <c:pt idx="674">
                  <c:v>2.2719999999999998</c:v>
                </c:pt>
                <c:pt idx="675">
                  <c:v>2.3443000000000001</c:v>
                </c:pt>
                <c:pt idx="676">
                  <c:v>2.4184000000000001</c:v>
                </c:pt>
                <c:pt idx="677">
                  <c:v>2.2536</c:v>
                </c:pt>
                <c:pt idx="678">
                  <c:v>2.1356999999999999</c:v>
                </c:pt>
                <c:pt idx="679">
                  <c:v>2.1154000000000002</c:v>
                </c:pt>
                <c:pt idx="680">
                  <c:v>2.0908000000000002</c:v>
                </c:pt>
                <c:pt idx="681">
                  <c:v>2.0502000000000002</c:v>
                </c:pt>
                <c:pt idx="682">
                  <c:v>2.0217000000000001</c:v>
                </c:pt>
                <c:pt idx="683">
                  <c:v>2.0188000000000001</c:v>
                </c:pt>
                <c:pt idx="684">
                  <c:v>2.0108000000000001</c:v>
                </c:pt>
                <c:pt idx="685">
                  <c:v>1.9889999999999999</c:v>
                </c:pt>
                <c:pt idx="686">
                  <c:v>1.9889999999999999</c:v>
                </c:pt>
                <c:pt idx="687">
                  <c:v>1.9661999999999999</c:v>
                </c:pt>
                <c:pt idx="688">
                  <c:v>1.9819</c:v>
                </c:pt>
                <c:pt idx="689">
                  <c:v>2.0122</c:v>
                </c:pt>
                <c:pt idx="690">
                  <c:v>1.9922</c:v>
                </c:pt>
                <c:pt idx="691">
                  <c:v>1.9639000000000002</c:v>
                </c:pt>
                <c:pt idx="692">
                  <c:v>1.9661999999999999</c:v>
                </c:pt>
                <c:pt idx="693">
                  <c:v>1.9015</c:v>
                </c:pt>
                <c:pt idx="694">
                  <c:v>1.8904999999999998</c:v>
                </c:pt>
                <c:pt idx="695">
                  <c:v>1.8744000000000001</c:v>
                </c:pt>
                <c:pt idx="696">
                  <c:v>1.8843999999999999</c:v>
                </c:pt>
                <c:pt idx="697">
                  <c:v>1.9226000000000001</c:v>
                </c:pt>
                <c:pt idx="698">
                  <c:v>1.9212000000000002</c:v>
                </c:pt>
                <c:pt idx="699">
                  <c:v>1.9338000000000002</c:v>
                </c:pt>
                <c:pt idx="700">
                  <c:v>1.923</c:v>
                </c:pt>
                <c:pt idx="701">
                  <c:v>1.9249000000000001</c:v>
                </c:pt>
                <c:pt idx="702">
                  <c:v>1.9451999999999998</c:v>
                </c:pt>
                <c:pt idx="703">
                  <c:v>1.9518</c:v>
                </c:pt>
                <c:pt idx="704">
                  <c:v>1.9687999999999999</c:v>
                </c:pt>
                <c:pt idx="705">
                  <c:v>1.9146999999999998</c:v>
                </c:pt>
                <c:pt idx="706">
                  <c:v>1.8904000000000001</c:v>
                </c:pt>
                <c:pt idx="707">
                  <c:v>1.8433999999999999</c:v>
                </c:pt>
                <c:pt idx="708">
                  <c:v>1.8793</c:v>
                </c:pt>
                <c:pt idx="709">
                  <c:v>1.8420000000000001</c:v>
                </c:pt>
                <c:pt idx="710">
                  <c:v>1.8111999999999999</c:v>
                </c:pt>
                <c:pt idx="711">
                  <c:v>1.8070999999999999</c:v>
                </c:pt>
                <c:pt idx="712">
                  <c:v>1.7380999999999998</c:v>
                </c:pt>
                <c:pt idx="713">
                  <c:v>1.6804999999999999</c:v>
                </c:pt>
                <c:pt idx="714">
                  <c:v>1.7076</c:v>
                </c:pt>
                <c:pt idx="715">
                  <c:v>1.7530999999999999</c:v>
                </c:pt>
                <c:pt idx="716">
                  <c:v>1.7968</c:v>
                </c:pt>
                <c:pt idx="717">
                  <c:v>1.8237000000000001</c:v>
                </c:pt>
                <c:pt idx="718">
                  <c:v>1.8058999999999998</c:v>
                </c:pt>
                <c:pt idx="719">
                  <c:v>1.7951999999999999</c:v>
                </c:pt>
                <c:pt idx="720">
                  <c:v>1.8043</c:v>
                </c:pt>
                <c:pt idx="721">
                  <c:v>1.7980999999999998</c:v>
                </c:pt>
                <c:pt idx="722">
                  <c:v>1.7745000000000002</c:v>
                </c:pt>
                <c:pt idx="723">
                  <c:v>1.8051999999999999</c:v>
                </c:pt>
                <c:pt idx="724">
                  <c:v>1.7988999999999999</c:v>
                </c:pt>
                <c:pt idx="725">
                  <c:v>1.7772999999999999</c:v>
                </c:pt>
                <c:pt idx="726">
                  <c:v>1.7768999999999999</c:v>
                </c:pt>
                <c:pt idx="727">
                  <c:v>1.8132000000000001</c:v>
                </c:pt>
                <c:pt idx="728">
                  <c:v>1.7917000000000001</c:v>
                </c:pt>
                <c:pt idx="729">
                  <c:v>1.7917000000000001</c:v>
                </c:pt>
                <c:pt idx="730">
                  <c:v>1.7195</c:v>
                </c:pt>
                <c:pt idx="731">
                  <c:v>1.7381</c:v>
                </c:pt>
                <c:pt idx="732">
                  <c:v>1.6707999999999998</c:v>
                </c:pt>
                <c:pt idx="733">
                  <c:v>1.6916</c:v>
                </c:pt>
                <c:pt idx="734">
                  <c:v>1.6930000000000001</c:v>
                </c:pt>
                <c:pt idx="735">
                  <c:v>1.7038</c:v>
                </c:pt>
                <c:pt idx="736">
                  <c:v>1.7403</c:v>
                </c:pt>
                <c:pt idx="737">
                  <c:v>1.7644</c:v>
                </c:pt>
                <c:pt idx="738">
                  <c:v>1.8804000000000001</c:v>
                </c:pt>
                <c:pt idx="739">
                  <c:v>1.8798999999999999</c:v>
                </c:pt>
                <c:pt idx="740">
                  <c:v>1.8543000000000001</c:v>
                </c:pt>
                <c:pt idx="741">
                  <c:v>1.8686</c:v>
                </c:pt>
                <c:pt idx="742">
                  <c:v>1.8075000000000001</c:v>
                </c:pt>
                <c:pt idx="743">
                  <c:v>1.79</c:v>
                </c:pt>
                <c:pt idx="744">
                  <c:v>1.8082</c:v>
                </c:pt>
                <c:pt idx="745">
                  <c:v>1.7863000000000002</c:v>
                </c:pt>
                <c:pt idx="746">
                  <c:v>1.7985</c:v>
                </c:pt>
                <c:pt idx="747">
                  <c:v>1.7678</c:v>
                </c:pt>
                <c:pt idx="748">
                  <c:v>1.7395999999999998</c:v>
                </c:pt>
                <c:pt idx="749">
                  <c:v>1.7053</c:v>
                </c:pt>
                <c:pt idx="750">
                  <c:v>1.6831</c:v>
                </c:pt>
                <c:pt idx="751">
                  <c:v>1.6562000000000001</c:v>
                </c:pt>
                <c:pt idx="752">
                  <c:v>1.7342</c:v>
                </c:pt>
                <c:pt idx="753">
                  <c:v>1.7307000000000001</c:v>
                </c:pt>
                <c:pt idx="754">
                  <c:v>1.7713999999999999</c:v>
                </c:pt>
                <c:pt idx="755">
                  <c:v>1.7999999999999998</c:v>
                </c:pt>
                <c:pt idx="756">
                  <c:v>1.7999999999999998</c:v>
                </c:pt>
                <c:pt idx="757">
                  <c:v>1.8260000000000001</c:v>
                </c:pt>
                <c:pt idx="758">
                  <c:v>1.8069000000000002</c:v>
                </c:pt>
                <c:pt idx="759">
                  <c:v>1.8671000000000002</c:v>
                </c:pt>
                <c:pt idx="760">
                  <c:v>1.8797000000000001</c:v>
                </c:pt>
                <c:pt idx="761">
                  <c:v>1.8536000000000001</c:v>
                </c:pt>
                <c:pt idx="762">
                  <c:v>1.8680999999999999</c:v>
                </c:pt>
                <c:pt idx="763">
                  <c:v>1.8984000000000001</c:v>
                </c:pt>
                <c:pt idx="764">
                  <c:v>1.9277000000000002</c:v>
                </c:pt>
                <c:pt idx="765">
                  <c:v>1.9186000000000001</c:v>
                </c:pt>
                <c:pt idx="766">
                  <c:v>1.9263999999999999</c:v>
                </c:pt>
                <c:pt idx="767">
                  <c:v>1.9579</c:v>
                </c:pt>
                <c:pt idx="768">
                  <c:v>1.9466999999999999</c:v>
                </c:pt>
                <c:pt idx="769">
                  <c:v>1.9552</c:v>
                </c:pt>
                <c:pt idx="770">
                  <c:v>1.9502000000000002</c:v>
                </c:pt>
                <c:pt idx="771">
                  <c:v>1.9487000000000001</c:v>
                </c:pt>
                <c:pt idx="772">
                  <c:v>2.0190999999999999</c:v>
                </c:pt>
                <c:pt idx="773">
                  <c:v>2.0502000000000002</c:v>
                </c:pt>
                <c:pt idx="774">
                  <c:v>2.0616000000000003</c:v>
                </c:pt>
                <c:pt idx="775">
                  <c:v>2.0659000000000001</c:v>
                </c:pt>
                <c:pt idx="776">
                  <c:v>2.0724999999999998</c:v>
                </c:pt>
                <c:pt idx="777">
                  <c:v>2.0503</c:v>
                </c:pt>
                <c:pt idx="778">
                  <c:v>2.0125000000000002</c:v>
                </c:pt>
                <c:pt idx="779">
                  <c:v>2.0070000000000001</c:v>
                </c:pt>
                <c:pt idx="780">
                  <c:v>1.9441000000000002</c:v>
                </c:pt>
                <c:pt idx="781">
                  <c:v>1.9469000000000001</c:v>
                </c:pt>
                <c:pt idx="782">
                  <c:v>2.0582000000000003</c:v>
                </c:pt>
                <c:pt idx="783">
                  <c:v>2.1166999999999998</c:v>
                </c:pt>
                <c:pt idx="784">
                  <c:v>2.1492</c:v>
                </c:pt>
                <c:pt idx="785">
                  <c:v>2.1410999999999998</c:v>
                </c:pt>
                <c:pt idx="786">
                  <c:v>2.1564000000000001</c:v>
                </c:pt>
                <c:pt idx="787">
                  <c:v>2.1623999999999999</c:v>
                </c:pt>
                <c:pt idx="788">
                  <c:v>2.1677999999999997</c:v>
                </c:pt>
                <c:pt idx="789">
                  <c:v>2.1093999999999999</c:v>
                </c:pt>
                <c:pt idx="790">
                  <c:v>2.1181999999999999</c:v>
                </c:pt>
                <c:pt idx="791">
                  <c:v>2.133</c:v>
                </c:pt>
                <c:pt idx="792">
                  <c:v>2.1954000000000002</c:v>
                </c:pt>
                <c:pt idx="793">
                  <c:v>2.2226999999999997</c:v>
                </c:pt>
                <c:pt idx="794">
                  <c:v>2.2915999999999999</c:v>
                </c:pt>
                <c:pt idx="795">
                  <c:v>2.298</c:v>
                </c:pt>
                <c:pt idx="796">
                  <c:v>2.2686000000000002</c:v>
                </c:pt>
                <c:pt idx="797">
                  <c:v>2.2588999999999997</c:v>
                </c:pt>
                <c:pt idx="798">
                  <c:v>2.2763</c:v>
                </c:pt>
                <c:pt idx="799">
                  <c:v>2.2702</c:v>
                </c:pt>
                <c:pt idx="800">
                  <c:v>2.2599999999999998</c:v>
                </c:pt>
                <c:pt idx="801">
                  <c:v>2.2772000000000001</c:v>
                </c:pt>
                <c:pt idx="802">
                  <c:v>2.2805999999999997</c:v>
                </c:pt>
                <c:pt idx="803">
                  <c:v>2.3254999999999999</c:v>
                </c:pt>
                <c:pt idx="804">
                  <c:v>2.3649</c:v>
                </c:pt>
                <c:pt idx="805">
                  <c:v>2.3807</c:v>
                </c:pt>
                <c:pt idx="806">
                  <c:v>2.3642000000000003</c:v>
                </c:pt>
                <c:pt idx="807">
                  <c:v>2.3675999999999999</c:v>
                </c:pt>
                <c:pt idx="808">
                  <c:v>2.3687</c:v>
                </c:pt>
                <c:pt idx="809">
                  <c:v>2.3563000000000001</c:v>
                </c:pt>
                <c:pt idx="810">
                  <c:v>2.2932000000000001</c:v>
                </c:pt>
                <c:pt idx="811">
                  <c:v>2.2942999999999998</c:v>
                </c:pt>
                <c:pt idx="812">
                  <c:v>2.2498</c:v>
                </c:pt>
                <c:pt idx="813">
                  <c:v>2.2303000000000002</c:v>
                </c:pt>
                <c:pt idx="814">
                  <c:v>2.1775000000000002</c:v>
                </c:pt>
                <c:pt idx="815">
                  <c:v>2.2101999999999999</c:v>
                </c:pt>
                <c:pt idx="816">
                  <c:v>2.2095000000000002</c:v>
                </c:pt>
                <c:pt idx="817">
                  <c:v>2.2557999999999998</c:v>
                </c:pt>
                <c:pt idx="818">
                  <c:v>2.2330000000000001</c:v>
                </c:pt>
                <c:pt idx="819">
                  <c:v>2.2429999999999999</c:v>
                </c:pt>
                <c:pt idx="820">
                  <c:v>2.2686000000000002</c:v>
                </c:pt>
                <c:pt idx="821">
                  <c:v>2.2904</c:v>
                </c:pt>
                <c:pt idx="822">
                  <c:v>2.2948</c:v>
                </c:pt>
                <c:pt idx="823">
                  <c:v>2.2187999999999999</c:v>
                </c:pt>
                <c:pt idx="824">
                  <c:v>2.2034000000000002</c:v>
                </c:pt>
                <c:pt idx="825">
                  <c:v>2.1374000000000004</c:v>
                </c:pt>
                <c:pt idx="826">
                  <c:v>2.1374000000000004</c:v>
                </c:pt>
                <c:pt idx="827">
                  <c:v>2.1415999999999999</c:v>
                </c:pt>
                <c:pt idx="828">
                  <c:v>2.0920000000000001</c:v>
                </c:pt>
                <c:pt idx="829">
                  <c:v>2.0973999999999999</c:v>
                </c:pt>
                <c:pt idx="830">
                  <c:v>2.1147</c:v>
                </c:pt>
                <c:pt idx="831">
                  <c:v>2.0712999999999999</c:v>
                </c:pt>
                <c:pt idx="832">
                  <c:v>2.0884999999999998</c:v>
                </c:pt>
                <c:pt idx="833">
                  <c:v>2.0910000000000002</c:v>
                </c:pt>
                <c:pt idx="834">
                  <c:v>2.0868000000000002</c:v>
                </c:pt>
                <c:pt idx="835">
                  <c:v>2.0419</c:v>
                </c:pt>
                <c:pt idx="836">
                  <c:v>2.0327000000000002</c:v>
                </c:pt>
                <c:pt idx="837">
                  <c:v>2.0315000000000003</c:v>
                </c:pt>
                <c:pt idx="838">
                  <c:v>2.0407999999999999</c:v>
                </c:pt>
                <c:pt idx="839">
                  <c:v>2.0015000000000001</c:v>
                </c:pt>
                <c:pt idx="840">
                  <c:v>1.9992999999999999</c:v>
                </c:pt>
                <c:pt idx="841">
                  <c:v>2.02</c:v>
                </c:pt>
                <c:pt idx="842">
                  <c:v>2.0103</c:v>
                </c:pt>
                <c:pt idx="843">
                  <c:v>1.9554</c:v>
                </c:pt>
                <c:pt idx="844">
                  <c:v>1.9041000000000001</c:v>
                </c:pt>
                <c:pt idx="845">
                  <c:v>1.8778000000000001</c:v>
                </c:pt>
                <c:pt idx="846">
                  <c:v>1.8643000000000001</c:v>
                </c:pt>
                <c:pt idx="847">
                  <c:v>1.8632</c:v>
                </c:pt>
                <c:pt idx="848">
                  <c:v>1.827</c:v>
                </c:pt>
                <c:pt idx="849">
                  <c:v>1.8050999999999999</c:v>
                </c:pt>
                <c:pt idx="850">
                  <c:v>1.7816000000000001</c:v>
                </c:pt>
                <c:pt idx="851">
                  <c:v>1.7816000000000001</c:v>
                </c:pt>
                <c:pt idx="852">
                  <c:v>1.7875000000000001</c:v>
                </c:pt>
                <c:pt idx="853">
                  <c:v>1.7896999999999998</c:v>
                </c:pt>
                <c:pt idx="854">
                  <c:v>1.8035000000000001</c:v>
                </c:pt>
                <c:pt idx="855">
                  <c:v>1.8244</c:v>
                </c:pt>
                <c:pt idx="856">
                  <c:v>1.8161</c:v>
                </c:pt>
                <c:pt idx="857">
                  <c:v>1.8403999999999998</c:v>
                </c:pt>
                <c:pt idx="858">
                  <c:v>1.8092000000000001</c:v>
                </c:pt>
                <c:pt idx="859">
                  <c:v>1.7452000000000001</c:v>
                </c:pt>
                <c:pt idx="860">
                  <c:v>1.6898</c:v>
                </c:pt>
                <c:pt idx="861">
                  <c:v>1.6898</c:v>
                </c:pt>
                <c:pt idx="862">
                  <c:v>1.7107999999999999</c:v>
                </c:pt>
                <c:pt idx="863">
                  <c:v>1.7126999999999999</c:v>
                </c:pt>
                <c:pt idx="864">
                  <c:v>1.7566000000000002</c:v>
                </c:pt>
                <c:pt idx="865">
                  <c:v>1.7783</c:v>
                </c:pt>
                <c:pt idx="866">
                  <c:v>1.7783</c:v>
                </c:pt>
                <c:pt idx="867">
                  <c:v>1.7471000000000001</c:v>
                </c:pt>
                <c:pt idx="868">
                  <c:v>1.7987</c:v>
                </c:pt>
                <c:pt idx="869">
                  <c:v>1.7836000000000001</c:v>
                </c:pt>
                <c:pt idx="870">
                  <c:v>1.7027999999999999</c:v>
                </c:pt>
                <c:pt idx="871">
                  <c:v>1.6741999999999999</c:v>
                </c:pt>
                <c:pt idx="872">
                  <c:v>1.6894</c:v>
                </c:pt>
                <c:pt idx="873">
                  <c:v>1.6852</c:v>
                </c:pt>
                <c:pt idx="874">
                  <c:v>1.7418</c:v>
                </c:pt>
                <c:pt idx="875">
                  <c:v>1.7415</c:v>
                </c:pt>
                <c:pt idx="876">
                  <c:v>1.7530999999999999</c:v>
                </c:pt>
                <c:pt idx="877">
                  <c:v>1.7269999999999999</c:v>
                </c:pt>
                <c:pt idx="878">
                  <c:v>1.7894999999999999</c:v>
                </c:pt>
                <c:pt idx="879">
                  <c:v>1.8372000000000002</c:v>
                </c:pt>
                <c:pt idx="880">
                  <c:v>1.8751</c:v>
                </c:pt>
                <c:pt idx="881">
                  <c:v>1.8704999999999998</c:v>
                </c:pt>
                <c:pt idx="882">
                  <c:v>1.8578999999999999</c:v>
                </c:pt>
                <c:pt idx="883">
                  <c:v>1.851</c:v>
                </c:pt>
                <c:pt idx="884">
                  <c:v>1.8033000000000001</c:v>
                </c:pt>
                <c:pt idx="885">
                  <c:v>1.7746999999999999</c:v>
                </c:pt>
                <c:pt idx="886">
                  <c:v>1.7351000000000001</c:v>
                </c:pt>
                <c:pt idx="887">
                  <c:v>1.7071999999999998</c:v>
                </c:pt>
                <c:pt idx="888">
                  <c:v>1.7071999999999998</c:v>
                </c:pt>
                <c:pt idx="889">
                  <c:v>1.6524000000000001</c:v>
                </c:pt>
                <c:pt idx="890">
                  <c:v>1.6673</c:v>
                </c:pt>
                <c:pt idx="891">
                  <c:v>1.7101999999999999</c:v>
                </c:pt>
                <c:pt idx="892">
                  <c:v>1.6621000000000001</c:v>
                </c:pt>
                <c:pt idx="893">
                  <c:v>1.7269999999999999</c:v>
                </c:pt>
                <c:pt idx="894">
                  <c:v>1.8471</c:v>
                </c:pt>
                <c:pt idx="895">
                  <c:v>1.9091</c:v>
                </c:pt>
                <c:pt idx="896">
                  <c:v>1.9643999999999999</c:v>
                </c:pt>
                <c:pt idx="897">
                  <c:v>1.9643999999999999</c:v>
                </c:pt>
                <c:pt idx="898">
                  <c:v>1.8905000000000001</c:v>
                </c:pt>
                <c:pt idx="899">
                  <c:v>1.9742999999999999</c:v>
                </c:pt>
                <c:pt idx="900">
                  <c:v>1.9911000000000001</c:v>
                </c:pt>
                <c:pt idx="901">
                  <c:v>1.9727000000000001</c:v>
                </c:pt>
                <c:pt idx="902">
                  <c:v>1.9557</c:v>
                </c:pt>
                <c:pt idx="903">
                  <c:v>1.9498000000000002</c:v>
                </c:pt>
                <c:pt idx="904">
                  <c:v>1.9037999999999999</c:v>
                </c:pt>
                <c:pt idx="905">
                  <c:v>1.9129</c:v>
                </c:pt>
                <c:pt idx="906">
                  <c:v>1.9775</c:v>
                </c:pt>
                <c:pt idx="907">
                  <c:v>1.9927999999999999</c:v>
                </c:pt>
                <c:pt idx="908">
                  <c:v>1.8656000000000001</c:v>
                </c:pt>
                <c:pt idx="909">
                  <c:v>1.7953000000000001</c:v>
                </c:pt>
                <c:pt idx="910">
                  <c:v>1.8052999999999999</c:v>
                </c:pt>
                <c:pt idx="911">
                  <c:v>1.7837999999999998</c:v>
                </c:pt>
                <c:pt idx="912">
                  <c:v>1.7688000000000001</c:v>
                </c:pt>
                <c:pt idx="913">
                  <c:v>1.7502</c:v>
                </c:pt>
                <c:pt idx="914">
                  <c:v>1.7861</c:v>
                </c:pt>
                <c:pt idx="915">
                  <c:v>1.6971000000000001</c:v>
                </c:pt>
                <c:pt idx="916">
                  <c:v>1.7035</c:v>
                </c:pt>
                <c:pt idx="917">
                  <c:v>1.6632000000000002</c:v>
                </c:pt>
                <c:pt idx="918">
                  <c:v>1.7197</c:v>
                </c:pt>
                <c:pt idx="919">
                  <c:v>1.7146999999999999</c:v>
                </c:pt>
                <c:pt idx="920">
                  <c:v>1.6989000000000001</c:v>
                </c:pt>
                <c:pt idx="921">
                  <c:v>1.6989000000000001</c:v>
                </c:pt>
                <c:pt idx="922">
                  <c:v>1.6466000000000001</c:v>
                </c:pt>
                <c:pt idx="923">
                  <c:v>1.5503</c:v>
                </c:pt>
                <c:pt idx="924">
                  <c:v>1.518</c:v>
                </c:pt>
                <c:pt idx="925">
                  <c:v>1.5459000000000001</c:v>
                </c:pt>
                <c:pt idx="926">
                  <c:v>1.5438000000000001</c:v>
                </c:pt>
                <c:pt idx="927">
                  <c:v>1.6118000000000001</c:v>
                </c:pt>
                <c:pt idx="928">
                  <c:v>1.5928</c:v>
                </c:pt>
                <c:pt idx="929">
                  <c:v>1.5794000000000001</c:v>
                </c:pt>
                <c:pt idx="930">
                  <c:v>1.4984999999999999</c:v>
                </c:pt>
                <c:pt idx="931">
                  <c:v>1.4781</c:v>
                </c:pt>
                <c:pt idx="932">
                  <c:v>1.4752999999999998</c:v>
                </c:pt>
                <c:pt idx="933">
                  <c:v>1.6408</c:v>
                </c:pt>
                <c:pt idx="934">
                  <c:v>1.6829000000000001</c:v>
                </c:pt>
                <c:pt idx="935">
                  <c:v>1.637</c:v>
                </c:pt>
                <c:pt idx="936">
                  <c:v>1.7222999999999999</c:v>
                </c:pt>
                <c:pt idx="937">
                  <c:v>1.7391000000000001</c:v>
                </c:pt>
                <c:pt idx="938">
                  <c:v>1.6217999999999999</c:v>
                </c:pt>
                <c:pt idx="939">
                  <c:v>1.6367</c:v>
                </c:pt>
                <c:pt idx="940">
                  <c:v>1.6596000000000002</c:v>
                </c:pt>
                <c:pt idx="941">
                  <c:v>1.6853</c:v>
                </c:pt>
                <c:pt idx="942">
                  <c:v>1.7364999999999999</c:v>
                </c:pt>
                <c:pt idx="943">
                  <c:v>1.6981000000000002</c:v>
                </c:pt>
                <c:pt idx="944">
                  <c:v>1.6743000000000001</c:v>
                </c:pt>
                <c:pt idx="945">
                  <c:v>1.7564000000000002</c:v>
                </c:pt>
                <c:pt idx="946">
                  <c:v>1.7564000000000002</c:v>
                </c:pt>
                <c:pt idx="947">
                  <c:v>1.7688000000000001</c:v>
                </c:pt>
                <c:pt idx="948">
                  <c:v>1.7675000000000001</c:v>
                </c:pt>
                <c:pt idx="949">
                  <c:v>1.7235</c:v>
                </c:pt>
                <c:pt idx="950">
                  <c:v>1.7267999999999999</c:v>
                </c:pt>
                <c:pt idx="951">
                  <c:v>1.6928999999999998</c:v>
                </c:pt>
                <c:pt idx="952">
                  <c:v>1.7138</c:v>
                </c:pt>
                <c:pt idx="953">
                  <c:v>1.6787999999999998</c:v>
                </c:pt>
                <c:pt idx="954">
                  <c:v>1.6977</c:v>
                </c:pt>
                <c:pt idx="955">
                  <c:v>1.7429999999999999</c:v>
                </c:pt>
                <c:pt idx="956">
                  <c:v>1.7235999999999998</c:v>
                </c:pt>
                <c:pt idx="957">
                  <c:v>1.6711</c:v>
                </c:pt>
                <c:pt idx="958">
                  <c:v>1.7477999999999998</c:v>
                </c:pt>
                <c:pt idx="959">
                  <c:v>1.7721</c:v>
                </c:pt>
                <c:pt idx="960">
                  <c:v>1.8319999999999999</c:v>
                </c:pt>
                <c:pt idx="961">
                  <c:v>1.8603000000000001</c:v>
                </c:pt>
                <c:pt idx="962">
                  <c:v>1.9026000000000001</c:v>
                </c:pt>
                <c:pt idx="963">
                  <c:v>1.9506000000000001</c:v>
                </c:pt>
                <c:pt idx="964">
                  <c:v>1.8488</c:v>
                </c:pt>
                <c:pt idx="965">
                  <c:v>1.8037999999999998</c:v>
                </c:pt>
                <c:pt idx="966">
                  <c:v>1.8959999999999999</c:v>
                </c:pt>
                <c:pt idx="967">
                  <c:v>1.8734000000000002</c:v>
                </c:pt>
                <c:pt idx="968">
                  <c:v>1.9761</c:v>
                </c:pt>
                <c:pt idx="969">
                  <c:v>2.0815000000000001</c:v>
                </c:pt>
                <c:pt idx="970">
                  <c:v>2.1656</c:v>
                </c:pt>
                <c:pt idx="971">
                  <c:v>2.1715999999999998</c:v>
                </c:pt>
                <c:pt idx="972">
                  <c:v>2.2004000000000001</c:v>
                </c:pt>
                <c:pt idx="973">
                  <c:v>2.1383999999999999</c:v>
                </c:pt>
                <c:pt idx="974">
                  <c:v>2.1040999999999999</c:v>
                </c:pt>
                <c:pt idx="975">
                  <c:v>2.1497000000000002</c:v>
                </c:pt>
                <c:pt idx="976">
                  <c:v>2.1089000000000002</c:v>
                </c:pt>
                <c:pt idx="977">
                  <c:v>2.1156999999999999</c:v>
                </c:pt>
                <c:pt idx="978">
                  <c:v>2.0779999999999998</c:v>
                </c:pt>
                <c:pt idx="979">
                  <c:v>2.0903</c:v>
                </c:pt>
                <c:pt idx="980">
                  <c:v>2.0659000000000001</c:v>
                </c:pt>
                <c:pt idx="981">
                  <c:v>2.0632999999999999</c:v>
                </c:pt>
                <c:pt idx="982">
                  <c:v>2.0493000000000001</c:v>
                </c:pt>
                <c:pt idx="983">
                  <c:v>2.0630999999999999</c:v>
                </c:pt>
                <c:pt idx="984">
                  <c:v>2.0705</c:v>
                </c:pt>
                <c:pt idx="985">
                  <c:v>2.0724999999999998</c:v>
                </c:pt>
                <c:pt idx="986">
                  <c:v>2.0930999999999997</c:v>
                </c:pt>
                <c:pt idx="987">
                  <c:v>2.1718999999999999</c:v>
                </c:pt>
                <c:pt idx="988">
                  <c:v>2.1048</c:v>
                </c:pt>
                <c:pt idx="989">
                  <c:v>2.1004999999999998</c:v>
                </c:pt>
                <c:pt idx="990">
                  <c:v>2.1145</c:v>
                </c:pt>
                <c:pt idx="991">
                  <c:v>2.1145</c:v>
                </c:pt>
                <c:pt idx="992">
                  <c:v>2.1058000000000003</c:v>
                </c:pt>
                <c:pt idx="993">
                  <c:v>2.0617999999999999</c:v>
                </c:pt>
                <c:pt idx="994">
                  <c:v>1.9093</c:v>
                </c:pt>
                <c:pt idx="995">
                  <c:v>1.8655999999999999</c:v>
                </c:pt>
                <c:pt idx="996">
                  <c:v>1.8361000000000001</c:v>
                </c:pt>
                <c:pt idx="997">
                  <c:v>1.8617999999999999</c:v>
                </c:pt>
                <c:pt idx="998">
                  <c:v>1.9344000000000001</c:v>
                </c:pt>
                <c:pt idx="999">
                  <c:v>1.9608000000000001</c:v>
                </c:pt>
                <c:pt idx="1000">
                  <c:v>1.9355</c:v>
                </c:pt>
                <c:pt idx="1001">
                  <c:v>1.9646999999999999</c:v>
                </c:pt>
                <c:pt idx="1002">
                  <c:v>1.9907999999999999</c:v>
                </c:pt>
                <c:pt idx="1003">
                  <c:v>2.0400999999999998</c:v>
                </c:pt>
                <c:pt idx="1004">
                  <c:v>2.0903</c:v>
                </c:pt>
                <c:pt idx="1005">
                  <c:v>2.0253999999999999</c:v>
                </c:pt>
                <c:pt idx="1006">
                  <c:v>2.0305</c:v>
                </c:pt>
                <c:pt idx="1007">
                  <c:v>2.0686</c:v>
                </c:pt>
                <c:pt idx="1008">
                  <c:v>2.0491000000000001</c:v>
                </c:pt>
                <c:pt idx="1009">
                  <c:v>2.0827999999999998</c:v>
                </c:pt>
                <c:pt idx="1010">
                  <c:v>2.0701000000000001</c:v>
                </c:pt>
                <c:pt idx="1011">
                  <c:v>2.0730999999999997</c:v>
                </c:pt>
                <c:pt idx="1012">
                  <c:v>2.0665</c:v>
                </c:pt>
                <c:pt idx="1013">
                  <c:v>2.0339</c:v>
                </c:pt>
                <c:pt idx="1014">
                  <c:v>2.0632000000000001</c:v>
                </c:pt>
                <c:pt idx="1015">
                  <c:v>2.0792999999999999</c:v>
                </c:pt>
                <c:pt idx="1016">
                  <c:v>2.0792999999999999</c:v>
                </c:pt>
                <c:pt idx="1017">
                  <c:v>2.1024000000000003</c:v>
                </c:pt>
                <c:pt idx="1018">
                  <c:v>2.0889000000000002</c:v>
                </c:pt>
                <c:pt idx="1019">
                  <c:v>2.0872999999999999</c:v>
                </c:pt>
                <c:pt idx="1020">
                  <c:v>2.0617000000000001</c:v>
                </c:pt>
                <c:pt idx="1021">
                  <c:v>2.0903</c:v>
                </c:pt>
                <c:pt idx="1022">
                  <c:v>2.1149999999999998</c:v>
                </c:pt>
                <c:pt idx="1023">
                  <c:v>2.1739000000000002</c:v>
                </c:pt>
                <c:pt idx="1024">
                  <c:v>2.1076999999999999</c:v>
                </c:pt>
                <c:pt idx="1025">
                  <c:v>2.1303000000000001</c:v>
                </c:pt>
                <c:pt idx="1026">
                  <c:v>2.1783000000000001</c:v>
                </c:pt>
                <c:pt idx="1027">
                  <c:v>2.2204999999999999</c:v>
                </c:pt>
                <c:pt idx="1028">
                  <c:v>2.2227999999999999</c:v>
                </c:pt>
                <c:pt idx="1029">
                  <c:v>2.3382000000000001</c:v>
                </c:pt>
                <c:pt idx="1030">
                  <c:v>2.3136999999999999</c:v>
                </c:pt>
                <c:pt idx="1031">
                  <c:v>2.2850000000000001</c:v>
                </c:pt>
                <c:pt idx="1032">
                  <c:v>2.3249</c:v>
                </c:pt>
                <c:pt idx="1033">
                  <c:v>2.4222000000000001</c:v>
                </c:pt>
                <c:pt idx="1034">
                  <c:v>2.4339</c:v>
                </c:pt>
                <c:pt idx="1035">
                  <c:v>2.4750000000000001</c:v>
                </c:pt>
                <c:pt idx="1036">
                  <c:v>2.4690000000000003</c:v>
                </c:pt>
                <c:pt idx="1037">
                  <c:v>2.4257</c:v>
                </c:pt>
                <c:pt idx="1038">
                  <c:v>2.3704000000000001</c:v>
                </c:pt>
                <c:pt idx="1039">
                  <c:v>2.3092000000000001</c:v>
                </c:pt>
                <c:pt idx="1040">
                  <c:v>2.2865000000000002</c:v>
                </c:pt>
                <c:pt idx="1041">
                  <c:v>2.7416</c:v>
                </c:pt>
                <c:pt idx="1042">
                  <c:v>2.7864</c:v>
                </c:pt>
                <c:pt idx="1043">
                  <c:v>2.8120000000000003</c:v>
                </c:pt>
                <c:pt idx="1044">
                  <c:v>2.7201999999999997</c:v>
                </c:pt>
                <c:pt idx="1045">
                  <c:v>2.6750000000000003</c:v>
                </c:pt>
                <c:pt idx="1046">
                  <c:v>2.6726000000000001</c:v>
                </c:pt>
                <c:pt idx="1047">
                  <c:v>2.8205</c:v>
                </c:pt>
                <c:pt idx="1048">
                  <c:v>2.7437999999999998</c:v>
                </c:pt>
                <c:pt idx="1049">
                  <c:v>2.7508000000000004</c:v>
                </c:pt>
                <c:pt idx="1050">
                  <c:v>2.8708999999999998</c:v>
                </c:pt>
                <c:pt idx="1051">
                  <c:v>2.8247999999999998</c:v>
                </c:pt>
                <c:pt idx="1052">
                  <c:v>2.7610000000000001</c:v>
                </c:pt>
                <c:pt idx="1053">
                  <c:v>2.8414000000000001</c:v>
                </c:pt>
                <c:pt idx="1054">
                  <c:v>2.8052999999999999</c:v>
                </c:pt>
                <c:pt idx="1055">
                  <c:v>2.6537999999999999</c:v>
                </c:pt>
                <c:pt idx="1056">
                  <c:v>2.6787000000000001</c:v>
                </c:pt>
                <c:pt idx="1057">
                  <c:v>2.7146000000000003</c:v>
                </c:pt>
                <c:pt idx="1058">
                  <c:v>2.6112000000000002</c:v>
                </c:pt>
                <c:pt idx="1059">
                  <c:v>2.6440000000000001</c:v>
                </c:pt>
                <c:pt idx="1060">
                  <c:v>2.6223000000000001</c:v>
                </c:pt>
                <c:pt idx="1061">
                  <c:v>2.7081</c:v>
                </c:pt>
                <c:pt idx="1062">
                  <c:v>2.7050999999999998</c:v>
                </c:pt>
                <c:pt idx="1063">
                  <c:v>2.6402999999999999</c:v>
                </c:pt>
                <c:pt idx="1064">
                  <c:v>2.7006000000000001</c:v>
                </c:pt>
                <c:pt idx="1065">
                  <c:v>2.7480000000000002</c:v>
                </c:pt>
                <c:pt idx="1066">
                  <c:v>2.6671</c:v>
                </c:pt>
                <c:pt idx="1067">
                  <c:v>2.5959000000000003</c:v>
                </c:pt>
                <c:pt idx="1068">
                  <c:v>2.4239000000000002</c:v>
                </c:pt>
                <c:pt idx="1069">
                  <c:v>2.5594000000000001</c:v>
                </c:pt>
                <c:pt idx="1070">
                  <c:v>2.5094000000000003</c:v>
                </c:pt>
                <c:pt idx="1071">
                  <c:v>2.6240000000000001</c:v>
                </c:pt>
                <c:pt idx="1072">
                  <c:v>2.5353000000000003</c:v>
                </c:pt>
                <c:pt idx="1073">
                  <c:v>2.6248999999999998</c:v>
                </c:pt>
                <c:pt idx="1074">
                  <c:v>2.6905999999999999</c:v>
                </c:pt>
                <c:pt idx="1075">
                  <c:v>2.6329000000000002</c:v>
                </c:pt>
                <c:pt idx="1076">
                  <c:v>2.5404999999999998</c:v>
                </c:pt>
                <c:pt idx="1077">
                  <c:v>2.7315</c:v>
                </c:pt>
                <c:pt idx="1078">
                  <c:v>2.6505000000000001</c:v>
                </c:pt>
                <c:pt idx="1079">
                  <c:v>2.5112000000000001</c:v>
                </c:pt>
                <c:pt idx="1080">
                  <c:v>2.5642</c:v>
                </c:pt>
                <c:pt idx="1081">
                  <c:v>2.5825</c:v>
                </c:pt>
                <c:pt idx="1082">
                  <c:v>2.5853000000000002</c:v>
                </c:pt>
                <c:pt idx="1083">
                  <c:v>2.5030999999999999</c:v>
                </c:pt>
                <c:pt idx="1084">
                  <c:v>2.2879999999999998</c:v>
                </c:pt>
                <c:pt idx="1085">
                  <c:v>2.423</c:v>
                </c:pt>
                <c:pt idx="1086">
                  <c:v>2.3438000000000003</c:v>
                </c:pt>
                <c:pt idx="1087">
                  <c:v>2.2202999999999999</c:v>
                </c:pt>
                <c:pt idx="1088">
                  <c:v>2.3120000000000003</c:v>
                </c:pt>
                <c:pt idx="1089">
                  <c:v>2.2395</c:v>
                </c:pt>
                <c:pt idx="1090">
                  <c:v>2.2618</c:v>
                </c:pt>
                <c:pt idx="1091">
                  <c:v>2.2576000000000001</c:v>
                </c:pt>
                <c:pt idx="1092">
                  <c:v>2.3719000000000001</c:v>
                </c:pt>
                <c:pt idx="1093">
                  <c:v>2.2847999999999997</c:v>
                </c:pt>
                <c:pt idx="1094">
                  <c:v>2.4656000000000002</c:v>
                </c:pt>
                <c:pt idx="1095">
                  <c:v>2.3675999999999999</c:v>
                </c:pt>
                <c:pt idx="1096">
                  <c:v>2.4211</c:v>
                </c:pt>
                <c:pt idx="1097">
                  <c:v>2.4090000000000003</c:v>
                </c:pt>
                <c:pt idx="1098">
                  <c:v>2.4086999999999996</c:v>
                </c:pt>
                <c:pt idx="1099">
                  <c:v>2.3542000000000001</c:v>
                </c:pt>
                <c:pt idx="1100">
                  <c:v>2.2486999999999999</c:v>
                </c:pt>
                <c:pt idx="1101">
                  <c:v>2.1304000000000003</c:v>
                </c:pt>
                <c:pt idx="1102">
                  <c:v>2.2141999999999999</c:v>
                </c:pt>
                <c:pt idx="1103">
                  <c:v>2.2353000000000001</c:v>
                </c:pt>
                <c:pt idx="1104">
                  <c:v>2.1377999999999999</c:v>
                </c:pt>
                <c:pt idx="1105">
                  <c:v>2.1928000000000001</c:v>
                </c:pt>
                <c:pt idx="1106">
                  <c:v>2.1482000000000001</c:v>
                </c:pt>
                <c:pt idx="1107">
                  <c:v>2.3147000000000002</c:v>
                </c:pt>
                <c:pt idx="1108">
                  <c:v>2.1987999999999999</c:v>
                </c:pt>
                <c:pt idx="1109">
                  <c:v>2.2357</c:v>
                </c:pt>
                <c:pt idx="1110">
                  <c:v>2.1913</c:v>
                </c:pt>
                <c:pt idx="1111">
                  <c:v>2.2218</c:v>
                </c:pt>
                <c:pt idx="1112">
                  <c:v>2.1804999999999999</c:v>
                </c:pt>
                <c:pt idx="1113">
                  <c:v>2.2667999999999999</c:v>
                </c:pt>
                <c:pt idx="1114">
                  <c:v>2.2214</c:v>
                </c:pt>
                <c:pt idx="1115">
                  <c:v>2.1280000000000001</c:v>
                </c:pt>
                <c:pt idx="1116">
                  <c:v>2.0943000000000001</c:v>
                </c:pt>
                <c:pt idx="1117">
                  <c:v>2.1202000000000001</c:v>
                </c:pt>
                <c:pt idx="1118">
                  <c:v>2.2403</c:v>
                </c:pt>
                <c:pt idx="1119">
                  <c:v>2.0569000000000002</c:v>
                </c:pt>
                <c:pt idx="1120">
                  <c:v>2.0496000000000003</c:v>
                </c:pt>
                <c:pt idx="1121">
                  <c:v>1.9979999999999998</c:v>
                </c:pt>
                <c:pt idx="1122">
                  <c:v>2.0791999999999997</c:v>
                </c:pt>
                <c:pt idx="1123">
                  <c:v>1.9231999999999998</c:v>
                </c:pt>
                <c:pt idx="1124">
                  <c:v>2.1430000000000002</c:v>
                </c:pt>
                <c:pt idx="1125">
                  <c:v>2.0159000000000002</c:v>
                </c:pt>
                <c:pt idx="1126">
                  <c:v>2.0496000000000003</c:v>
                </c:pt>
                <c:pt idx="1127">
                  <c:v>2.0635000000000003</c:v>
                </c:pt>
                <c:pt idx="1128">
                  <c:v>2.0348000000000002</c:v>
                </c:pt>
                <c:pt idx="1129">
                  <c:v>1.9479</c:v>
                </c:pt>
                <c:pt idx="1130">
                  <c:v>1.9439</c:v>
                </c:pt>
                <c:pt idx="1131">
                  <c:v>1.8954000000000002</c:v>
                </c:pt>
                <c:pt idx="1132">
                  <c:v>1.8685000000000003</c:v>
                </c:pt>
                <c:pt idx="1133">
                  <c:v>1.9342999999999999</c:v>
                </c:pt>
                <c:pt idx="1134">
                  <c:v>2.0188999999999999</c:v>
                </c:pt>
                <c:pt idx="1135">
                  <c:v>1.7181999999999999</c:v>
                </c:pt>
                <c:pt idx="1136">
                  <c:v>1.9146000000000001</c:v>
                </c:pt>
                <c:pt idx="1137">
                  <c:v>1.8445</c:v>
                </c:pt>
                <c:pt idx="1138">
                  <c:v>1.9686000000000001</c:v>
                </c:pt>
                <c:pt idx="1139">
                  <c:v>1.9406000000000001</c:v>
                </c:pt>
                <c:pt idx="1140">
                  <c:v>1.6484999999999999</c:v>
                </c:pt>
                <c:pt idx="1141">
                  <c:v>1.7141000000000002</c:v>
                </c:pt>
                <c:pt idx="1142">
                  <c:v>1.7727999999999999</c:v>
                </c:pt>
                <c:pt idx="1143">
                  <c:v>1.8307</c:v>
                </c:pt>
                <c:pt idx="1144">
                  <c:v>1.6871</c:v>
                </c:pt>
                <c:pt idx="1145">
                  <c:v>1.702</c:v>
                </c:pt>
                <c:pt idx="1146">
                  <c:v>1.6951000000000001</c:v>
                </c:pt>
                <c:pt idx="1147">
                  <c:v>1.7311000000000001</c:v>
                </c:pt>
                <c:pt idx="1148">
                  <c:v>1.8109</c:v>
                </c:pt>
                <c:pt idx="1149">
                  <c:v>1.6616</c:v>
                </c:pt>
                <c:pt idx="1150">
                  <c:v>1.6036999999999999</c:v>
                </c:pt>
                <c:pt idx="1151">
                  <c:v>1.6949000000000001</c:v>
                </c:pt>
                <c:pt idx="1152">
                  <c:v>1.6676</c:v>
                </c:pt>
                <c:pt idx="1153">
                  <c:v>1.5886999999999998</c:v>
                </c:pt>
                <c:pt idx="1154">
                  <c:v>1.6156000000000001</c:v>
                </c:pt>
                <c:pt idx="1155">
                  <c:v>1.8269</c:v>
                </c:pt>
                <c:pt idx="1156">
                  <c:v>1.8694999999999999</c:v>
                </c:pt>
                <c:pt idx="1157">
                  <c:v>1.7126000000000001</c:v>
                </c:pt>
                <c:pt idx="1158">
                  <c:v>1.627</c:v>
                </c:pt>
                <c:pt idx="1159">
                  <c:v>1.8176999999999999</c:v>
                </c:pt>
                <c:pt idx="1160">
                  <c:v>1.6910000000000001</c:v>
                </c:pt>
                <c:pt idx="1161">
                  <c:v>1.6694999999999998</c:v>
                </c:pt>
                <c:pt idx="1162">
                  <c:v>1.5478000000000001</c:v>
                </c:pt>
                <c:pt idx="1163">
                  <c:v>1.5530000000000002</c:v>
                </c:pt>
                <c:pt idx="1164">
                  <c:v>1.6042999999999998</c:v>
                </c:pt>
                <c:pt idx="1165">
                  <c:v>1.583</c:v>
                </c:pt>
                <c:pt idx="1166">
                  <c:v>1.5610999999999999</c:v>
                </c:pt>
                <c:pt idx="1167">
                  <c:v>1.5835999999999999</c:v>
                </c:pt>
                <c:pt idx="1168">
                  <c:v>1.7734000000000001</c:v>
                </c:pt>
                <c:pt idx="1169">
                  <c:v>1.7749000000000001</c:v>
                </c:pt>
                <c:pt idx="1170">
                  <c:v>1.6890000000000001</c:v>
                </c:pt>
                <c:pt idx="1171">
                  <c:v>1.6303999999999998</c:v>
                </c:pt>
                <c:pt idx="1172">
                  <c:v>1.6105</c:v>
                </c:pt>
                <c:pt idx="1173">
                  <c:v>1.5949</c:v>
                </c:pt>
                <c:pt idx="1174">
                  <c:v>1.5905</c:v>
                </c:pt>
                <c:pt idx="1175">
                  <c:v>1.619</c:v>
                </c:pt>
                <c:pt idx="1176">
                  <c:v>1.8029999999999999</c:v>
                </c:pt>
                <c:pt idx="1177">
                  <c:v>1.7323999999999999</c:v>
                </c:pt>
                <c:pt idx="1178">
                  <c:v>1.5599000000000001</c:v>
                </c:pt>
                <c:pt idx="1179">
                  <c:v>1.6153</c:v>
                </c:pt>
                <c:pt idx="1180">
                  <c:v>1.5530000000000002</c:v>
                </c:pt>
                <c:pt idx="1181">
                  <c:v>1.5441</c:v>
                </c:pt>
                <c:pt idx="1182">
                  <c:v>1.53</c:v>
                </c:pt>
                <c:pt idx="1183">
                  <c:v>1.4482999999999999</c:v>
                </c:pt>
                <c:pt idx="1184">
                  <c:v>1.3956999999999999</c:v>
                </c:pt>
                <c:pt idx="1185">
                  <c:v>1.3900999999999999</c:v>
                </c:pt>
                <c:pt idx="1186">
                  <c:v>1.3875</c:v>
                </c:pt>
                <c:pt idx="1187">
                  <c:v>1.3669000000000002</c:v>
                </c:pt>
                <c:pt idx="1188">
                  <c:v>1.4298999999999999</c:v>
                </c:pt>
                <c:pt idx="1189">
                  <c:v>1.2892999999999999</c:v>
                </c:pt>
                <c:pt idx="1190">
                  <c:v>1.2981</c:v>
                </c:pt>
                <c:pt idx="1191">
                  <c:v>1.3793</c:v>
                </c:pt>
                <c:pt idx="1192">
                  <c:v>1.3733</c:v>
                </c:pt>
                <c:pt idx="1193">
                  <c:v>1.3628</c:v>
                </c:pt>
                <c:pt idx="1194">
                  <c:v>1.1940999999999999</c:v>
                </c:pt>
                <c:pt idx="1195">
                  <c:v>1.2819</c:v>
                </c:pt>
                <c:pt idx="1196">
                  <c:v>1.3238999999999999</c:v>
                </c:pt>
                <c:pt idx="1197">
                  <c:v>1.3733</c:v>
                </c:pt>
                <c:pt idx="1198">
                  <c:v>1.3633999999999999</c:v>
                </c:pt>
                <c:pt idx="1199">
                  <c:v>1.3663000000000001</c:v>
                </c:pt>
                <c:pt idx="1200">
                  <c:v>1.3547</c:v>
                </c:pt>
                <c:pt idx="1201">
                  <c:v>1.3754999999999999</c:v>
                </c:pt>
                <c:pt idx="1202">
                  <c:v>1.4157</c:v>
                </c:pt>
                <c:pt idx="1203">
                  <c:v>1.3475000000000001</c:v>
                </c:pt>
                <c:pt idx="1204">
                  <c:v>1.2308000000000001</c:v>
                </c:pt>
                <c:pt idx="1205">
                  <c:v>1.3160000000000001</c:v>
                </c:pt>
                <c:pt idx="1206">
                  <c:v>1.3389</c:v>
                </c:pt>
                <c:pt idx="1207">
                  <c:v>1.2924000000000002</c:v>
                </c:pt>
                <c:pt idx="1208">
                  <c:v>1.3331999999999999</c:v>
                </c:pt>
                <c:pt idx="1209">
                  <c:v>1.2510999999999999</c:v>
                </c:pt>
                <c:pt idx="1210">
                  <c:v>1.2392999999999998</c:v>
                </c:pt>
                <c:pt idx="1211">
                  <c:v>1.4168000000000001</c:v>
                </c:pt>
                <c:pt idx="1212">
                  <c:v>1.2553000000000001</c:v>
                </c:pt>
                <c:pt idx="1213">
                  <c:v>1.2728999999999999</c:v>
                </c:pt>
                <c:pt idx="1214">
                  <c:v>1.1646000000000001</c:v>
                </c:pt>
                <c:pt idx="1215">
                  <c:v>1.2452000000000001</c:v>
                </c:pt>
                <c:pt idx="1216">
                  <c:v>1.3376999999999999</c:v>
                </c:pt>
                <c:pt idx="1217">
                  <c:v>1.2826</c:v>
                </c:pt>
                <c:pt idx="1218">
                  <c:v>1.3378000000000001</c:v>
                </c:pt>
                <c:pt idx="1219">
                  <c:v>1.3815000000000002</c:v>
                </c:pt>
                <c:pt idx="1220">
                  <c:v>1.3159999999999998</c:v>
                </c:pt>
                <c:pt idx="1221">
                  <c:v>1.3906000000000001</c:v>
                </c:pt>
                <c:pt idx="1222">
                  <c:v>1.5383</c:v>
                </c:pt>
                <c:pt idx="1223">
                  <c:v>1.5195000000000001</c:v>
                </c:pt>
                <c:pt idx="1224">
                  <c:v>1.4531000000000001</c:v>
                </c:pt>
                <c:pt idx="1225">
                  <c:v>1.544</c:v>
                </c:pt>
                <c:pt idx="1226">
                  <c:v>1.4976</c:v>
                </c:pt>
                <c:pt idx="1227">
                  <c:v>1.5167999999999999</c:v>
                </c:pt>
                <c:pt idx="1228">
                  <c:v>1.6249999999999998</c:v>
                </c:pt>
                <c:pt idx="1229">
                  <c:v>1.4704999999999999</c:v>
                </c:pt>
                <c:pt idx="1230">
                  <c:v>1.5254999999999999</c:v>
                </c:pt>
                <c:pt idx="1231">
                  <c:v>1.4264000000000001</c:v>
                </c:pt>
                <c:pt idx="1232">
                  <c:v>1.4313999999999998</c:v>
                </c:pt>
                <c:pt idx="1233">
                  <c:v>1.3794999999999999</c:v>
                </c:pt>
                <c:pt idx="1234">
                  <c:v>1.4983</c:v>
                </c:pt>
                <c:pt idx="1235">
                  <c:v>1.4184000000000001</c:v>
                </c:pt>
                <c:pt idx="1236">
                  <c:v>1.4550999999999998</c:v>
                </c:pt>
                <c:pt idx="1237">
                  <c:v>1.4060000000000001</c:v>
                </c:pt>
                <c:pt idx="1238">
                  <c:v>1.3262</c:v>
                </c:pt>
                <c:pt idx="1239">
                  <c:v>1.3593999999999999</c:v>
                </c:pt>
                <c:pt idx="1240">
                  <c:v>1.4316</c:v>
                </c:pt>
                <c:pt idx="1241">
                  <c:v>1.3959000000000001</c:v>
                </c:pt>
                <c:pt idx="1242">
                  <c:v>1.4709000000000001</c:v>
                </c:pt>
                <c:pt idx="1243">
                  <c:v>1.4644999999999999</c:v>
                </c:pt>
                <c:pt idx="1244">
                  <c:v>1.5708</c:v>
                </c:pt>
                <c:pt idx="1245">
                  <c:v>1.5142</c:v>
                </c:pt>
                <c:pt idx="1246">
                  <c:v>1.4973000000000001</c:v>
                </c:pt>
                <c:pt idx="1247">
                  <c:v>1.4713000000000001</c:v>
                </c:pt>
                <c:pt idx="1248">
                  <c:v>1.4743999999999999</c:v>
                </c:pt>
                <c:pt idx="1249">
                  <c:v>1.4675</c:v>
                </c:pt>
                <c:pt idx="1250">
                  <c:v>1.5267000000000002</c:v>
                </c:pt>
                <c:pt idx="1251">
                  <c:v>1.5427</c:v>
                </c:pt>
                <c:pt idx="1252">
                  <c:v>1.6047</c:v>
                </c:pt>
                <c:pt idx="1253">
                  <c:v>1.5752999999999999</c:v>
                </c:pt>
                <c:pt idx="1254">
                  <c:v>1.5548</c:v>
                </c:pt>
                <c:pt idx="1255">
                  <c:v>1.5846999999999998</c:v>
                </c:pt>
                <c:pt idx="1256">
                  <c:v>1.6173</c:v>
                </c:pt>
                <c:pt idx="1257">
                  <c:v>1.6964999999999999</c:v>
                </c:pt>
                <c:pt idx="1258">
                  <c:v>1.6442000000000001</c:v>
                </c:pt>
                <c:pt idx="1259">
                  <c:v>1.6647000000000001</c:v>
                </c:pt>
                <c:pt idx="1260">
                  <c:v>1.7147000000000001</c:v>
                </c:pt>
                <c:pt idx="1261">
                  <c:v>1.7303999999999999</c:v>
                </c:pt>
                <c:pt idx="1262">
                  <c:v>1.6358000000000001</c:v>
                </c:pt>
                <c:pt idx="1263">
                  <c:v>1.6659000000000002</c:v>
                </c:pt>
                <c:pt idx="1264">
                  <c:v>1.7348999999999999</c:v>
                </c:pt>
                <c:pt idx="1265">
                  <c:v>1.6816999999999998</c:v>
                </c:pt>
                <c:pt idx="1266">
                  <c:v>1.6135000000000002</c:v>
                </c:pt>
                <c:pt idx="1267">
                  <c:v>1.7836000000000001</c:v>
                </c:pt>
                <c:pt idx="1268">
                  <c:v>1.6351999999999998</c:v>
                </c:pt>
                <c:pt idx="1269">
                  <c:v>1.6902000000000001</c:v>
                </c:pt>
                <c:pt idx="1270">
                  <c:v>1.6437999999999999</c:v>
                </c:pt>
                <c:pt idx="1271">
                  <c:v>1.6216000000000002</c:v>
                </c:pt>
                <c:pt idx="1272">
                  <c:v>1.7582</c:v>
                </c:pt>
                <c:pt idx="1273">
                  <c:v>1.7676000000000003</c:v>
                </c:pt>
                <c:pt idx="1274">
                  <c:v>1.6915</c:v>
                </c:pt>
                <c:pt idx="1275">
                  <c:v>1.7279</c:v>
                </c:pt>
                <c:pt idx="1276">
                  <c:v>1.6308999999999998</c:v>
                </c:pt>
                <c:pt idx="1277">
                  <c:v>1.8043999999999998</c:v>
                </c:pt>
                <c:pt idx="1278">
                  <c:v>1.6117999999999997</c:v>
                </c:pt>
                <c:pt idx="1279">
                  <c:v>1.5718000000000001</c:v>
                </c:pt>
                <c:pt idx="1280">
                  <c:v>1.5595999999999999</c:v>
                </c:pt>
                <c:pt idx="1281">
                  <c:v>1.6247999999999998</c:v>
                </c:pt>
                <c:pt idx="1282">
                  <c:v>1.5890999999999997</c:v>
                </c:pt>
                <c:pt idx="1283">
                  <c:v>1.8269000000000002</c:v>
                </c:pt>
                <c:pt idx="1284">
                  <c:v>1.6786000000000003</c:v>
                </c:pt>
                <c:pt idx="1285">
                  <c:v>1.8945000000000001</c:v>
                </c:pt>
                <c:pt idx="1286">
                  <c:v>1.8286000000000002</c:v>
                </c:pt>
                <c:pt idx="1287">
                  <c:v>1.9053000000000002</c:v>
                </c:pt>
                <c:pt idx="1288">
                  <c:v>1.92</c:v>
                </c:pt>
                <c:pt idx="1289">
                  <c:v>1.8316999999999999</c:v>
                </c:pt>
                <c:pt idx="1290">
                  <c:v>1.8587000000000002</c:v>
                </c:pt>
                <c:pt idx="1291">
                  <c:v>1.8105</c:v>
                </c:pt>
                <c:pt idx="1292">
                  <c:v>1.7661000000000002</c:v>
                </c:pt>
                <c:pt idx="1293">
                  <c:v>1.8758000000000001</c:v>
                </c:pt>
                <c:pt idx="1294">
                  <c:v>1.9343000000000001</c:v>
                </c:pt>
                <c:pt idx="1295">
                  <c:v>2.0525000000000002</c:v>
                </c:pt>
                <c:pt idx="1296">
                  <c:v>1.9863999999999999</c:v>
                </c:pt>
                <c:pt idx="1297">
                  <c:v>1.9765999999999999</c:v>
                </c:pt>
                <c:pt idx="1298">
                  <c:v>2.0127999999999999</c:v>
                </c:pt>
                <c:pt idx="1299">
                  <c:v>2.1198999999999999</c:v>
                </c:pt>
                <c:pt idx="1300">
                  <c:v>2.2383000000000002</c:v>
                </c:pt>
                <c:pt idx="1301">
                  <c:v>2.2790999999999997</c:v>
                </c:pt>
                <c:pt idx="1302">
                  <c:v>2.2891000000000004</c:v>
                </c:pt>
                <c:pt idx="1303">
                  <c:v>2.2021000000000002</c:v>
                </c:pt>
                <c:pt idx="1304">
                  <c:v>2.2488000000000001</c:v>
                </c:pt>
                <c:pt idx="1305">
                  <c:v>2.2867000000000002</c:v>
                </c:pt>
                <c:pt idx="1306">
                  <c:v>2.1951000000000001</c:v>
                </c:pt>
                <c:pt idx="1307">
                  <c:v>2.2066999999999997</c:v>
                </c:pt>
                <c:pt idx="1308">
                  <c:v>2.2757999999999998</c:v>
                </c:pt>
                <c:pt idx="1309">
                  <c:v>2.2631000000000001</c:v>
                </c:pt>
                <c:pt idx="1310">
                  <c:v>2.2256</c:v>
                </c:pt>
                <c:pt idx="1311">
                  <c:v>2.2608000000000001</c:v>
                </c:pt>
                <c:pt idx="1312">
                  <c:v>2.2978000000000001</c:v>
                </c:pt>
                <c:pt idx="1313">
                  <c:v>2.1446000000000001</c:v>
                </c:pt>
                <c:pt idx="1314">
                  <c:v>2.1765999999999996</c:v>
                </c:pt>
                <c:pt idx="1315">
                  <c:v>2.2673000000000001</c:v>
                </c:pt>
                <c:pt idx="1316">
                  <c:v>2.2644000000000002</c:v>
                </c:pt>
                <c:pt idx="1317">
                  <c:v>2.1962999999999999</c:v>
                </c:pt>
                <c:pt idx="1318">
                  <c:v>2.0754999999999999</c:v>
                </c:pt>
                <c:pt idx="1319">
                  <c:v>2.1396000000000002</c:v>
                </c:pt>
                <c:pt idx="1320">
                  <c:v>2.1581999999999999</c:v>
                </c:pt>
                <c:pt idx="1321">
                  <c:v>2.1120999999999999</c:v>
                </c:pt>
                <c:pt idx="1322">
                  <c:v>2.1709000000000001</c:v>
                </c:pt>
                <c:pt idx="1323">
                  <c:v>2.2537000000000003</c:v>
                </c:pt>
                <c:pt idx="1324">
                  <c:v>2.0954000000000002</c:v>
                </c:pt>
                <c:pt idx="1325">
                  <c:v>2.0421999999999998</c:v>
                </c:pt>
                <c:pt idx="1326">
                  <c:v>2.2049000000000003</c:v>
                </c:pt>
                <c:pt idx="1327">
                  <c:v>2.2543000000000002</c:v>
                </c:pt>
                <c:pt idx="1328">
                  <c:v>2.1884000000000001</c:v>
                </c:pt>
                <c:pt idx="1329">
                  <c:v>2.133</c:v>
                </c:pt>
                <c:pt idx="1330">
                  <c:v>2.1751</c:v>
                </c:pt>
                <c:pt idx="1331">
                  <c:v>2.1531000000000002</c:v>
                </c:pt>
                <c:pt idx="1332">
                  <c:v>2.1812</c:v>
                </c:pt>
                <c:pt idx="1333">
                  <c:v>2.1852999999999998</c:v>
                </c:pt>
                <c:pt idx="1334">
                  <c:v>2.1147999999999998</c:v>
                </c:pt>
                <c:pt idx="1335">
                  <c:v>2.1581999999999999</c:v>
                </c:pt>
                <c:pt idx="1336">
                  <c:v>2.1562000000000001</c:v>
                </c:pt>
                <c:pt idx="1337">
                  <c:v>2.0927000000000002</c:v>
                </c:pt>
                <c:pt idx="1338">
                  <c:v>2.0861000000000001</c:v>
                </c:pt>
                <c:pt idx="1339">
                  <c:v>2.0442</c:v>
                </c:pt>
                <c:pt idx="1340">
                  <c:v>2.0598000000000001</c:v>
                </c:pt>
                <c:pt idx="1341">
                  <c:v>2.0628000000000002</c:v>
                </c:pt>
                <c:pt idx="1342">
                  <c:v>2.0787</c:v>
                </c:pt>
                <c:pt idx="1343">
                  <c:v>2.1261000000000001</c:v>
                </c:pt>
                <c:pt idx="1344">
                  <c:v>2.0669</c:v>
                </c:pt>
                <c:pt idx="1345">
                  <c:v>2.1714000000000002</c:v>
                </c:pt>
                <c:pt idx="1346">
                  <c:v>2.2321</c:v>
                </c:pt>
                <c:pt idx="1347">
                  <c:v>2.2955999999999999</c:v>
                </c:pt>
                <c:pt idx="1348">
                  <c:v>2.2435</c:v>
                </c:pt>
                <c:pt idx="1349">
                  <c:v>2.1292000000000004</c:v>
                </c:pt>
                <c:pt idx="1350">
                  <c:v>2.1595</c:v>
                </c:pt>
                <c:pt idx="1351">
                  <c:v>2.1303999999999998</c:v>
                </c:pt>
                <c:pt idx="1352">
                  <c:v>2.1558999999999999</c:v>
                </c:pt>
                <c:pt idx="1353">
                  <c:v>2.2029000000000001</c:v>
                </c:pt>
                <c:pt idx="1354">
                  <c:v>2.1625000000000001</c:v>
                </c:pt>
                <c:pt idx="1355">
                  <c:v>2.0975999999999999</c:v>
                </c:pt>
                <c:pt idx="1356">
                  <c:v>2.1342999999999996</c:v>
                </c:pt>
                <c:pt idx="1357">
                  <c:v>2.15</c:v>
                </c:pt>
                <c:pt idx="1358">
                  <c:v>2.2567000000000004</c:v>
                </c:pt>
                <c:pt idx="1359">
                  <c:v>2.1751</c:v>
                </c:pt>
                <c:pt idx="1360">
                  <c:v>2.1774</c:v>
                </c:pt>
                <c:pt idx="1361">
                  <c:v>2.0741999999999998</c:v>
                </c:pt>
                <c:pt idx="1362">
                  <c:v>2.1116999999999999</c:v>
                </c:pt>
                <c:pt idx="1363">
                  <c:v>2.1773000000000002</c:v>
                </c:pt>
                <c:pt idx="1364">
                  <c:v>2.1261000000000001</c:v>
                </c:pt>
                <c:pt idx="1365">
                  <c:v>2.1384000000000003</c:v>
                </c:pt>
                <c:pt idx="1366">
                  <c:v>2.1424000000000003</c:v>
                </c:pt>
                <c:pt idx="1367">
                  <c:v>2.1389</c:v>
                </c:pt>
                <c:pt idx="1368">
                  <c:v>2.1903000000000001</c:v>
                </c:pt>
                <c:pt idx="1369">
                  <c:v>2.2310000000000003</c:v>
                </c:pt>
                <c:pt idx="1370">
                  <c:v>2.1997999999999998</c:v>
                </c:pt>
                <c:pt idx="1371">
                  <c:v>2.1509</c:v>
                </c:pt>
                <c:pt idx="1372">
                  <c:v>2.2095000000000002</c:v>
                </c:pt>
                <c:pt idx="1373">
                  <c:v>2.2991999999999999</c:v>
                </c:pt>
                <c:pt idx="1374">
                  <c:v>2.2134999999999998</c:v>
                </c:pt>
                <c:pt idx="1375">
                  <c:v>2.2825000000000002</c:v>
                </c:pt>
                <c:pt idx="1376">
                  <c:v>2.3031999999999999</c:v>
                </c:pt>
                <c:pt idx="1377">
                  <c:v>2.3014999999999999</c:v>
                </c:pt>
                <c:pt idx="1378">
                  <c:v>2.2812999999999999</c:v>
                </c:pt>
                <c:pt idx="1379">
                  <c:v>2.1680999999999999</c:v>
                </c:pt>
                <c:pt idx="1380">
                  <c:v>2.2009999999999996</c:v>
                </c:pt>
                <c:pt idx="1381">
                  <c:v>2.2447999999999997</c:v>
                </c:pt>
                <c:pt idx="1382">
                  <c:v>2.2927999999999997</c:v>
                </c:pt>
                <c:pt idx="1383">
                  <c:v>2.2436000000000003</c:v>
                </c:pt>
                <c:pt idx="1384">
                  <c:v>2.1410999999999998</c:v>
                </c:pt>
                <c:pt idx="1385">
                  <c:v>2.2000999999999999</c:v>
                </c:pt>
                <c:pt idx="1386">
                  <c:v>2.1379999999999999</c:v>
                </c:pt>
                <c:pt idx="1387">
                  <c:v>2.1746999999999996</c:v>
                </c:pt>
                <c:pt idx="1388">
                  <c:v>2.1362000000000001</c:v>
                </c:pt>
                <c:pt idx="1389">
                  <c:v>2.1189</c:v>
                </c:pt>
                <c:pt idx="1390">
                  <c:v>2.1107</c:v>
                </c:pt>
                <c:pt idx="1391">
                  <c:v>2.0366999999999997</c:v>
                </c:pt>
                <c:pt idx="1392">
                  <c:v>1.9110000000000003</c:v>
                </c:pt>
                <c:pt idx="1393">
                  <c:v>1.9861</c:v>
                </c:pt>
                <c:pt idx="1394">
                  <c:v>1.9892999999999998</c:v>
                </c:pt>
                <c:pt idx="1395">
                  <c:v>1.9366999999999999</c:v>
                </c:pt>
                <c:pt idx="1396">
                  <c:v>1.9016999999999999</c:v>
                </c:pt>
                <c:pt idx="1397">
                  <c:v>1.8662999999999998</c:v>
                </c:pt>
                <c:pt idx="1398">
                  <c:v>1.8958999999999997</c:v>
                </c:pt>
                <c:pt idx="1399">
                  <c:v>1.8380000000000001</c:v>
                </c:pt>
                <c:pt idx="1400">
                  <c:v>1.8474999999999999</c:v>
                </c:pt>
                <c:pt idx="1401">
                  <c:v>2.0386000000000002</c:v>
                </c:pt>
                <c:pt idx="1402">
                  <c:v>1.9463000000000001</c:v>
                </c:pt>
                <c:pt idx="1403">
                  <c:v>1.9584999999999999</c:v>
                </c:pt>
                <c:pt idx="1404">
                  <c:v>1.8796999999999999</c:v>
                </c:pt>
                <c:pt idx="1405">
                  <c:v>1.8116000000000001</c:v>
                </c:pt>
                <c:pt idx="1406">
                  <c:v>1.8300999999999998</c:v>
                </c:pt>
                <c:pt idx="1407">
                  <c:v>1.9014999999999997</c:v>
                </c:pt>
                <c:pt idx="1408">
                  <c:v>1.8791000000000002</c:v>
                </c:pt>
                <c:pt idx="1409">
                  <c:v>1.8039999999999998</c:v>
                </c:pt>
                <c:pt idx="1410">
                  <c:v>1.8737000000000001</c:v>
                </c:pt>
                <c:pt idx="1411">
                  <c:v>1.8778999999999999</c:v>
                </c:pt>
                <c:pt idx="1412">
                  <c:v>1.8271999999999997</c:v>
                </c:pt>
                <c:pt idx="1413">
                  <c:v>1.8205999999999998</c:v>
                </c:pt>
                <c:pt idx="1414">
                  <c:v>1.7870999999999999</c:v>
                </c:pt>
                <c:pt idx="1415">
                  <c:v>1.7082000000000002</c:v>
                </c:pt>
                <c:pt idx="1416">
                  <c:v>1.7943000000000002</c:v>
                </c:pt>
                <c:pt idx="1417">
                  <c:v>1.8125000000000002</c:v>
                </c:pt>
                <c:pt idx="1418">
                  <c:v>1.8449</c:v>
                </c:pt>
                <c:pt idx="1419">
                  <c:v>1.8613000000000002</c:v>
                </c:pt>
                <c:pt idx="1420">
                  <c:v>1.7767000000000002</c:v>
                </c:pt>
                <c:pt idx="1421">
                  <c:v>1.7507000000000001</c:v>
                </c:pt>
                <c:pt idx="1422">
                  <c:v>1.7169000000000003</c:v>
                </c:pt>
                <c:pt idx="1423">
                  <c:v>1.746</c:v>
                </c:pt>
                <c:pt idx="1424">
                  <c:v>1.7365999999999999</c:v>
                </c:pt>
                <c:pt idx="1425">
                  <c:v>1.6953</c:v>
                </c:pt>
                <c:pt idx="1426">
                  <c:v>1.5863999999999998</c:v>
                </c:pt>
                <c:pt idx="1427">
                  <c:v>1.7300999999999997</c:v>
                </c:pt>
                <c:pt idx="1428">
                  <c:v>1.5972</c:v>
                </c:pt>
                <c:pt idx="1429">
                  <c:v>1.5284</c:v>
                </c:pt>
                <c:pt idx="1430">
                  <c:v>1.6187</c:v>
                </c:pt>
                <c:pt idx="1431">
                  <c:v>1.6338999999999999</c:v>
                </c:pt>
                <c:pt idx="1432">
                  <c:v>1.5840000000000001</c:v>
                </c:pt>
                <c:pt idx="1433">
                  <c:v>1.6792000000000002</c:v>
                </c:pt>
                <c:pt idx="1434">
                  <c:v>1.6215000000000002</c:v>
                </c:pt>
                <c:pt idx="1435">
                  <c:v>1.6122000000000001</c:v>
                </c:pt>
                <c:pt idx="1436">
                  <c:v>1.5513000000000001</c:v>
                </c:pt>
                <c:pt idx="1437">
                  <c:v>1.5992000000000002</c:v>
                </c:pt>
                <c:pt idx="1438">
                  <c:v>1.5729000000000002</c:v>
                </c:pt>
                <c:pt idx="1439">
                  <c:v>1.4632000000000001</c:v>
                </c:pt>
                <c:pt idx="1440">
                  <c:v>1.5191000000000001</c:v>
                </c:pt>
                <c:pt idx="1441">
                  <c:v>1.5710999999999999</c:v>
                </c:pt>
                <c:pt idx="1442">
                  <c:v>1.4574999999999998</c:v>
                </c:pt>
                <c:pt idx="1443">
                  <c:v>1.3486000000000002</c:v>
                </c:pt>
                <c:pt idx="1444">
                  <c:v>1.4046000000000001</c:v>
                </c:pt>
                <c:pt idx="1445">
                  <c:v>1.3885000000000001</c:v>
                </c:pt>
                <c:pt idx="1446">
                  <c:v>1.3912999999999998</c:v>
                </c:pt>
                <c:pt idx="1447">
                  <c:v>1.2885</c:v>
                </c:pt>
                <c:pt idx="1448">
                  <c:v>1.3687</c:v>
                </c:pt>
                <c:pt idx="1449">
                  <c:v>1.4121000000000001</c:v>
                </c:pt>
                <c:pt idx="1450">
                  <c:v>1.3777000000000001</c:v>
                </c:pt>
                <c:pt idx="1451">
                  <c:v>1.4100000000000001</c:v>
                </c:pt>
                <c:pt idx="1452">
                  <c:v>1.4240000000000004</c:v>
                </c:pt>
                <c:pt idx="1453">
                  <c:v>1.3845000000000001</c:v>
                </c:pt>
                <c:pt idx="1454">
                  <c:v>1.3723000000000003</c:v>
                </c:pt>
                <c:pt idx="1455">
                  <c:v>1.4555000000000002</c:v>
                </c:pt>
                <c:pt idx="1456">
                  <c:v>1.5525000000000002</c:v>
                </c:pt>
                <c:pt idx="1457">
                  <c:v>1.4784000000000002</c:v>
                </c:pt>
                <c:pt idx="1458">
                  <c:v>1.5308999999999999</c:v>
                </c:pt>
                <c:pt idx="1459">
                  <c:v>1.4971000000000001</c:v>
                </c:pt>
                <c:pt idx="1460">
                  <c:v>1.4981999999999998</c:v>
                </c:pt>
                <c:pt idx="1461">
                  <c:v>1.3892000000000002</c:v>
                </c:pt>
                <c:pt idx="1462">
                  <c:v>1.3172999999999999</c:v>
                </c:pt>
                <c:pt idx="1463">
                  <c:v>1.3559000000000001</c:v>
                </c:pt>
                <c:pt idx="1464">
                  <c:v>1.3407000000000002</c:v>
                </c:pt>
                <c:pt idx="1465">
                  <c:v>1.3038999999999998</c:v>
                </c:pt>
                <c:pt idx="1466">
                  <c:v>1.2545000000000002</c:v>
                </c:pt>
                <c:pt idx="1467">
                  <c:v>1.1493000000000002</c:v>
                </c:pt>
                <c:pt idx="1468">
                  <c:v>1.0920999999999998</c:v>
                </c:pt>
                <c:pt idx="1469">
                  <c:v>1.0760000000000001</c:v>
                </c:pt>
                <c:pt idx="1470">
                  <c:v>1.1459999999999999</c:v>
                </c:pt>
                <c:pt idx="1471">
                  <c:v>1.2191000000000001</c:v>
                </c:pt>
                <c:pt idx="1472">
                  <c:v>1.2465000000000002</c:v>
                </c:pt>
                <c:pt idx="1473">
                  <c:v>1.2021999999999999</c:v>
                </c:pt>
                <c:pt idx="1474">
                  <c:v>1.2550999999999999</c:v>
                </c:pt>
                <c:pt idx="1475">
                  <c:v>1.3016000000000001</c:v>
                </c:pt>
                <c:pt idx="1476">
                  <c:v>1.4698</c:v>
                </c:pt>
                <c:pt idx="1477">
                  <c:v>1.2209999999999999</c:v>
                </c:pt>
                <c:pt idx="1478">
                  <c:v>1.1138000000000001</c:v>
                </c:pt>
                <c:pt idx="1479">
                  <c:v>1.1472</c:v>
                </c:pt>
                <c:pt idx="1480">
                  <c:v>1.0550000000000002</c:v>
                </c:pt>
                <c:pt idx="1481">
                  <c:v>1.2088000000000001</c:v>
                </c:pt>
                <c:pt idx="1482">
                  <c:v>1.2490000000000003</c:v>
                </c:pt>
                <c:pt idx="1483">
                  <c:v>1.4086000000000003</c:v>
                </c:pt>
                <c:pt idx="1484">
                  <c:v>1.3814</c:v>
                </c:pt>
                <c:pt idx="1485">
                  <c:v>1.4137000000000002</c:v>
                </c:pt>
                <c:pt idx="1486">
                  <c:v>1.5301000000000002</c:v>
                </c:pt>
                <c:pt idx="1487">
                  <c:v>1.4418999999999997</c:v>
                </c:pt>
                <c:pt idx="1488">
                  <c:v>1.4764000000000004</c:v>
                </c:pt>
                <c:pt idx="1489">
                  <c:v>1.4457</c:v>
                </c:pt>
                <c:pt idx="1490">
                  <c:v>1.4869999999999999</c:v>
                </c:pt>
                <c:pt idx="1491">
                  <c:v>1.2924000000000002</c:v>
                </c:pt>
                <c:pt idx="1492">
                  <c:v>1.375</c:v>
                </c:pt>
                <c:pt idx="1493">
                  <c:v>1.4056000000000002</c:v>
                </c:pt>
                <c:pt idx="1494">
                  <c:v>1.4259000000000002</c:v>
                </c:pt>
                <c:pt idx="1495">
                  <c:v>1.4464000000000001</c:v>
                </c:pt>
                <c:pt idx="1496">
                  <c:v>1.4087999999999998</c:v>
                </c:pt>
                <c:pt idx="1497">
                  <c:v>1.4909000000000001</c:v>
                </c:pt>
                <c:pt idx="1498">
                  <c:v>1.4094</c:v>
                </c:pt>
                <c:pt idx="1499">
                  <c:v>1.3126</c:v>
                </c:pt>
                <c:pt idx="1500">
                  <c:v>1.355</c:v>
                </c:pt>
                <c:pt idx="1501">
                  <c:v>1.3685</c:v>
                </c:pt>
                <c:pt idx="1502">
                  <c:v>1.2202999999999999</c:v>
                </c:pt>
                <c:pt idx="1503">
                  <c:v>1.3348000000000002</c:v>
                </c:pt>
                <c:pt idx="1504">
                  <c:v>1.2009999999999998</c:v>
                </c:pt>
                <c:pt idx="1505">
                  <c:v>1.1288</c:v>
                </c:pt>
                <c:pt idx="1506">
                  <c:v>1.0282999999999998</c:v>
                </c:pt>
                <c:pt idx="1507">
                  <c:v>1.2192000000000001</c:v>
                </c:pt>
                <c:pt idx="1508">
                  <c:v>1.1193999999999997</c:v>
                </c:pt>
                <c:pt idx="1509">
                  <c:v>1.2020000000000002</c:v>
                </c:pt>
                <c:pt idx="1510">
                  <c:v>1.2692999999999999</c:v>
                </c:pt>
                <c:pt idx="1511">
                  <c:v>1.3049999999999999</c:v>
                </c:pt>
                <c:pt idx="1512">
                  <c:v>1.2817999999999998</c:v>
                </c:pt>
                <c:pt idx="1513">
                  <c:v>1.3388</c:v>
                </c:pt>
                <c:pt idx="1514">
                  <c:v>1.2815999999999996</c:v>
                </c:pt>
                <c:pt idx="1515">
                  <c:v>1.2043000000000001</c:v>
                </c:pt>
                <c:pt idx="1516">
                  <c:v>1.3219999999999998</c:v>
                </c:pt>
                <c:pt idx="1517">
                  <c:v>1.2478</c:v>
                </c:pt>
                <c:pt idx="1518">
                  <c:v>1.4770999999999999</c:v>
                </c:pt>
                <c:pt idx="1519">
                  <c:v>1.3944999999999999</c:v>
                </c:pt>
                <c:pt idx="1520">
                  <c:v>1.4558</c:v>
                </c:pt>
                <c:pt idx="1521">
                  <c:v>1.5351000000000004</c:v>
                </c:pt>
                <c:pt idx="1522">
                  <c:v>1.6193000000000002</c:v>
                </c:pt>
                <c:pt idx="1523">
                  <c:v>1.5311000000000003</c:v>
                </c:pt>
                <c:pt idx="1524">
                  <c:v>1.5504999999999998</c:v>
                </c:pt>
                <c:pt idx="1525">
                  <c:v>1.6213000000000002</c:v>
                </c:pt>
                <c:pt idx="1526">
                  <c:v>1.7349000000000001</c:v>
                </c:pt>
                <c:pt idx="1527">
                  <c:v>1.7865000000000002</c:v>
                </c:pt>
                <c:pt idx="1528">
                  <c:v>1.8453000000000002</c:v>
                </c:pt>
                <c:pt idx="1529">
                  <c:v>1.6705999999999999</c:v>
                </c:pt>
                <c:pt idx="1530">
                  <c:v>1.8056000000000001</c:v>
                </c:pt>
                <c:pt idx="1531">
                  <c:v>1.8336000000000001</c:v>
                </c:pt>
                <c:pt idx="1532">
                  <c:v>1.7073999999999998</c:v>
                </c:pt>
                <c:pt idx="1533">
                  <c:v>1.5489000000000002</c:v>
                </c:pt>
                <c:pt idx="1534">
                  <c:v>1.5110000000000001</c:v>
                </c:pt>
                <c:pt idx="1535">
                  <c:v>1.5872999999999999</c:v>
                </c:pt>
                <c:pt idx="1536">
                  <c:v>1.2519</c:v>
                </c:pt>
                <c:pt idx="1537">
                  <c:v>1.4069999999999998</c:v>
                </c:pt>
                <c:pt idx="1538">
                  <c:v>1.3939999999999999</c:v>
                </c:pt>
                <c:pt idx="1539">
                  <c:v>1.2962</c:v>
                </c:pt>
                <c:pt idx="1540">
                  <c:v>1.1942000000000002</c:v>
                </c:pt>
                <c:pt idx="1541">
                  <c:v>1.2030000000000001</c:v>
                </c:pt>
                <c:pt idx="1542">
                  <c:v>1.2264999999999999</c:v>
                </c:pt>
                <c:pt idx="1543">
                  <c:v>1.0081000000000002</c:v>
                </c:pt>
                <c:pt idx="1544">
                  <c:v>1.0749</c:v>
                </c:pt>
                <c:pt idx="1545">
                  <c:v>1.0977000000000001</c:v>
                </c:pt>
                <c:pt idx="1546">
                  <c:v>0.99310000000000009</c:v>
                </c:pt>
                <c:pt idx="1547">
                  <c:v>0.96899999999999997</c:v>
                </c:pt>
                <c:pt idx="1548">
                  <c:v>0.9859</c:v>
                </c:pt>
                <c:pt idx="1549">
                  <c:v>0.98620000000000019</c:v>
                </c:pt>
                <c:pt idx="1550">
                  <c:v>0.92110000000000003</c:v>
                </c:pt>
                <c:pt idx="1551">
                  <c:v>1.0151000000000001</c:v>
                </c:pt>
                <c:pt idx="1552">
                  <c:v>1.0871999999999997</c:v>
                </c:pt>
                <c:pt idx="1553">
                  <c:v>0.87870000000000004</c:v>
                </c:pt>
                <c:pt idx="1554">
                  <c:v>0.86629999999999985</c:v>
                </c:pt>
                <c:pt idx="1555">
                  <c:v>0.80989999999999984</c:v>
                </c:pt>
                <c:pt idx="1556">
                  <c:v>0.8156000000000001</c:v>
                </c:pt>
                <c:pt idx="1557">
                  <c:v>0.90640000000000009</c:v>
                </c:pt>
                <c:pt idx="1558">
                  <c:v>0.92019999999999968</c:v>
                </c:pt>
                <c:pt idx="1559">
                  <c:v>0.83050000000000002</c:v>
                </c:pt>
                <c:pt idx="1560">
                  <c:v>0.6393000000000002</c:v>
                </c:pt>
                <c:pt idx="1561">
                  <c:v>0.84099999999999997</c:v>
                </c:pt>
                <c:pt idx="1562">
                  <c:v>0.7033999999999998</c:v>
                </c:pt>
                <c:pt idx="1563">
                  <c:v>0.72809999999999997</c:v>
                </c:pt>
                <c:pt idx="1564">
                  <c:v>0.74029999999999996</c:v>
                </c:pt>
                <c:pt idx="1565">
                  <c:v>0.69740000000000002</c:v>
                </c:pt>
                <c:pt idx="1566">
                  <c:v>0.91190000000000004</c:v>
                </c:pt>
                <c:pt idx="1567">
                  <c:v>0.87780000000000002</c:v>
                </c:pt>
                <c:pt idx="1568">
                  <c:v>0.7844000000000001</c:v>
                </c:pt>
                <c:pt idx="1569">
                  <c:v>0.75689999999999991</c:v>
                </c:pt>
                <c:pt idx="1570">
                  <c:v>0.76759999999999984</c:v>
                </c:pt>
                <c:pt idx="1571">
                  <c:v>0.89780000000000015</c:v>
                </c:pt>
                <c:pt idx="1572">
                  <c:v>0.91469999999999996</c:v>
                </c:pt>
                <c:pt idx="1573">
                  <c:v>0.86620000000000019</c:v>
                </c:pt>
                <c:pt idx="1574">
                  <c:v>0.91499999999999992</c:v>
                </c:pt>
                <c:pt idx="1575">
                  <c:v>0.90329999999999999</c:v>
                </c:pt>
                <c:pt idx="1576">
                  <c:v>0.93819999999999981</c:v>
                </c:pt>
                <c:pt idx="1577">
                  <c:v>0.90470000000000017</c:v>
                </c:pt>
                <c:pt idx="1578">
                  <c:v>0.79199999999999993</c:v>
                </c:pt>
                <c:pt idx="1579">
                  <c:v>0.80910000000000004</c:v>
                </c:pt>
                <c:pt idx="1580">
                  <c:v>0.88980000000000004</c:v>
                </c:pt>
                <c:pt idx="1581">
                  <c:v>1.0525</c:v>
                </c:pt>
                <c:pt idx="1582">
                  <c:v>0.88540000000000008</c:v>
                </c:pt>
                <c:pt idx="1583">
                  <c:v>0.93970000000000009</c:v>
                </c:pt>
                <c:pt idx="1584">
                  <c:v>0.79759999999999998</c:v>
                </c:pt>
                <c:pt idx="1585">
                  <c:v>0.70779999999999987</c:v>
                </c:pt>
                <c:pt idx="1586">
                  <c:v>0.72509999999999986</c:v>
                </c:pt>
                <c:pt idx="1587">
                  <c:v>0.74869999999999992</c:v>
                </c:pt>
                <c:pt idx="1588">
                  <c:v>0.28059999999999996</c:v>
                </c:pt>
                <c:pt idx="1589">
                  <c:v>0.73080000000000012</c:v>
                </c:pt>
                <c:pt idx="1590">
                  <c:v>0.6351</c:v>
                </c:pt>
                <c:pt idx="1591">
                  <c:v>0.55499999999999994</c:v>
                </c:pt>
                <c:pt idx="1592">
                  <c:v>0.44009999999999994</c:v>
                </c:pt>
                <c:pt idx="1593">
                  <c:v>0.43620000000000014</c:v>
                </c:pt>
                <c:pt idx="1594">
                  <c:v>0.56899999999999995</c:v>
                </c:pt>
                <c:pt idx="1595">
                  <c:v>0.49500000000000011</c:v>
                </c:pt>
                <c:pt idx="1596">
                  <c:v>0.57929999999999993</c:v>
                </c:pt>
                <c:pt idx="1597">
                  <c:v>0.41399999999999992</c:v>
                </c:pt>
                <c:pt idx="1598">
                  <c:v>0.62369999999999992</c:v>
                </c:pt>
                <c:pt idx="1599">
                  <c:v>0.58620000000000005</c:v>
                </c:pt>
                <c:pt idx="1600">
                  <c:v>0.51879999999999993</c:v>
                </c:pt>
                <c:pt idx="1601">
                  <c:v>0.64490000000000003</c:v>
                </c:pt>
                <c:pt idx="1602">
                  <c:v>0.73519999999999985</c:v>
                </c:pt>
                <c:pt idx="1603">
                  <c:v>0.76369999999999982</c:v>
                </c:pt>
                <c:pt idx="1604">
                  <c:v>0.72850000000000015</c:v>
                </c:pt>
                <c:pt idx="1605">
                  <c:v>0.64640000000000009</c:v>
                </c:pt>
                <c:pt idx="1606">
                  <c:v>0.6714</c:v>
                </c:pt>
                <c:pt idx="1607">
                  <c:v>0.6875</c:v>
                </c:pt>
                <c:pt idx="1608">
                  <c:v>0.73099999999999987</c:v>
                </c:pt>
                <c:pt idx="1609">
                  <c:v>0.58549999999999991</c:v>
                </c:pt>
                <c:pt idx="1610">
                  <c:v>0.79739999999999989</c:v>
                </c:pt>
                <c:pt idx="1611">
                  <c:v>0.77469999999999994</c:v>
                </c:pt>
                <c:pt idx="1612">
                  <c:v>0.7891999999999999</c:v>
                </c:pt>
                <c:pt idx="1613">
                  <c:v>0.82220000000000004</c:v>
                </c:pt>
                <c:pt idx="1614">
                  <c:v>0.78400000000000003</c:v>
                </c:pt>
                <c:pt idx="1615">
                  <c:v>0.78200000000000003</c:v>
                </c:pt>
                <c:pt idx="1616">
                  <c:v>0.7419</c:v>
                </c:pt>
                <c:pt idx="1617">
                  <c:v>0.59719999999999995</c:v>
                </c:pt>
                <c:pt idx="1618">
                  <c:v>0.56689999999999996</c:v>
                </c:pt>
                <c:pt idx="1619">
                  <c:v>0.53800000000000003</c:v>
                </c:pt>
                <c:pt idx="1620">
                  <c:v>0.34399999999999986</c:v>
                </c:pt>
                <c:pt idx="1621">
                  <c:v>0.39209999999999989</c:v>
                </c:pt>
                <c:pt idx="1622">
                  <c:v>0.45430000000000015</c:v>
                </c:pt>
                <c:pt idx="1623">
                  <c:v>0.3476999999999999</c:v>
                </c:pt>
                <c:pt idx="1624">
                  <c:v>0.13210000000000011</c:v>
                </c:pt>
                <c:pt idx="1625">
                  <c:v>0.2074999999999998</c:v>
                </c:pt>
                <c:pt idx="1626">
                  <c:v>0.19710000000000005</c:v>
                </c:pt>
                <c:pt idx="1627">
                  <c:v>0.13939999999999997</c:v>
                </c:pt>
                <c:pt idx="1628">
                  <c:v>0.2359</c:v>
                </c:pt>
                <c:pt idx="1629">
                  <c:v>8.2800000000000207E-2</c:v>
                </c:pt>
                <c:pt idx="1630">
                  <c:v>6.4000000000000057E-2</c:v>
                </c:pt>
                <c:pt idx="1631">
                  <c:v>8.109999999999995E-2</c:v>
                </c:pt>
                <c:pt idx="1632">
                  <c:v>-1.8399999999999972E-2</c:v>
                </c:pt>
                <c:pt idx="1633">
                  <c:v>-4.709999999999992E-2</c:v>
                </c:pt>
                <c:pt idx="1634">
                  <c:v>6.6999999999999282E-3</c:v>
                </c:pt>
                <c:pt idx="1635">
                  <c:v>-8.1900000000000084E-2</c:v>
                </c:pt>
                <c:pt idx="1636">
                  <c:v>-9.7199999999999953E-2</c:v>
                </c:pt>
                <c:pt idx="1637">
                  <c:v>-9.1800000000000104E-2</c:v>
                </c:pt>
                <c:pt idx="1638">
                  <c:v>4.3200000000000127E-2</c:v>
                </c:pt>
                <c:pt idx="1639">
                  <c:v>-0.10540000000000016</c:v>
                </c:pt>
                <c:pt idx="1640">
                  <c:v>-9.8799999999999999E-2</c:v>
                </c:pt>
                <c:pt idx="1641">
                  <c:v>-2.729999999999988E-2</c:v>
                </c:pt>
                <c:pt idx="1642">
                  <c:v>-0.12700000000000022</c:v>
                </c:pt>
                <c:pt idx="1643">
                  <c:v>-9.9099999999999966E-2</c:v>
                </c:pt>
                <c:pt idx="1644">
                  <c:v>-0.16970000000000018</c:v>
                </c:pt>
                <c:pt idx="1645">
                  <c:v>-0.23050000000000015</c:v>
                </c:pt>
                <c:pt idx="1646">
                  <c:v>-0.15300000000000002</c:v>
                </c:pt>
                <c:pt idx="1647">
                  <c:v>-0.11840000000000028</c:v>
                </c:pt>
                <c:pt idx="1648">
                  <c:v>-0.13090000000000002</c:v>
                </c:pt>
                <c:pt idx="1649">
                  <c:v>-0.18669999999999987</c:v>
                </c:pt>
                <c:pt idx="1650">
                  <c:v>-0.10260000000000025</c:v>
                </c:pt>
                <c:pt idx="1651">
                  <c:v>3.3800000000000052E-2</c:v>
                </c:pt>
                <c:pt idx="1652">
                  <c:v>3.8300000000000001E-2</c:v>
                </c:pt>
                <c:pt idx="1653">
                  <c:v>-0.16790000000000016</c:v>
                </c:pt>
                <c:pt idx="1654">
                  <c:v>-0.66889999999999983</c:v>
                </c:pt>
                <c:pt idx="1655">
                  <c:v>-0.33909999999999996</c:v>
                </c:pt>
                <c:pt idx="1656">
                  <c:v>-0.21310000000000007</c:v>
                </c:pt>
                <c:pt idx="1657">
                  <c:v>-0.30299999999999994</c:v>
                </c:pt>
                <c:pt idx="1658">
                  <c:v>-0.16460000000000008</c:v>
                </c:pt>
                <c:pt idx="1659">
                  <c:v>-0.24939999999999984</c:v>
                </c:pt>
                <c:pt idx="1660">
                  <c:v>-3.3200000000000118E-2</c:v>
                </c:pt>
                <c:pt idx="1661">
                  <c:v>0.23830000000000018</c:v>
                </c:pt>
                <c:pt idx="1662">
                  <c:v>-2.5800000000000045E-2</c:v>
                </c:pt>
                <c:pt idx="1663">
                  <c:v>-4.8900000000000166E-2</c:v>
                </c:pt>
                <c:pt idx="1664">
                  <c:v>-0.26530000000000009</c:v>
                </c:pt>
                <c:pt idx="1665">
                  <c:v>-0.54820000000000002</c:v>
                </c:pt>
                <c:pt idx="1666">
                  <c:v>-0.40359999999999996</c:v>
                </c:pt>
                <c:pt idx="1667">
                  <c:v>-0.30180000000000007</c:v>
                </c:pt>
                <c:pt idx="1668">
                  <c:v>-0.34539999999999971</c:v>
                </c:pt>
                <c:pt idx="1669">
                  <c:v>-0.60270000000000001</c:v>
                </c:pt>
                <c:pt idx="1670">
                  <c:v>-0.2894000000000001</c:v>
                </c:pt>
                <c:pt idx="1671">
                  <c:v>-0.36650000000000027</c:v>
                </c:pt>
                <c:pt idx="1672">
                  <c:v>-0.49819999999999975</c:v>
                </c:pt>
                <c:pt idx="1673">
                  <c:v>-0.48749999999999982</c:v>
                </c:pt>
                <c:pt idx="1674">
                  <c:v>-0.24020000000000019</c:v>
                </c:pt>
                <c:pt idx="1675">
                  <c:v>-0.15419999999999989</c:v>
                </c:pt>
                <c:pt idx="1676">
                  <c:v>-0.19330000000000025</c:v>
                </c:pt>
                <c:pt idx="1677">
                  <c:v>-0.10320000000000018</c:v>
                </c:pt>
                <c:pt idx="1678">
                  <c:v>-0.22779999999999978</c:v>
                </c:pt>
                <c:pt idx="1679">
                  <c:v>-9.3599999999999905E-2</c:v>
                </c:pt>
                <c:pt idx="1680">
                  <c:v>-0.16950000000000021</c:v>
                </c:pt>
                <c:pt idx="1681">
                  <c:v>-1.6599999999999948E-2</c:v>
                </c:pt>
                <c:pt idx="1682">
                  <c:v>-5.5700000000000305E-2</c:v>
                </c:pt>
                <c:pt idx="1683">
                  <c:v>1.9000000000000128E-2</c:v>
                </c:pt>
                <c:pt idx="1684">
                  <c:v>-0.14509999999999978</c:v>
                </c:pt>
                <c:pt idx="1685">
                  <c:v>-0.14660000000000029</c:v>
                </c:pt>
                <c:pt idx="1686">
                  <c:v>-0.11430000000000007</c:v>
                </c:pt>
                <c:pt idx="1687">
                  <c:v>-0.30010000000000003</c:v>
                </c:pt>
                <c:pt idx="1688">
                  <c:v>-0.48819999999999997</c:v>
                </c:pt>
                <c:pt idx="1689">
                  <c:v>-0.46419999999999995</c:v>
                </c:pt>
                <c:pt idx="1690">
                  <c:v>-0.32779999999999987</c:v>
                </c:pt>
                <c:pt idx="1691">
                  <c:v>3.1000000000000139E-2</c:v>
                </c:pt>
                <c:pt idx="1692">
                  <c:v>0.2847000000000004</c:v>
                </c:pt>
                <c:pt idx="1693">
                  <c:v>0.13710000000000022</c:v>
                </c:pt>
                <c:pt idx="1694">
                  <c:v>0.31039999999999957</c:v>
                </c:pt>
                <c:pt idx="1695">
                  <c:v>0.25350000000000028</c:v>
                </c:pt>
                <c:pt idx="1696">
                  <c:v>9.8599999999999799E-2</c:v>
                </c:pt>
                <c:pt idx="1697">
                  <c:v>0.24390000000000001</c:v>
                </c:pt>
                <c:pt idx="1698">
                  <c:v>0.2088000000000001</c:v>
                </c:pt>
                <c:pt idx="1699">
                  <c:v>0.56110000000000015</c:v>
                </c:pt>
                <c:pt idx="1700">
                  <c:v>0.30279999999999996</c:v>
                </c:pt>
                <c:pt idx="1701">
                  <c:v>0.59620000000000006</c:v>
                </c:pt>
                <c:pt idx="1702">
                  <c:v>0.57940000000000014</c:v>
                </c:pt>
                <c:pt idx="1703">
                  <c:v>0.91769999999999996</c:v>
                </c:pt>
                <c:pt idx="1704">
                  <c:v>0.88350000000000017</c:v>
                </c:pt>
                <c:pt idx="1705">
                  <c:v>0.83139999999999992</c:v>
                </c:pt>
                <c:pt idx="1706">
                  <c:v>0.97749999999999959</c:v>
                </c:pt>
                <c:pt idx="1707">
                  <c:v>0.82010000000000005</c:v>
                </c:pt>
                <c:pt idx="1708">
                  <c:v>0.91800000000000015</c:v>
                </c:pt>
                <c:pt idx="1709">
                  <c:v>1.3172999999999999</c:v>
                </c:pt>
                <c:pt idx="1710">
                  <c:v>0.81020000000000003</c:v>
                </c:pt>
                <c:pt idx="1711">
                  <c:v>1.1767000000000001</c:v>
                </c:pt>
                <c:pt idx="1712">
                  <c:v>1.2406999999999999</c:v>
                </c:pt>
                <c:pt idx="1713">
                  <c:v>1.1734</c:v>
                </c:pt>
                <c:pt idx="1714">
                  <c:v>1.3744999999999998</c:v>
                </c:pt>
                <c:pt idx="1715">
                  <c:v>1.3741999999999999</c:v>
                </c:pt>
                <c:pt idx="1716">
                  <c:v>1.4650000000000003</c:v>
                </c:pt>
                <c:pt idx="1717">
                  <c:v>1.1797</c:v>
                </c:pt>
                <c:pt idx="1718">
                  <c:v>0.94700000000000006</c:v>
                </c:pt>
                <c:pt idx="1719">
                  <c:v>1.2705</c:v>
                </c:pt>
                <c:pt idx="1720">
                  <c:v>1.0709</c:v>
                </c:pt>
                <c:pt idx="1721">
                  <c:v>1.5394999999999999</c:v>
                </c:pt>
                <c:pt idx="1722">
                  <c:v>1.5387</c:v>
                </c:pt>
                <c:pt idx="1723">
                  <c:v>1.5371999999999999</c:v>
                </c:pt>
                <c:pt idx="1724">
                  <c:v>1.4650999999999998</c:v>
                </c:pt>
                <c:pt idx="1725">
                  <c:v>1.6052</c:v>
                </c:pt>
                <c:pt idx="1726">
                  <c:v>1.7130999999999998</c:v>
                </c:pt>
                <c:pt idx="1727">
                  <c:v>1.5572000000000001</c:v>
                </c:pt>
                <c:pt idx="1728">
                  <c:v>1.6656</c:v>
                </c:pt>
                <c:pt idx="1729">
                  <c:v>1.7605</c:v>
                </c:pt>
                <c:pt idx="1730">
                  <c:v>1.8723000000000001</c:v>
                </c:pt>
                <c:pt idx="1731">
                  <c:v>1.9306000000000001</c:v>
                </c:pt>
                <c:pt idx="1732">
                  <c:v>1.9300999999999997</c:v>
                </c:pt>
                <c:pt idx="1733">
                  <c:v>1.8505999999999998</c:v>
                </c:pt>
                <c:pt idx="1734">
                  <c:v>1.8741000000000001</c:v>
                </c:pt>
                <c:pt idx="1735">
                  <c:v>1.8181999999999998</c:v>
                </c:pt>
                <c:pt idx="1736">
                  <c:v>2.0700000000000003</c:v>
                </c:pt>
                <c:pt idx="1737">
                  <c:v>1.9750000000000001</c:v>
                </c:pt>
                <c:pt idx="1738">
                  <c:v>1.8576000000000001</c:v>
                </c:pt>
                <c:pt idx="1739">
                  <c:v>1.8948999999999998</c:v>
                </c:pt>
                <c:pt idx="1740">
                  <c:v>1.8989</c:v>
                </c:pt>
                <c:pt idx="1741">
                  <c:v>1.9511000000000003</c:v>
                </c:pt>
                <c:pt idx="1742">
                  <c:v>1.9266000000000001</c:v>
                </c:pt>
                <c:pt idx="1743">
                  <c:v>2.0064000000000002</c:v>
                </c:pt>
                <c:pt idx="1744">
                  <c:v>1.8535999999999999</c:v>
                </c:pt>
                <c:pt idx="1745">
                  <c:v>2.0790999999999995</c:v>
                </c:pt>
                <c:pt idx="1746">
                  <c:v>2.1126999999999998</c:v>
                </c:pt>
                <c:pt idx="1747">
                  <c:v>1.8979999999999999</c:v>
                </c:pt>
                <c:pt idx="1748">
                  <c:v>2.1040000000000001</c:v>
                </c:pt>
                <c:pt idx="1749">
                  <c:v>2.1778999999999997</c:v>
                </c:pt>
                <c:pt idx="1750">
                  <c:v>2.1859999999999999</c:v>
                </c:pt>
                <c:pt idx="1751">
                  <c:v>2.1146000000000003</c:v>
                </c:pt>
                <c:pt idx="1752">
                  <c:v>2.0661</c:v>
                </c:pt>
                <c:pt idx="1753">
                  <c:v>2.1577000000000002</c:v>
                </c:pt>
                <c:pt idx="1754">
                  <c:v>2.2761999999999998</c:v>
                </c:pt>
                <c:pt idx="1755">
                  <c:v>2.0764999999999998</c:v>
                </c:pt>
                <c:pt idx="1756">
                  <c:v>2.3247</c:v>
                </c:pt>
                <c:pt idx="1757">
                  <c:v>2.0803000000000003</c:v>
                </c:pt>
                <c:pt idx="1758">
                  <c:v>2.4227999999999996</c:v>
                </c:pt>
                <c:pt idx="1759">
                  <c:v>2.5284</c:v>
                </c:pt>
                <c:pt idx="1760">
                  <c:v>2.4073000000000002</c:v>
                </c:pt>
                <c:pt idx="1761">
                  <c:v>2.6433</c:v>
                </c:pt>
                <c:pt idx="1762">
                  <c:v>2.6259999999999999</c:v>
                </c:pt>
                <c:pt idx="1763">
                  <c:v>2.6113</c:v>
                </c:pt>
                <c:pt idx="1764">
                  <c:v>2.4722</c:v>
                </c:pt>
                <c:pt idx="1765">
                  <c:v>2.4969999999999999</c:v>
                </c:pt>
                <c:pt idx="1766">
                  <c:v>2.7565</c:v>
                </c:pt>
                <c:pt idx="1767">
                  <c:v>2.5263999999999998</c:v>
                </c:pt>
                <c:pt idx="1768">
                  <c:v>2.4363000000000001</c:v>
                </c:pt>
                <c:pt idx="1769">
                  <c:v>2.6253000000000002</c:v>
                </c:pt>
                <c:pt idx="1770">
                  <c:v>2.6343000000000001</c:v>
                </c:pt>
                <c:pt idx="1771">
                  <c:v>2.7265000000000001</c:v>
                </c:pt>
                <c:pt idx="1772">
                  <c:v>2.6776</c:v>
                </c:pt>
                <c:pt idx="1773">
                  <c:v>2.6253000000000002</c:v>
                </c:pt>
                <c:pt idx="1774">
                  <c:v>2.6734</c:v>
                </c:pt>
                <c:pt idx="1775">
                  <c:v>2.6121000000000003</c:v>
                </c:pt>
                <c:pt idx="1776">
                  <c:v>2.5796000000000001</c:v>
                </c:pt>
                <c:pt idx="1777">
                  <c:v>2.4300999999999999</c:v>
                </c:pt>
                <c:pt idx="1778">
                  <c:v>2.5755000000000003</c:v>
                </c:pt>
                <c:pt idx="1779">
                  <c:v>2.4580000000000002</c:v>
                </c:pt>
                <c:pt idx="1780">
                  <c:v>2.6036000000000001</c:v>
                </c:pt>
                <c:pt idx="1781">
                  <c:v>2.4845999999999999</c:v>
                </c:pt>
                <c:pt idx="1782">
                  <c:v>2.6684000000000001</c:v>
                </c:pt>
                <c:pt idx="1783">
                  <c:v>2.4668000000000001</c:v>
                </c:pt>
                <c:pt idx="1784">
                  <c:v>2.5098000000000003</c:v>
                </c:pt>
                <c:pt idx="1785">
                  <c:v>2.6122000000000001</c:v>
                </c:pt>
                <c:pt idx="1786">
                  <c:v>2.605</c:v>
                </c:pt>
                <c:pt idx="1787">
                  <c:v>2.7513000000000001</c:v>
                </c:pt>
                <c:pt idx="1788">
                  <c:v>2.4291999999999998</c:v>
                </c:pt>
                <c:pt idx="1789">
                  <c:v>2.6600999999999999</c:v>
                </c:pt>
                <c:pt idx="1790">
                  <c:v>2.6627000000000001</c:v>
                </c:pt>
                <c:pt idx="1791">
                  <c:v>2.2469999999999999</c:v>
                </c:pt>
                <c:pt idx="1792">
                  <c:v>2.4097</c:v>
                </c:pt>
                <c:pt idx="1793">
                  <c:v>2.4420999999999999</c:v>
                </c:pt>
                <c:pt idx="1794">
                  <c:v>2.3279999999999998</c:v>
                </c:pt>
                <c:pt idx="1795">
                  <c:v>2.2839</c:v>
                </c:pt>
                <c:pt idx="1796">
                  <c:v>2.4007000000000001</c:v>
                </c:pt>
                <c:pt idx="1797">
                  <c:v>2.4767999999999999</c:v>
                </c:pt>
                <c:pt idx="1798">
                  <c:v>2.5021999999999998</c:v>
                </c:pt>
                <c:pt idx="1799">
                  <c:v>2.5019999999999998</c:v>
                </c:pt>
                <c:pt idx="1800">
                  <c:v>2.4156000000000004</c:v>
                </c:pt>
                <c:pt idx="1801">
                  <c:v>2.3734999999999999</c:v>
                </c:pt>
                <c:pt idx="1802">
                  <c:v>2.6248</c:v>
                </c:pt>
                <c:pt idx="1803">
                  <c:v>2.4837000000000002</c:v>
                </c:pt>
                <c:pt idx="1804">
                  <c:v>2.3279000000000001</c:v>
                </c:pt>
                <c:pt idx="1805">
                  <c:v>2.3616000000000001</c:v>
                </c:pt>
                <c:pt idx="1806">
                  <c:v>2.3696000000000002</c:v>
                </c:pt>
                <c:pt idx="1807">
                  <c:v>2.2446999999999999</c:v>
                </c:pt>
                <c:pt idx="1808">
                  <c:v>2.3639000000000001</c:v>
                </c:pt>
                <c:pt idx="1809">
                  <c:v>2.4889000000000001</c:v>
                </c:pt>
                <c:pt idx="1810">
                  <c:v>2.3704000000000001</c:v>
                </c:pt>
                <c:pt idx="1811">
                  <c:v>2.3007999999999997</c:v>
                </c:pt>
                <c:pt idx="1812">
                  <c:v>2.1854</c:v>
                </c:pt>
                <c:pt idx="1813">
                  <c:v>2.2422</c:v>
                </c:pt>
                <c:pt idx="1814">
                  <c:v>2.3309000000000002</c:v>
                </c:pt>
                <c:pt idx="1815">
                  <c:v>2.2719999999999998</c:v>
                </c:pt>
                <c:pt idx="1816">
                  <c:v>2.3355000000000001</c:v>
                </c:pt>
                <c:pt idx="1817">
                  <c:v>2.2653999999999996</c:v>
                </c:pt>
                <c:pt idx="1818">
                  <c:v>2.1166999999999998</c:v>
                </c:pt>
                <c:pt idx="1819">
                  <c:v>2.2414000000000001</c:v>
                </c:pt>
                <c:pt idx="1820">
                  <c:v>2.2061999999999999</c:v>
                </c:pt>
                <c:pt idx="1821">
                  <c:v>2.2961</c:v>
                </c:pt>
                <c:pt idx="1822">
                  <c:v>2.3795000000000002</c:v>
                </c:pt>
                <c:pt idx="1823">
                  <c:v>2.4375</c:v>
                </c:pt>
                <c:pt idx="1824">
                  <c:v>2.3649</c:v>
                </c:pt>
                <c:pt idx="1825">
                  <c:v>2.4062000000000001</c:v>
                </c:pt>
                <c:pt idx="1826">
                  <c:v>2.3654999999999999</c:v>
                </c:pt>
                <c:pt idx="1827">
                  <c:v>2.4795000000000003</c:v>
                </c:pt>
                <c:pt idx="1828">
                  <c:v>2.5278</c:v>
                </c:pt>
                <c:pt idx="1829">
                  <c:v>2.4443999999999999</c:v>
                </c:pt>
                <c:pt idx="1830">
                  <c:v>2.3454999999999999</c:v>
                </c:pt>
                <c:pt idx="1831">
                  <c:v>2.2427000000000001</c:v>
                </c:pt>
                <c:pt idx="1832">
                  <c:v>2.4106000000000001</c:v>
                </c:pt>
                <c:pt idx="1833">
                  <c:v>2.2025999999999999</c:v>
                </c:pt>
                <c:pt idx="1834">
                  <c:v>2.3309000000000002</c:v>
                </c:pt>
                <c:pt idx="1835">
                  <c:v>2.4011999999999998</c:v>
                </c:pt>
                <c:pt idx="1836">
                  <c:v>2.2107999999999999</c:v>
                </c:pt>
                <c:pt idx="1837">
                  <c:v>2.3732000000000002</c:v>
                </c:pt>
                <c:pt idx="1838">
                  <c:v>2.4579</c:v>
                </c:pt>
                <c:pt idx="1839">
                  <c:v>2.5414999999999996</c:v>
                </c:pt>
                <c:pt idx="1840">
                  <c:v>2.2875000000000001</c:v>
                </c:pt>
                <c:pt idx="1841">
                  <c:v>2.2832999999999997</c:v>
                </c:pt>
                <c:pt idx="1842">
                  <c:v>2.2622</c:v>
                </c:pt>
                <c:pt idx="1843">
                  <c:v>2.0640999999999998</c:v>
                </c:pt>
                <c:pt idx="1844">
                  <c:v>2.1930000000000001</c:v>
                </c:pt>
                <c:pt idx="1845">
                  <c:v>2.5076000000000001</c:v>
                </c:pt>
                <c:pt idx="1846">
                  <c:v>2.2620999999999998</c:v>
                </c:pt>
                <c:pt idx="1847">
                  <c:v>2.3073000000000001</c:v>
                </c:pt>
                <c:pt idx="1848">
                  <c:v>2.1619000000000002</c:v>
                </c:pt>
                <c:pt idx="1849">
                  <c:v>2.4611000000000001</c:v>
                </c:pt>
                <c:pt idx="1850">
                  <c:v>2.3567</c:v>
                </c:pt>
                <c:pt idx="1851">
                  <c:v>2.4505999999999997</c:v>
                </c:pt>
                <c:pt idx="1852">
                  <c:v>2.6076000000000001</c:v>
                </c:pt>
                <c:pt idx="1853">
                  <c:v>2.4287000000000001</c:v>
                </c:pt>
                <c:pt idx="1854">
                  <c:v>2.82</c:v>
                </c:pt>
                <c:pt idx="1855">
                  <c:v>2.5425</c:v>
                </c:pt>
                <c:pt idx="1856">
                  <c:v>2.4979</c:v>
                </c:pt>
                <c:pt idx="1857">
                  <c:v>2.4928999999999997</c:v>
                </c:pt>
                <c:pt idx="1858">
                  <c:v>2.5848</c:v>
                </c:pt>
                <c:pt idx="1859">
                  <c:v>2.5758999999999999</c:v>
                </c:pt>
                <c:pt idx="1860">
                  <c:v>2.5413000000000001</c:v>
                </c:pt>
                <c:pt idx="1861">
                  <c:v>2.3309000000000002</c:v>
                </c:pt>
                <c:pt idx="1862">
                  <c:v>2.3007</c:v>
                </c:pt>
                <c:pt idx="1863">
                  <c:v>2.5213999999999999</c:v>
                </c:pt>
                <c:pt idx="1864">
                  <c:v>2.3731</c:v>
                </c:pt>
                <c:pt idx="1865">
                  <c:v>2.5024999999999999</c:v>
                </c:pt>
                <c:pt idx="1866">
                  <c:v>2.4023000000000003</c:v>
                </c:pt>
                <c:pt idx="1867">
                  <c:v>2.2134</c:v>
                </c:pt>
                <c:pt idx="1868">
                  <c:v>2.3825000000000003</c:v>
                </c:pt>
                <c:pt idx="1869">
                  <c:v>2.4003000000000001</c:v>
                </c:pt>
                <c:pt idx="1870">
                  <c:v>2.2187000000000001</c:v>
                </c:pt>
                <c:pt idx="1871">
                  <c:v>2.2147999999999999</c:v>
                </c:pt>
                <c:pt idx="1872">
                  <c:v>2.2351999999999999</c:v>
                </c:pt>
                <c:pt idx="1873">
                  <c:v>2.2524999999999999</c:v>
                </c:pt>
                <c:pt idx="1874">
                  <c:v>2.2180999999999997</c:v>
                </c:pt>
                <c:pt idx="1875">
                  <c:v>2.1226000000000003</c:v>
                </c:pt>
                <c:pt idx="1876">
                  <c:v>2.0209999999999999</c:v>
                </c:pt>
                <c:pt idx="1877">
                  <c:v>2.2610999999999999</c:v>
                </c:pt>
                <c:pt idx="1878">
                  <c:v>2.1002000000000001</c:v>
                </c:pt>
                <c:pt idx="1879">
                  <c:v>2.0168999999999997</c:v>
                </c:pt>
                <c:pt idx="1880">
                  <c:v>2.1976</c:v>
                </c:pt>
                <c:pt idx="1881">
                  <c:v>2.1901000000000002</c:v>
                </c:pt>
                <c:pt idx="1882">
                  <c:v>2.1513999999999998</c:v>
                </c:pt>
                <c:pt idx="1883">
                  <c:v>2.1548999999999996</c:v>
                </c:pt>
                <c:pt idx="1884">
                  <c:v>2.2145999999999999</c:v>
                </c:pt>
                <c:pt idx="1885">
                  <c:v>2.1310000000000002</c:v>
                </c:pt>
                <c:pt idx="1886">
                  <c:v>1.9353000000000002</c:v>
                </c:pt>
                <c:pt idx="1887">
                  <c:v>2.1599000000000004</c:v>
                </c:pt>
                <c:pt idx="1888">
                  <c:v>2.1814999999999998</c:v>
                </c:pt>
                <c:pt idx="1889">
                  <c:v>1.7991000000000001</c:v>
                </c:pt>
                <c:pt idx="1890">
                  <c:v>2.1005000000000003</c:v>
                </c:pt>
                <c:pt idx="1891">
                  <c:v>2.0939000000000001</c:v>
                </c:pt>
                <c:pt idx="1892">
                  <c:v>2.0245000000000002</c:v>
                </c:pt>
                <c:pt idx="1893">
                  <c:v>2.2569999999999997</c:v>
                </c:pt>
                <c:pt idx="1894">
                  <c:v>2.1476000000000002</c:v>
                </c:pt>
                <c:pt idx="1895">
                  <c:v>2.2136</c:v>
                </c:pt>
                <c:pt idx="1896">
                  <c:v>2.0911999999999997</c:v>
                </c:pt>
                <c:pt idx="1897">
                  <c:v>2.2466999999999997</c:v>
                </c:pt>
                <c:pt idx="1898">
                  <c:v>2.3056999999999999</c:v>
                </c:pt>
                <c:pt idx="1899">
                  <c:v>2.1867000000000001</c:v>
                </c:pt>
                <c:pt idx="1900">
                  <c:v>2.2814000000000001</c:v>
                </c:pt>
                <c:pt idx="1901">
                  <c:v>2.2850999999999999</c:v>
                </c:pt>
                <c:pt idx="1902">
                  <c:v>2.3193999999999999</c:v>
                </c:pt>
                <c:pt idx="1903">
                  <c:v>2.1642999999999999</c:v>
                </c:pt>
                <c:pt idx="1904">
                  <c:v>2.3274999999999997</c:v>
                </c:pt>
                <c:pt idx="1905">
                  <c:v>2.2677000000000005</c:v>
                </c:pt>
                <c:pt idx="1906">
                  <c:v>2.2150999999999996</c:v>
                </c:pt>
                <c:pt idx="1907">
                  <c:v>2.2385999999999999</c:v>
                </c:pt>
                <c:pt idx="1908">
                  <c:v>2.3715000000000002</c:v>
                </c:pt>
                <c:pt idx="1909">
                  <c:v>2.3036000000000003</c:v>
                </c:pt>
                <c:pt idx="1910">
                  <c:v>2.3504</c:v>
                </c:pt>
                <c:pt idx="1911">
                  <c:v>2.3925999999999998</c:v>
                </c:pt>
                <c:pt idx="1912">
                  <c:v>2.2799</c:v>
                </c:pt>
                <c:pt idx="1913">
                  <c:v>2.1966000000000001</c:v>
                </c:pt>
                <c:pt idx="1914">
                  <c:v>2.2579000000000002</c:v>
                </c:pt>
                <c:pt idx="1915">
                  <c:v>2.1688000000000001</c:v>
                </c:pt>
                <c:pt idx="1916">
                  <c:v>2.2908999999999997</c:v>
                </c:pt>
                <c:pt idx="1917">
                  <c:v>2.3113000000000001</c:v>
                </c:pt>
                <c:pt idx="1918">
                  <c:v>2.2725999999999997</c:v>
                </c:pt>
                <c:pt idx="1919">
                  <c:v>1.9234999999999998</c:v>
                </c:pt>
                <c:pt idx="1920">
                  <c:v>2.2045999999999997</c:v>
                </c:pt>
                <c:pt idx="1921">
                  <c:v>2.2645999999999997</c:v>
                </c:pt>
                <c:pt idx="1922">
                  <c:v>2.1968000000000001</c:v>
                </c:pt>
                <c:pt idx="1923">
                  <c:v>2.2175000000000002</c:v>
                </c:pt>
                <c:pt idx="1924">
                  <c:v>2.2167000000000003</c:v>
                </c:pt>
                <c:pt idx="1925">
                  <c:v>2.1166999999999998</c:v>
                </c:pt>
                <c:pt idx="1926">
                  <c:v>2.2228000000000003</c:v>
                </c:pt>
                <c:pt idx="1927">
                  <c:v>2.1346000000000003</c:v>
                </c:pt>
                <c:pt idx="1928">
                  <c:v>2.3636999999999997</c:v>
                </c:pt>
                <c:pt idx="1929">
                  <c:v>2.4076</c:v>
                </c:pt>
                <c:pt idx="1930">
                  <c:v>2.0544000000000002</c:v>
                </c:pt>
                <c:pt idx="1931">
                  <c:v>2.2846000000000002</c:v>
                </c:pt>
                <c:pt idx="1932">
                  <c:v>2.2253999999999996</c:v>
                </c:pt>
                <c:pt idx="1933">
                  <c:v>2.0922000000000001</c:v>
                </c:pt>
                <c:pt idx="1934">
                  <c:v>2.2986</c:v>
                </c:pt>
                <c:pt idx="1935">
                  <c:v>2.1433</c:v>
                </c:pt>
                <c:pt idx="1936">
                  <c:v>2.2984</c:v>
                </c:pt>
                <c:pt idx="1937">
                  <c:v>2.1621000000000001</c:v>
                </c:pt>
                <c:pt idx="1938">
                  <c:v>2.2929000000000004</c:v>
                </c:pt>
                <c:pt idx="1939">
                  <c:v>2.4433000000000002</c:v>
                </c:pt>
                <c:pt idx="1940">
                  <c:v>2.3529</c:v>
                </c:pt>
                <c:pt idx="1941">
                  <c:v>2.2650000000000001</c:v>
                </c:pt>
                <c:pt idx="1942">
                  <c:v>2.2481999999999998</c:v>
                </c:pt>
                <c:pt idx="1943">
                  <c:v>2.2338</c:v>
                </c:pt>
                <c:pt idx="1944">
                  <c:v>2.3345000000000002</c:v>
                </c:pt>
                <c:pt idx="1945">
                  <c:v>2.3059999999999996</c:v>
                </c:pt>
                <c:pt idx="1946">
                  <c:v>2.1715</c:v>
                </c:pt>
                <c:pt idx="1947">
                  <c:v>2.0657999999999999</c:v>
                </c:pt>
                <c:pt idx="1948">
                  <c:v>2.2865999999999995</c:v>
                </c:pt>
                <c:pt idx="1949">
                  <c:v>2.1817000000000002</c:v>
                </c:pt>
                <c:pt idx="1950">
                  <c:v>2.1921999999999997</c:v>
                </c:pt>
                <c:pt idx="1951">
                  <c:v>2.1806999999999999</c:v>
                </c:pt>
                <c:pt idx="1952">
                  <c:v>2.1516999999999999</c:v>
                </c:pt>
                <c:pt idx="1953">
                  <c:v>2.0184000000000002</c:v>
                </c:pt>
                <c:pt idx="1954">
                  <c:v>2.0815000000000001</c:v>
                </c:pt>
                <c:pt idx="1955">
                  <c:v>2.1857000000000002</c:v>
                </c:pt>
                <c:pt idx="1956">
                  <c:v>2.0318000000000001</c:v>
                </c:pt>
                <c:pt idx="1957">
                  <c:v>2.0743</c:v>
                </c:pt>
                <c:pt idx="1958">
                  <c:v>2.0422000000000002</c:v>
                </c:pt>
                <c:pt idx="1959">
                  <c:v>2.1070000000000002</c:v>
                </c:pt>
                <c:pt idx="1960">
                  <c:v>2.1193999999999997</c:v>
                </c:pt>
                <c:pt idx="1961">
                  <c:v>2.1896000000000004</c:v>
                </c:pt>
                <c:pt idx="1962">
                  <c:v>2.0849000000000002</c:v>
                </c:pt>
                <c:pt idx="1963">
                  <c:v>2.1021999999999998</c:v>
                </c:pt>
                <c:pt idx="1964">
                  <c:v>2.1463000000000005</c:v>
                </c:pt>
                <c:pt idx="1965">
                  <c:v>2.1038000000000001</c:v>
                </c:pt>
                <c:pt idx="1966">
                  <c:v>2.1928000000000001</c:v>
                </c:pt>
                <c:pt idx="1967">
                  <c:v>2.0083000000000002</c:v>
                </c:pt>
                <c:pt idx="1968">
                  <c:v>2.0934000000000004</c:v>
                </c:pt>
                <c:pt idx="1969">
                  <c:v>2.0234000000000001</c:v>
                </c:pt>
                <c:pt idx="1970">
                  <c:v>2.0509000000000004</c:v>
                </c:pt>
                <c:pt idx="1971">
                  <c:v>2.0800000000000005</c:v>
                </c:pt>
                <c:pt idx="1972">
                  <c:v>1.9840999999999998</c:v>
                </c:pt>
                <c:pt idx="1973">
                  <c:v>1.9942999999999995</c:v>
                </c:pt>
                <c:pt idx="1974">
                  <c:v>1.9798000000000004</c:v>
                </c:pt>
                <c:pt idx="1975">
                  <c:v>2.0518999999999998</c:v>
                </c:pt>
                <c:pt idx="1976">
                  <c:v>1.9832000000000001</c:v>
                </c:pt>
                <c:pt idx="1977">
                  <c:v>2.1963000000000004</c:v>
                </c:pt>
                <c:pt idx="1978">
                  <c:v>2.0907999999999998</c:v>
                </c:pt>
                <c:pt idx="1979">
                  <c:v>1.9622000000000006</c:v>
                </c:pt>
                <c:pt idx="1980">
                  <c:v>2.0152000000000005</c:v>
                </c:pt>
                <c:pt idx="1981">
                  <c:v>1.9834000000000001</c:v>
                </c:pt>
                <c:pt idx="1982">
                  <c:v>2.0415000000000001</c:v>
                </c:pt>
                <c:pt idx="1983">
                  <c:v>1.9811000000000001</c:v>
                </c:pt>
                <c:pt idx="1984">
                  <c:v>1.9761000000000002</c:v>
                </c:pt>
                <c:pt idx="1985">
                  <c:v>1.8489</c:v>
                </c:pt>
                <c:pt idx="1986">
                  <c:v>1.7317999999999998</c:v>
                </c:pt>
                <c:pt idx="1987">
                  <c:v>1.9431000000000003</c:v>
                </c:pt>
                <c:pt idx="1988">
                  <c:v>1.8009000000000004</c:v>
                </c:pt>
                <c:pt idx="1989">
                  <c:v>1.9138000000000002</c:v>
                </c:pt>
                <c:pt idx="1990">
                  <c:v>1.9032</c:v>
                </c:pt>
                <c:pt idx="1991">
                  <c:v>1.9182000000000001</c:v>
                </c:pt>
                <c:pt idx="1992">
                  <c:v>1.8322000000000003</c:v>
                </c:pt>
                <c:pt idx="1993">
                  <c:v>1.9609000000000001</c:v>
                </c:pt>
                <c:pt idx="1994">
                  <c:v>1.7970999999999999</c:v>
                </c:pt>
                <c:pt idx="1995">
                  <c:v>1.8700999999999999</c:v>
                </c:pt>
                <c:pt idx="1996">
                  <c:v>1.9554999999999998</c:v>
                </c:pt>
                <c:pt idx="1997">
                  <c:v>1.9713000000000003</c:v>
                </c:pt>
                <c:pt idx="1998">
                  <c:v>2.0330999999999997</c:v>
                </c:pt>
                <c:pt idx="1999">
                  <c:v>1.8816999999999999</c:v>
                </c:pt>
                <c:pt idx="2000">
                  <c:v>1.9100000000000001</c:v>
                </c:pt>
                <c:pt idx="2001">
                  <c:v>1.9345000000000003</c:v>
                </c:pt>
                <c:pt idx="2002">
                  <c:v>1.8879000000000001</c:v>
                </c:pt>
                <c:pt idx="2003">
                  <c:v>1.9477000000000002</c:v>
                </c:pt>
                <c:pt idx="2004">
                  <c:v>1.9405999999999999</c:v>
                </c:pt>
                <c:pt idx="2005">
                  <c:v>1.9392999999999998</c:v>
                </c:pt>
                <c:pt idx="2006">
                  <c:v>2.0296000000000003</c:v>
                </c:pt>
                <c:pt idx="2007">
                  <c:v>1.8894000000000002</c:v>
                </c:pt>
                <c:pt idx="2008">
                  <c:v>2.1332999999999998</c:v>
                </c:pt>
                <c:pt idx="2009">
                  <c:v>2.0018000000000002</c:v>
                </c:pt>
                <c:pt idx="2010">
                  <c:v>2.0896000000000003</c:v>
                </c:pt>
                <c:pt idx="2011">
                  <c:v>1.9225000000000003</c:v>
                </c:pt>
                <c:pt idx="2012">
                  <c:v>2.0363000000000002</c:v>
                </c:pt>
                <c:pt idx="2013">
                  <c:v>2.1581000000000001</c:v>
                </c:pt>
                <c:pt idx="2014">
                  <c:v>2.0194000000000001</c:v>
                </c:pt>
                <c:pt idx="2015">
                  <c:v>2.1446000000000001</c:v>
                </c:pt>
                <c:pt idx="2016">
                  <c:v>2.0424999999999995</c:v>
                </c:pt>
                <c:pt idx="2017">
                  <c:v>1.9790999999999999</c:v>
                </c:pt>
                <c:pt idx="2018">
                  <c:v>2.1255000000000002</c:v>
                </c:pt>
                <c:pt idx="2019">
                  <c:v>2.0900000000000003</c:v>
                </c:pt>
                <c:pt idx="2020">
                  <c:v>2.1879</c:v>
                </c:pt>
                <c:pt idx="2021">
                  <c:v>2.1533000000000002</c:v>
                </c:pt>
                <c:pt idx="2022">
                  <c:v>2.2218999999999998</c:v>
                </c:pt>
                <c:pt idx="2023">
                  <c:v>2.1642999999999999</c:v>
                </c:pt>
                <c:pt idx="2024">
                  <c:v>2.2195</c:v>
                </c:pt>
                <c:pt idx="2025">
                  <c:v>2.1867000000000001</c:v>
                </c:pt>
                <c:pt idx="2026">
                  <c:v>2.2534000000000001</c:v>
                </c:pt>
                <c:pt idx="2027">
                  <c:v>2.3328999999999995</c:v>
                </c:pt>
                <c:pt idx="2028">
                  <c:v>2.3394999999999997</c:v>
                </c:pt>
                <c:pt idx="2029">
                  <c:v>2.1679999999999997</c:v>
                </c:pt>
                <c:pt idx="2030">
                  <c:v>2.2474999999999996</c:v>
                </c:pt>
                <c:pt idx="2031">
                  <c:v>2.3267000000000007</c:v>
                </c:pt>
                <c:pt idx="2032">
                  <c:v>2.3599999999999994</c:v>
                </c:pt>
                <c:pt idx="2033">
                  <c:v>2.2485999999999997</c:v>
                </c:pt>
                <c:pt idx="2034">
                  <c:v>2.3096000000000001</c:v>
                </c:pt>
                <c:pt idx="2035">
                  <c:v>2.2181999999999995</c:v>
                </c:pt>
                <c:pt idx="2036">
                  <c:v>2.1973000000000003</c:v>
                </c:pt>
                <c:pt idx="2037">
                  <c:v>2.294</c:v>
                </c:pt>
                <c:pt idx="2038">
                  <c:v>2.2641</c:v>
                </c:pt>
                <c:pt idx="2039">
                  <c:v>2.2820999999999998</c:v>
                </c:pt>
                <c:pt idx="2040">
                  <c:v>2.2683</c:v>
                </c:pt>
                <c:pt idx="2041">
                  <c:v>2.2605</c:v>
                </c:pt>
                <c:pt idx="2042">
                  <c:v>2.3186999999999998</c:v>
                </c:pt>
                <c:pt idx="2043">
                  <c:v>2.3608000000000002</c:v>
                </c:pt>
                <c:pt idx="2044">
                  <c:v>2.2565000000000004</c:v>
                </c:pt>
                <c:pt idx="2045">
                  <c:v>2.3010999999999999</c:v>
                </c:pt>
                <c:pt idx="2046">
                  <c:v>2.2927</c:v>
                </c:pt>
                <c:pt idx="2047">
                  <c:v>2.3792</c:v>
                </c:pt>
                <c:pt idx="2048">
                  <c:v>2.3015000000000003</c:v>
                </c:pt>
                <c:pt idx="2049">
                  <c:v>2.4666000000000001</c:v>
                </c:pt>
                <c:pt idx="2050">
                  <c:v>2.3388</c:v>
                </c:pt>
                <c:pt idx="2051">
                  <c:v>2.3140999999999998</c:v>
                </c:pt>
                <c:pt idx="2052">
                  <c:v>2.4495000000000005</c:v>
                </c:pt>
                <c:pt idx="2053">
                  <c:v>2.2806000000000002</c:v>
                </c:pt>
                <c:pt idx="2054">
                  <c:v>2.387</c:v>
                </c:pt>
                <c:pt idx="2055">
                  <c:v>2.3119000000000005</c:v>
                </c:pt>
                <c:pt idx="2056">
                  <c:v>2.3831999999999995</c:v>
                </c:pt>
                <c:pt idx="2057">
                  <c:v>2.3180000000000001</c:v>
                </c:pt>
                <c:pt idx="2058">
                  <c:v>2.2899000000000003</c:v>
                </c:pt>
                <c:pt idx="2059">
                  <c:v>2.3662000000000001</c:v>
                </c:pt>
                <c:pt idx="2060">
                  <c:v>2.3296999999999999</c:v>
                </c:pt>
                <c:pt idx="2061">
                  <c:v>2.3586</c:v>
                </c:pt>
                <c:pt idx="2062">
                  <c:v>2.3087</c:v>
                </c:pt>
                <c:pt idx="2063">
                  <c:v>2.3296000000000001</c:v>
                </c:pt>
                <c:pt idx="2064">
                  <c:v>2.3801000000000001</c:v>
                </c:pt>
                <c:pt idx="2065">
                  <c:v>2.3237000000000001</c:v>
                </c:pt>
                <c:pt idx="2066">
                  <c:v>2.3969999999999998</c:v>
                </c:pt>
                <c:pt idx="2067">
                  <c:v>2.3734999999999999</c:v>
                </c:pt>
                <c:pt idx="2068">
                  <c:v>2.3403</c:v>
                </c:pt>
                <c:pt idx="2069">
                  <c:v>2.3840999999999997</c:v>
                </c:pt>
                <c:pt idx="2070">
                  <c:v>2.4108999999999998</c:v>
                </c:pt>
                <c:pt idx="2071">
                  <c:v>2.4269000000000003</c:v>
                </c:pt>
                <c:pt idx="2072">
                  <c:v>2.3407999999999998</c:v>
                </c:pt>
                <c:pt idx="2073">
                  <c:v>2.4209000000000001</c:v>
                </c:pt>
                <c:pt idx="2074">
                  <c:v>2.3713000000000002</c:v>
                </c:pt>
                <c:pt idx="2075">
                  <c:v>2.3883000000000001</c:v>
                </c:pt>
                <c:pt idx="2076">
                  <c:v>2.4024000000000005</c:v>
                </c:pt>
                <c:pt idx="2077">
                  <c:v>2.4917999999999996</c:v>
                </c:pt>
                <c:pt idx="2078">
                  <c:v>2.4687999999999999</c:v>
                </c:pt>
                <c:pt idx="2079">
                  <c:v>2.4753000000000003</c:v>
                </c:pt>
                <c:pt idx="2080">
                  <c:v>2.3875999999999999</c:v>
                </c:pt>
                <c:pt idx="2081">
                  <c:v>2.4382000000000001</c:v>
                </c:pt>
                <c:pt idx="2082">
                  <c:v>2.4994999999999998</c:v>
                </c:pt>
                <c:pt idx="2083">
                  <c:v>2.4958</c:v>
                </c:pt>
                <c:pt idx="2084">
                  <c:v>2.4189999999999996</c:v>
                </c:pt>
                <c:pt idx="2085">
                  <c:v>2.407</c:v>
                </c:pt>
                <c:pt idx="2086">
                  <c:v>2.4341999999999997</c:v>
                </c:pt>
                <c:pt idx="2087">
                  <c:v>2.4221999999999997</c:v>
                </c:pt>
                <c:pt idx="2088">
                  <c:v>2.3780000000000006</c:v>
                </c:pt>
                <c:pt idx="2089">
                  <c:v>2.4173000000000004</c:v>
                </c:pt>
                <c:pt idx="2090">
                  <c:v>2.4777000000000005</c:v>
                </c:pt>
                <c:pt idx="2091">
                  <c:v>2.5471000000000004</c:v>
                </c:pt>
                <c:pt idx="2092">
                  <c:v>2.5107000000000004</c:v>
                </c:pt>
                <c:pt idx="2093">
                  <c:v>2.5235000000000003</c:v>
                </c:pt>
                <c:pt idx="2094">
                  <c:v>2.4661000000000004</c:v>
                </c:pt>
                <c:pt idx="2095">
                  <c:v>2.5337999999999998</c:v>
                </c:pt>
                <c:pt idx="2096">
                  <c:v>2.6059000000000001</c:v>
                </c:pt>
                <c:pt idx="2097">
                  <c:v>2.5127000000000006</c:v>
                </c:pt>
                <c:pt idx="2098">
                  <c:v>2.4278</c:v>
                </c:pt>
                <c:pt idx="2099">
                  <c:v>2.5215000000000005</c:v>
                </c:pt>
                <c:pt idx="2100">
                  <c:v>2.4926999999999997</c:v>
                </c:pt>
                <c:pt idx="2101">
                  <c:v>2.5166999999999997</c:v>
                </c:pt>
                <c:pt idx="2102">
                  <c:v>2.5516999999999999</c:v>
                </c:pt>
                <c:pt idx="2103">
                  <c:v>2.508</c:v>
                </c:pt>
                <c:pt idx="2104">
                  <c:v>2.4848999999999997</c:v>
                </c:pt>
                <c:pt idx="2105">
                  <c:v>2.4520999999999997</c:v>
                </c:pt>
                <c:pt idx="2106">
                  <c:v>2.4889999999999999</c:v>
                </c:pt>
                <c:pt idx="2107">
                  <c:v>2.4938000000000002</c:v>
                </c:pt>
                <c:pt idx="2108">
                  <c:v>2.3877999999999999</c:v>
                </c:pt>
                <c:pt idx="2109">
                  <c:v>2.4224000000000001</c:v>
                </c:pt>
                <c:pt idx="2110">
                  <c:v>2.4558</c:v>
                </c:pt>
                <c:pt idx="2111">
                  <c:v>2.4065000000000003</c:v>
                </c:pt>
                <c:pt idx="2112">
                  <c:v>2.4238</c:v>
                </c:pt>
                <c:pt idx="2113">
                  <c:v>2.4278</c:v>
                </c:pt>
                <c:pt idx="2114">
                  <c:v>2.2676000000000003</c:v>
                </c:pt>
                <c:pt idx="2115">
                  <c:v>2.3464999999999998</c:v>
                </c:pt>
                <c:pt idx="2116">
                  <c:v>2.4675999999999996</c:v>
                </c:pt>
                <c:pt idx="2117">
                  <c:v>2.3845000000000001</c:v>
                </c:pt>
                <c:pt idx="2118">
                  <c:v>2.3235000000000001</c:v>
                </c:pt>
                <c:pt idx="2119">
                  <c:v>2.4083000000000001</c:v>
                </c:pt>
                <c:pt idx="2120">
                  <c:v>2.3823000000000003</c:v>
                </c:pt>
                <c:pt idx="2121">
                  <c:v>2.3269000000000002</c:v>
                </c:pt>
                <c:pt idx="2122">
                  <c:v>2.3543999999999996</c:v>
                </c:pt>
                <c:pt idx="2123">
                  <c:v>2.4070999999999998</c:v>
                </c:pt>
                <c:pt idx="2124">
                  <c:v>2.2205000000000004</c:v>
                </c:pt>
                <c:pt idx="2125">
                  <c:v>2.3199000000000001</c:v>
                </c:pt>
                <c:pt idx="2126">
                  <c:v>2.2948</c:v>
                </c:pt>
                <c:pt idx="2127">
                  <c:v>2.3851999999999998</c:v>
                </c:pt>
                <c:pt idx="2128">
                  <c:v>2.2903000000000002</c:v>
                </c:pt>
                <c:pt idx="2129">
                  <c:v>2.2725</c:v>
                </c:pt>
                <c:pt idx="2130">
                  <c:v>2.2831999999999999</c:v>
                </c:pt>
                <c:pt idx="2131">
                  <c:v>2.2442999999999995</c:v>
                </c:pt>
                <c:pt idx="2132">
                  <c:v>2.2707999999999995</c:v>
                </c:pt>
                <c:pt idx="2133">
                  <c:v>2.2350000000000003</c:v>
                </c:pt>
                <c:pt idx="2134">
                  <c:v>2.3132000000000001</c:v>
                </c:pt>
                <c:pt idx="2135">
                  <c:v>2.3575999999999997</c:v>
                </c:pt>
                <c:pt idx="2136">
                  <c:v>2.3569999999999998</c:v>
                </c:pt>
                <c:pt idx="2137">
                  <c:v>2.3148</c:v>
                </c:pt>
                <c:pt idx="2138">
                  <c:v>2.3148</c:v>
                </c:pt>
                <c:pt idx="2139">
                  <c:v>2.3273000000000001</c:v>
                </c:pt>
                <c:pt idx="2140">
                  <c:v>2.3540999999999999</c:v>
                </c:pt>
                <c:pt idx="2141">
                  <c:v>2.3489000000000004</c:v>
                </c:pt>
                <c:pt idx="2142">
                  <c:v>2.4053</c:v>
                </c:pt>
                <c:pt idx="2143">
                  <c:v>2.2946999999999997</c:v>
                </c:pt>
                <c:pt idx="2144">
                  <c:v>2.3002999999999996</c:v>
                </c:pt>
                <c:pt idx="2145">
                  <c:v>2.3497000000000003</c:v>
                </c:pt>
                <c:pt idx="2146">
                  <c:v>2.3129</c:v>
                </c:pt>
                <c:pt idx="2147">
                  <c:v>2.3773</c:v>
                </c:pt>
                <c:pt idx="2148">
                  <c:v>2.2961</c:v>
                </c:pt>
                <c:pt idx="2149">
                  <c:v>2.2875999999999999</c:v>
                </c:pt>
                <c:pt idx="2150">
                  <c:v>2.2093000000000003</c:v>
                </c:pt>
                <c:pt idx="2151">
                  <c:v>2.2126999999999999</c:v>
                </c:pt>
                <c:pt idx="2152">
                  <c:v>2.1766000000000005</c:v>
                </c:pt>
                <c:pt idx="2153">
                  <c:v>2.2282999999999999</c:v>
                </c:pt>
                <c:pt idx="2154">
                  <c:v>2.1734</c:v>
                </c:pt>
                <c:pt idx="2155">
                  <c:v>2.1983999999999995</c:v>
                </c:pt>
                <c:pt idx="2156">
                  <c:v>2.2263999999999999</c:v>
                </c:pt>
                <c:pt idx="2157">
                  <c:v>2.2379000000000002</c:v>
                </c:pt>
                <c:pt idx="2158">
                  <c:v>2.2265000000000001</c:v>
                </c:pt>
                <c:pt idx="2159">
                  <c:v>2.2121000000000004</c:v>
                </c:pt>
                <c:pt idx="2160">
                  <c:v>2.2052</c:v>
                </c:pt>
                <c:pt idx="2161">
                  <c:v>2.2260000000000004</c:v>
                </c:pt>
                <c:pt idx="2162">
                  <c:v>2.1840000000000002</c:v>
                </c:pt>
                <c:pt idx="2163">
                  <c:v>2.2172000000000001</c:v>
                </c:pt>
                <c:pt idx="2164">
                  <c:v>2.2035</c:v>
                </c:pt>
                <c:pt idx="2165">
                  <c:v>2.2213000000000003</c:v>
                </c:pt>
                <c:pt idx="2166">
                  <c:v>2.1983000000000006</c:v>
                </c:pt>
                <c:pt idx="2167">
                  <c:v>2.1997999999999998</c:v>
                </c:pt>
                <c:pt idx="2168">
                  <c:v>2.2301000000000002</c:v>
                </c:pt>
                <c:pt idx="2169">
                  <c:v>2.173</c:v>
                </c:pt>
                <c:pt idx="2170">
                  <c:v>2.1837999999999997</c:v>
                </c:pt>
                <c:pt idx="2171">
                  <c:v>2.2297000000000002</c:v>
                </c:pt>
                <c:pt idx="2172">
                  <c:v>2.1204999999999998</c:v>
                </c:pt>
                <c:pt idx="2173">
                  <c:v>2.1886000000000001</c:v>
                </c:pt>
                <c:pt idx="2174">
                  <c:v>2.1740000000000004</c:v>
                </c:pt>
                <c:pt idx="2175">
                  <c:v>2.2044999999999999</c:v>
                </c:pt>
                <c:pt idx="2176">
                  <c:v>2.2881999999999998</c:v>
                </c:pt>
                <c:pt idx="2177">
                  <c:v>2.2917000000000005</c:v>
                </c:pt>
                <c:pt idx="2178">
                  <c:v>2.3302999999999998</c:v>
                </c:pt>
                <c:pt idx="2179">
                  <c:v>2.2080000000000002</c:v>
                </c:pt>
                <c:pt idx="2180">
                  <c:v>2.2166000000000006</c:v>
                </c:pt>
                <c:pt idx="2181">
                  <c:v>2.3014000000000001</c:v>
                </c:pt>
                <c:pt idx="2182">
                  <c:v>2.2391999999999999</c:v>
                </c:pt>
                <c:pt idx="2183">
                  <c:v>2.3023000000000002</c:v>
                </c:pt>
                <c:pt idx="2184">
                  <c:v>2.2310000000000003</c:v>
                </c:pt>
                <c:pt idx="2185">
                  <c:v>2.2245999999999997</c:v>
                </c:pt>
                <c:pt idx="2186">
                  <c:v>2.1377000000000002</c:v>
                </c:pt>
                <c:pt idx="2187">
                  <c:v>2.1295999999999999</c:v>
                </c:pt>
                <c:pt idx="2188">
                  <c:v>2.1947999999999999</c:v>
                </c:pt>
                <c:pt idx="2189">
                  <c:v>2.1134999999999997</c:v>
                </c:pt>
                <c:pt idx="2190">
                  <c:v>2.1117000000000004</c:v>
                </c:pt>
                <c:pt idx="2191">
                  <c:v>2.0761000000000003</c:v>
                </c:pt>
                <c:pt idx="2192">
                  <c:v>2.0868000000000002</c:v>
                </c:pt>
                <c:pt idx="2193">
                  <c:v>2.0760000000000005</c:v>
                </c:pt>
                <c:pt idx="2194">
                  <c:v>2.0407999999999999</c:v>
                </c:pt>
                <c:pt idx="2195">
                  <c:v>2.0667999999999997</c:v>
                </c:pt>
                <c:pt idx="2196">
                  <c:v>1.9989000000000003</c:v>
                </c:pt>
                <c:pt idx="2197">
                  <c:v>2.1639999999999997</c:v>
                </c:pt>
                <c:pt idx="2198">
                  <c:v>2.1671</c:v>
                </c:pt>
                <c:pt idx="2199">
                  <c:v>2.0880000000000005</c:v>
                </c:pt>
                <c:pt idx="2200">
                  <c:v>2.1690999999999998</c:v>
                </c:pt>
                <c:pt idx="2201">
                  <c:v>2.1257000000000001</c:v>
                </c:pt>
                <c:pt idx="2202">
                  <c:v>2.1316999999999999</c:v>
                </c:pt>
                <c:pt idx="2203">
                  <c:v>2.1053999999999995</c:v>
                </c:pt>
                <c:pt idx="2204">
                  <c:v>2.0966999999999998</c:v>
                </c:pt>
                <c:pt idx="2205">
                  <c:v>2.1010000000000004</c:v>
                </c:pt>
                <c:pt idx="2206">
                  <c:v>2.1947000000000001</c:v>
                </c:pt>
                <c:pt idx="2207">
                  <c:v>2.0832000000000002</c:v>
                </c:pt>
                <c:pt idx="2208">
                  <c:v>2.0100000000000002</c:v>
                </c:pt>
                <c:pt idx="2209">
                  <c:v>1.9964</c:v>
                </c:pt>
                <c:pt idx="2210">
                  <c:v>2.0971000000000002</c:v>
                </c:pt>
                <c:pt idx="2211">
                  <c:v>2.0711000000000004</c:v>
                </c:pt>
                <c:pt idx="2212">
                  <c:v>2.1064999999999996</c:v>
                </c:pt>
                <c:pt idx="2213">
                  <c:v>2.0815999999999999</c:v>
                </c:pt>
                <c:pt idx="2214">
                  <c:v>2.1097000000000001</c:v>
                </c:pt>
                <c:pt idx="2215">
                  <c:v>2.1431999999999998</c:v>
                </c:pt>
                <c:pt idx="2216">
                  <c:v>2.1076999999999999</c:v>
                </c:pt>
                <c:pt idx="2217">
                  <c:v>2.1155999999999997</c:v>
                </c:pt>
                <c:pt idx="2218">
                  <c:v>2.1203000000000003</c:v>
                </c:pt>
                <c:pt idx="2219">
                  <c:v>2.1423999999999999</c:v>
                </c:pt>
                <c:pt idx="2220">
                  <c:v>2.1274999999999999</c:v>
                </c:pt>
                <c:pt idx="2221">
                  <c:v>2.1859999999999999</c:v>
                </c:pt>
                <c:pt idx="2222">
                  <c:v>2.1606000000000005</c:v>
                </c:pt>
                <c:pt idx="2223">
                  <c:v>2.1972000000000005</c:v>
                </c:pt>
                <c:pt idx="2224">
                  <c:v>2.2279999999999998</c:v>
                </c:pt>
                <c:pt idx="2225">
                  <c:v>2.1598999999999995</c:v>
                </c:pt>
                <c:pt idx="2226">
                  <c:v>2.2408999999999999</c:v>
                </c:pt>
                <c:pt idx="2227">
                  <c:v>2.1893000000000002</c:v>
                </c:pt>
                <c:pt idx="2228">
                  <c:v>2.0816999999999997</c:v>
                </c:pt>
                <c:pt idx="2229">
                  <c:v>2.2109000000000001</c:v>
                </c:pt>
                <c:pt idx="2230">
                  <c:v>2.1823000000000001</c:v>
                </c:pt>
                <c:pt idx="2231">
                  <c:v>2.2357</c:v>
                </c:pt>
                <c:pt idx="2232">
                  <c:v>2.2172999999999998</c:v>
                </c:pt>
                <c:pt idx="2233">
                  <c:v>2.2072000000000003</c:v>
                </c:pt>
                <c:pt idx="2234">
                  <c:v>2.2146999999999997</c:v>
                </c:pt>
                <c:pt idx="2235">
                  <c:v>2.1172999999999997</c:v>
                </c:pt>
                <c:pt idx="2236">
                  <c:v>2.1310999999999996</c:v>
                </c:pt>
                <c:pt idx="2237">
                  <c:v>2.0865</c:v>
                </c:pt>
                <c:pt idx="2238">
                  <c:v>2.2374000000000001</c:v>
                </c:pt>
                <c:pt idx="2239">
                  <c:v>2.2087999999999997</c:v>
                </c:pt>
                <c:pt idx="2240">
                  <c:v>2.3092999999999999</c:v>
                </c:pt>
                <c:pt idx="2241">
                  <c:v>2.3386999999999998</c:v>
                </c:pt>
                <c:pt idx="2242">
                  <c:v>2.3429000000000002</c:v>
                </c:pt>
                <c:pt idx="2243">
                  <c:v>2.2745000000000006</c:v>
                </c:pt>
                <c:pt idx="2244">
                  <c:v>2.2590000000000003</c:v>
                </c:pt>
                <c:pt idx="2245">
                  <c:v>2.3356000000000003</c:v>
                </c:pt>
                <c:pt idx="2246">
                  <c:v>2.3172000000000006</c:v>
                </c:pt>
                <c:pt idx="2247">
                  <c:v>2.3679999999999999</c:v>
                </c:pt>
                <c:pt idx="2248">
                  <c:v>2.3886999999999996</c:v>
                </c:pt>
                <c:pt idx="2249">
                  <c:v>2.4388999999999998</c:v>
                </c:pt>
                <c:pt idx="2250">
                  <c:v>2.3890999999999996</c:v>
                </c:pt>
                <c:pt idx="2251">
                  <c:v>2.3860999999999999</c:v>
                </c:pt>
                <c:pt idx="2252">
                  <c:v>2.3897999999999997</c:v>
                </c:pt>
                <c:pt idx="2253">
                  <c:v>2.4058999999999999</c:v>
                </c:pt>
                <c:pt idx="2254">
                  <c:v>2.4382999999999999</c:v>
                </c:pt>
                <c:pt idx="2255">
                  <c:v>2.5020999999999995</c:v>
                </c:pt>
                <c:pt idx="2256">
                  <c:v>2.4346999999999999</c:v>
                </c:pt>
                <c:pt idx="2257">
                  <c:v>2.4954999999999998</c:v>
                </c:pt>
                <c:pt idx="2258">
                  <c:v>2.5554999999999999</c:v>
                </c:pt>
                <c:pt idx="2259">
                  <c:v>2.5445000000000002</c:v>
                </c:pt>
                <c:pt idx="2260">
                  <c:v>2.5125000000000002</c:v>
                </c:pt>
                <c:pt idx="2261">
                  <c:v>2.5061000000000004</c:v>
                </c:pt>
                <c:pt idx="2262">
                  <c:v>2.5488999999999997</c:v>
                </c:pt>
                <c:pt idx="2263">
                  <c:v>2.5207000000000002</c:v>
                </c:pt>
                <c:pt idx="2264">
                  <c:v>2.5568999999999997</c:v>
                </c:pt>
                <c:pt idx="2265">
                  <c:v>2.6747000000000005</c:v>
                </c:pt>
                <c:pt idx="2266">
                  <c:v>2.6628000000000007</c:v>
                </c:pt>
                <c:pt idx="2267">
                  <c:v>2.6619000000000002</c:v>
                </c:pt>
                <c:pt idx="2268">
                  <c:v>2.6372</c:v>
                </c:pt>
                <c:pt idx="2269">
                  <c:v>2.5840000000000005</c:v>
                </c:pt>
                <c:pt idx="2270">
                  <c:v>2.6094000000000004</c:v>
                </c:pt>
                <c:pt idx="2271">
                  <c:v>2.4994000000000001</c:v>
                </c:pt>
                <c:pt idx="2272">
                  <c:v>2.5888</c:v>
                </c:pt>
                <c:pt idx="2273">
                  <c:v>2.5359999999999996</c:v>
                </c:pt>
                <c:pt idx="2274">
                  <c:v>2.5106999999999995</c:v>
                </c:pt>
                <c:pt idx="2275">
                  <c:v>2.5113000000000003</c:v>
                </c:pt>
                <c:pt idx="2276">
                  <c:v>2.4975999999999998</c:v>
                </c:pt>
                <c:pt idx="2277">
                  <c:v>2.5557999999999996</c:v>
                </c:pt>
                <c:pt idx="2278">
                  <c:v>2.5169000000000001</c:v>
                </c:pt>
                <c:pt idx="2279">
                  <c:v>2.5666000000000002</c:v>
                </c:pt>
                <c:pt idx="2280">
                  <c:v>2.5564999999999998</c:v>
                </c:pt>
                <c:pt idx="2281">
                  <c:v>2.577</c:v>
                </c:pt>
                <c:pt idx="2282">
                  <c:v>2.5284999999999997</c:v>
                </c:pt>
                <c:pt idx="2283">
                  <c:v>2.4901</c:v>
                </c:pt>
                <c:pt idx="2284">
                  <c:v>2.6512000000000002</c:v>
                </c:pt>
                <c:pt idx="2285">
                  <c:v>2.6065999999999998</c:v>
                </c:pt>
                <c:pt idx="2286">
                  <c:v>2.5715000000000003</c:v>
                </c:pt>
                <c:pt idx="2287">
                  <c:v>2.5229999999999997</c:v>
                </c:pt>
                <c:pt idx="2288">
                  <c:v>2.5876999999999999</c:v>
                </c:pt>
                <c:pt idx="2289">
                  <c:v>2.5735999999999999</c:v>
                </c:pt>
                <c:pt idx="2290">
                  <c:v>2.6122000000000001</c:v>
                </c:pt>
                <c:pt idx="2291">
                  <c:v>2.5817999999999994</c:v>
                </c:pt>
                <c:pt idx="2292">
                  <c:v>2.5826999999999996</c:v>
                </c:pt>
                <c:pt idx="2293">
                  <c:v>2.6892999999999998</c:v>
                </c:pt>
                <c:pt idx="2294">
                  <c:v>2.6137999999999999</c:v>
                </c:pt>
                <c:pt idx="2295">
                  <c:v>2.6348999999999996</c:v>
                </c:pt>
                <c:pt idx="2296">
                  <c:v>2.5785999999999998</c:v>
                </c:pt>
                <c:pt idx="2297">
                  <c:v>2.5171000000000001</c:v>
                </c:pt>
                <c:pt idx="2298">
                  <c:v>2.6509999999999998</c:v>
                </c:pt>
                <c:pt idx="2299">
                  <c:v>2.5888</c:v>
                </c:pt>
                <c:pt idx="2300">
                  <c:v>2.6257000000000001</c:v>
                </c:pt>
                <c:pt idx="2301">
                  <c:v>2.6459000000000001</c:v>
                </c:pt>
                <c:pt idx="2302">
                  <c:v>2.6522000000000006</c:v>
                </c:pt>
                <c:pt idx="2303">
                  <c:v>2.6079999999999997</c:v>
                </c:pt>
                <c:pt idx="2304">
                  <c:v>2.6286</c:v>
                </c:pt>
                <c:pt idx="2305">
                  <c:v>2.6490000000000005</c:v>
                </c:pt>
                <c:pt idx="2306">
                  <c:v>2.6543000000000001</c:v>
                </c:pt>
                <c:pt idx="2307">
                  <c:v>2.6390999999999996</c:v>
                </c:pt>
                <c:pt idx="2308">
                  <c:v>2.6690999999999998</c:v>
                </c:pt>
                <c:pt idx="2309">
                  <c:v>2.5568000000000004</c:v>
                </c:pt>
                <c:pt idx="2310">
                  <c:v>2.5917000000000003</c:v>
                </c:pt>
                <c:pt idx="2311">
                  <c:v>2.5675000000000003</c:v>
                </c:pt>
                <c:pt idx="2312">
                  <c:v>2.5647000000000002</c:v>
                </c:pt>
                <c:pt idx="2313">
                  <c:v>2.6337000000000002</c:v>
                </c:pt>
                <c:pt idx="2314">
                  <c:v>2.6607000000000003</c:v>
                </c:pt>
                <c:pt idx="2315">
                  <c:v>2.7012999999999998</c:v>
                </c:pt>
                <c:pt idx="2316">
                  <c:v>2.5552000000000001</c:v>
                </c:pt>
                <c:pt idx="2317">
                  <c:v>2.6709999999999998</c:v>
                </c:pt>
                <c:pt idx="2318">
                  <c:v>2.7253000000000003</c:v>
                </c:pt>
                <c:pt idx="2319">
                  <c:v>2.6789000000000001</c:v>
                </c:pt>
                <c:pt idx="2320">
                  <c:v>2.6396000000000002</c:v>
                </c:pt>
                <c:pt idx="2321">
                  <c:v>2.6215999999999999</c:v>
                </c:pt>
                <c:pt idx="2322">
                  <c:v>2.6615000000000002</c:v>
                </c:pt>
                <c:pt idx="2323">
                  <c:v>2.6518999999999995</c:v>
                </c:pt>
                <c:pt idx="2324">
                  <c:v>2.6309</c:v>
                </c:pt>
                <c:pt idx="2325">
                  <c:v>2.6220999999999997</c:v>
                </c:pt>
                <c:pt idx="2326">
                  <c:v>2.7147999999999999</c:v>
                </c:pt>
                <c:pt idx="2327">
                  <c:v>2.6357000000000004</c:v>
                </c:pt>
                <c:pt idx="2328">
                  <c:v>2.7173000000000003</c:v>
                </c:pt>
                <c:pt idx="2329">
                  <c:v>2.6407999999999996</c:v>
                </c:pt>
                <c:pt idx="2330">
                  <c:v>2.7358999999999996</c:v>
                </c:pt>
                <c:pt idx="2331">
                  <c:v>2.8199000000000005</c:v>
                </c:pt>
                <c:pt idx="2332">
                  <c:v>2.7526999999999999</c:v>
                </c:pt>
                <c:pt idx="2333">
                  <c:v>2.7273000000000001</c:v>
                </c:pt>
                <c:pt idx="2334">
                  <c:v>2.7003999999999997</c:v>
                </c:pt>
                <c:pt idx="2335">
                  <c:v>2.7126000000000001</c:v>
                </c:pt>
                <c:pt idx="2336">
                  <c:v>2.6306000000000003</c:v>
                </c:pt>
                <c:pt idx="2337">
                  <c:v>2.7208000000000006</c:v>
                </c:pt>
                <c:pt idx="2338">
                  <c:v>2.7392000000000003</c:v>
                </c:pt>
                <c:pt idx="2339">
                  <c:v>2.6634000000000002</c:v>
                </c:pt>
                <c:pt idx="2340">
                  <c:v>2.7655999999999996</c:v>
                </c:pt>
                <c:pt idx="2341">
                  <c:v>2.6025999999999998</c:v>
                </c:pt>
                <c:pt idx="2342">
                  <c:v>2.6283000000000003</c:v>
                </c:pt>
                <c:pt idx="2343">
                  <c:v>2.7963</c:v>
                </c:pt>
                <c:pt idx="2344">
                  <c:v>2.7866</c:v>
                </c:pt>
                <c:pt idx="2345">
                  <c:v>2.6848000000000001</c:v>
                </c:pt>
                <c:pt idx="2346">
                  <c:v>2.7707999999999999</c:v>
                </c:pt>
                <c:pt idx="2347">
                  <c:v>2.7611000000000003</c:v>
                </c:pt>
                <c:pt idx="2348">
                  <c:v>2.6562000000000001</c:v>
                </c:pt>
                <c:pt idx="2349">
                  <c:v>2.5552999999999999</c:v>
                </c:pt>
                <c:pt idx="2350">
                  <c:v>2.6104000000000003</c:v>
                </c:pt>
                <c:pt idx="2351">
                  <c:v>2.7122999999999999</c:v>
                </c:pt>
                <c:pt idx="2352">
                  <c:v>2.7423000000000002</c:v>
                </c:pt>
                <c:pt idx="2353">
                  <c:v>2.6473000000000004</c:v>
                </c:pt>
                <c:pt idx="2354">
                  <c:v>2.5278</c:v>
                </c:pt>
                <c:pt idx="2355">
                  <c:v>2.6224999999999996</c:v>
                </c:pt>
                <c:pt idx="2356">
                  <c:v>2.6767000000000003</c:v>
                </c:pt>
                <c:pt idx="2357">
                  <c:v>2.5514000000000001</c:v>
                </c:pt>
                <c:pt idx="2358">
                  <c:v>2.5189999999999997</c:v>
                </c:pt>
                <c:pt idx="2359">
                  <c:v>2.5619000000000005</c:v>
                </c:pt>
                <c:pt idx="2360">
                  <c:v>2.5741999999999998</c:v>
                </c:pt>
                <c:pt idx="2361">
                  <c:v>2.5783999999999994</c:v>
                </c:pt>
                <c:pt idx="2362">
                  <c:v>2.5931999999999999</c:v>
                </c:pt>
                <c:pt idx="2363">
                  <c:v>2.6236999999999999</c:v>
                </c:pt>
                <c:pt idx="2364">
                  <c:v>2.6550000000000002</c:v>
                </c:pt>
                <c:pt idx="2365">
                  <c:v>2.5254999999999996</c:v>
                </c:pt>
                <c:pt idx="2366">
                  <c:v>2.5190000000000001</c:v>
                </c:pt>
                <c:pt idx="2367">
                  <c:v>2.5879000000000003</c:v>
                </c:pt>
                <c:pt idx="2368">
                  <c:v>2.6486000000000001</c:v>
                </c:pt>
                <c:pt idx="2369">
                  <c:v>2.6730999999999998</c:v>
                </c:pt>
                <c:pt idx="2370">
                  <c:v>2.6341000000000001</c:v>
                </c:pt>
                <c:pt idx="2371">
                  <c:v>2.5512000000000006</c:v>
                </c:pt>
                <c:pt idx="2372">
                  <c:v>2.5315999999999996</c:v>
                </c:pt>
                <c:pt idx="2373">
                  <c:v>2.5377000000000001</c:v>
                </c:pt>
                <c:pt idx="2374">
                  <c:v>2.5207000000000002</c:v>
                </c:pt>
                <c:pt idx="2375">
                  <c:v>2.649</c:v>
                </c:pt>
                <c:pt idx="2376">
                  <c:v>2.6618999999999997</c:v>
                </c:pt>
                <c:pt idx="2377">
                  <c:v>2.6955</c:v>
                </c:pt>
                <c:pt idx="2378">
                  <c:v>2.7044000000000006</c:v>
                </c:pt>
                <c:pt idx="2379">
                  <c:v>2.7974999999999999</c:v>
                </c:pt>
                <c:pt idx="2380">
                  <c:v>2.8427000000000007</c:v>
                </c:pt>
                <c:pt idx="2381">
                  <c:v>2.7733999999999996</c:v>
                </c:pt>
                <c:pt idx="2382">
                  <c:v>2.7353999999999998</c:v>
                </c:pt>
                <c:pt idx="2383">
                  <c:v>2.6438000000000001</c:v>
                </c:pt>
                <c:pt idx="2384">
                  <c:v>2.6680000000000001</c:v>
                </c:pt>
                <c:pt idx="2385">
                  <c:v>2.6661999999999999</c:v>
                </c:pt>
                <c:pt idx="2386">
                  <c:v>2.6819999999999999</c:v>
                </c:pt>
                <c:pt idx="2387">
                  <c:v>2.6362999999999999</c:v>
                </c:pt>
                <c:pt idx="2388">
                  <c:v>2.5861999999999998</c:v>
                </c:pt>
                <c:pt idx="2389">
                  <c:v>2.6126</c:v>
                </c:pt>
                <c:pt idx="2390">
                  <c:v>2.5106000000000002</c:v>
                </c:pt>
                <c:pt idx="2391">
                  <c:v>2.4465000000000003</c:v>
                </c:pt>
                <c:pt idx="2392">
                  <c:v>2.4588999999999999</c:v>
                </c:pt>
                <c:pt idx="2393">
                  <c:v>2.5187999999999997</c:v>
                </c:pt>
                <c:pt idx="2394">
                  <c:v>2.5320999999999998</c:v>
                </c:pt>
                <c:pt idx="2395">
                  <c:v>2.5522</c:v>
                </c:pt>
                <c:pt idx="2396">
                  <c:v>2.5630999999999999</c:v>
                </c:pt>
                <c:pt idx="2397">
                  <c:v>2.5407999999999999</c:v>
                </c:pt>
                <c:pt idx="2398">
                  <c:v>2.5933000000000002</c:v>
                </c:pt>
                <c:pt idx="2399">
                  <c:v>2.5644</c:v>
                </c:pt>
                <c:pt idx="2400">
                  <c:v>2.5201000000000002</c:v>
                </c:pt>
                <c:pt idx="2401">
                  <c:v>2.5068999999999999</c:v>
                </c:pt>
                <c:pt idx="2402">
                  <c:v>2.5774999999999997</c:v>
                </c:pt>
                <c:pt idx="2403">
                  <c:v>2.5544000000000002</c:v>
                </c:pt>
                <c:pt idx="2404">
                  <c:v>2.5039000000000002</c:v>
                </c:pt>
                <c:pt idx="2405">
                  <c:v>2.4733999999999998</c:v>
                </c:pt>
                <c:pt idx="2406">
                  <c:v>2.4480999999999997</c:v>
                </c:pt>
                <c:pt idx="2407">
                  <c:v>2.5323000000000002</c:v>
                </c:pt>
                <c:pt idx="2408">
                  <c:v>2.5457000000000001</c:v>
                </c:pt>
                <c:pt idx="2409">
                  <c:v>2.4807000000000001</c:v>
                </c:pt>
                <c:pt idx="2410">
                  <c:v>2.3875000000000002</c:v>
                </c:pt>
                <c:pt idx="2411">
                  <c:v>2.3879999999999999</c:v>
                </c:pt>
                <c:pt idx="2412">
                  <c:v>2.4291</c:v>
                </c:pt>
                <c:pt idx="2413">
                  <c:v>2.3394000000000004</c:v>
                </c:pt>
                <c:pt idx="2414">
                  <c:v>2.3368999999999995</c:v>
                </c:pt>
                <c:pt idx="2415">
                  <c:v>2.3010000000000002</c:v>
                </c:pt>
                <c:pt idx="2416">
                  <c:v>2.2590000000000003</c:v>
                </c:pt>
                <c:pt idx="2417">
                  <c:v>2.3243</c:v>
                </c:pt>
                <c:pt idx="2418">
                  <c:v>2.3996000000000004</c:v>
                </c:pt>
                <c:pt idx="2419">
                  <c:v>2.3564999999999996</c:v>
                </c:pt>
                <c:pt idx="2420">
                  <c:v>2.2618000000000005</c:v>
                </c:pt>
                <c:pt idx="2421">
                  <c:v>2.3050000000000002</c:v>
                </c:pt>
                <c:pt idx="2422">
                  <c:v>2.2613000000000003</c:v>
                </c:pt>
                <c:pt idx="2423">
                  <c:v>2.1912999999999996</c:v>
                </c:pt>
                <c:pt idx="2424">
                  <c:v>2.2170999999999994</c:v>
                </c:pt>
                <c:pt idx="2425">
                  <c:v>2.2617000000000003</c:v>
                </c:pt>
                <c:pt idx="2426">
                  <c:v>2.2397000000000005</c:v>
                </c:pt>
                <c:pt idx="2427">
                  <c:v>2.2274999999999996</c:v>
                </c:pt>
                <c:pt idx="2428">
                  <c:v>2.2326000000000001</c:v>
                </c:pt>
                <c:pt idx="2429">
                  <c:v>2.1614000000000004</c:v>
                </c:pt>
                <c:pt idx="2430">
                  <c:v>2.1589999999999998</c:v>
                </c:pt>
                <c:pt idx="2431">
                  <c:v>2.2357</c:v>
                </c:pt>
                <c:pt idx="2432">
                  <c:v>2.3208000000000002</c:v>
                </c:pt>
                <c:pt idx="2433">
                  <c:v>2.3009999999999997</c:v>
                </c:pt>
                <c:pt idx="2434">
                  <c:v>2.2758000000000003</c:v>
                </c:pt>
                <c:pt idx="2435">
                  <c:v>2.2817000000000003</c:v>
                </c:pt>
                <c:pt idx="2436">
                  <c:v>2.2765</c:v>
                </c:pt>
                <c:pt idx="2437">
                  <c:v>2.2390000000000003</c:v>
                </c:pt>
                <c:pt idx="2438">
                  <c:v>2.2887</c:v>
                </c:pt>
                <c:pt idx="2439">
                  <c:v>2.3689</c:v>
                </c:pt>
                <c:pt idx="2440">
                  <c:v>2.3222</c:v>
                </c:pt>
                <c:pt idx="2441">
                  <c:v>2.2944999999999998</c:v>
                </c:pt>
                <c:pt idx="2442">
                  <c:v>2.3272999999999997</c:v>
                </c:pt>
                <c:pt idx="2443">
                  <c:v>2.3264999999999998</c:v>
                </c:pt>
                <c:pt idx="2444">
                  <c:v>2.4093999999999998</c:v>
                </c:pt>
                <c:pt idx="2445">
                  <c:v>2.3620000000000001</c:v>
                </c:pt>
                <c:pt idx="2446">
                  <c:v>2.4087000000000005</c:v>
                </c:pt>
                <c:pt idx="2447">
                  <c:v>2.4659</c:v>
                </c:pt>
                <c:pt idx="2448">
                  <c:v>2.4483000000000001</c:v>
                </c:pt>
                <c:pt idx="2449">
                  <c:v>2.3409</c:v>
                </c:pt>
                <c:pt idx="2450">
                  <c:v>2.3610000000000002</c:v>
                </c:pt>
                <c:pt idx="2451">
                  <c:v>2.4618999999999995</c:v>
                </c:pt>
                <c:pt idx="2452">
                  <c:v>2.3710999999999993</c:v>
                </c:pt>
                <c:pt idx="2453">
                  <c:v>2.3102</c:v>
                </c:pt>
                <c:pt idx="2454">
                  <c:v>2.3769</c:v>
                </c:pt>
                <c:pt idx="2455">
                  <c:v>2.4167000000000005</c:v>
                </c:pt>
                <c:pt idx="2456">
                  <c:v>2.2937999999999996</c:v>
                </c:pt>
                <c:pt idx="2457">
                  <c:v>2.2994999999999997</c:v>
                </c:pt>
                <c:pt idx="2458">
                  <c:v>2.4990000000000001</c:v>
                </c:pt>
                <c:pt idx="2459">
                  <c:v>2.5423</c:v>
                </c:pt>
                <c:pt idx="2460">
                  <c:v>2.5040000000000004</c:v>
                </c:pt>
                <c:pt idx="2461">
                  <c:v>2.5699000000000005</c:v>
                </c:pt>
                <c:pt idx="2462">
                  <c:v>2.6747999999999998</c:v>
                </c:pt>
                <c:pt idx="2463">
                  <c:v>2.5698999999999996</c:v>
                </c:pt>
                <c:pt idx="2464">
                  <c:v>2.6663999999999994</c:v>
                </c:pt>
                <c:pt idx="2465">
                  <c:v>2.7110000000000003</c:v>
                </c:pt>
                <c:pt idx="2466">
                  <c:v>2.7306999999999997</c:v>
                </c:pt>
                <c:pt idx="2467">
                  <c:v>2.7073999999999998</c:v>
                </c:pt>
                <c:pt idx="2468">
                  <c:v>2.6574999999999998</c:v>
                </c:pt>
                <c:pt idx="2469">
                  <c:v>2.6552000000000002</c:v>
                </c:pt>
                <c:pt idx="2470">
                  <c:v>2.6292999999999997</c:v>
                </c:pt>
                <c:pt idx="2471">
                  <c:v>2.6496</c:v>
                </c:pt>
                <c:pt idx="2472">
                  <c:v>2.7641</c:v>
                </c:pt>
                <c:pt idx="2473">
                  <c:v>2.7782</c:v>
                </c:pt>
                <c:pt idx="2474">
                  <c:v>2.6687000000000003</c:v>
                </c:pt>
                <c:pt idx="2475">
                  <c:v>2.6023000000000005</c:v>
                </c:pt>
                <c:pt idx="2476">
                  <c:v>2.6709999999999998</c:v>
                </c:pt>
                <c:pt idx="2477">
                  <c:v>2.6556999999999999</c:v>
                </c:pt>
                <c:pt idx="2478">
                  <c:v>2.6552000000000002</c:v>
                </c:pt>
                <c:pt idx="2479">
                  <c:v>2.6668999999999996</c:v>
                </c:pt>
                <c:pt idx="2480">
                  <c:v>2.6487999999999996</c:v>
                </c:pt>
                <c:pt idx="2481">
                  <c:v>2.6721000000000004</c:v>
                </c:pt>
                <c:pt idx="2482">
                  <c:v>2.6932999999999998</c:v>
                </c:pt>
                <c:pt idx="2483">
                  <c:v>2.6547999999999998</c:v>
                </c:pt>
                <c:pt idx="2484">
                  <c:v>2.6061999999999994</c:v>
                </c:pt>
                <c:pt idx="2485">
                  <c:v>2.6790000000000003</c:v>
                </c:pt>
                <c:pt idx="2486">
                  <c:v>2.6932</c:v>
                </c:pt>
                <c:pt idx="2487">
                  <c:v>2.6798000000000002</c:v>
                </c:pt>
                <c:pt idx="2488">
                  <c:v>2.7849999999999997</c:v>
                </c:pt>
                <c:pt idx="2489">
                  <c:v>2.8150000000000004</c:v>
                </c:pt>
                <c:pt idx="2490">
                  <c:v>2.7755999999999998</c:v>
                </c:pt>
                <c:pt idx="2491">
                  <c:v>2.7150999999999996</c:v>
                </c:pt>
                <c:pt idx="2492">
                  <c:v>2.6654999999999998</c:v>
                </c:pt>
                <c:pt idx="2493">
                  <c:v>2.7014999999999993</c:v>
                </c:pt>
                <c:pt idx="2494">
                  <c:v>2.7988999999999997</c:v>
                </c:pt>
                <c:pt idx="2495">
                  <c:v>2.7504999999999997</c:v>
                </c:pt>
                <c:pt idx="2496">
                  <c:v>2.5871</c:v>
                </c:pt>
                <c:pt idx="2497">
                  <c:v>2.6595000000000004</c:v>
                </c:pt>
                <c:pt idx="2498">
                  <c:v>2.6505999999999998</c:v>
                </c:pt>
                <c:pt idx="2499">
                  <c:v>2.6694</c:v>
                </c:pt>
                <c:pt idx="2500">
                  <c:v>2.7233999999999998</c:v>
                </c:pt>
                <c:pt idx="2501">
                  <c:v>2.6747999999999998</c:v>
                </c:pt>
                <c:pt idx="2502">
                  <c:v>2.6148999999999996</c:v>
                </c:pt>
                <c:pt idx="2503">
                  <c:v>2.6271000000000004</c:v>
                </c:pt>
                <c:pt idx="2504">
                  <c:v>2.6118000000000001</c:v>
                </c:pt>
                <c:pt idx="2505">
                  <c:v>2.5281000000000002</c:v>
                </c:pt>
                <c:pt idx="2506">
                  <c:v>2.5635000000000003</c:v>
                </c:pt>
                <c:pt idx="2507">
                  <c:v>2.6356999999999999</c:v>
                </c:pt>
                <c:pt idx="2508">
                  <c:v>2.5968</c:v>
                </c:pt>
                <c:pt idx="2509">
                  <c:v>2.5357000000000003</c:v>
                </c:pt>
                <c:pt idx="2510">
                  <c:v>2.4508000000000001</c:v>
                </c:pt>
                <c:pt idx="2511">
                  <c:v>2.3245999999999998</c:v>
                </c:pt>
                <c:pt idx="2512">
                  <c:v>2.2450000000000001</c:v>
                </c:pt>
                <c:pt idx="2513">
                  <c:v>2.3244999999999996</c:v>
                </c:pt>
                <c:pt idx="2514">
                  <c:v>2.46</c:v>
                </c:pt>
                <c:pt idx="2515">
                  <c:v>2.4881000000000002</c:v>
                </c:pt>
                <c:pt idx="2516">
                  <c:v>2.4116999999999997</c:v>
                </c:pt>
                <c:pt idx="2517">
                  <c:v>2.3767999999999998</c:v>
                </c:pt>
                <c:pt idx="2518">
                  <c:v>2.3733</c:v>
                </c:pt>
                <c:pt idx="2519">
                  <c:v>2.3883000000000001</c:v>
                </c:pt>
                <c:pt idx="2520">
                  <c:v>2.3529</c:v>
                </c:pt>
                <c:pt idx="2521">
                  <c:v>2.4075000000000002</c:v>
                </c:pt>
                <c:pt idx="2522">
                  <c:v>2.3994</c:v>
                </c:pt>
                <c:pt idx="2523">
                  <c:v>2.3435999999999995</c:v>
                </c:pt>
                <c:pt idx="2524">
                  <c:v>2.4009000000000005</c:v>
                </c:pt>
                <c:pt idx="2525">
                  <c:v>2.2584999999999997</c:v>
                </c:pt>
                <c:pt idx="2526">
                  <c:v>2.3334000000000001</c:v>
                </c:pt>
                <c:pt idx="2527">
                  <c:v>2.4107000000000003</c:v>
                </c:pt>
                <c:pt idx="2528">
                  <c:v>2.4255</c:v>
                </c:pt>
                <c:pt idx="2529">
                  <c:v>2.5332999999999997</c:v>
                </c:pt>
                <c:pt idx="2530">
                  <c:v>2.4906000000000001</c:v>
                </c:pt>
                <c:pt idx="2531">
                  <c:v>2.3521000000000001</c:v>
                </c:pt>
                <c:pt idx="2532">
                  <c:v>2.3387000000000002</c:v>
                </c:pt>
                <c:pt idx="2533">
                  <c:v>2.4031999999999996</c:v>
                </c:pt>
                <c:pt idx="2534">
                  <c:v>2.4144000000000001</c:v>
                </c:pt>
                <c:pt idx="2535">
                  <c:v>2.3580000000000005</c:v>
                </c:pt>
                <c:pt idx="2536">
                  <c:v>2.2954999999999997</c:v>
                </c:pt>
                <c:pt idx="2537">
                  <c:v>2.3378000000000001</c:v>
                </c:pt>
                <c:pt idx="2538">
                  <c:v>2.3559000000000001</c:v>
                </c:pt>
                <c:pt idx="2539">
                  <c:v>2.3043999999999993</c:v>
                </c:pt>
                <c:pt idx="2540">
                  <c:v>2.3261999999999996</c:v>
                </c:pt>
                <c:pt idx="2541">
                  <c:v>2.3618000000000006</c:v>
                </c:pt>
                <c:pt idx="2542">
                  <c:v>2.1970000000000001</c:v>
                </c:pt>
                <c:pt idx="2543">
                  <c:v>2.2610000000000001</c:v>
                </c:pt>
                <c:pt idx="2544">
                  <c:v>2.3079000000000001</c:v>
                </c:pt>
                <c:pt idx="2545">
                  <c:v>2.3784000000000001</c:v>
                </c:pt>
                <c:pt idx="2546">
                  <c:v>2.4169</c:v>
                </c:pt>
                <c:pt idx="2547">
                  <c:v>2.4177999999999997</c:v>
                </c:pt>
                <c:pt idx="2548">
                  <c:v>2.4039999999999999</c:v>
                </c:pt>
                <c:pt idx="2549">
                  <c:v>2.3936999999999999</c:v>
                </c:pt>
                <c:pt idx="2550">
                  <c:v>2.3765000000000001</c:v>
                </c:pt>
                <c:pt idx="2551">
                  <c:v>2.2993000000000001</c:v>
                </c:pt>
                <c:pt idx="2552">
                  <c:v>2.3693999999999997</c:v>
                </c:pt>
                <c:pt idx="2553">
                  <c:v>2.5050999999999997</c:v>
                </c:pt>
                <c:pt idx="2554">
                  <c:v>2.4251</c:v>
                </c:pt>
                <c:pt idx="2555">
                  <c:v>2.4419999999999997</c:v>
                </c:pt>
                <c:pt idx="2556">
                  <c:v>2.3708</c:v>
                </c:pt>
                <c:pt idx="2557">
                  <c:v>2.3960999999999997</c:v>
                </c:pt>
                <c:pt idx="2558">
                  <c:v>2.37</c:v>
                </c:pt>
                <c:pt idx="2559">
                  <c:v>2.2972999999999999</c:v>
                </c:pt>
                <c:pt idx="2560">
                  <c:v>2.2662</c:v>
                </c:pt>
                <c:pt idx="2561">
                  <c:v>2.2844000000000002</c:v>
                </c:pt>
                <c:pt idx="2562">
                  <c:v>2.2885</c:v>
                </c:pt>
                <c:pt idx="2563">
                  <c:v>2.3764000000000003</c:v>
                </c:pt>
                <c:pt idx="2564">
                  <c:v>2.3982999999999999</c:v>
                </c:pt>
                <c:pt idx="2565">
                  <c:v>2.3842000000000003</c:v>
                </c:pt>
                <c:pt idx="2566">
                  <c:v>2.3565</c:v>
                </c:pt>
                <c:pt idx="2567">
                  <c:v>2.4162999999999997</c:v>
                </c:pt>
                <c:pt idx="2568">
                  <c:v>2.5117000000000003</c:v>
                </c:pt>
                <c:pt idx="2569">
                  <c:v>2.5321999999999996</c:v>
                </c:pt>
                <c:pt idx="2570">
                  <c:v>2.5523000000000002</c:v>
                </c:pt>
                <c:pt idx="2571">
                  <c:v>2.4379999999999997</c:v>
                </c:pt>
                <c:pt idx="2572">
                  <c:v>2.4192</c:v>
                </c:pt>
                <c:pt idx="2573">
                  <c:v>2.4390000000000001</c:v>
                </c:pt>
                <c:pt idx="2574">
                  <c:v>2.5339</c:v>
                </c:pt>
                <c:pt idx="2575">
                  <c:v>2.4579</c:v>
                </c:pt>
                <c:pt idx="2576">
                  <c:v>2.4424000000000001</c:v>
                </c:pt>
                <c:pt idx="2577">
                  <c:v>2.2938999999999998</c:v>
                </c:pt>
                <c:pt idx="2578">
                  <c:v>2.4032</c:v>
                </c:pt>
                <c:pt idx="2579">
                  <c:v>2.4858000000000002</c:v>
                </c:pt>
                <c:pt idx="2580">
                  <c:v>2.5233999999999996</c:v>
                </c:pt>
                <c:pt idx="2581">
                  <c:v>2.5011000000000001</c:v>
                </c:pt>
                <c:pt idx="2582">
                  <c:v>2.4840999999999998</c:v>
                </c:pt>
                <c:pt idx="2583">
                  <c:v>2.4365000000000001</c:v>
                </c:pt>
                <c:pt idx="2584">
                  <c:v>2.5217000000000001</c:v>
                </c:pt>
                <c:pt idx="2585">
                  <c:v>2.5979000000000001</c:v>
                </c:pt>
                <c:pt idx="2586">
                  <c:v>2.5641000000000003</c:v>
                </c:pt>
                <c:pt idx="2587">
                  <c:v>2.5122</c:v>
                </c:pt>
                <c:pt idx="2588">
                  <c:v>2.5630999999999999</c:v>
                </c:pt>
                <c:pt idx="2589">
                  <c:v>2.5910000000000002</c:v>
                </c:pt>
                <c:pt idx="2590">
                  <c:v>2.5941000000000001</c:v>
                </c:pt>
                <c:pt idx="2591">
                  <c:v>2.5926</c:v>
                </c:pt>
                <c:pt idx="2592">
                  <c:v>2.6159999999999997</c:v>
                </c:pt>
                <c:pt idx="2593">
                  <c:v>2.7324999999999999</c:v>
                </c:pt>
                <c:pt idx="2594">
                  <c:v>2.8004000000000002</c:v>
                </c:pt>
                <c:pt idx="2595">
                  <c:v>2.7462999999999997</c:v>
                </c:pt>
                <c:pt idx="2596">
                  <c:v>2.6457000000000002</c:v>
                </c:pt>
                <c:pt idx="2597">
                  <c:v>2.6945999999999999</c:v>
                </c:pt>
                <c:pt idx="2598">
                  <c:v>2.7841000000000005</c:v>
                </c:pt>
                <c:pt idx="2599">
                  <c:v>2.7096999999999998</c:v>
                </c:pt>
                <c:pt idx="2600">
                  <c:v>2.7307000000000006</c:v>
                </c:pt>
                <c:pt idx="2601">
                  <c:v>2.6675000000000004</c:v>
                </c:pt>
                <c:pt idx="2602">
                  <c:v>2.7909000000000002</c:v>
                </c:pt>
                <c:pt idx="2603">
                  <c:v>2.7912999999999997</c:v>
                </c:pt>
                <c:pt idx="2604">
                  <c:v>2.8289</c:v>
                </c:pt>
                <c:pt idx="2605">
                  <c:v>2.7690000000000001</c:v>
                </c:pt>
                <c:pt idx="2606">
                  <c:v>2.7590000000000003</c:v>
                </c:pt>
                <c:pt idx="2607">
                  <c:v>2.6311999999999998</c:v>
                </c:pt>
                <c:pt idx="2608">
                  <c:v>2.6425000000000001</c:v>
                </c:pt>
                <c:pt idx="2609">
                  <c:v>2.6140000000000003</c:v>
                </c:pt>
                <c:pt idx="2610">
                  <c:v>2.5594999999999999</c:v>
                </c:pt>
                <c:pt idx="2611">
                  <c:v>2.5964999999999998</c:v>
                </c:pt>
                <c:pt idx="2612">
                  <c:v>2.6571000000000002</c:v>
                </c:pt>
                <c:pt idx="2613">
                  <c:v>2.6717000000000004</c:v>
                </c:pt>
                <c:pt idx="2614">
                  <c:v>2.8115000000000001</c:v>
                </c:pt>
                <c:pt idx="2615">
                  <c:v>2.8108999999999997</c:v>
                </c:pt>
                <c:pt idx="2616">
                  <c:v>2.8362000000000003</c:v>
                </c:pt>
                <c:pt idx="2617">
                  <c:v>2.7805</c:v>
                </c:pt>
                <c:pt idx="2618">
                  <c:v>2.8304999999999998</c:v>
                </c:pt>
                <c:pt idx="2619">
                  <c:v>2.6999</c:v>
                </c:pt>
                <c:pt idx="2620">
                  <c:v>2.6678999999999995</c:v>
                </c:pt>
                <c:pt idx="2621">
                  <c:v>2.6802000000000006</c:v>
                </c:pt>
                <c:pt idx="2622">
                  <c:v>2.7751000000000001</c:v>
                </c:pt>
                <c:pt idx="2623">
                  <c:v>2.8068999999999997</c:v>
                </c:pt>
                <c:pt idx="2624">
                  <c:v>2.8919000000000001</c:v>
                </c:pt>
                <c:pt idx="2625">
                  <c:v>2.9028999999999998</c:v>
                </c:pt>
                <c:pt idx="2626">
                  <c:v>3.0234000000000001</c:v>
                </c:pt>
                <c:pt idx="2627">
                  <c:v>3.0028000000000006</c:v>
                </c:pt>
                <c:pt idx="2628">
                  <c:v>3.0615999999999994</c:v>
                </c:pt>
                <c:pt idx="2629">
                  <c:v>2.8827000000000007</c:v>
                </c:pt>
                <c:pt idx="2630">
                  <c:v>2.8146</c:v>
                </c:pt>
                <c:pt idx="2631">
                  <c:v>2.7917999999999994</c:v>
                </c:pt>
                <c:pt idx="2632">
                  <c:v>2.8244000000000002</c:v>
                </c:pt>
                <c:pt idx="2633">
                  <c:v>2.9615000000000005</c:v>
                </c:pt>
                <c:pt idx="2634">
                  <c:v>2.9357999999999995</c:v>
                </c:pt>
                <c:pt idx="2635">
                  <c:v>3.0378999999999996</c:v>
                </c:pt>
                <c:pt idx="2636">
                  <c:v>2.9921999999999995</c:v>
                </c:pt>
                <c:pt idx="2637">
                  <c:v>3.0114999999999998</c:v>
                </c:pt>
                <c:pt idx="2638">
                  <c:v>2.8870000000000005</c:v>
                </c:pt>
                <c:pt idx="2639">
                  <c:v>2.8125</c:v>
                </c:pt>
                <c:pt idx="2640">
                  <c:v>2.7658999999999998</c:v>
                </c:pt>
                <c:pt idx="2641">
                  <c:v>2.7789000000000001</c:v>
                </c:pt>
                <c:pt idx="2642">
                  <c:v>2.8451</c:v>
                </c:pt>
                <c:pt idx="2643">
                  <c:v>2.8803999999999998</c:v>
                </c:pt>
                <c:pt idx="2644">
                  <c:v>2.9203999999999999</c:v>
                </c:pt>
                <c:pt idx="2645">
                  <c:v>2.7904</c:v>
                </c:pt>
                <c:pt idx="2646">
                  <c:v>2.7848999999999999</c:v>
                </c:pt>
                <c:pt idx="2647">
                  <c:v>2.7359</c:v>
                </c:pt>
                <c:pt idx="2648">
                  <c:v>2.7629999999999999</c:v>
                </c:pt>
                <c:pt idx="2649">
                  <c:v>2.7418</c:v>
                </c:pt>
                <c:pt idx="2650">
                  <c:v>2.7881999999999998</c:v>
                </c:pt>
                <c:pt idx="2651">
                  <c:v>2.7646000000000002</c:v>
                </c:pt>
                <c:pt idx="2652">
                  <c:v>2.7334000000000001</c:v>
                </c:pt>
                <c:pt idx="2653">
                  <c:v>2.6892000000000005</c:v>
                </c:pt>
                <c:pt idx="2654">
                  <c:v>2.7058</c:v>
                </c:pt>
                <c:pt idx="2655">
                  <c:v>2.5523000000000002</c:v>
                </c:pt>
                <c:pt idx="2656">
                  <c:v>2.5381</c:v>
                </c:pt>
                <c:pt idx="2657">
                  <c:v>2.4609999999999999</c:v>
                </c:pt>
                <c:pt idx="2658">
                  <c:v>2.4325000000000001</c:v>
                </c:pt>
                <c:pt idx="2659">
                  <c:v>2.4615</c:v>
                </c:pt>
                <c:pt idx="2660">
                  <c:v>2.5</c:v>
                </c:pt>
                <c:pt idx="2661">
                  <c:v>2.6068000000000002</c:v>
                </c:pt>
                <c:pt idx="2662">
                  <c:v>2.5872999999999999</c:v>
                </c:pt>
                <c:pt idx="2663">
                  <c:v>2.5103</c:v>
                </c:pt>
                <c:pt idx="2664">
                  <c:v>2.5033000000000003</c:v>
                </c:pt>
                <c:pt idx="2665">
                  <c:v>2.4908000000000001</c:v>
                </c:pt>
                <c:pt idx="2666">
                  <c:v>2.5844999999999998</c:v>
                </c:pt>
                <c:pt idx="2667">
                  <c:v>2.5505000000000004</c:v>
                </c:pt>
                <c:pt idx="2668">
                  <c:v>2.4926000000000004</c:v>
                </c:pt>
                <c:pt idx="2669">
                  <c:v>2.4436</c:v>
                </c:pt>
                <c:pt idx="2670">
                  <c:v>2.4481999999999999</c:v>
                </c:pt>
                <c:pt idx="2671">
                  <c:v>2.4933000000000005</c:v>
                </c:pt>
                <c:pt idx="2672">
                  <c:v>2.5209999999999999</c:v>
                </c:pt>
                <c:pt idx="2673">
                  <c:v>2.5714999999999999</c:v>
                </c:pt>
                <c:pt idx="2674">
                  <c:v>2.5438999999999998</c:v>
                </c:pt>
                <c:pt idx="2675">
                  <c:v>2.5224000000000002</c:v>
                </c:pt>
                <c:pt idx="2676">
                  <c:v>2.4636</c:v>
                </c:pt>
                <c:pt idx="2677">
                  <c:v>2.4922000000000004</c:v>
                </c:pt>
                <c:pt idx="2678">
                  <c:v>2.5371000000000001</c:v>
                </c:pt>
                <c:pt idx="2679">
                  <c:v>2.5240999999999998</c:v>
                </c:pt>
                <c:pt idx="2680">
                  <c:v>2.544</c:v>
                </c:pt>
                <c:pt idx="2681">
                  <c:v>2.5861000000000001</c:v>
                </c:pt>
                <c:pt idx="2682">
                  <c:v>2.6490999999999998</c:v>
                </c:pt>
                <c:pt idx="2683">
                  <c:v>2.6509999999999998</c:v>
                </c:pt>
                <c:pt idx="2684">
                  <c:v>2.5364</c:v>
                </c:pt>
                <c:pt idx="2685">
                  <c:v>2.5714000000000001</c:v>
                </c:pt>
                <c:pt idx="2686">
                  <c:v>2.6042000000000001</c:v>
                </c:pt>
                <c:pt idx="2687">
                  <c:v>2.7095000000000002</c:v>
                </c:pt>
                <c:pt idx="2688">
                  <c:v>2.6710000000000003</c:v>
                </c:pt>
                <c:pt idx="2689">
                  <c:v>2.6675000000000004</c:v>
                </c:pt>
                <c:pt idx="2690">
                  <c:v>2.6345000000000001</c:v>
                </c:pt>
                <c:pt idx="2691">
                  <c:v>2.6029999999999998</c:v>
                </c:pt>
                <c:pt idx="2692">
                  <c:v>2.5680999999999998</c:v>
                </c:pt>
                <c:pt idx="2693">
                  <c:v>2.5625</c:v>
                </c:pt>
                <c:pt idx="2694">
                  <c:v>2.6549</c:v>
                </c:pt>
                <c:pt idx="2695">
                  <c:v>2.5928</c:v>
                </c:pt>
                <c:pt idx="2696">
                  <c:v>2.5633999999999997</c:v>
                </c:pt>
                <c:pt idx="2697">
                  <c:v>2.4619999999999997</c:v>
                </c:pt>
                <c:pt idx="2698">
                  <c:v>2.5277000000000003</c:v>
                </c:pt>
                <c:pt idx="2699">
                  <c:v>2.5873999999999997</c:v>
                </c:pt>
                <c:pt idx="2700">
                  <c:v>2.5054999999999996</c:v>
                </c:pt>
                <c:pt idx="2701">
                  <c:v>2.5411000000000001</c:v>
                </c:pt>
                <c:pt idx="2702">
                  <c:v>2.4857000000000005</c:v>
                </c:pt>
                <c:pt idx="2703">
                  <c:v>2.4577</c:v>
                </c:pt>
                <c:pt idx="2704">
                  <c:v>2.5061999999999998</c:v>
                </c:pt>
                <c:pt idx="2705">
                  <c:v>2.5471000000000004</c:v>
                </c:pt>
                <c:pt idx="2706">
                  <c:v>2.6928000000000001</c:v>
                </c:pt>
                <c:pt idx="2707">
                  <c:v>2.6650999999999998</c:v>
                </c:pt>
                <c:pt idx="2708">
                  <c:v>2.6661000000000001</c:v>
                </c:pt>
                <c:pt idx="2709">
                  <c:v>2.6739999999999999</c:v>
                </c:pt>
                <c:pt idx="2710">
                  <c:v>2.6136999999999997</c:v>
                </c:pt>
                <c:pt idx="2711">
                  <c:v>2.6182999999999996</c:v>
                </c:pt>
                <c:pt idx="2712">
                  <c:v>2.6185</c:v>
                </c:pt>
                <c:pt idx="2713">
                  <c:v>2.6059000000000001</c:v>
                </c:pt>
                <c:pt idx="2714">
                  <c:v>2.6160000000000005</c:v>
                </c:pt>
                <c:pt idx="2715">
                  <c:v>2.5625</c:v>
                </c:pt>
                <c:pt idx="2716">
                  <c:v>2.472</c:v>
                </c:pt>
                <c:pt idx="2717">
                  <c:v>2.4352</c:v>
                </c:pt>
                <c:pt idx="2718">
                  <c:v>2.4766000000000004</c:v>
                </c:pt>
                <c:pt idx="2719">
                  <c:v>2.4539</c:v>
                </c:pt>
                <c:pt idx="2720">
                  <c:v>2.4474</c:v>
                </c:pt>
                <c:pt idx="2721">
                  <c:v>2.5350000000000001</c:v>
                </c:pt>
                <c:pt idx="2722">
                  <c:v>2.556</c:v>
                </c:pt>
                <c:pt idx="2723">
                  <c:v>2.5872999999999999</c:v>
                </c:pt>
                <c:pt idx="2724">
                  <c:v>2.6363000000000003</c:v>
                </c:pt>
                <c:pt idx="2725">
                  <c:v>2.6038000000000001</c:v>
                </c:pt>
                <c:pt idx="2726">
                  <c:v>2.4344999999999999</c:v>
                </c:pt>
                <c:pt idx="2727">
                  <c:v>2.4168000000000003</c:v>
                </c:pt>
                <c:pt idx="2728">
                  <c:v>2.3752</c:v>
                </c:pt>
                <c:pt idx="2729">
                  <c:v>2.7069000000000001</c:v>
                </c:pt>
                <c:pt idx="2730">
                  <c:v>2.6537999999999999</c:v>
                </c:pt>
                <c:pt idx="2731">
                  <c:v>2.6760000000000002</c:v>
                </c:pt>
                <c:pt idx="2732">
                  <c:v>2.6873</c:v>
                </c:pt>
                <c:pt idx="2733">
                  <c:v>2.5500000000000003</c:v>
                </c:pt>
                <c:pt idx="2734">
                  <c:v>2.4550999999999998</c:v>
                </c:pt>
                <c:pt idx="2735">
                  <c:v>2.4460000000000002</c:v>
                </c:pt>
                <c:pt idx="2736">
                  <c:v>2.496</c:v>
                </c:pt>
                <c:pt idx="2737">
                  <c:v>2.4916999999999998</c:v>
                </c:pt>
                <c:pt idx="2738">
                  <c:v>2.5025999999999997</c:v>
                </c:pt>
                <c:pt idx="2739">
                  <c:v>2.4565999999999999</c:v>
                </c:pt>
                <c:pt idx="2740">
                  <c:v>2.4238999999999997</c:v>
                </c:pt>
                <c:pt idx="2741">
                  <c:v>2.3635999999999999</c:v>
                </c:pt>
                <c:pt idx="2742">
                  <c:v>2.3030999999999997</c:v>
                </c:pt>
                <c:pt idx="2743">
                  <c:v>2.3489</c:v>
                </c:pt>
                <c:pt idx="2744">
                  <c:v>2.4621</c:v>
                </c:pt>
                <c:pt idx="2745">
                  <c:v>2.4291</c:v>
                </c:pt>
                <c:pt idx="2746">
                  <c:v>2.6072000000000002</c:v>
                </c:pt>
                <c:pt idx="2747">
                  <c:v>2.5998000000000001</c:v>
                </c:pt>
                <c:pt idx="2748">
                  <c:v>2.5106999999999999</c:v>
                </c:pt>
                <c:pt idx="2749">
                  <c:v>2.5781999999999998</c:v>
                </c:pt>
                <c:pt idx="2750">
                  <c:v>2.5381</c:v>
                </c:pt>
                <c:pt idx="2751">
                  <c:v>2.3943000000000003</c:v>
                </c:pt>
                <c:pt idx="2752">
                  <c:v>2.3900999999999999</c:v>
                </c:pt>
                <c:pt idx="2753">
                  <c:v>2.3372000000000002</c:v>
                </c:pt>
                <c:pt idx="2754">
                  <c:v>2.2867000000000002</c:v>
                </c:pt>
                <c:pt idx="2755">
                  <c:v>2.3887999999999998</c:v>
                </c:pt>
                <c:pt idx="2756">
                  <c:v>2.2849000000000004</c:v>
                </c:pt>
                <c:pt idx="2757">
                  <c:v>2.2827000000000002</c:v>
                </c:pt>
                <c:pt idx="2758">
                  <c:v>2.2845</c:v>
                </c:pt>
                <c:pt idx="2759">
                  <c:v>2.3204000000000002</c:v>
                </c:pt>
                <c:pt idx="2760">
                  <c:v>2.3734999999999999</c:v>
                </c:pt>
                <c:pt idx="2761">
                  <c:v>2.2858999999999998</c:v>
                </c:pt>
                <c:pt idx="2762">
                  <c:v>2.4079999999999999</c:v>
                </c:pt>
                <c:pt idx="2763">
                  <c:v>2.3897999999999997</c:v>
                </c:pt>
                <c:pt idx="2764">
                  <c:v>2.3618999999999999</c:v>
                </c:pt>
                <c:pt idx="2765">
                  <c:v>2.3664000000000001</c:v>
                </c:pt>
                <c:pt idx="2766">
                  <c:v>2.3723000000000001</c:v>
                </c:pt>
                <c:pt idx="2767">
                  <c:v>2.3959999999999999</c:v>
                </c:pt>
                <c:pt idx="2768">
                  <c:v>2.5564999999999998</c:v>
                </c:pt>
                <c:pt idx="2769">
                  <c:v>2.5866000000000002</c:v>
                </c:pt>
                <c:pt idx="2770">
                  <c:v>2.5157000000000003</c:v>
                </c:pt>
                <c:pt idx="2771">
                  <c:v>2.3795000000000002</c:v>
                </c:pt>
                <c:pt idx="2772">
                  <c:v>2.2854000000000001</c:v>
                </c:pt>
                <c:pt idx="2773">
                  <c:v>2.2738</c:v>
                </c:pt>
                <c:pt idx="2774">
                  <c:v>2.3685</c:v>
                </c:pt>
                <c:pt idx="2775">
                  <c:v>2.4392</c:v>
                </c:pt>
                <c:pt idx="2776">
                  <c:v>2.3762999999999996</c:v>
                </c:pt>
                <c:pt idx="2777">
                  <c:v>2.5925000000000002</c:v>
                </c:pt>
                <c:pt idx="2778">
                  <c:v>2.4956</c:v>
                </c:pt>
                <c:pt idx="2779">
                  <c:v>2.5659000000000001</c:v>
                </c:pt>
                <c:pt idx="2780">
                  <c:v>2.5154000000000001</c:v>
                </c:pt>
                <c:pt idx="2781">
                  <c:v>2.5073999999999996</c:v>
                </c:pt>
                <c:pt idx="2782">
                  <c:v>2.4890999999999996</c:v>
                </c:pt>
                <c:pt idx="2783">
                  <c:v>2.3860999999999999</c:v>
                </c:pt>
                <c:pt idx="2784">
                  <c:v>2.4259000000000004</c:v>
                </c:pt>
                <c:pt idx="2785">
                  <c:v>2.4710999999999999</c:v>
                </c:pt>
                <c:pt idx="2786">
                  <c:v>2.5544000000000002</c:v>
                </c:pt>
                <c:pt idx="2787">
                  <c:v>2.3794999999999997</c:v>
                </c:pt>
                <c:pt idx="2788">
                  <c:v>2.3826999999999998</c:v>
                </c:pt>
                <c:pt idx="2789">
                  <c:v>2.3281000000000001</c:v>
                </c:pt>
                <c:pt idx="2790">
                  <c:v>2.2724000000000002</c:v>
                </c:pt>
                <c:pt idx="2791">
                  <c:v>2.4587000000000003</c:v>
                </c:pt>
                <c:pt idx="2792">
                  <c:v>2.4005999999999998</c:v>
                </c:pt>
                <c:pt idx="2793">
                  <c:v>2.3685</c:v>
                </c:pt>
                <c:pt idx="2794">
                  <c:v>2.3200000000000003</c:v>
                </c:pt>
                <c:pt idx="2795">
                  <c:v>2.4622999999999999</c:v>
                </c:pt>
                <c:pt idx="2796">
                  <c:v>2.6154999999999999</c:v>
                </c:pt>
                <c:pt idx="2797">
                  <c:v>2.6115000000000004</c:v>
                </c:pt>
                <c:pt idx="2798">
                  <c:v>2.6448999999999998</c:v>
                </c:pt>
                <c:pt idx="2799">
                  <c:v>2.5550000000000002</c:v>
                </c:pt>
                <c:pt idx="2800">
                  <c:v>2.6059000000000001</c:v>
                </c:pt>
                <c:pt idx="2801">
                  <c:v>2.6342999999999996</c:v>
                </c:pt>
                <c:pt idx="2802">
                  <c:v>2.5666000000000002</c:v>
                </c:pt>
                <c:pt idx="2803">
                  <c:v>2.5444</c:v>
                </c:pt>
                <c:pt idx="2804">
                  <c:v>2.4420000000000002</c:v>
                </c:pt>
                <c:pt idx="2805">
                  <c:v>2.4367999999999999</c:v>
                </c:pt>
                <c:pt idx="2806">
                  <c:v>2.5766999999999998</c:v>
                </c:pt>
                <c:pt idx="2807">
                  <c:v>2.5783000000000005</c:v>
                </c:pt>
                <c:pt idx="2808">
                  <c:v>2.5461</c:v>
                </c:pt>
                <c:pt idx="2809">
                  <c:v>2.5324</c:v>
                </c:pt>
                <c:pt idx="2810">
                  <c:v>2.5638999999999998</c:v>
                </c:pt>
                <c:pt idx="2811">
                  <c:v>2.5627000000000004</c:v>
                </c:pt>
                <c:pt idx="2812">
                  <c:v>2.4381000000000004</c:v>
                </c:pt>
                <c:pt idx="2813">
                  <c:v>2.3896999999999999</c:v>
                </c:pt>
                <c:pt idx="2814">
                  <c:v>2.2242999999999999</c:v>
                </c:pt>
                <c:pt idx="2815">
                  <c:v>2.1964999999999999</c:v>
                </c:pt>
                <c:pt idx="2816">
                  <c:v>2.4298999999999999</c:v>
                </c:pt>
                <c:pt idx="2817">
                  <c:v>2.4840999999999998</c:v>
                </c:pt>
                <c:pt idx="2818">
                  <c:v>2.5948000000000002</c:v>
                </c:pt>
                <c:pt idx="2819">
                  <c:v>2.6556999999999999</c:v>
                </c:pt>
                <c:pt idx="2820">
                  <c:v>2.5494000000000003</c:v>
                </c:pt>
                <c:pt idx="2821">
                  <c:v>2.5620999999999996</c:v>
                </c:pt>
                <c:pt idx="2822">
                  <c:v>2.6036999999999999</c:v>
                </c:pt>
                <c:pt idx="2823">
                  <c:v>2.6170999999999998</c:v>
                </c:pt>
                <c:pt idx="2824">
                  <c:v>2.6309000000000005</c:v>
                </c:pt>
                <c:pt idx="2825">
                  <c:v>2.4916999999999998</c:v>
                </c:pt>
                <c:pt idx="2826">
                  <c:v>2.5196000000000001</c:v>
                </c:pt>
                <c:pt idx="2827">
                  <c:v>2.5797999999999996</c:v>
                </c:pt>
                <c:pt idx="2828">
                  <c:v>2.5367999999999999</c:v>
                </c:pt>
                <c:pt idx="2829">
                  <c:v>2.7761999999999998</c:v>
                </c:pt>
                <c:pt idx="2830">
                  <c:v>2.8096999999999999</c:v>
                </c:pt>
                <c:pt idx="2831">
                  <c:v>2.7459999999999996</c:v>
                </c:pt>
                <c:pt idx="2832">
                  <c:v>2.7671000000000001</c:v>
                </c:pt>
                <c:pt idx="2833">
                  <c:v>2.7292000000000001</c:v>
                </c:pt>
                <c:pt idx="2834">
                  <c:v>2.7937000000000003</c:v>
                </c:pt>
                <c:pt idx="2835">
                  <c:v>2.7877999999999998</c:v>
                </c:pt>
                <c:pt idx="2836">
                  <c:v>2.7221000000000002</c:v>
                </c:pt>
                <c:pt idx="2837">
                  <c:v>2.7961</c:v>
                </c:pt>
                <c:pt idx="2838">
                  <c:v>2.7121999999999997</c:v>
                </c:pt>
                <c:pt idx="2839">
                  <c:v>2.5979000000000001</c:v>
                </c:pt>
                <c:pt idx="2840">
                  <c:v>2.6289000000000002</c:v>
                </c:pt>
                <c:pt idx="2841">
                  <c:v>2.4901999999999997</c:v>
                </c:pt>
                <c:pt idx="2842">
                  <c:v>2.6387</c:v>
                </c:pt>
                <c:pt idx="2843">
                  <c:v>2.6442999999999999</c:v>
                </c:pt>
                <c:pt idx="2844">
                  <c:v>2.6358000000000001</c:v>
                </c:pt>
                <c:pt idx="2845">
                  <c:v>2.6717000000000004</c:v>
                </c:pt>
                <c:pt idx="2846">
                  <c:v>2.5137</c:v>
                </c:pt>
                <c:pt idx="2847">
                  <c:v>2.5427</c:v>
                </c:pt>
                <c:pt idx="2848">
                  <c:v>2.5000999999999998</c:v>
                </c:pt>
                <c:pt idx="2849">
                  <c:v>2.4275000000000002</c:v>
                </c:pt>
                <c:pt idx="2850">
                  <c:v>2.4546999999999999</c:v>
                </c:pt>
                <c:pt idx="2851">
                  <c:v>2.5883000000000003</c:v>
                </c:pt>
                <c:pt idx="2852">
                  <c:v>2.6816</c:v>
                </c:pt>
                <c:pt idx="2853">
                  <c:v>2.6993</c:v>
                </c:pt>
                <c:pt idx="2854">
                  <c:v>2.7334000000000005</c:v>
                </c:pt>
                <c:pt idx="2855">
                  <c:v>2.7551999999999999</c:v>
                </c:pt>
                <c:pt idx="2856">
                  <c:v>2.4935</c:v>
                </c:pt>
                <c:pt idx="2857">
                  <c:v>2.4228999999999998</c:v>
                </c:pt>
                <c:pt idx="2858">
                  <c:v>2.4781</c:v>
                </c:pt>
                <c:pt idx="2859">
                  <c:v>2.5344000000000002</c:v>
                </c:pt>
                <c:pt idx="2860">
                  <c:v>2.4988000000000001</c:v>
                </c:pt>
                <c:pt idx="2861">
                  <c:v>2.4426999999999999</c:v>
                </c:pt>
                <c:pt idx="2862">
                  <c:v>2.5933000000000002</c:v>
                </c:pt>
                <c:pt idx="2863">
                  <c:v>2.4901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546432"/>
        <c:axId val="144544896"/>
      </c:lineChart>
      <c:dateAx>
        <c:axId val="144541568"/>
        <c:scaling>
          <c:orientation val="minMax"/>
        </c:scaling>
        <c:delete val="0"/>
        <c:axPos val="b"/>
        <c:numFmt formatCode="[$-409]mmm\-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168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543104"/>
        <c:crosses val="autoZero"/>
        <c:auto val="1"/>
        <c:lblOffset val="100"/>
        <c:baseTimeUnit val="days"/>
        <c:majorUnit val="12"/>
        <c:majorTimeUnit val="months"/>
      </c:dateAx>
      <c:valAx>
        <c:axId val="144543104"/>
        <c:scaling>
          <c:orientation val="minMax"/>
        </c:scaling>
        <c:delete val="0"/>
        <c:axPos val="l"/>
        <c:numFmt formatCode="#,##0.0" sourceLinked="0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541568"/>
        <c:crosses val="autoZero"/>
        <c:crossBetween val="between"/>
      </c:valAx>
      <c:valAx>
        <c:axId val="144544896"/>
        <c:scaling>
          <c:orientation val="minMax"/>
        </c:scaling>
        <c:delete val="0"/>
        <c:axPos val="r"/>
        <c:numFmt formatCode="#,##0.0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546432"/>
        <c:crosses val="max"/>
        <c:crossBetween val="between"/>
      </c:valAx>
      <c:catAx>
        <c:axId val="144546432"/>
        <c:scaling>
          <c:orientation val="minMax"/>
        </c:scaling>
        <c:delete val="1"/>
        <c:axPos val="b"/>
        <c:majorTickMark val="out"/>
        <c:minorTickMark val="none"/>
        <c:tickLblPos val="nextTo"/>
        <c:crossAx val="14454489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2"/>
          <c:order val="0"/>
          <c:tx>
            <c:v>Household Formation</c:v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cat>
            <c:numRef>
              <c:f>Sheet1!$B$13:$B$159</c:f>
              <c:numCache>
                <c:formatCode>mmm\-yy</c:formatCode>
                <c:ptCount val="147"/>
                <c:pt idx="0">
                  <c:v>37591</c:v>
                </c:pt>
                <c:pt idx="1">
                  <c:v>37622</c:v>
                </c:pt>
                <c:pt idx="2">
                  <c:v>37653</c:v>
                </c:pt>
                <c:pt idx="3">
                  <c:v>37681</c:v>
                </c:pt>
                <c:pt idx="4">
                  <c:v>37712</c:v>
                </c:pt>
                <c:pt idx="5">
                  <c:v>37742</c:v>
                </c:pt>
                <c:pt idx="6">
                  <c:v>37773</c:v>
                </c:pt>
                <c:pt idx="7">
                  <c:v>37803</c:v>
                </c:pt>
                <c:pt idx="8">
                  <c:v>37834</c:v>
                </c:pt>
                <c:pt idx="9">
                  <c:v>37865</c:v>
                </c:pt>
                <c:pt idx="10">
                  <c:v>37895</c:v>
                </c:pt>
                <c:pt idx="11">
                  <c:v>37926</c:v>
                </c:pt>
                <c:pt idx="12">
                  <c:v>37956</c:v>
                </c:pt>
                <c:pt idx="13">
                  <c:v>37987</c:v>
                </c:pt>
                <c:pt idx="14">
                  <c:v>38018</c:v>
                </c:pt>
                <c:pt idx="15">
                  <c:v>38047</c:v>
                </c:pt>
                <c:pt idx="16">
                  <c:v>38078</c:v>
                </c:pt>
                <c:pt idx="17">
                  <c:v>38108</c:v>
                </c:pt>
                <c:pt idx="18">
                  <c:v>38139</c:v>
                </c:pt>
                <c:pt idx="19">
                  <c:v>38169</c:v>
                </c:pt>
                <c:pt idx="20">
                  <c:v>38200</c:v>
                </c:pt>
                <c:pt idx="21">
                  <c:v>38231</c:v>
                </c:pt>
                <c:pt idx="22">
                  <c:v>38261</c:v>
                </c:pt>
                <c:pt idx="23">
                  <c:v>38292</c:v>
                </c:pt>
                <c:pt idx="24">
                  <c:v>38322</c:v>
                </c:pt>
                <c:pt idx="25">
                  <c:v>38353</c:v>
                </c:pt>
                <c:pt idx="26">
                  <c:v>38384</c:v>
                </c:pt>
                <c:pt idx="27">
                  <c:v>38412</c:v>
                </c:pt>
                <c:pt idx="28">
                  <c:v>38443</c:v>
                </c:pt>
                <c:pt idx="29">
                  <c:v>38473</c:v>
                </c:pt>
                <c:pt idx="30">
                  <c:v>38504</c:v>
                </c:pt>
                <c:pt idx="31">
                  <c:v>38534</c:v>
                </c:pt>
                <c:pt idx="32">
                  <c:v>38565</c:v>
                </c:pt>
                <c:pt idx="33">
                  <c:v>38596</c:v>
                </c:pt>
                <c:pt idx="34">
                  <c:v>38626</c:v>
                </c:pt>
                <c:pt idx="35">
                  <c:v>38657</c:v>
                </c:pt>
                <c:pt idx="36">
                  <c:v>38687</c:v>
                </c:pt>
                <c:pt idx="37">
                  <c:v>38718</c:v>
                </c:pt>
                <c:pt idx="38">
                  <c:v>38749</c:v>
                </c:pt>
                <c:pt idx="39">
                  <c:v>38777</c:v>
                </c:pt>
                <c:pt idx="40">
                  <c:v>38808</c:v>
                </c:pt>
                <c:pt idx="41">
                  <c:v>38838</c:v>
                </c:pt>
                <c:pt idx="42">
                  <c:v>38869</c:v>
                </c:pt>
                <c:pt idx="43">
                  <c:v>38899</c:v>
                </c:pt>
                <c:pt idx="44">
                  <c:v>38930</c:v>
                </c:pt>
                <c:pt idx="45">
                  <c:v>38961</c:v>
                </c:pt>
                <c:pt idx="46">
                  <c:v>38991</c:v>
                </c:pt>
                <c:pt idx="47">
                  <c:v>39022</c:v>
                </c:pt>
                <c:pt idx="48">
                  <c:v>39052</c:v>
                </c:pt>
                <c:pt idx="49">
                  <c:v>39083</c:v>
                </c:pt>
                <c:pt idx="50">
                  <c:v>39114</c:v>
                </c:pt>
                <c:pt idx="51">
                  <c:v>39142</c:v>
                </c:pt>
                <c:pt idx="52">
                  <c:v>39173</c:v>
                </c:pt>
                <c:pt idx="53">
                  <c:v>39203</c:v>
                </c:pt>
                <c:pt idx="54">
                  <c:v>39234</c:v>
                </c:pt>
                <c:pt idx="55">
                  <c:v>39264</c:v>
                </c:pt>
                <c:pt idx="56">
                  <c:v>39295</c:v>
                </c:pt>
                <c:pt idx="57">
                  <c:v>39326</c:v>
                </c:pt>
                <c:pt idx="58">
                  <c:v>39356</c:v>
                </c:pt>
                <c:pt idx="59">
                  <c:v>39387</c:v>
                </c:pt>
                <c:pt idx="60">
                  <c:v>39417</c:v>
                </c:pt>
                <c:pt idx="61">
                  <c:v>39448</c:v>
                </c:pt>
                <c:pt idx="62">
                  <c:v>39479</c:v>
                </c:pt>
                <c:pt idx="63">
                  <c:v>39508</c:v>
                </c:pt>
                <c:pt idx="64">
                  <c:v>39539</c:v>
                </c:pt>
                <c:pt idx="65">
                  <c:v>39569</c:v>
                </c:pt>
                <c:pt idx="66">
                  <c:v>39600</c:v>
                </c:pt>
                <c:pt idx="67">
                  <c:v>39630</c:v>
                </c:pt>
                <c:pt idx="68">
                  <c:v>39661</c:v>
                </c:pt>
                <c:pt idx="69">
                  <c:v>39692</c:v>
                </c:pt>
                <c:pt idx="70">
                  <c:v>39722</c:v>
                </c:pt>
                <c:pt idx="71">
                  <c:v>39753</c:v>
                </c:pt>
                <c:pt idx="72">
                  <c:v>39783</c:v>
                </c:pt>
                <c:pt idx="73">
                  <c:v>39814</c:v>
                </c:pt>
                <c:pt idx="74">
                  <c:v>39845</c:v>
                </c:pt>
                <c:pt idx="75">
                  <c:v>39873</c:v>
                </c:pt>
                <c:pt idx="76">
                  <c:v>39904</c:v>
                </c:pt>
                <c:pt idx="77">
                  <c:v>39934</c:v>
                </c:pt>
                <c:pt idx="78">
                  <c:v>39965</c:v>
                </c:pt>
                <c:pt idx="79">
                  <c:v>39995</c:v>
                </c:pt>
                <c:pt idx="80">
                  <c:v>40026</c:v>
                </c:pt>
                <c:pt idx="81">
                  <c:v>40057</c:v>
                </c:pt>
                <c:pt idx="82">
                  <c:v>40087</c:v>
                </c:pt>
                <c:pt idx="83">
                  <c:v>40118</c:v>
                </c:pt>
                <c:pt idx="84">
                  <c:v>40148</c:v>
                </c:pt>
                <c:pt idx="85">
                  <c:v>40179</c:v>
                </c:pt>
                <c:pt idx="86">
                  <c:v>40210</c:v>
                </c:pt>
                <c:pt idx="87">
                  <c:v>40238</c:v>
                </c:pt>
                <c:pt idx="88">
                  <c:v>40269</c:v>
                </c:pt>
                <c:pt idx="89">
                  <c:v>40299</c:v>
                </c:pt>
                <c:pt idx="90">
                  <c:v>40330</c:v>
                </c:pt>
                <c:pt idx="91">
                  <c:v>40360</c:v>
                </c:pt>
                <c:pt idx="92">
                  <c:v>40391</c:v>
                </c:pt>
                <c:pt idx="93">
                  <c:v>40422</c:v>
                </c:pt>
                <c:pt idx="94">
                  <c:v>40452</c:v>
                </c:pt>
                <c:pt idx="95">
                  <c:v>40483</c:v>
                </c:pt>
                <c:pt idx="96">
                  <c:v>40513</c:v>
                </c:pt>
                <c:pt idx="97">
                  <c:v>40544</c:v>
                </c:pt>
                <c:pt idx="98">
                  <c:v>40575</c:v>
                </c:pt>
                <c:pt idx="99">
                  <c:v>40603</c:v>
                </c:pt>
                <c:pt idx="100">
                  <c:v>40634</c:v>
                </c:pt>
                <c:pt idx="101">
                  <c:v>40664</c:v>
                </c:pt>
                <c:pt idx="102">
                  <c:v>40695</c:v>
                </c:pt>
                <c:pt idx="103">
                  <c:v>40725</c:v>
                </c:pt>
                <c:pt idx="104">
                  <c:v>40756</c:v>
                </c:pt>
                <c:pt idx="105">
                  <c:v>40787</c:v>
                </c:pt>
                <c:pt idx="106">
                  <c:v>40817</c:v>
                </c:pt>
                <c:pt idx="107">
                  <c:v>40848</c:v>
                </c:pt>
                <c:pt idx="108">
                  <c:v>40878</c:v>
                </c:pt>
                <c:pt idx="109">
                  <c:v>40909</c:v>
                </c:pt>
                <c:pt idx="110">
                  <c:v>40940</c:v>
                </c:pt>
                <c:pt idx="111">
                  <c:v>40969</c:v>
                </c:pt>
                <c:pt idx="112">
                  <c:v>41000</c:v>
                </c:pt>
                <c:pt idx="113">
                  <c:v>41030</c:v>
                </c:pt>
                <c:pt idx="114">
                  <c:v>41061</c:v>
                </c:pt>
                <c:pt idx="115">
                  <c:v>41091</c:v>
                </c:pt>
                <c:pt idx="116">
                  <c:v>41122</c:v>
                </c:pt>
                <c:pt idx="117">
                  <c:v>41153</c:v>
                </c:pt>
                <c:pt idx="118">
                  <c:v>41183</c:v>
                </c:pt>
                <c:pt idx="119">
                  <c:v>41214</c:v>
                </c:pt>
                <c:pt idx="120">
                  <c:v>41244</c:v>
                </c:pt>
                <c:pt idx="121">
                  <c:v>41275</c:v>
                </c:pt>
                <c:pt idx="122">
                  <c:v>41306</c:v>
                </c:pt>
                <c:pt idx="123">
                  <c:v>41334</c:v>
                </c:pt>
                <c:pt idx="124">
                  <c:v>41365</c:v>
                </c:pt>
                <c:pt idx="125">
                  <c:v>41395</c:v>
                </c:pt>
                <c:pt idx="126">
                  <c:v>41426</c:v>
                </c:pt>
                <c:pt idx="127">
                  <c:v>41456</c:v>
                </c:pt>
                <c:pt idx="128">
                  <c:v>41487</c:v>
                </c:pt>
                <c:pt idx="129">
                  <c:v>41518</c:v>
                </c:pt>
                <c:pt idx="130">
                  <c:v>41548</c:v>
                </c:pt>
                <c:pt idx="131">
                  <c:v>41579</c:v>
                </c:pt>
                <c:pt idx="132">
                  <c:v>41609</c:v>
                </c:pt>
                <c:pt idx="133">
                  <c:v>41640</c:v>
                </c:pt>
                <c:pt idx="134">
                  <c:v>41671</c:v>
                </c:pt>
                <c:pt idx="135">
                  <c:v>41699</c:v>
                </c:pt>
                <c:pt idx="136">
                  <c:v>41730</c:v>
                </c:pt>
                <c:pt idx="137">
                  <c:v>41760</c:v>
                </c:pt>
                <c:pt idx="138">
                  <c:v>41791</c:v>
                </c:pt>
                <c:pt idx="139">
                  <c:v>41821</c:v>
                </c:pt>
                <c:pt idx="140">
                  <c:v>41852</c:v>
                </c:pt>
                <c:pt idx="141">
                  <c:v>41883</c:v>
                </c:pt>
                <c:pt idx="142">
                  <c:v>41913</c:v>
                </c:pt>
                <c:pt idx="143">
                  <c:v>41944</c:v>
                </c:pt>
                <c:pt idx="144">
                  <c:v>41974</c:v>
                </c:pt>
                <c:pt idx="145">
                  <c:v>42005</c:v>
                </c:pt>
                <c:pt idx="146">
                  <c:v>42036</c:v>
                </c:pt>
              </c:numCache>
            </c:numRef>
          </c:cat>
          <c:val>
            <c:numRef>
              <c:f>Sheet1!$E$13:$E$159</c:f>
              <c:numCache>
                <c:formatCode>0.0%</c:formatCode>
                <c:ptCount val="147"/>
                <c:pt idx="0">
                  <c:v>8.6714330835271358E-3</c:v>
                </c:pt>
                <c:pt idx="1">
                  <c:v>1.0806150308952489E-2</c:v>
                </c:pt>
                <c:pt idx="2">
                  <c:v>9.9237518678876313E-3</c:v>
                </c:pt>
                <c:pt idx="3">
                  <c:v>5.3381462594779272E-3</c:v>
                </c:pt>
                <c:pt idx="4">
                  <c:v>3.5968484756212504E-3</c:v>
                </c:pt>
                <c:pt idx="5">
                  <c:v>4.6085143254335215E-3</c:v>
                </c:pt>
                <c:pt idx="6">
                  <c:v>3.3206470028543933E-3</c:v>
                </c:pt>
                <c:pt idx="7">
                  <c:v>1.7692717449204753E-3</c:v>
                </c:pt>
                <c:pt idx="8">
                  <c:v>2.1473908251301577E-3</c:v>
                </c:pt>
                <c:pt idx="9">
                  <c:v>3.5694959985570485E-3</c:v>
                </c:pt>
                <c:pt idx="10">
                  <c:v>4.311654763713646E-3</c:v>
                </c:pt>
                <c:pt idx="11">
                  <c:v>4.0137777904296623E-3</c:v>
                </c:pt>
                <c:pt idx="12">
                  <c:v>4.7482300759147389E-3</c:v>
                </c:pt>
                <c:pt idx="13">
                  <c:v>3.5188557553684774E-3</c:v>
                </c:pt>
                <c:pt idx="14">
                  <c:v>6.9245894164917665E-3</c:v>
                </c:pt>
                <c:pt idx="15">
                  <c:v>3.1478145444201466E-3</c:v>
                </c:pt>
                <c:pt idx="16">
                  <c:v>4.0945150558731047E-3</c:v>
                </c:pt>
                <c:pt idx="17">
                  <c:v>7.1977922976984576E-3</c:v>
                </c:pt>
                <c:pt idx="18">
                  <c:v>6.9981199080844103E-3</c:v>
                </c:pt>
                <c:pt idx="19">
                  <c:v>8.6185645207168537E-3</c:v>
                </c:pt>
                <c:pt idx="20">
                  <c:v>1.2420421329448539E-2</c:v>
                </c:pt>
                <c:pt idx="21">
                  <c:v>1.3758865248227004E-2</c:v>
                </c:pt>
                <c:pt idx="22">
                  <c:v>1.6075985256591929E-2</c:v>
                </c:pt>
                <c:pt idx="23">
                  <c:v>1.5299866055426659E-2</c:v>
                </c:pt>
                <c:pt idx="24">
                  <c:v>1.5944727465194708E-2</c:v>
                </c:pt>
                <c:pt idx="25">
                  <c:v>1.6697168084825353E-2</c:v>
                </c:pt>
                <c:pt idx="26">
                  <c:v>2.1436267745411186E-2</c:v>
                </c:pt>
                <c:pt idx="27">
                  <c:v>1.3979743059685301E-2</c:v>
                </c:pt>
                <c:pt idx="28">
                  <c:v>1.2729737872853253E-2</c:v>
                </c:pt>
                <c:pt idx="29">
                  <c:v>1.7170983771958692E-2</c:v>
                </c:pt>
                <c:pt idx="30">
                  <c:v>1.6337811034132788E-2</c:v>
                </c:pt>
                <c:pt idx="31">
                  <c:v>1.218395530058114E-2</c:v>
                </c:pt>
                <c:pt idx="32">
                  <c:v>1.159460846042637E-2</c:v>
                </c:pt>
                <c:pt idx="33">
                  <c:v>9.3571820557896146E-3</c:v>
                </c:pt>
                <c:pt idx="34">
                  <c:v>9.2905719276079601E-3</c:v>
                </c:pt>
                <c:pt idx="35">
                  <c:v>1.2717462089496756E-2</c:v>
                </c:pt>
                <c:pt idx="36">
                  <c:v>1.2943512470308782E-2</c:v>
                </c:pt>
                <c:pt idx="37">
                  <c:v>1.2325344684001038E-2</c:v>
                </c:pt>
                <c:pt idx="38">
                  <c:v>1.813442561906542E-2</c:v>
                </c:pt>
                <c:pt idx="39">
                  <c:v>1.4298995909259871E-2</c:v>
                </c:pt>
                <c:pt idx="40">
                  <c:v>1.372923464847231E-2</c:v>
                </c:pt>
                <c:pt idx="41">
                  <c:v>1.3929354310608044E-2</c:v>
                </c:pt>
                <c:pt idx="42">
                  <c:v>9.6279885534940046E-3</c:v>
                </c:pt>
                <c:pt idx="43">
                  <c:v>9.7373856594866748E-3</c:v>
                </c:pt>
                <c:pt idx="44">
                  <c:v>1.0081369739303625E-2</c:v>
                </c:pt>
                <c:pt idx="45">
                  <c:v>1.0466143819728213E-2</c:v>
                </c:pt>
                <c:pt idx="46">
                  <c:v>1.0683741054778206E-2</c:v>
                </c:pt>
                <c:pt idx="47">
                  <c:v>7.0165153749621734E-3</c:v>
                </c:pt>
                <c:pt idx="48">
                  <c:v>3.9853019140418944E-3</c:v>
                </c:pt>
                <c:pt idx="49">
                  <c:v>4.0139711798699018E-3</c:v>
                </c:pt>
                <c:pt idx="50">
                  <c:v>5.5179746649800521E-3</c:v>
                </c:pt>
                <c:pt idx="51">
                  <c:v>2.3136082229111565E-3</c:v>
                </c:pt>
                <c:pt idx="52">
                  <c:v>5.2361274550047909E-3</c:v>
                </c:pt>
                <c:pt idx="53">
                  <c:v>1.0679052416958434E-2</c:v>
                </c:pt>
                <c:pt idx="54">
                  <c:v>7.1230274693161455E-3</c:v>
                </c:pt>
                <c:pt idx="55">
                  <c:v>5.3279324155421914E-3</c:v>
                </c:pt>
                <c:pt idx="56">
                  <c:v>4.582183232671122E-3</c:v>
                </c:pt>
                <c:pt idx="57">
                  <c:v>3.6811488820214233E-3</c:v>
                </c:pt>
                <c:pt idx="58">
                  <c:v>7.2950871862975664E-3</c:v>
                </c:pt>
                <c:pt idx="59">
                  <c:v>9.4411770061362255E-3</c:v>
                </c:pt>
                <c:pt idx="60">
                  <c:v>1.1055761472401615E-2</c:v>
                </c:pt>
                <c:pt idx="61">
                  <c:v>1.1157702825888682E-2</c:v>
                </c:pt>
                <c:pt idx="62">
                  <c:v>1.1513968213418879E-2</c:v>
                </c:pt>
                <c:pt idx="63">
                  <c:v>4.383059429930114E-3</c:v>
                </c:pt>
                <c:pt idx="64">
                  <c:v>5.1926434535602972E-3</c:v>
                </c:pt>
                <c:pt idx="65">
                  <c:v>7.8524536650828036E-3</c:v>
                </c:pt>
                <c:pt idx="66">
                  <c:v>1.1116656835609584E-2</c:v>
                </c:pt>
                <c:pt idx="67">
                  <c:v>1.1752330516159537E-2</c:v>
                </c:pt>
                <c:pt idx="68">
                  <c:v>1.17636404799637E-2</c:v>
                </c:pt>
                <c:pt idx="69">
                  <c:v>1.0420899592736177E-2</c:v>
                </c:pt>
                <c:pt idx="70">
                  <c:v>1.0804960541149988E-2</c:v>
                </c:pt>
                <c:pt idx="71">
                  <c:v>6.944632096630432E-3</c:v>
                </c:pt>
                <c:pt idx="72">
                  <c:v>6.9597201687641164E-3</c:v>
                </c:pt>
                <c:pt idx="73">
                  <c:v>1.9031641231013197E-3</c:v>
                </c:pt>
                <c:pt idx="74">
                  <c:v>6.6226960607156382E-3</c:v>
                </c:pt>
                <c:pt idx="75">
                  <c:v>4.4728434504792691E-3</c:v>
                </c:pt>
                <c:pt idx="76">
                  <c:v>8.600989653621216E-3</c:v>
                </c:pt>
                <c:pt idx="77">
                  <c:v>4.7567761622688831E-3</c:v>
                </c:pt>
                <c:pt idx="78">
                  <c:v>6.5428602158248417E-3</c:v>
                </c:pt>
                <c:pt idx="79">
                  <c:v>-3.8129676703304582E-3</c:v>
                </c:pt>
                <c:pt idx="80">
                  <c:v>-4.164693054972135E-3</c:v>
                </c:pt>
                <c:pt idx="81">
                  <c:v>-3.7654029070337547E-3</c:v>
                </c:pt>
                <c:pt idx="82">
                  <c:v>-8.4084728782019003E-4</c:v>
                </c:pt>
                <c:pt idx="83">
                  <c:v>9.0424008021772195E-4</c:v>
                </c:pt>
                <c:pt idx="84">
                  <c:v>5.0144491758117304E-3</c:v>
                </c:pt>
                <c:pt idx="85">
                  <c:v>2.4503424196458123E-3</c:v>
                </c:pt>
                <c:pt idx="86">
                  <c:v>2.4101351109200309E-3</c:v>
                </c:pt>
                <c:pt idx="87">
                  <c:v>-1.0971758871068937E-3</c:v>
                </c:pt>
                <c:pt idx="88">
                  <c:v>1.5721304153639704E-3</c:v>
                </c:pt>
                <c:pt idx="89">
                  <c:v>-2.6713682748313872E-5</c:v>
                </c:pt>
                <c:pt idx="90">
                  <c:v>8.2840662006504751E-3</c:v>
                </c:pt>
                <c:pt idx="91">
                  <c:v>1.6602798244591543E-3</c:v>
                </c:pt>
                <c:pt idx="92">
                  <c:v>-4.2095458168756039E-4</c:v>
                </c:pt>
                <c:pt idx="93">
                  <c:v>7.4217980626332114E-3</c:v>
                </c:pt>
                <c:pt idx="94">
                  <c:v>6.4312995876454337E-3</c:v>
                </c:pt>
                <c:pt idx="95">
                  <c:v>6.870543552259134E-3</c:v>
                </c:pt>
                <c:pt idx="96">
                  <c:v>6.6973479218523924E-3</c:v>
                </c:pt>
                <c:pt idx="97">
                  <c:v>3.986378384176037E-3</c:v>
                </c:pt>
                <c:pt idx="98">
                  <c:v>2.1074627398800505E-3</c:v>
                </c:pt>
                <c:pt idx="99">
                  <c:v>-1.6053368531829815E-3</c:v>
                </c:pt>
                <c:pt idx="100">
                  <c:v>7.3909830007390376E-4</c:v>
                </c:pt>
                <c:pt idx="101">
                  <c:v>3.1456068436999107E-3</c:v>
                </c:pt>
                <c:pt idx="102">
                  <c:v>7.6335877862594437E-3</c:v>
                </c:pt>
                <c:pt idx="103">
                  <c:v>1.4918820113974496E-2</c:v>
                </c:pt>
                <c:pt idx="104">
                  <c:v>8.904529579567555E-3</c:v>
                </c:pt>
                <c:pt idx="105">
                  <c:v>1.1856091578086758E-2</c:v>
                </c:pt>
                <c:pt idx="106">
                  <c:v>1.5391048281629516E-2</c:v>
                </c:pt>
                <c:pt idx="107">
                  <c:v>1.4524076347012471E-2</c:v>
                </c:pt>
                <c:pt idx="108">
                  <c:v>1.5410364382561603E-2</c:v>
                </c:pt>
                <c:pt idx="109">
                  <c:v>1.8187650932551591E-2</c:v>
                </c:pt>
                <c:pt idx="110">
                  <c:v>1.9839922819931077E-2</c:v>
                </c:pt>
                <c:pt idx="111">
                  <c:v>1.3863430086668682E-2</c:v>
                </c:pt>
                <c:pt idx="112">
                  <c:v>1.31647908468282E-2</c:v>
                </c:pt>
                <c:pt idx="113">
                  <c:v>1.5587210129463624E-2</c:v>
                </c:pt>
                <c:pt idx="114">
                  <c:v>9.3494248205598929E-3</c:v>
                </c:pt>
                <c:pt idx="115">
                  <c:v>8.0948480124021227E-3</c:v>
                </c:pt>
                <c:pt idx="116">
                  <c:v>7.6416337285902802E-3</c:v>
                </c:pt>
                <c:pt idx="117">
                  <c:v>6.8604172325270607E-3</c:v>
                </c:pt>
                <c:pt idx="118">
                  <c:v>9.1963495138822626E-3</c:v>
                </c:pt>
                <c:pt idx="119">
                  <c:v>7.8468849181994038E-3</c:v>
                </c:pt>
                <c:pt idx="120">
                  <c:v>6.7477682478558343E-3</c:v>
                </c:pt>
                <c:pt idx="121">
                  <c:v>5.4218819799065621E-3</c:v>
                </c:pt>
                <c:pt idx="122">
                  <c:v>6.7930489731438115E-3</c:v>
                </c:pt>
                <c:pt idx="123">
                  <c:v>3.2878874227346699E-3</c:v>
                </c:pt>
                <c:pt idx="124">
                  <c:v>1.3570659358939086E-3</c:v>
                </c:pt>
                <c:pt idx="125">
                  <c:v>5.8603316772793956E-3</c:v>
                </c:pt>
                <c:pt idx="126">
                  <c:v>1.8785824129736728E-3</c:v>
                </c:pt>
                <c:pt idx="127">
                  <c:v>-2.0048814504881607E-3</c:v>
                </c:pt>
                <c:pt idx="128">
                  <c:v>-1.0181349855546973E-3</c:v>
                </c:pt>
                <c:pt idx="129">
                  <c:v>-8.9474964383751132E-4</c:v>
                </c:pt>
                <c:pt idx="130">
                  <c:v>4.6105799761630983E-4</c:v>
                </c:pt>
                <c:pt idx="131">
                  <c:v>2.1733271900625795E-4</c:v>
                </c:pt>
                <c:pt idx="132">
                  <c:v>3.4847455264586102E-4</c:v>
                </c:pt>
                <c:pt idx="133">
                  <c:v>4.3586658995420358E-4</c:v>
                </c:pt>
                <c:pt idx="134">
                  <c:v>2.6042121821201469E-3</c:v>
                </c:pt>
                <c:pt idx="135">
                  <c:v>2.2295666771587896E-3</c:v>
                </c:pt>
                <c:pt idx="136">
                  <c:v>1.1304544426860019E-4</c:v>
                </c:pt>
                <c:pt idx="137">
                  <c:v>5.3112163470343532E-3</c:v>
                </c:pt>
                <c:pt idx="138">
                  <c:v>5.3017730806184105E-3</c:v>
                </c:pt>
                <c:pt idx="139">
                  <c:v>2.1864301953848919E-3</c:v>
                </c:pt>
                <c:pt idx="140">
                  <c:v>3.043134254387958E-4</c:v>
                </c:pt>
                <c:pt idx="141">
                  <c:v>7.1735387718900867E-3</c:v>
                </c:pt>
                <c:pt idx="142">
                  <c:v>1.2037616465025769E-2</c:v>
                </c:pt>
                <c:pt idx="143">
                  <c:v>1.6093916012053011E-2</c:v>
                </c:pt>
                <c:pt idx="144">
                  <c:v>1.7976020354815159E-2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696064"/>
        <c:axId val="144697600"/>
      </c:lineChart>
      <c:lineChart>
        <c:grouping val="standard"/>
        <c:varyColors val="0"/>
        <c:ser>
          <c:idx val="4"/>
          <c:order val="1"/>
          <c:tx>
            <c:v>Real Personal Income</c:v>
          </c:tx>
          <c:spPr>
            <a:ln>
              <a:solidFill>
                <a:schemeClr val="bg2">
                  <a:lumMod val="50000"/>
                </a:schemeClr>
              </a:solidFill>
            </a:ln>
          </c:spPr>
          <c:marker>
            <c:symbol val="none"/>
          </c:marker>
          <c:cat>
            <c:numRef>
              <c:f>Sheet1!$B$13:$B$159</c:f>
              <c:numCache>
                <c:formatCode>mmm\-yy</c:formatCode>
                <c:ptCount val="147"/>
                <c:pt idx="0">
                  <c:v>37591</c:v>
                </c:pt>
                <c:pt idx="1">
                  <c:v>37622</c:v>
                </c:pt>
                <c:pt idx="2">
                  <c:v>37653</c:v>
                </c:pt>
                <c:pt idx="3">
                  <c:v>37681</c:v>
                </c:pt>
                <c:pt idx="4">
                  <c:v>37712</c:v>
                </c:pt>
                <c:pt idx="5">
                  <c:v>37742</c:v>
                </c:pt>
                <c:pt idx="6">
                  <c:v>37773</c:v>
                </c:pt>
                <c:pt idx="7">
                  <c:v>37803</c:v>
                </c:pt>
                <c:pt idx="8">
                  <c:v>37834</c:v>
                </c:pt>
                <c:pt idx="9">
                  <c:v>37865</c:v>
                </c:pt>
                <c:pt idx="10">
                  <c:v>37895</c:v>
                </c:pt>
                <c:pt idx="11">
                  <c:v>37926</c:v>
                </c:pt>
                <c:pt idx="12">
                  <c:v>37956</c:v>
                </c:pt>
                <c:pt idx="13">
                  <c:v>37987</c:v>
                </c:pt>
                <c:pt idx="14">
                  <c:v>38018</c:v>
                </c:pt>
                <c:pt idx="15">
                  <c:v>38047</c:v>
                </c:pt>
                <c:pt idx="16">
                  <c:v>38078</c:v>
                </c:pt>
                <c:pt idx="17">
                  <c:v>38108</c:v>
                </c:pt>
                <c:pt idx="18">
                  <c:v>38139</c:v>
                </c:pt>
                <c:pt idx="19">
                  <c:v>38169</c:v>
                </c:pt>
                <c:pt idx="20">
                  <c:v>38200</c:v>
                </c:pt>
                <c:pt idx="21">
                  <c:v>38231</c:v>
                </c:pt>
                <c:pt idx="22">
                  <c:v>38261</c:v>
                </c:pt>
                <c:pt idx="23">
                  <c:v>38292</c:v>
                </c:pt>
                <c:pt idx="24">
                  <c:v>38322</c:v>
                </c:pt>
                <c:pt idx="25">
                  <c:v>38353</c:v>
                </c:pt>
                <c:pt idx="26">
                  <c:v>38384</c:v>
                </c:pt>
                <c:pt idx="27">
                  <c:v>38412</c:v>
                </c:pt>
                <c:pt idx="28">
                  <c:v>38443</c:v>
                </c:pt>
                <c:pt idx="29">
                  <c:v>38473</c:v>
                </c:pt>
                <c:pt idx="30">
                  <c:v>38504</c:v>
                </c:pt>
                <c:pt idx="31">
                  <c:v>38534</c:v>
                </c:pt>
                <c:pt idx="32">
                  <c:v>38565</c:v>
                </c:pt>
                <c:pt idx="33">
                  <c:v>38596</c:v>
                </c:pt>
                <c:pt idx="34">
                  <c:v>38626</c:v>
                </c:pt>
                <c:pt idx="35">
                  <c:v>38657</c:v>
                </c:pt>
                <c:pt idx="36">
                  <c:v>38687</c:v>
                </c:pt>
                <c:pt idx="37">
                  <c:v>38718</c:v>
                </c:pt>
                <c:pt idx="38">
                  <c:v>38749</c:v>
                </c:pt>
                <c:pt idx="39">
                  <c:v>38777</c:v>
                </c:pt>
                <c:pt idx="40">
                  <c:v>38808</c:v>
                </c:pt>
                <c:pt idx="41">
                  <c:v>38838</c:v>
                </c:pt>
                <c:pt idx="42">
                  <c:v>38869</c:v>
                </c:pt>
                <c:pt idx="43">
                  <c:v>38899</c:v>
                </c:pt>
                <c:pt idx="44">
                  <c:v>38930</c:v>
                </c:pt>
                <c:pt idx="45">
                  <c:v>38961</c:v>
                </c:pt>
                <c:pt idx="46">
                  <c:v>38991</c:v>
                </c:pt>
                <c:pt idx="47">
                  <c:v>39022</c:v>
                </c:pt>
                <c:pt idx="48">
                  <c:v>39052</c:v>
                </c:pt>
                <c:pt idx="49">
                  <c:v>39083</c:v>
                </c:pt>
                <c:pt idx="50">
                  <c:v>39114</c:v>
                </c:pt>
                <c:pt idx="51">
                  <c:v>39142</c:v>
                </c:pt>
                <c:pt idx="52">
                  <c:v>39173</c:v>
                </c:pt>
                <c:pt idx="53">
                  <c:v>39203</c:v>
                </c:pt>
                <c:pt idx="54">
                  <c:v>39234</c:v>
                </c:pt>
                <c:pt idx="55">
                  <c:v>39264</c:v>
                </c:pt>
                <c:pt idx="56">
                  <c:v>39295</c:v>
                </c:pt>
                <c:pt idx="57">
                  <c:v>39326</c:v>
                </c:pt>
                <c:pt idx="58">
                  <c:v>39356</c:v>
                </c:pt>
                <c:pt idx="59">
                  <c:v>39387</c:v>
                </c:pt>
                <c:pt idx="60">
                  <c:v>39417</c:v>
                </c:pt>
                <c:pt idx="61">
                  <c:v>39448</c:v>
                </c:pt>
                <c:pt idx="62">
                  <c:v>39479</c:v>
                </c:pt>
                <c:pt idx="63">
                  <c:v>39508</c:v>
                </c:pt>
                <c:pt idx="64">
                  <c:v>39539</c:v>
                </c:pt>
                <c:pt idx="65">
                  <c:v>39569</c:v>
                </c:pt>
                <c:pt idx="66">
                  <c:v>39600</c:v>
                </c:pt>
                <c:pt idx="67">
                  <c:v>39630</c:v>
                </c:pt>
                <c:pt idx="68">
                  <c:v>39661</c:v>
                </c:pt>
                <c:pt idx="69">
                  <c:v>39692</c:v>
                </c:pt>
                <c:pt idx="70">
                  <c:v>39722</c:v>
                </c:pt>
                <c:pt idx="71">
                  <c:v>39753</c:v>
                </c:pt>
                <c:pt idx="72">
                  <c:v>39783</c:v>
                </c:pt>
                <c:pt idx="73">
                  <c:v>39814</c:v>
                </c:pt>
                <c:pt idx="74">
                  <c:v>39845</c:v>
                </c:pt>
                <c:pt idx="75">
                  <c:v>39873</c:v>
                </c:pt>
                <c:pt idx="76">
                  <c:v>39904</c:v>
                </c:pt>
                <c:pt idx="77">
                  <c:v>39934</c:v>
                </c:pt>
                <c:pt idx="78">
                  <c:v>39965</c:v>
                </c:pt>
                <c:pt idx="79">
                  <c:v>39995</c:v>
                </c:pt>
                <c:pt idx="80">
                  <c:v>40026</c:v>
                </c:pt>
                <c:pt idx="81">
                  <c:v>40057</c:v>
                </c:pt>
                <c:pt idx="82">
                  <c:v>40087</c:v>
                </c:pt>
                <c:pt idx="83">
                  <c:v>40118</c:v>
                </c:pt>
                <c:pt idx="84">
                  <c:v>40148</c:v>
                </c:pt>
                <c:pt idx="85">
                  <c:v>40179</c:v>
                </c:pt>
                <c:pt idx="86">
                  <c:v>40210</c:v>
                </c:pt>
                <c:pt idx="87">
                  <c:v>40238</c:v>
                </c:pt>
                <c:pt idx="88">
                  <c:v>40269</c:v>
                </c:pt>
                <c:pt idx="89">
                  <c:v>40299</c:v>
                </c:pt>
                <c:pt idx="90">
                  <c:v>40330</c:v>
                </c:pt>
                <c:pt idx="91">
                  <c:v>40360</c:v>
                </c:pt>
                <c:pt idx="92">
                  <c:v>40391</c:v>
                </c:pt>
                <c:pt idx="93">
                  <c:v>40422</c:v>
                </c:pt>
                <c:pt idx="94">
                  <c:v>40452</c:v>
                </c:pt>
                <c:pt idx="95">
                  <c:v>40483</c:v>
                </c:pt>
                <c:pt idx="96">
                  <c:v>40513</c:v>
                </c:pt>
                <c:pt idx="97">
                  <c:v>40544</c:v>
                </c:pt>
                <c:pt idx="98">
                  <c:v>40575</c:v>
                </c:pt>
                <c:pt idx="99">
                  <c:v>40603</c:v>
                </c:pt>
                <c:pt idx="100">
                  <c:v>40634</c:v>
                </c:pt>
                <c:pt idx="101">
                  <c:v>40664</c:v>
                </c:pt>
                <c:pt idx="102">
                  <c:v>40695</c:v>
                </c:pt>
                <c:pt idx="103">
                  <c:v>40725</c:v>
                </c:pt>
                <c:pt idx="104">
                  <c:v>40756</c:v>
                </c:pt>
                <c:pt idx="105">
                  <c:v>40787</c:v>
                </c:pt>
                <c:pt idx="106">
                  <c:v>40817</c:v>
                </c:pt>
                <c:pt idx="107">
                  <c:v>40848</c:v>
                </c:pt>
                <c:pt idx="108">
                  <c:v>40878</c:v>
                </c:pt>
                <c:pt idx="109">
                  <c:v>40909</c:v>
                </c:pt>
                <c:pt idx="110">
                  <c:v>40940</c:v>
                </c:pt>
                <c:pt idx="111">
                  <c:v>40969</c:v>
                </c:pt>
                <c:pt idx="112">
                  <c:v>41000</c:v>
                </c:pt>
                <c:pt idx="113">
                  <c:v>41030</c:v>
                </c:pt>
                <c:pt idx="114">
                  <c:v>41061</c:v>
                </c:pt>
                <c:pt idx="115">
                  <c:v>41091</c:v>
                </c:pt>
                <c:pt idx="116">
                  <c:v>41122</c:v>
                </c:pt>
                <c:pt idx="117">
                  <c:v>41153</c:v>
                </c:pt>
                <c:pt idx="118">
                  <c:v>41183</c:v>
                </c:pt>
                <c:pt idx="119">
                  <c:v>41214</c:v>
                </c:pt>
                <c:pt idx="120">
                  <c:v>41244</c:v>
                </c:pt>
                <c:pt idx="121">
                  <c:v>41275</c:v>
                </c:pt>
                <c:pt idx="122">
                  <c:v>41306</c:v>
                </c:pt>
                <c:pt idx="123">
                  <c:v>41334</c:v>
                </c:pt>
                <c:pt idx="124">
                  <c:v>41365</c:v>
                </c:pt>
                <c:pt idx="125">
                  <c:v>41395</c:v>
                </c:pt>
                <c:pt idx="126">
                  <c:v>41426</c:v>
                </c:pt>
                <c:pt idx="127">
                  <c:v>41456</c:v>
                </c:pt>
                <c:pt idx="128">
                  <c:v>41487</c:v>
                </c:pt>
                <c:pt idx="129">
                  <c:v>41518</c:v>
                </c:pt>
                <c:pt idx="130">
                  <c:v>41548</c:v>
                </c:pt>
                <c:pt idx="131">
                  <c:v>41579</c:v>
                </c:pt>
                <c:pt idx="132">
                  <c:v>41609</c:v>
                </c:pt>
                <c:pt idx="133">
                  <c:v>41640</c:v>
                </c:pt>
                <c:pt idx="134">
                  <c:v>41671</c:v>
                </c:pt>
                <c:pt idx="135">
                  <c:v>41699</c:v>
                </c:pt>
                <c:pt idx="136">
                  <c:v>41730</c:v>
                </c:pt>
                <c:pt idx="137">
                  <c:v>41760</c:v>
                </c:pt>
                <c:pt idx="138">
                  <c:v>41791</c:v>
                </c:pt>
                <c:pt idx="139">
                  <c:v>41821</c:v>
                </c:pt>
                <c:pt idx="140">
                  <c:v>41852</c:v>
                </c:pt>
                <c:pt idx="141">
                  <c:v>41883</c:v>
                </c:pt>
                <c:pt idx="142">
                  <c:v>41913</c:v>
                </c:pt>
                <c:pt idx="143">
                  <c:v>41944</c:v>
                </c:pt>
                <c:pt idx="144">
                  <c:v>41974</c:v>
                </c:pt>
                <c:pt idx="145">
                  <c:v>42005</c:v>
                </c:pt>
                <c:pt idx="146">
                  <c:v>42036</c:v>
                </c:pt>
              </c:numCache>
            </c:numRef>
          </c:cat>
          <c:val>
            <c:numRef>
              <c:f>Sheet1!$G$13:$G$159</c:f>
              <c:numCache>
                <c:formatCode>0.0%</c:formatCode>
                <c:ptCount val="147"/>
                <c:pt idx="0">
                  <c:v>4.0928590873674509E-3</c:v>
                </c:pt>
                <c:pt idx="1">
                  <c:v>2.5829599782092316E-3</c:v>
                </c:pt>
                <c:pt idx="2">
                  <c:v>1.6841035676653515E-3</c:v>
                </c:pt>
                <c:pt idx="3">
                  <c:v>3.3461162493420016E-3</c:v>
                </c:pt>
                <c:pt idx="4">
                  <c:v>6.8984935942559833E-3</c:v>
                </c:pt>
                <c:pt idx="5">
                  <c:v>1.2540388667759306E-2</c:v>
                </c:pt>
                <c:pt idx="6">
                  <c:v>1.9650203828595947E-2</c:v>
                </c:pt>
                <c:pt idx="7">
                  <c:v>0</c:v>
                </c:pt>
                <c:pt idx="8">
                  <c:v>2.1807351172579592E-2</c:v>
                </c:pt>
                <c:pt idx="9">
                  <c:v>2.1902125463332256E-2</c:v>
                </c:pt>
                <c:pt idx="10">
                  <c:v>2.4593850132104134E-2</c:v>
                </c:pt>
                <c:pt idx="11">
                  <c:v>2.9421388704505391E-2</c:v>
                </c:pt>
                <c:pt idx="12">
                  <c:v>3.2676921923891156E-2</c:v>
                </c:pt>
                <c:pt idx="13">
                  <c:v>3.4733767270609617E-2</c:v>
                </c:pt>
                <c:pt idx="14">
                  <c:v>3.3583767377374674E-2</c:v>
                </c:pt>
                <c:pt idx="15">
                  <c:v>3.1767337807606211E-2</c:v>
                </c:pt>
                <c:pt idx="16">
                  <c:v>2.7027027027027195E-2</c:v>
                </c:pt>
                <c:pt idx="17">
                  <c:v>2.8437459697477907E-2</c:v>
                </c:pt>
                <c:pt idx="18">
                  <c:v>2.8223987627841174E-2</c:v>
                </c:pt>
                <c:pt idx="19">
                  <c:v>3.0196868132373433E-2</c:v>
                </c:pt>
                <c:pt idx="20">
                  <c:v>3.2828584284520623E-2</c:v>
                </c:pt>
                <c:pt idx="21">
                  <c:v>2.9343721138635148E-2</c:v>
                </c:pt>
                <c:pt idx="22">
                  <c:v>2.3485605303787072E-2</c:v>
                </c:pt>
                <c:pt idx="23">
                  <c:v>2.0448153860110674E-2</c:v>
                </c:pt>
                <c:pt idx="24">
                  <c:v>5.5335179049607497E-2</c:v>
                </c:pt>
                <c:pt idx="25">
                  <c:v>2.8296157994435189E-2</c:v>
                </c:pt>
                <c:pt idx="26">
                  <c:v>2.5856461405030506E-2</c:v>
                </c:pt>
                <c:pt idx="27">
                  <c:v>2.569436939371017E-2</c:v>
                </c:pt>
                <c:pt idx="28">
                  <c:v>2.2590267016597831E-2</c:v>
                </c:pt>
                <c:pt idx="29">
                  <c:v>2.6464452939649163E-2</c:v>
                </c:pt>
                <c:pt idx="30">
                  <c:v>2.6821496469916273E-2</c:v>
                </c:pt>
                <c:pt idx="31">
                  <c:v>2.5721500080018611E-2</c:v>
                </c:pt>
                <c:pt idx="32">
                  <c:v>2.6543955653471674E-2</c:v>
                </c:pt>
                <c:pt idx="33">
                  <c:v>2.0586356214949975E-2</c:v>
                </c:pt>
                <c:pt idx="34">
                  <c:v>2.7790619110273473E-2</c:v>
                </c:pt>
                <c:pt idx="35">
                  <c:v>1.4708285667592857E-3</c:v>
                </c:pt>
                <c:pt idx="36">
                  <c:v>3.1862853113569178E-2</c:v>
                </c:pt>
                <c:pt idx="37">
                  <c:v>4.6613826508146161E-2</c:v>
                </c:pt>
                <c:pt idx="38">
                  <c:v>4.8837025524853139E-2</c:v>
                </c:pt>
                <c:pt idx="39">
                  <c:v>4.8930038628977934E-2</c:v>
                </c:pt>
                <c:pt idx="40">
                  <c:v>4.3967449608819598E-2</c:v>
                </c:pt>
                <c:pt idx="41">
                  <c:v>3.9429078075833068E-2</c:v>
                </c:pt>
                <c:pt idx="42">
                  <c:v>3.8685239279863337E-2</c:v>
                </c:pt>
                <c:pt idx="43">
                  <c:v>3.6346014053792119E-2</c:v>
                </c:pt>
                <c:pt idx="44">
                  <c:v>4.095951867566261E-2</c:v>
                </c:pt>
                <c:pt idx="45">
                  <c:v>4.2582821555228634E-2</c:v>
                </c:pt>
                <c:pt idx="46">
                  <c:v>4.193005359351365E-2</c:v>
                </c:pt>
                <c:pt idx="47">
                  <c:v>4.1026736140770348E-2</c:v>
                </c:pt>
                <c:pt idx="48">
                  <c:v>2.9358060634618877E-2</c:v>
                </c:pt>
                <c:pt idx="49">
                  <c:v>2.6688767779256661E-2</c:v>
                </c:pt>
                <c:pt idx="50">
                  <c:v>2.7682903406291537E-2</c:v>
                </c:pt>
                <c:pt idx="51">
                  <c:v>3.1613948903036038E-2</c:v>
                </c:pt>
                <c:pt idx="52">
                  <c:v>3.2623057753098372E-2</c:v>
                </c:pt>
                <c:pt idx="53">
                  <c:v>3.0017524826838171E-2</c:v>
                </c:pt>
                <c:pt idx="54">
                  <c:v>2.9869067103109659E-2</c:v>
                </c:pt>
                <c:pt idx="55">
                  <c:v>3.2248365030444148E-2</c:v>
                </c:pt>
                <c:pt idx="56">
                  <c:v>2.5810358988824778E-2</c:v>
                </c:pt>
                <c:pt idx="57">
                  <c:v>2.1893598430519079E-2</c:v>
                </c:pt>
                <c:pt idx="58">
                  <c:v>1.5598204688487272E-2</c:v>
                </c:pt>
                <c:pt idx="59">
                  <c:v>1.1207206618055743E-2</c:v>
                </c:pt>
                <c:pt idx="60">
                  <c:v>1.2850724484054776E-2</c:v>
                </c:pt>
                <c:pt idx="61">
                  <c:v>1.1124293050770229E-2</c:v>
                </c:pt>
                <c:pt idx="62">
                  <c:v>9.5320623916812508E-3</c:v>
                </c:pt>
                <c:pt idx="63">
                  <c:v>1.1872464143700467E-2</c:v>
                </c:pt>
                <c:pt idx="64">
                  <c:v>7.6725513866495731E-3</c:v>
                </c:pt>
                <c:pt idx="65">
                  <c:v>1.8948699861351059E-2</c:v>
                </c:pt>
                <c:pt idx="66">
                  <c:v>8.714438294980198E-3</c:v>
                </c:pt>
                <c:pt idx="67">
                  <c:v>-5.9040471029730979E-3</c:v>
                </c:pt>
                <c:pt idx="68">
                  <c:v>-4.4284907638945104E-3</c:v>
                </c:pt>
                <c:pt idx="69">
                  <c:v>-2.9812400019390006E-3</c:v>
                </c:pt>
                <c:pt idx="70">
                  <c:v>1.180246234933735E-3</c:v>
                </c:pt>
                <c:pt idx="71">
                  <c:v>2.0126393752768479E-3</c:v>
                </c:pt>
                <c:pt idx="72">
                  <c:v>-4.7897261980341943E-3</c:v>
                </c:pt>
                <c:pt idx="73">
                  <c:v>-1.7071116280935272E-2</c:v>
                </c:pt>
                <c:pt idx="74">
                  <c:v>-3.0037216375205067E-2</c:v>
                </c:pt>
                <c:pt idx="75">
                  <c:v>-2.7923842603759574E-2</c:v>
                </c:pt>
                <c:pt idx="76">
                  <c:v>-3.6428741943184462E-2</c:v>
                </c:pt>
                <c:pt idx="77">
                  <c:v>-1.5128544499258045E-2</c:v>
                </c:pt>
                <c:pt idx="78">
                  <c:v>-1.7158338350391267E-2</c:v>
                </c:pt>
                <c:pt idx="79">
                  <c:v>-2.4193613728619945E-2</c:v>
                </c:pt>
                <c:pt idx="80">
                  <c:v>-2.6376564969004535E-2</c:v>
                </c:pt>
                <c:pt idx="81">
                  <c:v>-2.8801201463071857E-2</c:v>
                </c:pt>
                <c:pt idx="82">
                  <c:v>-3.7384003535130272E-2</c:v>
                </c:pt>
                <c:pt idx="83">
                  <c:v>-3.0249440797176952E-2</c:v>
                </c:pt>
                <c:pt idx="84">
                  <c:v>-1.6673875962032958E-2</c:v>
                </c:pt>
                <c:pt idx="85">
                  <c:v>-6.5763416727177004E-3</c:v>
                </c:pt>
                <c:pt idx="86">
                  <c:v>-6.1703377143282889E-3</c:v>
                </c:pt>
                <c:pt idx="87">
                  <c:v>-5.4338849800152911E-3</c:v>
                </c:pt>
                <c:pt idx="88">
                  <c:v>-1.1777258325935236E-2</c:v>
                </c:pt>
                <c:pt idx="89">
                  <c:v>1.1597202102562099E-2</c:v>
                </c:pt>
                <c:pt idx="90">
                  <c:v>1.5643293062647778E-2</c:v>
                </c:pt>
                <c:pt idx="91">
                  <c:v>2.0199750312109854E-2</c:v>
                </c:pt>
                <c:pt idx="92">
                  <c:v>2.2979331903360434E-2</c:v>
                </c:pt>
                <c:pt idx="93">
                  <c:v>2.6658431542750272E-2</c:v>
                </c:pt>
                <c:pt idx="94">
                  <c:v>2.7262659150144364E-2</c:v>
                </c:pt>
                <c:pt idx="95">
                  <c:v>2.7099033896617053E-2</c:v>
                </c:pt>
                <c:pt idx="96">
                  <c:v>3.5142655425889791E-2</c:v>
                </c:pt>
                <c:pt idx="97">
                  <c:v>5.0934209978777512E-2</c:v>
                </c:pt>
                <c:pt idx="98">
                  <c:v>5.1405749207034557E-2</c:v>
                </c:pt>
                <c:pt idx="99">
                  <c:v>4.2280335934988811E-2</c:v>
                </c:pt>
                <c:pt idx="100">
                  <c:v>3.2273374466065485E-2</c:v>
                </c:pt>
                <c:pt idx="101">
                  <c:v>3.0902803325730366E-2</c:v>
                </c:pt>
                <c:pt idx="102">
                  <c:v>3.3578893267089072E-2</c:v>
                </c:pt>
                <c:pt idx="103">
                  <c:v>3.4336752108967472E-2</c:v>
                </c:pt>
                <c:pt idx="104">
                  <c:v>3.4014600913776505E-2</c:v>
                </c:pt>
                <c:pt idx="105">
                  <c:v>2.8338669800997085E-2</c:v>
                </c:pt>
                <c:pt idx="106">
                  <c:v>2.5575964250216243E-2</c:v>
                </c:pt>
                <c:pt idx="107">
                  <c:v>1.7195448782757916E-2</c:v>
                </c:pt>
                <c:pt idx="108">
                  <c:v>1.1973866561077129E-2</c:v>
                </c:pt>
                <c:pt idx="109">
                  <c:v>1.700296150049363E-2</c:v>
                </c:pt>
                <c:pt idx="110">
                  <c:v>2.4252152803586835E-2</c:v>
                </c:pt>
                <c:pt idx="111">
                  <c:v>2.9147839873166825E-2</c:v>
                </c:pt>
                <c:pt idx="112">
                  <c:v>3.1324594168074205E-2</c:v>
                </c:pt>
                <c:pt idx="113">
                  <c:v>2.6607626309267385E-2</c:v>
                </c:pt>
                <c:pt idx="114">
                  <c:v>2.3760322461519046E-2</c:v>
                </c:pt>
                <c:pt idx="115">
                  <c:v>2.2407421967135743E-2</c:v>
                </c:pt>
                <c:pt idx="116">
                  <c:v>2.3986883281702065E-2</c:v>
                </c:pt>
                <c:pt idx="117">
                  <c:v>2.9720913374411184E-2</c:v>
                </c:pt>
                <c:pt idx="118">
                  <c:v>3.7106863665407053E-2</c:v>
                </c:pt>
                <c:pt idx="119">
                  <c:v>4.3924655872663143E-2</c:v>
                </c:pt>
                <c:pt idx="120">
                  <c:v>6.4995573778129812E-2</c:v>
                </c:pt>
                <c:pt idx="121">
                  <c:v>4.0531151084690631E-3</c:v>
                </c:pt>
                <c:pt idx="122">
                  <c:v>7.1171636100348934E-3</c:v>
                </c:pt>
                <c:pt idx="123">
                  <c:v>9.296495936147009E-3</c:v>
                </c:pt>
                <c:pt idx="124">
                  <c:v>1.1932587034075626E-2</c:v>
                </c:pt>
                <c:pt idx="125">
                  <c:v>1.3446410069457793E-2</c:v>
                </c:pt>
                <c:pt idx="126">
                  <c:v>1.7125499846201153E-2</c:v>
                </c:pt>
                <c:pt idx="127">
                  <c:v>1.6542985589358183E-2</c:v>
                </c:pt>
                <c:pt idx="128">
                  <c:v>1.4217284177341138E-2</c:v>
                </c:pt>
                <c:pt idx="129">
                  <c:v>1.1074517201250522E-2</c:v>
                </c:pt>
                <c:pt idx="130">
                  <c:v>-5.1874062968516599E-3</c:v>
                </c:pt>
                <c:pt idx="131">
                  <c:v>-3.0616560212325394E-2</c:v>
                </c:pt>
                <c:pt idx="132">
                  <c:v>2.0099188804736379E-2</c:v>
                </c:pt>
                <c:pt idx="133">
                  <c:v>1.9227386406222458E-2</c:v>
                </c:pt>
                <c:pt idx="134">
                  <c:v>2.0440658855079397E-2</c:v>
                </c:pt>
                <c:pt idx="135">
                  <c:v>2.2428884026258089E-2</c:v>
                </c:pt>
                <c:pt idx="136">
                  <c:v>1.9364317250675889E-2</c:v>
                </c:pt>
                <c:pt idx="137">
                  <c:v>1.8598743450747302E-2</c:v>
                </c:pt>
                <c:pt idx="138">
                  <c:v>2.2119906401217637E-2</c:v>
                </c:pt>
                <c:pt idx="139">
                  <c:v>2.0657291163689084E-2</c:v>
                </c:pt>
                <c:pt idx="140">
                  <c:v>2.2222389395842868E-2</c:v>
                </c:pt>
                <c:pt idx="141">
                  <c:v>2.5190644120927308E-2</c:v>
                </c:pt>
                <c:pt idx="142">
                  <c:v>2.6446231261611608E-2</c:v>
                </c:pt>
                <c:pt idx="143">
                  <c:v>3.4356179665181896E-2</c:v>
                </c:pt>
                <c:pt idx="144">
                  <c:v>3.5515701797171007E-2</c:v>
                </c:pt>
                <c:pt idx="145">
                  <c:v>3.9039577127242486E-2</c:v>
                </c:pt>
                <c:pt idx="146">
                  <c:v>3.6449973247726142E-2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778752"/>
        <c:axId val="144777216"/>
      </c:lineChart>
      <c:dateAx>
        <c:axId val="14469606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crossAx val="144697600"/>
        <c:crosses val="autoZero"/>
        <c:auto val="1"/>
        <c:lblOffset val="100"/>
        <c:baseTimeUnit val="months"/>
      </c:dateAx>
      <c:valAx>
        <c:axId val="144697600"/>
        <c:scaling>
          <c:orientation val="minMax"/>
        </c:scaling>
        <c:delete val="0"/>
        <c:axPos val="l"/>
        <c:numFmt formatCode="0.0%" sourceLinked="0"/>
        <c:majorTickMark val="out"/>
        <c:minorTickMark val="none"/>
        <c:tickLblPos val="nextTo"/>
        <c:crossAx val="144696064"/>
        <c:crosses val="autoZero"/>
        <c:crossBetween val="between"/>
      </c:valAx>
      <c:valAx>
        <c:axId val="144777216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extTo"/>
        <c:crossAx val="144778752"/>
        <c:crosses val="max"/>
        <c:crossBetween val="between"/>
      </c:valAx>
      <c:dateAx>
        <c:axId val="144778752"/>
        <c:scaling>
          <c:orientation val="minMax"/>
        </c:scaling>
        <c:delete val="1"/>
        <c:axPos val="b"/>
        <c:numFmt formatCode="mmm\-yy" sourceLinked="1"/>
        <c:majorTickMark val="out"/>
        <c:minorTickMark val="none"/>
        <c:tickLblPos val="nextTo"/>
        <c:crossAx val="144777216"/>
        <c:crosses val="autoZero"/>
        <c:auto val="1"/>
        <c:lblOffset val="100"/>
        <c:baseTimeUnit val="months"/>
      </c:dateAx>
    </c:plotArea>
    <c:legend>
      <c:legendPos val="b"/>
      <c:layout/>
      <c:overlay val="0"/>
    </c:legend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3844975583394923E-2"/>
          <c:y val="2.0576259147298347E-2"/>
          <c:w val="0.88461261790026147"/>
          <c:h val="0.8718853168900248"/>
        </c:manualLayout>
      </c:layout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strRef>
              <c:f>Sheet1!$AD$10:$AD$16</c:f>
              <c:strCache>
                <c:ptCount val="7"/>
                <c:pt idx="0">
                  <c:v>3 Month</c:v>
                </c:pt>
                <c:pt idx="1">
                  <c:v>6 Month</c:v>
                </c:pt>
                <c:pt idx="2">
                  <c:v>1 Year</c:v>
                </c:pt>
                <c:pt idx="3">
                  <c:v>2 Year</c:v>
                </c:pt>
                <c:pt idx="4">
                  <c:v>5 Year</c:v>
                </c:pt>
                <c:pt idx="5">
                  <c:v>10 Year</c:v>
                </c:pt>
                <c:pt idx="6">
                  <c:v>30 Year</c:v>
                </c:pt>
              </c:strCache>
            </c:strRef>
          </c:xVal>
          <c:yVal>
            <c:numRef>
              <c:f>Sheet1!$AE$10:$AE$16</c:f>
              <c:numCache>
                <c:formatCode>0.00%</c:formatCode>
                <c:ptCount val="7"/>
                <c:pt idx="0">
                  <c:v>2.0000000000000001E-4</c:v>
                </c:pt>
                <c:pt idx="1">
                  <c:v>5.9999999999999995E-4</c:v>
                </c:pt>
                <c:pt idx="2">
                  <c:v>8.9999999999999998E-4</c:v>
                </c:pt>
                <c:pt idx="3">
                  <c:v>4.7990000000000003E-3</c:v>
                </c:pt>
                <c:pt idx="4">
                  <c:v>1.7000000000000001E-2</c:v>
                </c:pt>
                <c:pt idx="5">
                  <c:v>2.5522E-2</c:v>
                </c:pt>
                <c:pt idx="6">
                  <c:v>3.3715000000000002E-2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9946240"/>
        <c:axId val="139968512"/>
      </c:scatterChart>
      <c:valAx>
        <c:axId val="1399462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587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noFill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968512"/>
        <c:crosses val="autoZero"/>
        <c:crossBetween val="midCat"/>
      </c:valAx>
      <c:valAx>
        <c:axId val="139968512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 w="635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946240"/>
        <c:crosses val="autoZero"/>
        <c:crossBetween val="midCat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586729152193758E-2"/>
          <c:y val="2.237602565472049E-2"/>
          <c:w val="0.90171942158638585"/>
          <c:h val="0.90348588679216235"/>
        </c:manualLayout>
      </c:layout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none"/>
          </c:marker>
          <c:cat>
            <c:strRef>
              <c:f>Sheet1!$AD$10:$AD$16</c:f>
              <c:strCache>
                <c:ptCount val="7"/>
                <c:pt idx="0">
                  <c:v>3 Month</c:v>
                </c:pt>
                <c:pt idx="1">
                  <c:v>6 Month</c:v>
                </c:pt>
                <c:pt idx="2">
                  <c:v>1 Year</c:v>
                </c:pt>
                <c:pt idx="3">
                  <c:v>2 Year</c:v>
                </c:pt>
                <c:pt idx="4">
                  <c:v>5 Year</c:v>
                </c:pt>
                <c:pt idx="5">
                  <c:v>10 Year</c:v>
                </c:pt>
                <c:pt idx="6">
                  <c:v>30 Year</c:v>
                </c:pt>
              </c:strCache>
            </c:strRef>
          </c:cat>
          <c:val>
            <c:numRef>
              <c:f>Sheet1!$AE$10:$AE$16</c:f>
              <c:numCache>
                <c:formatCode>0.00%</c:formatCode>
                <c:ptCount val="7"/>
                <c:pt idx="0">
                  <c:v>2.0000000000000001E-4</c:v>
                </c:pt>
                <c:pt idx="1">
                  <c:v>5.9999999999999995E-4</c:v>
                </c:pt>
                <c:pt idx="2">
                  <c:v>8.9999999999999998E-4</c:v>
                </c:pt>
                <c:pt idx="3">
                  <c:v>4.7990000000000003E-3</c:v>
                </c:pt>
                <c:pt idx="4">
                  <c:v>1.7000000000000001E-2</c:v>
                </c:pt>
                <c:pt idx="5">
                  <c:v>2.5522E-2</c:v>
                </c:pt>
                <c:pt idx="6">
                  <c:v>3.3715000000000002E-2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9975680"/>
        <c:axId val="140002048"/>
      </c:lineChart>
      <c:catAx>
        <c:axId val="139975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002048"/>
        <c:crosses val="autoZero"/>
        <c:auto val="1"/>
        <c:lblAlgn val="ctr"/>
        <c:lblOffset val="100"/>
        <c:noMultiLvlLbl val="0"/>
      </c:catAx>
      <c:valAx>
        <c:axId val="140002048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9975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35" tIns="46568" rIns="93135" bIns="4656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7" y="0"/>
            <a:ext cx="3037840" cy="464820"/>
          </a:xfrm>
          <a:prstGeom prst="rect">
            <a:avLst/>
          </a:prstGeom>
        </p:spPr>
        <p:txBody>
          <a:bodyPr vert="horz" lIns="93135" tIns="46568" rIns="93135" bIns="46568" rtlCol="0"/>
          <a:lstStyle>
            <a:lvl1pPr algn="r">
              <a:defRPr sz="1200"/>
            </a:lvl1pPr>
          </a:lstStyle>
          <a:p>
            <a:fld id="{A8458E9D-EEA3-425D-8727-2637C15F5D3A}" type="datetimeFigureOut">
              <a:rPr lang="en-US" smtClean="0"/>
              <a:t>5/10/2016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696913"/>
            <a:ext cx="4651375" cy="34877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5" tIns="46568" rIns="93135" bIns="4656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1"/>
            <a:ext cx="5608320" cy="4183380"/>
          </a:xfrm>
          <a:prstGeom prst="rect">
            <a:avLst/>
          </a:prstGeom>
        </p:spPr>
        <p:txBody>
          <a:bodyPr vert="horz" lIns="93135" tIns="46568" rIns="93135" bIns="46568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35" tIns="46568" rIns="93135" bIns="4656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7" y="8829967"/>
            <a:ext cx="3037840" cy="464820"/>
          </a:xfrm>
          <a:prstGeom prst="rect">
            <a:avLst/>
          </a:prstGeom>
        </p:spPr>
        <p:txBody>
          <a:bodyPr vert="horz" lIns="93135" tIns="46568" rIns="93135" bIns="46568" rtlCol="0" anchor="b"/>
          <a:lstStyle>
            <a:lvl1pPr algn="r">
              <a:defRPr sz="1200"/>
            </a:lvl1pPr>
          </a:lstStyle>
          <a:p>
            <a:fld id="{5DCA49B7-56B7-41CA-B1AF-E05A1D1FC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977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80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8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39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517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98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75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56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033" algn="l" defTabSz="91375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81100" y="698500"/>
            <a:ext cx="4648200" cy="3486150"/>
          </a:xfrm>
          <a:ln/>
        </p:spPr>
      </p:sp>
      <p:sp>
        <p:nvSpPr>
          <p:cNvPr id="9011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  <p:sp>
        <p:nvSpPr>
          <p:cNvPr id="9011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19753"/>
            <a:fld id="{1FE077EC-684A-4FD9-A6C3-9AE90D8B81D6}" type="slidenum">
              <a:rPr lang="en-US" smtClean="0">
                <a:solidFill>
                  <a:srgbClr val="000000"/>
                </a:solidFill>
              </a:rPr>
              <a:pPr defTabSz="919753"/>
              <a:t>0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70598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79086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79513" y="696913"/>
            <a:ext cx="4651375" cy="34877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6297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0336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79513" y="696913"/>
            <a:ext cx="4651375" cy="34877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376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79513" y="696913"/>
            <a:ext cx="4651375" cy="34877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809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79513" y="696913"/>
            <a:ext cx="4651375" cy="34877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809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79513" y="696913"/>
            <a:ext cx="4651375" cy="348773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62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lIns="91365" tIns="45683" rIns="91365" bIns="45683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lIns="91365" tIns="45683" rIns="91365" bIns="45683"/>
          <a:lstStyle>
            <a:lvl1pPr marL="0" indent="0" algn="ctr">
              <a:buNone/>
              <a:defRPr/>
            </a:lvl1pPr>
            <a:lvl2pPr marL="456827" indent="0" algn="ctr">
              <a:buNone/>
              <a:defRPr/>
            </a:lvl2pPr>
            <a:lvl3pPr marL="913651" indent="0" algn="ctr">
              <a:buNone/>
              <a:defRPr/>
            </a:lvl3pPr>
            <a:lvl4pPr marL="1370479" indent="0" algn="ctr">
              <a:buNone/>
              <a:defRPr/>
            </a:lvl4pPr>
            <a:lvl5pPr marL="1827303" indent="0" algn="ctr">
              <a:buNone/>
              <a:defRPr/>
            </a:lvl5pPr>
            <a:lvl6pPr marL="2284131" indent="0" algn="ctr">
              <a:buNone/>
              <a:defRPr/>
            </a:lvl6pPr>
            <a:lvl7pPr marL="2740955" indent="0" algn="ctr">
              <a:buNone/>
              <a:defRPr/>
            </a:lvl7pPr>
            <a:lvl8pPr marL="3197782" indent="0" algn="ctr">
              <a:buNone/>
              <a:defRPr/>
            </a:lvl8pPr>
            <a:lvl9pPr marL="3654606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417725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5392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6775" indent="0" algn="ctr">
              <a:buNone/>
              <a:defRPr/>
            </a:lvl2pPr>
            <a:lvl3pPr marL="913550" indent="0" algn="ctr">
              <a:buNone/>
              <a:defRPr/>
            </a:lvl3pPr>
            <a:lvl4pPr marL="1370324" indent="0" algn="ctr">
              <a:buNone/>
              <a:defRPr/>
            </a:lvl4pPr>
            <a:lvl5pPr marL="1827098" indent="0" algn="ctr">
              <a:buNone/>
              <a:defRPr/>
            </a:lvl5pPr>
            <a:lvl6pPr marL="2283874" indent="0" algn="ctr">
              <a:buNone/>
              <a:defRPr/>
            </a:lvl6pPr>
            <a:lvl7pPr marL="2740649" indent="0" algn="ctr">
              <a:buNone/>
              <a:defRPr/>
            </a:lvl7pPr>
            <a:lvl8pPr marL="3197425" indent="0" algn="ctr">
              <a:buNone/>
              <a:defRPr/>
            </a:lvl8pPr>
            <a:lvl9pPr marL="3654197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65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6615" y="158750"/>
            <a:ext cx="6187391" cy="59820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1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 marL="720354" indent="-210696">
              <a:defRPr sz="1100">
                <a:latin typeface="+mn-lt"/>
              </a:defRPr>
            </a:lvl4pPr>
            <a:lvl5pPr marL="919661" indent="-199306">
              <a:defRPr sz="11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944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8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9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6775" indent="0">
              <a:buNone/>
              <a:defRPr sz="1800"/>
            </a:lvl2pPr>
            <a:lvl3pPr marL="913550" indent="0">
              <a:buNone/>
              <a:defRPr sz="1600"/>
            </a:lvl3pPr>
            <a:lvl4pPr marL="1370324" indent="0">
              <a:buNone/>
              <a:defRPr sz="1400"/>
            </a:lvl4pPr>
            <a:lvl5pPr marL="1827098" indent="0">
              <a:buNone/>
              <a:defRPr sz="1400"/>
            </a:lvl5pPr>
            <a:lvl6pPr marL="2283874" indent="0">
              <a:buNone/>
              <a:defRPr sz="1400"/>
            </a:lvl6pPr>
            <a:lvl7pPr marL="2740649" indent="0">
              <a:buNone/>
              <a:defRPr sz="1400"/>
            </a:lvl7pPr>
            <a:lvl8pPr marL="3197425" indent="0">
              <a:buNone/>
              <a:defRPr sz="1400"/>
            </a:lvl8pPr>
            <a:lvl9pPr marL="3654197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260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818" y="1382720"/>
            <a:ext cx="4287985" cy="4743451"/>
          </a:xfrm>
        </p:spPr>
        <p:txBody>
          <a:bodyPr/>
          <a:lstStyle>
            <a:lvl1pPr>
              <a:defRPr sz="11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5" y="1382720"/>
            <a:ext cx="4287978" cy="4743451"/>
          </a:xfrm>
        </p:spPr>
        <p:txBody>
          <a:bodyPr/>
          <a:lstStyle>
            <a:lvl1pPr>
              <a:defRPr sz="11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3585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807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095" indent="0" algn="ctr">
              <a:buNone/>
              <a:defRPr/>
            </a:lvl2pPr>
            <a:lvl3pPr marL="914191" indent="0" algn="ctr">
              <a:buNone/>
              <a:defRPr/>
            </a:lvl3pPr>
            <a:lvl4pPr marL="1371286" indent="0" algn="ctr">
              <a:buNone/>
              <a:defRPr/>
            </a:lvl4pPr>
            <a:lvl5pPr marL="1828382" indent="0" algn="ctr">
              <a:buNone/>
              <a:defRPr/>
            </a:lvl5pPr>
            <a:lvl6pPr marL="2285477" indent="0" algn="ctr">
              <a:buNone/>
              <a:defRPr/>
            </a:lvl6pPr>
            <a:lvl7pPr marL="2742572" indent="0" algn="ctr">
              <a:buNone/>
              <a:defRPr/>
            </a:lvl7pPr>
            <a:lvl8pPr marL="3199668" indent="0" algn="ctr">
              <a:buNone/>
              <a:defRPr/>
            </a:lvl8pPr>
            <a:lvl9pPr marL="3656762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108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6610" y="158750"/>
            <a:ext cx="6187391" cy="59820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1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 marL="720859" indent="-210844">
              <a:defRPr sz="1100">
                <a:latin typeface="+mn-lt"/>
              </a:defRPr>
            </a:lvl4pPr>
            <a:lvl5pPr marL="920306" indent="-199447">
              <a:defRPr sz="1100">
                <a:latin typeface="+mn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16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7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95" indent="0">
              <a:buNone/>
              <a:defRPr sz="1800"/>
            </a:lvl2pPr>
            <a:lvl3pPr marL="914191" indent="0">
              <a:buNone/>
              <a:defRPr sz="1600"/>
            </a:lvl3pPr>
            <a:lvl4pPr marL="1371286" indent="0">
              <a:buNone/>
              <a:defRPr sz="1400"/>
            </a:lvl4pPr>
            <a:lvl5pPr marL="1828382" indent="0">
              <a:buNone/>
              <a:defRPr sz="1400"/>
            </a:lvl5pPr>
            <a:lvl6pPr marL="2285477" indent="0">
              <a:buNone/>
              <a:defRPr sz="1400"/>
            </a:lvl6pPr>
            <a:lvl7pPr marL="2742572" indent="0">
              <a:buNone/>
              <a:defRPr sz="1400"/>
            </a:lvl7pPr>
            <a:lvl8pPr marL="3199668" indent="0">
              <a:buNone/>
              <a:defRPr sz="1400"/>
            </a:lvl8pPr>
            <a:lvl9pPr marL="3656762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164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7818" y="1382714"/>
            <a:ext cx="4287985" cy="4743451"/>
          </a:xfrm>
        </p:spPr>
        <p:txBody>
          <a:bodyPr/>
          <a:lstStyle>
            <a:lvl1pPr>
              <a:defRPr sz="11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5" y="1382714"/>
            <a:ext cx="4287978" cy="4743451"/>
          </a:xfrm>
        </p:spPr>
        <p:txBody>
          <a:bodyPr/>
          <a:lstStyle>
            <a:lvl1pPr>
              <a:defRPr sz="1100">
                <a:latin typeface="+mn-lt"/>
              </a:defRPr>
            </a:lvl1pPr>
            <a:lvl2pPr>
              <a:defRPr sz="11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100">
                <a:latin typeface="+mn-lt"/>
              </a:defRPr>
            </a:lvl4pPr>
            <a:lvl5pPr>
              <a:defRPr sz="11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01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5729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 lIns="101858" tIns="50929" rIns="101858" bIns="50929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lIns="101858" tIns="50929" rIns="101858" bIns="50929"/>
          <a:lstStyle>
            <a:lvl1pPr marL="0" indent="0" algn="ctr">
              <a:buNone/>
              <a:defRPr/>
            </a:lvl1pPr>
            <a:lvl2pPr marL="449399" indent="0" algn="ctr">
              <a:buNone/>
              <a:defRPr/>
            </a:lvl2pPr>
            <a:lvl3pPr marL="898800" indent="0" algn="ctr">
              <a:buNone/>
              <a:defRPr/>
            </a:lvl3pPr>
            <a:lvl4pPr marL="1348200" indent="0" algn="ctr">
              <a:buNone/>
              <a:defRPr/>
            </a:lvl4pPr>
            <a:lvl5pPr marL="1797601" indent="0" algn="ctr">
              <a:buNone/>
              <a:defRPr/>
            </a:lvl5pPr>
            <a:lvl6pPr marL="2247002" indent="0" algn="ctr">
              <a:buNone/>
              <a:defRPr/>
            </a:lvl6pPr>
            <a:lvl7pPr marL="2696401" indent="0" algn="ctr">
              <a:buNone/>
              <a:defRPr/>
            </a:lvl7pPr>
            <a:lvl8pPr marL="3145802" indent="0" algn="ctr">
              <a:buNone/>
              <a:defRPr/>
            </a:lvl8pPr>
            <a:lvl9pPr marL="3595201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591250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9396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07818" y="695327"/>
            <a:ext cx="8728364" cy="3400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07818" y="6296726"/>
            <a:ext cx="8728364" cy="35401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365" tIns="45683" rIns="91365" bIns="45683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07818" y="4383088"/>
            <a:ext cx="8728364" cy="354012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82003" tIns="41000" rIns="82003" bIns="4100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0000"/>
              </a:solidFill>
            </a:endParaRPr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919167" y="3517900"/>
            <a:ext cx="1978025" cy="2541588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dirty="0">
                <a:solidFill>
                  <a:srgbClr val="000000"/>
                </a:solidFill>
              </a:endParaRPr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07818" y="201706"/>
            <a:ext cx="8728364" cy="6454588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91354" tIns="45678" rIns="91354" bIns="4567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66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5pPr>
      <a:lvl6pPr marL="456827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6pPr>
      <a:lvl7pPr marL="913651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7pPr>
      <a:lvl8pPr marL="137047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8pPr>
      <a:lvl9pPr marL="1827303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mbria" pitchFamily="18" charset="0"/>
        </a:defRPr>
      </a:lvl9pPr>
    </p:titleStyle>
    <p:bodyStyle>
      <a:lvl1pPr marL="341034" indent="-341034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0755" indent="-28393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0479" indent="-22683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597306" indent="-22683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4132" indent="-22683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0957" indent="-22683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67783" indent="-22683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4609" indent="-22683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1435" indent="-22683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27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651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479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303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131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955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782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606" algn="l" defTabSz="9136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7818" y="1116387"/>
            <a:ext cx="8728364" cy="5015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07818" y="203050"/>
            <a:ext cx="8728364" cy="572845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354" tIns="45678" rIns="91354" bIns="45678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ambria" pitchFamily="18" charset="0"/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9977" y="194877"/>
            <a:ext cx="6618287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3272" name="Rectangle 200"/>
          <p:cNvSpPr>
            <a:spLocks noChangeArrowheads="1"/>
          </p:cNvSpPr>
          <p:nvPr userDrawn="1"/>
        </p:nvSpPr>
        <p:spPr bwMode="auto">
          <a:xfrm>
            <a:off x="207825" y="6470802"/>
            <a:ext cx="752475" cy="188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00" b="1" dirty="0">
                <a:solidFill>
                  <a:srgbClr val="203353"/>
                </a:solidFill>
              </a:rPr>
              <a:t>PAGE </a:t>
            </a:r>
            <a:fld id="{54B17DE0-6D87-48AB-BBA0-9128AA86CC3B}" type="slidenum">
              <a:rPr lang="en-US" sz="800" b="1">
                <a:solidFill>
                  <a:srgbClr val="203353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sz="800" b="1" dirty="0">
              <a:solidFill>
                <a:srgbClr val="203353"/>
              </a:solidFill>
            </a:endParaRP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0110" y="284326"/>
            <a:ext cx="2197100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07818" y="6388474"/>
            <a:ext cx="87283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72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5pPr>
      <a:lvl6pPr marL="456775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6pPr>
      <a:lvl7pPr marL="913550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7pPr>
      <a:lvl8pPr marL="1370324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8pPr>
      <a:lvl9pPr marL="1827098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9pPr>
    </p:titleStyle>
    <p:bodyStyle>
      <a:lvl1pPr marL="168139" indent="-168139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337861" indent="-166553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00">
          <a:solidFill>
            <a:schemeClr val="tx1"/>
          </a:solidFill>
          <a:latin typeface="+mn-lt"/>
        </a:defRPr>
      </a:lvl2pPr>
      <a:lvl3pPr marL="507586" indent="-16655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00">
          <a:solidFill>
            <a:schemeClr val="tx1"/>
          </a:solidFill>
          <a:latin typeface="+mn-lt"/>
        </a:defRPr>
      </a:lvl3pPr>
      <a:lvl4pPr marL="1597306" indent="-22683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Arial" charset="0"/>
        </a:defRPr>
      </a:lvl4pPr>
      <a:lvl5pPr marL="2054132" indent="-22683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5pPr>
      <a:lvl6pPr marL="2512261" indent="-22838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6pPr>
      <a:lvl7pPr marL="2969037" indent="-22838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7pPr>
      <a:lvl8pPr marL="3425810" indent="-22838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8pPr>
      <a:lvl9pPr marL="3882583" indent="-22838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775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550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324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098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3874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0649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7425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197" algn="l" defTabSz="91355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7818" y="1116387"/>
            <a:ext cx="8728364" cy="5015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9" tIns="45709" rIns="91419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</p:txBody>
      </p:sp>
      <p:sp>
        <p:nvSpPr>
          <p:cNvPr id="3123" name="Rectangle 51"/>
          <p:cNvSpPr>
            <a:spLocks noChangeArrowheads="1"/>
          </p:cNvSpPr>
          <p:nvPr/>
        </p:nvSpPr>
        <p:spPr bwMode="auto">
          <a:xfrm>
            <a:off x="207818" y="203047"/>
            <a:ext cx="8728364" cy="572845"/>
          </a:xfrm>
          <a:prstGeom prst="rect">
            <a:avLst/>
          </a:prstGeom>
          <a:solidFill>
            <a:srgbClr val="2E398A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1419" tIns="45709" rIns="91419" bIns="45709" anchor="ctr"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srgbClr val="000000"/>
              </a:solidFill>
              <a:latin typeface="Cambria" pitchFamily="18" charset="0"/>
            </a:endParaRP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9976" y="194877"/>
            <a:ext cx="6618287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9" tIns="45709" rIns="91419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pic>
        <p:nvPicPr>
          <p:cNvPr id="1032" name="Picture 20" descr="Cello_LOGO_Horizontal_Short.pn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0110" y="284326"/>
            <a:ext cx="2197100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" name="Straight Connector 20"/>
          <p:cNvCxnSpPr/>
          <p:nvPr userDrawn="1"/>
        </p:nvCxnSpPr>
        <p:spPr>
          <a:xfrm>
            <a:off x="207818" y="6388474"/>
            <a:ext cx="87283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289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300" b="1">
          <a:solidFill>
            <a:schemeClr val="bg1"/>
          </a:solidFill>
          <a:latin typeface="Calibri" pitchFamily="34" charset="0"/>
        </a:defRPr>
      </a:lvl5pPr>
      <a:lvl6pPr marL="457095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6pPr>
      <a:lvl7pPr marL="914191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7pPr>
      <a:lvl8pPr marL="1371286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8pPr>
      <a:lvl9pPr marL="1828382" algn="r" rtl="0" fontAlgn="base">
        <a:spcBef>
          <a:spcPct val="0"/>
        </a:spcBef>
        <a:spcAft>
          <a:spcPct val="0"/>
        </a:spcAft>
        <a:defRPr sz="1700">
          <a:solidFill>
            <a:schemeClr val="bg1"/>
          </a:solidFill>
          <a:latin typeface="Calisto MT" pitchFamily="18" charset="0"/>
        </a:defRPr>
      </a:lvl9pPr>
    </p:titleStyle>
    <p:bodyStyle>
      <a:lvl1pPr marL="168255" indent="-168255" algn="l" rtl="0" eaLnBrk="0" fontAlgn="base" hangingPunct="0">
        <a:spcBef>
          <a:spcPct val="110000"/>
        </a:spcBef>
        <a:spcAft>
          <a:spcPct val="0"/>
        </a:spcAft>
        <a:buClr>
          <a:schemeClr val="tx2"/>
        </a:buClr>
        <a:buChar char="•"/>
        <a:defRPr sz="1100">
          <a:solidFill>
            <a:schemeClr val="tx1"/>
          </a:solidFill>
          <a:latin typeface="+mn-lt"/>
          <a:ea typeface="+mn-ea"/>
          <a:cs typeface="+mn-cs"/>
        </a:defRPr>
      </a:lvl1pPr>
      <a:lvl2pPr marL="338098" indent="-166669" algn="l" rtl="0" eaLnBrk="0" fontAlgn="base" hangingPunct="0">
        <a:spcBef>
          <a:spcPct val="47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00">
          <a:solidFill>
            <a:schemeClr val="tx1"/>
          </a:solidFill>
          <a:latin typeface="+mn-lt"/>
        </a:defRPr>
      </a:lvl2pPr>
      <a:lvl3pPr marL="507941" indent="-166669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Times" pitchFamily="18" charset="0"/>
        <a:buChar char="–"/>
        <a:defRPr sz="1100">
          <a:solidFill>
            <a:schemeClr val="tx1"/>
          </a:solidFill>
          <a:latin typeface="+mn-lt"/>
        </a:defRPr>
      </a:lvl3pPr>
      <a:lvl4pPr marL="1598426" indent="-226987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Arial" charset="0"/>
        </a:defRPr>
      </a:lvl4pPr>
      <a:lvl5pPr marL="2055573" indent="-226987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5pPr>
      <a:lvl6pPr marL="2514024" indent="-22854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6pPr>
      <a:lvl7pPr marL="2971120" indent="-22854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7pPr>
      <a:lvl8pPr marL="3428215" indent="-22854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8pPr>
      <a:lvl9pPr marL="3885310" indent="-228547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5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91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86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82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77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72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68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62" algn="l" defTabSz="9141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4" cstate="print"/>
          <a:srcRect b="13019"/>
          <a:stretch>
            <a:fillRect/>
          </a:stretch>
        </p:blipFill>
        <p:spPr bwMode="auto">
          <a:xfrm>
            <a:off x="207818" y="695327"/>
            <a:ext cx="8728364" cy="3400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4592" name="Rectangle 48"/>
          <p:cNvSpPr>
            <a:spLocks noChangeArrowheads="1"/>
          </p:cNvSpPr>
          <p:nvPr userDrawn="1"/>
        </p:nvSpPr>
        <p:spPr bwMode="auto">
          <a:xfrm>
            <a:off x="207818" y="6296722"/>
            <a:ext cx="8728364" cy="354013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89875" tIns="44937" rIns="89875" bIns="44937" anchor="ctr"/>
          <a:lstStyle/>
          <a:p>
            <a:pPr defTabSz="806867" fontAlgn="base">
              <a:spcBef>
                <a:spcPct val="0"/>
              </a:spcBef>
              <a:spcAft>
                <a:spcPct val="0"/>
              </a:spcAft>
            </a:pPr>
            <a:endParaRPr lang="en-US" sz="1588" dirty="0">
              <a:solidFill>
                <a:srgbClr val="000000"/>
              </a:solidFill>
            </a:endParaRPr>
          </a:p>
        </p:txBody>
      </p:sp>
      <p:sp>
        <p:nvSpPr>
          <p:cNvPr id="364594" name="Rectangle 50"/>
          <p:cNvSpPr>
            <a:spLocks noChangeArrowheads="1"/>
          </p:cNvSpPr>
          <p:nvPr userDrawn="1"/>
        </p:nvSpPr>
        <p:spPr bwMode="auto">
          <a:xfrm flipV="1">
            <a:off x="207818" y="4383088"/>
            <a:ext cx="8728364" cy="354012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80663" tIns="40332" rIns="80663" bIns="40332" anchor="ctr"/>
          <a:lstStyle/>
          <a:p>
            <a:pPr defTabSz="806867" fontAlgn="base">
              <a:spcBef>
                <a:spcPct val="0"/>
              </a:spcBef>
              <a:spcAft>
                <a:spcPct val="0"/>
              </a:spcAft>
            </a:pPr>
            <a:endParaRPr lang="en-US" sz="1588" dirty="0">
              <a:solidFill>
                <a:srgbClr val="000000"/>
              </a:solidFill>
            </a:endParaRPr>
          </a:p>
        </p:txBody>
      </p:sp>
      <p:grpSp>
        <p:nvGrpSpPr>
          <p:cNvPr id="364597" name="Group 33"/>
          <p:cNvGrpSpPr>
            <a:grpSpLocks/>
          </p:cNvGrpSpPr>
          <p:nvPr userDrawn="1"/>
        </p:nvGrpSpPr>
        <p:grpSpPr bwMode="auto">
          <a:xfrm>
            <a:off x="919166" y="3517900"/>
            <a:ext cx="1978025" cy="2541588"/>
            <a:chOff x="2173" y="2091"/>
            <a:chExt cx="1436" cy="1845"/>
          </a:xfrm>
        </p:grpSpPr>
        <p:sp>
          <p:nvSpPr>
            <p:cNvPr id="323607" name="Freeform 23"/>
            <p:cNvSpPr>
              <a:spLocks/>
            </p:cNvSpPr>
            <p:nvPr userDrawn="1"/>
          </p:nvSpPr>
          <p:spPr bwMode="auto">
            <a:xfrm>
              <a:off x="2191" y="3620"/>
              <a:ext cx="280" cy="316"/>
            </a:xfrm>
            <a:custGeom>
              <a:avLst/>
              <a:gdLst/>
              <a:ahLst/>
              <a:cxnLst>
                <a:cxn ang="0">
                  <a:pos x="828" y="5"/>
                </a:cxn>
                <a:cxn ang="0">
                  <a:pos x="996" y="23"/>
                </a:cxn>
                <a:cxn ang="0">
                  <a:pos x="1126" y="42"/>
                </a:cxn>
                <a:cxn ang="0">
                  <a:pos x="1112" y="133"/>
                </a:cxn>
                <a:cxn ang="0">
                  <a:pos x="1101" y="247"/>
                </a:cxn>
                <a:cxn ang="0">
                  <a:pos x="1096" y="352"/>
                </a:cxn>
                <a:cxn ang="0">
                  <a:pos x="1070" y="361"/>
                </a:cxn>
                <a:cxn ang="0">
                  <a:pos x="1033" y="356"/>
                </a:cxn>
                <a:cxn ang="0">
                  <a:pos x="1012" y="244"/>
                </a:cxn>
                <a:cxn ang="0">
                  <a:pos x="984" y="177"/>
                </a:cxn>
                <a:cxn ang="0">
                  <a:pos x="940" y="135"/>
                </a:cxn>
                <a:cxn ang="0">
                  <a:pos x="859" y="98"/>
                </a:cxn>
                <a:cxn ang="0">
                  <a:pos x="733" y="77"/>
                </a:cxn>
                <a:cxn ang="0">
                  <a:pos x="584" y="79"/>
                </a:cxn>
                <a:cxn ang="0">
                  <a:pos x="449" y="121"/>
                </a:cxn>
                <a:cxn ang="0">
                  <a:pos x="342" y="200"/>
                </a:cxn>
                <a:cxn ang="0">
                  <a:pos x="265" y="312"/>
                </a:cxn>
                <a:cxn ang="0">
                  <a:pos x="216" y="456"/>
                </a:cxn>
                <a:cxn ang="0">
                  <a:pos x="200" y="631"/>
                </a:cxn>
                <a:cxn ang="0">
                  <a:pos x="214" y="775"/>
                </a:cxn>
                <a:cxn ang="0">
                  <a:pos x="251" y="908"/>
                </a:cxn>
                <a:cxn ang="0">
                  <a:pos x="316" y="1024"/>
                </a:cxn>
                <a:cxn ang="0">
                  <a:pos x="405" y="1117"/>
                </a:cxn>
                <a:cxn ang="0">
                  <a:pos x="521" y="1185"/>
                </a:cxn>
                <a:cxn ang="0">
                  <a:pos x="661" y="1222"/>
                </a:cxn>
                <a:cxn ang="0">
                  <a:pos x="791" y="1224"/>
                </a:cxn>
                <a:cxn ang="0">
                  <a:pos x="887" y="1201"/>
                </a:cxn>
                <a:cxn ang="0">
                  <a:pos x="961" y="1157"/>
                </a:cxn>
                <a:cxn ang="0">
                  <a:pos x="1036" y="1075"/>
                </a:cxn>
                <a:cxn ang="0">
                  <a:pos x="1112" y="959"/>
                </a:cxn>
                <a:cxn ang="0">
                  <a:pos x="1140" y="971"/>
                </a:cxn>
                <a:cxn ang="0">
                  <a:pos x="1161" y="992"/>
                </a:cxn>
                <a:cxn ang="0">
                  <a:pos x="1136" y="1066"/>
                </a:cxn>
                <a:cxn ang="0">
                  <a:pos x="1094" y="1150"/>
                </a:cxn>
                <a:cxn ang="0">
                  <a:pos x="1049" y="1222"/>
                </a:cxn>
                <a:cxn ang="0">
                  <a:pos x="1008" y="1264"/>
                </a:cxn>
                <a:cxn ang="0">
                  <a:pos x="928" y="1287"/>
                </a:cxn>
                <a:cxn ang="0">
                  <a:pos x="821" y="1306"/>
                </a:cxn>
                <a:cxn ang="0">
                  <a:pos x="700" y="1315"/>
                </a:cxn>
                <a:cxn ang="0">
                  <a:pos x="507" y="1299"/>
                </a:cxn>
                <a:cxn ang="0">
                  <a:pos x="342" y="1248"/>
                </a:cxn>
                <a:cxn ang="0">
                  <a:pos x="209" y="1164"/>
                </a:cxn>
                <a:cxn ang="0">
                  <a:pos x="107" y="1052"/>
                </a:cxn>
                <a:cxn ang="0">
                  <a:pos x="39" y="910"/>
                </a:cxn>
                <a:cxn ang="0">
                  <a:pos x="5" y="742"/>
                </a:cxn>
                <a:cxn ang="0">
                  <a:pos x="5" y="577"/>
                </a:cxn>
                <a:cxn ang="0">
                  <a:pos x="32" y="435"/>
                </a:cxn>
                <a:cxn ang="0">
                  <a:pos x="95" y="303"/>
                </a:cxn>
                <a:cxn ang="0">
                  <a:pos x="188" y="186"/>
                </a:cxn>
                <a:cxn ang="0">
                  <a:pos x="319" y="93"/>
                </a:cxn>
                <a:cxn ang="0">
                  <a:pos x="461" y="35"/>
                </a:cxn>
                <a:cxn ang="0">
                  <a:pos x="633" y="5"/>
                </a:cxn>
              </a:cxnLst>
              <a:rect l="0" t="0" r="r" b="b"/>
              <a:pathLst>
                <a:path w="1161" h="1315">
                  <a:moveTo>
                    <a:pt x="731" y="0"/>
                  </a:moveTo>
                  <a:lnTo>
                    <a:pt x="828" y="5"/>
                  </a:lnTo>
                  <a:lnTo>
                    <a:pt x="917" y="12"/>
                  </a:lnTo>
                  <a:lnTo>
                    <a:pt x="996" y="23"/>
                  </a:lnTo>
                  <a:lnTo>
                    <a:pt x="1066" y="35"/>
                  </a:lnTo>
                  <a:lnTo>
                    <a:pt x="1126" y="42"/>
                  </a:lnTo>
                  <a:lnTo>
                    <a:pt x="1119" y="84"/>
                  </a:lnTo>
                  <a:lnTo>
                    <a:pt x="1112" y="133"/>
                  </a:lnTo>
                  <a:lnTo>
                    <a:pt x="1108" y="189"/>
                  </a:lnTo>
                  <a:lnTo>
                    <a:pt x="1101" y="247"/>
                  </a:lnTo>
                  <a:lnTo>
                    <a:pt x="1098" y="303"/>
                  </a:lnTo>
                  <a:lnTo>
                    <a:pt x="1096" y="352"/>
                  </a:lnTo>
                  <a:lnTo>
                    <a:pt x="1087" y="356"/>
                  </a:lnTo>
                  <a:lnTo>
                    <a:pt x="1070" y="361"/>
                  </a:lnTo>
                  <a:lnTo>
                    <a:pt x="1040" y="361"/>
                  </a:lnTo>
                  <a:lnTo>
                    <a:pt x="1033" y="356"/>
                  </a:lnTo>
                  <a:lnTo>
                    <a:pt x="1024" y="293"/>
                  </a:lnTo>
                  <a:lnTo>
                    <a:pt x="1012" y="244"/>
                  </a:lnTo>
                  <a:lnTo>
                    <a:pt x="1001" y="207"/>
                  </a:lnTo>
                  <a:lnTo>
                    <a:pt x="984" y="177"/>
                  </a:lnTo>
                  <a:lnTo>
                    <a:pt x="966" y="154"/>
                  </a:lnTo>
                  <a:lnTo>
                    <a:pt x="940" y="135"/>
                  </a:lnTo>
                  <a:lnTo>
                    <a:pt x="912" y="119"/>
                  </a:lnTo>
                  <a:lnTo>
                    <a:pt x="859" y="98"/>
                  </a:lnTo>
                  <a:lnTo>
                    <a:pt x="798" y="84"/>
                  </a:lnTo>
                  <a:lnTo>
                    <a:pt x="733" y="77"/>
                  </a:lnTo>
                  <a:lnTo>
                    <a:pt x="661" y="75"/>
                  </a:lnTo>
                  <a:lnTo>
                    <a:pt x="584" y="79"/>
                  </a:lnTo>
                  <a:lnTo>
                    <a:pt x="514" y="96"/>
                  </a:lnTo>
                  <a:lnTo>
                    <a:pt x="449" y="121"/>
                  </a:lnTo>
                  <a:lnTo>
                    <a:pt x="393" y="156"/>
                  </a:lnTo>
                  <a:lnTo>
                    <a:pt x="342" y="200"/>
                  </a:lnTo>
                  <a:lnTo>
                    <a:pt x="300" y="251"/>
                  </a:lnTo>
                  <a:lnTo>
                    <a:pt x="265" y="312"/>
                  </a:lnTo>
                  <a:lnTo>
                    <a:pt x="237" y="382"/>
                  </a:lnTo>
                  <a:lnTo>
                    <a:pt x="216" y="456"/>
                  </a:lnTo>
                  <a:lnTo>
                    <a:pt x="205" y="540"/>
                  </a:lnTo>
                  <a:lnTo>
                    <a:pt x="200" y="631"/>
                  </a:lnTo>
                  <a:lnTo>
                    <a:pt x="202" y="705"/>
                  </a:lnTo>
                  <a:lnTo>
                    <a:pt x="214" y="775"/>
                  </a:lnTo>
                  <a:lnTo>
                    <a:pt x="228" y="845"/>
                  </a:lnTo>
                  <a:lnTo>
                    <a:pt x="251" y="908"/>
                  </a:lnTo>
                  <a:lnTo>
                    <a:pt x="281" y="968"/>
                  </a:lnTo>
                  <a:lnTo>
                    <a:pt x="316" y="1024"/>
                  </a:lnTo>
                  <a:lnTo>
                    <a:pt x="358" y="1075"/>
                  </a:lnTo>
                  <a:lnTo>
                    <a:pt x="405" y="1117"/>
                  </a:lnTo>
                  <a:lnTo>
                    <a:pt x="458" y="1157"/>
                  </a:lnTo>
                  <a:lnTo>
                    <a:pt x="521" y="1185"/>
                  </a:lnTo>
                  <a:lnTo>
                    <a:pt x="586" y="1208"/>
                  </a:lnTo>
                  <a:lnTo>
                    <a:pt x="661" y="1222"/>
                  </a:lnTo>
                  <a:lnTo>
                    <a:pt x="740" y="1227"/>
                  </a:lnTo>
                  <a:lnTo>
                    <a:pt x="791" y="1224"/>
                  </a:lnTo>
                  <a:lnTo>
                    <a:pt x="840" y="1215"/>
                  </a:lnTo>
                  <a:lnTo>
                    <a:pt x="887" y="1201"/>
                  </a:lnTo>
                  <a:lnTo>
                    <a:pt x="928" y="1182"/>
                  </a:lnTo>
                  <a:lnTo>
                    <a:pt x="961" y="1157"/>
                  </a:lnTo>
                  <a:lnTo>
                    <a:pt x="998" y="1122"/>
                  </a:lnTo>
                  <a:lnTo>
                    <a:pt x="1036" y="1075"/>
                  </a:lnTo>
                  <a:lnTo>
                    <a:pt x="1075" y="1022"/>
                  </a:lnTo>
                  <a:lnTo>
                    <a:pt x="1112" y="959"/>
                  </a:lnTo>
                  <a:lnTo>
                    <a:pt x="1124" y="961"/>
                  </a:lnTo>
                  <a:lnTo>
                    <a:pt x="1140" y="971"/>
                  </a:lnTo>
                  <a:lnTo>
                    <a:pt x="1154" y="980"/>
                  </a:lnTo>
                  <a:lnTo>
                    <a:pt x="1161" y="992"/>
                  </a:lnTo>
                  <a:lnTo>
                    <a:pt x="1152" y="1026"/>
                  </a:lnTo>
                  <a:lnTo>
                    <a:pt x="1136" y="1066"/>
                  </a:lnTo>
                  <a:lnTo>
                    <a:pt x="1117" y="1108"/>
                  </a:lnTo>
                  <a:lnTo>
                    <a:pt x="1094" y="1150"/>
                  </a:lnTo>
                  <a:lnTo>
                    <a:pt x="1073" y="1187"/>
                  </a:lnTo>
                  <a:lnTo>
                    <a:pt x="1049" y="1222"/>
                  </a:lnTo>
                  <a:lnTo>
                    <a:pt x="1026" y="1248"/>
                  </a:lnTo>
                  <a:lnTo>
                    <a:pt x="1008" y="1264"/>
                  </a:lnTo>
                  <a:lnTo>
                    <a:pt x="973" y="1275"/>
                  </a:lnTo>
                  <a:lnTo>
                    <a:pt x="928" y="1287"/>
                  </a:lnTo>
                  <a:lnTo>
                    <a:pt x="877" y="1296"/>
                  </a:lnTo>
                  <a:lnTo>
                    <a:pt x="821" y="1306"/>
                  </a:lnTo>
                  <a:lnTo>
                    <a:pt x="761" y="1313"/>
                  </a:lnTo>
                  <a:lnTo>
                    <a:pt x="700" y="1315"/>
                  </a:lnTo>
                  <a:lnTo>
                    <a:pt x="600" y="1310"/>
                  </a:lnTo>
                  <a:lnTo>
                    <a:pt x="507" y="1299"/>
                  </a:lnTo>
                  <a:lnTo>
                    <a:pt x="421" y="1275"/>
                  </a:lnTo>
                  <a:lnTo>
                    <a:pt x="342" y="1248"/>
                  </a:lnTo>
                  <a:lnTo>
                    <a:pt x="272" y="1210"/>
                  </a:lnTo>
                  <a:lnTo>
                    <a:pt x="209" y="1164"/>
                  </a:lnTo>
                  <a:lnTo>
                    <a:pt x="153" y="1113"/>
                  </a:lnTo>
                  <a:lnTo>
                    <a:pt x="107" y="1052"/>
                  </a:lnTo>
                  <a:lnTo>
                    <a:pt x="70" y="985"/>
                  </a:lnTo>
                  <a:lnTo>
                    <a:pt x="39" y="910"/>
                  </a:lnTo>
                  <a:lnTo>
                    <a:pt x="18" y="831"/>
                  </a:lnTo>
                  <a:lnTo>
                    <a:pt x="5" y="742"/>
                  </a:lnTo>
                  <a:lnTo>
                    <a:pt x="0" y="649"/>
                  </a:lnTo>
                  <a:lnTo>
                    <a:pt x="5" y="577"/>
                  </a:lnTo>
                  <a:lnTo>
                    <a:pt x="14" y="505"/>
                  </a:lnTo>
                  <a:lnTo>
                    <a:pt x="32" y="435"/>
                  </a:lnTo>
                  <a:lnTo>
                    <a:pt x="60" y="365"/>
                  </a:lnTo>
                  <a:lnTo>
                    <a:pt x="95" y="303"/>
                  </a:lnTo>
                  <a:lnTo>
                    <a:pt x="137" y="242"/>
                  </a:lnTo>
                  <a:lnTo>
                    <a:pt x="188" y="186"/>
                  </a:lnTo>
                  <a:lnTo>
                    <a:pt x="249" y="137"/>
                  </a:lnTo>
                  <a:lnTo>
                    <a:pt x="319" y="93"/>
                  </a:lnTo>
                  <a:lnTo>
                    <a:pt x="386" y="61"/>
                  </a:lnTo>
                  <a:lnTo>
                    <a:pt x="461" y="35"/>
                  </a:lnTo>
                  <a:lnTo>
                    <a:pt x="542" y="16"/>
                  </a:lnTo>
                  <a:lnTo>
                    <a:pt x="633" y="5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08" name="Freeform 24"/>
            <p:cNvSpPr>
              <a:spLocks/>
            </p:cNvSpPr>
            <p:nvPr userDrawn="1"/>
          </p:nvSpPr>
          <p:spPr bwMode="auto">
            <a:xfrm>
              <a:off x="2486" y="3627"/>
              <a:ext cx="256" cy="302"/>
            </a:xfrm>
            <a:custGeom>
              <a:avLst/>
              <a:gdLst/>
              <a:ahLst/>
              <a:cxnLst>
                <a:cxn ang="0">
                  <a:pos x="147" y="2"/>
                </a:cxn>
                <a:cxn ang="0">
                  <a:pos x="777" y="9"/>
                </a:cxn>
                <a:cxn ang="0">
                  <a:pos x="919" y="5"/>
                </a:cxn>
                <a:cxn ang="0">
                  <a:pos x="957" y="7"/>
                </a:cxn>
                <a:cxn ang="0">
                  <a:pos x="952" y="56"/>
                </a:cxn>
                <a:cxn ang="0">
                  <a:pos x="929" y="235"/>
                </a:cxn>
                <a:cxn ang="0">
                  <a:pos x="901" y="296"/>
                </a:cxn>
                <a:cxn ang="0">
                  <a:pos x="861" y="291"/>
                </a:cxn>
                <a:cxn ang="0">
                  <a:pos x="845" y="191"/>
                </a:cxn>
                <a:cxn ang="0">
                  <a:pos x="817" y="123"/>
                </a:cxn>
                <a:cxn ang="0">
                  <a:pos x="738" y="93"/>
                </a:cxn>
                <a:cxn ang="0">
                  <a:pos x="475" y="91"/>
                </a:cxn>
                <a:cxn ang="0">
                  <a:pos x="421" y="98"/>
                </a:cxn>
                <a:cxn ang="0">
                  <a:pos x="405" y="130"/>
                </a:cxn>
                <a:cxn ang="0">
                  <a:pos x="403" y="563"/>
                </a:cxn>
                <a:cxn ang="0">
                  <a:pos x="459" y="573"/>
                </a:cxn>
                <a:cxn ang="0">
                  <a:pos x="628" y="573"/>
                </a:cxn>
                <a:cxn ang="0">
                  <a:pos x="745" y="563"/>
                </a:cxn>
                <a:cxn ang="0">
                  <a:pos x="784" y="526"/>
                </a:cxn>
                <a:cxn ang="0">
                  <a:pos x="812" y="426"/>
                </a:cxn>
                <a:cxn ang="0">
                  <a:pos x="868" y="428"/>
                </a:cxn>
                <a:cxn ang="0">
                  <a:pos x="870" y="517"/>
                </a:cxn>
                <a:cxn ang="0">
                  <a:pos x="868" y="754"/>
                </a:cxn>
                <a:cxn ang="0">
                  <a:pos x="836" y="815"/>
                </a:cxn>
                <a:cxn ang="0">
                  <a:pos x="798" y="780"/>
                </a:cxn>
                <a:cxn ang="0">
                  <a:pos x="770" y="694"/>
                </a:cxn>
                <a:cxn ang="0">
                  <a:pos x="717" y="668"/>
                </a:cxn>
                <a:cxn ang="0">
                  <a:pos x="596" y="663"/>
                </a:cxn>
                <a:cxn ang="0">
                  <a:pos x="452" y="663"/>
                </a:cxn>
                <a:cxn ang="0">
                  <a:pos x="407" y="668"/>
                </a:cxn>
                <a:cxn ang="0">
                  <a:pos x="405" y="977"/>
                </a:cxn>
                <a:cxn ang="0">
                  <a:pos x="412" y="1110"/>
                </a:cxn>
                <a:cxn ang="0">
                  <a:pos x="454" y="1159"/>
                </a:cxn>
                <a:cxn ang="0">
                  <a:pos x="561" y="1168"/>
                </a:cxn>
                <a:cxn ang="0">
                  <a:pos x="791" y="1171"/>
                </a:cxn>
                <a:cxn ang="0">
                  <a:pos x="866" y="1143"/>
                </a:cxn>
                <a:cxn ang="0">
                  <a:pos x="924" y="1078"/>
                </a:cxn>
                <a:cxn ang="0">
                  <a:pos x="1003" y="929"/>
                </a:cxn>
                <a:cxn ang="0">
                  <a:pos x="1050" y="943"/>
                </a:cxn>
                <a:cxn ang="0">
                  <a:pos x="1045" y="1022"/>
                </a:cxn>
                <a:cxn ang="0">
                  <a:pos x="1005" y="1157"/>
                </a:cxn>
                <a:cxn ang="0">
                  <a:pos x="971" y="1238"/>
                </a:cxn>
                <a:cxn ang="0">
                  <a:pos x="926" y="1257"/>
                </a:cxn>
                <a:cxn ang="0">
                  <a:pos x="654" y="1257"/>
                </a:cxn>
                <a:cxn ang="0">
                  <a:pos x="230" y="1250"/>
                </a:cxn>
                <a:cxn ang="0">
                  <a:pos x="7" y="1257"/>
                </a:cxn>
                <a:cxn ang="0">
                  <a:pos x="2" y="1210"/>
                </a:cxn>
                <a:cxn ang="0">
                  <a:pos x="93" y="1189"/>
                </a:cxn>
                <a:cxn ang="0">
                  <a:pos x="184" y="1168"/>
                </a:cxn>
                <a:cxn ang="0">
                  <a:pos x="223" y="1105"/>
                </a:cxn>
                <a:cxn ang="0">
                  <a:pos x="230" y="1008"/>
                </a:cxn>
                <a:cxn ang="0">
                  <a:pos x="228" y="182"/>
                </a:cxn>
                <a:cxn ang="0">
                  <a:pos x="209" y="98"/>
                </a:cxn>
                <a:cxn ang="0">
                  <a:pos x="140" y="70"/>
                </a:cxn>
                <a:cxn ang="0">
                  <a:pos x="56" y="47"/>
                </a:cxn>
                <a:cxn ang="0">
                  <a:pos x="63" y="0"/>
                </a:cxn>
              </a:cxnLst>
              <a:rect l="0" t="0" r="r" b="b"/>
              <a:pathLst>
                <a:path w="1061" h="1259">
                  <a:moveTo>
                    <a:pt x="63" y="0"/>
                  </a:moveTo>
                  <a:lnTo>
                    <a:pt x="98" y="0"/>
                  </a:lnTo>
                  <a:lnTo>
                    <a:pt x="147" y="2"/>
                  </a:lnTo>
                  <a:lnTo>
                    <a:pt x="203" y="7"/>
                  </a:lnTo>
                  <a:lnTo>
                    <a:pt x="265" y="9"/>
                  </a:lnTo>
                  <a:lnTo>
                    <a:pt x="777" y="9"/>
                  </a:lnTo>
                  <a:lnTo>
                    <a:pt x="829" y="7"/>
                  </a:lnTo>
                  <a:lnTo>
                    <a:pt x="877" y="7"/>
                  </a:lnTo>
                  <a:lnTo>
                    <a:pt x="919" y="5"/>
                  </a:lnTo>
                  <a:lnTo>
                    <a:pt x="952" y="0"/>
                  </a:lnTo>
                  <a:lnTo>
                    <a:pt x="954" y="2"/>
                  </a:lnTo>
                  <a:lnTo>
                    <a:pt x="957" y="7"/>
                  </a:lnTo>
                  <a:lnTo>
                    <a:pt x="961" y="9"/>
                  </a:lnTo>
                  <a:lnTo>
                    <a:pt x="961" y="12"/>
                  </a:lnTo>
                  <a:lnTo>
                    <a:pt x="952" y="56"/>
                  </a:lnTo>
                  <a:lnTo>
                    <a:pt x="943" y="112"/>
                  </a:lnTo>
                  <a:lnTo>
                    <a:pt x="936" y="172"/>
                  </a:lnTo>
                  <a:lnTo>
                    <a:pt x="929" y="235"/>
                  </a:lnTo>
                  <a:lnTo>
                    <a:pt x="924" y="289"/>
                  </a:lnTo>
                  <a:lnTo>
                    <a:pt x="915" y="293"/>
                  </a:lnTo>
                  <a:lnTo>
                    <a:pt x="901" y="296"/>
                  </a:lnTo>
                  <a:lnTo>
                    <a:pt x="884" y="296"/>
                  </a:lnTo>
                  <a:lnTo>
                    <a:pt x="870" y="293"/>
                  </a:lnTo>
                  <a:lnTo>
                    <a:pt x="861" y="291"/>
                  </a:lnTo>
                  <a:lnTo>
                    <a:pt x="856" y="251"/>
                  </a:lnTo>
                  <a:lnTo>
                    <a:pt x="852" y="219"/>
                  </a:lnTo>
                  <a:lnTo>
                    <a:pt x="845" y="191"/>
                  </a:lnTo>
                  <a:lnTo>
                    <a:pt x="840" y="168"/>
                  </a:lnTo>
                  <a:lnTo>
                    <a:pt x="831" y="142"/>
                  </a:lnTo>
                  <a:lnTo>
                    <a:pt x="817" y="123"/>
                  </a:lnTo>
                  <a:lnTo>
                    <a:pt x="798" y="107"/>
                  </a:lnTo>
                  <a:lnTo>
                    <a:pt x="773" y="98"/>
                  </a:lnTo>
                  <a:lnTo>
                    <a:pt x="738" y="93"/>
                  </a:lnTo>
                  <a:lnTo>
                    <a:pt x="719" y="93"/>
                  </a:lnTo>
                  <a:lnTo>
                    <a:pt x="687" y="91"/>
                  </a:lnTo>
                  <a:lnTo>
                    <a:pt x="475" y="91"/>
                  </a:lnTo>
                  <a:lnTo>
                    <a:pt x="447" y="93"/>
                  </a:lnTo>
                  <a:lnTo>
                    <a:pt x="431" y="93"/>
                  </a:lnTo>
                  <a:lnTo>
                    <a:pt x="421" y="98"/>
                  </a:lnTo>
                  <a:lnTo>
                    <a:pt x="412" y="109"/>
                  </a:lnTo>
                  <a:lnTo>
                    <a:pt x="407" y="121"/>
                  </a:lnTo>
                  <a:lnTo>
                    <a:pt x="405" y="130"/>
                  </a:lnTo>
                  <a:lnTo>
                    <a:pt x="405" y="186"/>
                  </a:lnTo>
                  <a:lnTo>
                    <a:pt x="403" y="249"/>
                  </a:lnTo>
                  <a:lnTo>
                    <a:pt x="403" y="563"/>
                  </a:lnTo>
                  <a:lnTo>
                    <a:pt x="405" y="568"/>
                  </a:lnTo>
                  <a:lnTo>
                    <a:pt x="414" y="573"/>
                  </a:lnTo>
                  <a:lnTo>
                    <a:pt x="459" y="573"/>
                  </a:lnTo>
                  <a:lnTo>
                    <a:pt x="512" y="575"/>
                  </a:lnTo>
                  <a:lnTo>
                    <a:pt x="570" y="575"/>
                  </a:lnTo>
                  <a:lnTo>
                    <a:pt x="628" y="573"/>
                  </a:lnTo>
                  <a:lnTo>
                    <a:pt x="680" y="570"/>
                  </a:lnTo>
                  <a:lnTo>
                    <a:pt x="721" y="568"/>
                  </a:lnTo>
                  <a:lnTo>
                    <a:pt x="745" y="563"/>
                  </a:lnTo>
                  <a:lnTo>
                    <a:pt x="763" y="554"/>
                  </a:lnTo>
                  <a:lnTo>
                    <a:pt x="775" y="542"/>
                  </a:lnTo>
                  <a:lnTo>
                    <a:pt x="784" y="526"/>
                  </a:lnTo>
                  <a:lnTo>
                    <a:pt x="791" y="507"/>
                  </a:lnTo>
                  <a:lnTo>
                    <a:pt x="803" y="470"/>
                  </a:lnTo>
                  <a:lnTo>
                    <a:pt x="812" y="426"/>
                  </a:lnTo>
                  <a:lnTo>
                    <a:pt x="829" y="424"/>
                  </a:lnTo>
                  <a:lnTo>
                    <a:pt x="850" y="424"/>
                  </a:lnTo>
                  <a:lnTo>
                    <a:pt x="868" y="428"/>
                  </a:lnTo>
                  <a:lnTo>
                    <a:pt x="880" y="433"/>
                  </a:lnTo>
                  <a:lnTo>
                    <a:pt x="875" y="470"/>
                  </a:lnTo>
                  <a:lnTo>
                    <a:pt x="870" y="517"/>
                  </a:lnTo>
                  <a:lnTo>
                    <a:pt x="866" y="624"/>
                  </a:lnTo>
                  <a:lnTo>
                    <a:pt x="866" y="694"/>
                  </a:lnTo>
                  <a:lnTo>
                    <a:pt x="868" y="754"/>
                  </a:lnTo>
                  <a:lnTo>
                    <a:pt x="870" y="808"/>
                  </a:lnTo>
                  <a:lnTo>
                    <a:pt x="856" y="812"/>
                  </a:lnTo>
                  <a:lnTo>
                    <a:pt x="836" y="815"/>
                  </a:lnTo>
                  <a:lnTo>
                    <a:pt x="815" y="815"/>
                  </a:lnTo>
                  <a:lnTo>
                    <a:pt x="801" y="808"/>
                  </a:lnTo>
                  <a:lnTo>
                    <a:pt x="798" y="780"/>
                  </a:lnTo>
                  <a:lnTo>
                    <a:pt x="789" y="742"/>
                  </a:lnTo>
                  <a:lnTo>
                    <a:pt x="780" y="710"/>
                  </a:lnTo>
                  <a:lnTo>
                    <a:pt x="770" y="694"/>
                  </a:lnTo>
                  <a:lnTo>
                    <a:pt x="759" y="682"/>
                  </a:lnTo>
                  <a:lnTo>
                    <a:pt x="740" y="673"/>
                  </a:lnTo>
                  <a:lnTo>
                    <a:pt x="717" y="668"/>
                  </a:lnTo>
                  <a:lnTo>
                    <a:pt x="684" y="666"/>
                  </a:lnTo>
                  <a:lnTo>
                    <a:pt x="642" y="663"/>
                  </a:lnTo>
                  <a:lnTo>
                    <a:pt x="596" y="663"/>
                  </a:lnTo>
                  <a:lnTo>
                    <a:pt x="545" y="661"/>
                  </a:lnTo>
                  <a:lnTo>
                    <a:pt x="496" y="661"/>
                  </a:lnTo>
                  <a:lnTo>
                    <a:pt x="452" y="663"/>
                  </a:lnTo>
                  <a:lnTo>
                    <a:pt x="414" y="663"/>
                  </a:lnTo>
                  <a:lnTo>
                    <a:pt x="410" y="666"/>
                  </a:lnTo>
                  <a:lnTo>
                    <a:pt x="407" y="668"/>
                  </a:lnTo>
                  <a:lnTo>
                    <a:pt x="403" y="675"/>
                  </a:lnTo>
                  <a:lnTo>
                    <a:pt x="403" y="912"/>
                  </a:lnTo>
                  <a:lnTo>
                    <a:pt x="405" y="977"/>
                  </a:lnTo>
                  <a:lnTo>
                    <a:pt x="405" y="1036"/>
                  </a:lnTo>
                  <a:lnTo>
                    <a:pt x="407" y="1082"/>
                  </a:lnTo>
                  <a:lnTo>
                    <a:pt x="412" y="1110"/>
                  </a:lnTo>
                  <a:lnTo>
                    <a:pt x="421" y="1133"/>
                  </a:lnTo>
                  <a:lnTo>
                    <a:pt x="438" y="1150"/>
                  </a:lnTo>
                  <a:lnTo>
                    <a:pt x="454" y="1159"/>
                  </a:lnTo>
                  <a:lnTo>
                    <a:pt x="479" y="1164"/>
                  </a:lnTo>
                  <a:lnTo>
                    <a:pt x="517" y="1166"/>
                  </a:lnTo>
                  <a:lnTo>
                    <a:pt x="561" y="1168"/>
                  </a:lnTo>
                  <a:lnTo>
                    <a:pt x="663" y="1173"/>
                  </a:lnTo>
                  <a:lnTo>
                    <a:pt x="752" y="1173"/>
                  </a:lnTo>
                  <a:lnTo>
                    <a:pt x="791" y="1171"/>
                  </a:lnTo>
                  <a:lnTo>
                    <a:pt x="822" y="1164"/>
                  </a:lnTo>
                  <a:lnTo>
                    <a:pt x="847" y="1157"/>
                  </a:lnTo>
                  <a:lnTo>
                    <a:pt x="866" y="1143"/>
                  </a:lnTo>
                  <a:lnTo>
                    <a:pt x="884" y="1126"/>
                  </a:lnTo>
                  <a:lnTo>
                    <a:pt x="903" y="1105"/>
                  </a:lnTo>
                  <a:lnTo>
                    <a:pt x="924" y="1078"/>
                  </a:lnTo>
                  <a:lnTo>
                    <a:pt x="945" y="1045"/>
                  </a:lnTo>
                  <a:lnTo>
                    <a:pt x="987" y="966"/>
                  </a:lnTo>
                  <a:lnTo>
                    <a:pt x="1003" y="929"/>
                  </a:lnTo>
                  <a:lnTo>
                    <a:pt x="1015" y="929"/>
                  </a:lnTo>
                  <a:lnTo>
                    <a:pt x="1033" y="936"/>
                  </a:lnTo>
                  <a:lnTo>
                    <a:pt x="1050" y="943"/>
                  </a:lnTo>
                  <a:lnTo>
                    <a:pt x="1061" y="950"/>
                  </a:lnTo>
                  <a:lnTo>
                    <a:pt x="1054" y="982"/>
                  </a:lnTo>
                  <a:lnTo>
                    <a:pt x="1045" y="1022"/>
                  </a:lnTo>
                  <a:lnTo>
                    <a:pt x="1033" y="1066"/>
                  </a:lnTo>
                  <a:lnTo>
                    <a:pt x="1019" y="1112"/>
                  </a:lnTo>
                  <a:lnTo>
                    <a:pt x="1005" y="1157"/>
                  </a:lnTo>
                  <a:lnTo>
                    <a:pt x="991" y="1196"/>
                  </a:lnTo>
                  <a:lnTo>
                    <a:pt x="978" y="1226"/>
                  </a:lnTo>
                  <a:lnTo>
                    <a:pt x="971" y="1238"/>
                  </a:lnTo>
                  <a:lnTo>
                    <a:pt x="961" y="1245"/>
                  </a:lnTo>
                  <a:lnTo>
                    <a:pt x="947" y="1252"/>
                  </a:lnTo>
                  <a:lnTo>
                    <a:pt x="926" y="1257"/>
                  </a:lnTo>
                  <a:lnTo>
                    <a:pt x="896" y="1259"/>
                  </a:lnTo>
                  <a:lnTo>
                    <a:pt x="752" y="1259"/>
                  </a:lnTo>
                  <a:lnTo>
                    <a:pt x="654" y="1257"/>
                  </a:lnTo>
                  <a:lnTo>
                    <a:pt x="554" y="1252"/>
                  </a:lnTo>
                  <a:lnTo>
                    <a:pt x="445" y="1250"/>
                  </a:lnTo>
                  <a:lnTo>
                    <a:pt x="230" y="1250"/>
                  </a:lnTo>
                  <a:lnTo>
                    <a:pt x="147" y="1254"/>
                  </a:lnTo>
                  <a:lnTo>
                    <a:pt x="72" y="1257"/>
                  </a:lnTo>
                  <a:lnTo>
                    <a:pt x="7" y="1257"/>
                  </a:lnTo>
                  <a:lnTo>
                    <a:pt x="2" y="1245"/>
                  </a:lnTo>
                  <a:lnTo>
                    <a:pt x="0" y="1229"/>
                  </a:lnTo>
                  <a:lnTo>
                    <a:pt x="2" y="1210"/>
                  </a:lnTo>
                  <a:lnTo>
                    <a:pt x="7" y="1199"/>
                  </a:lnTo>
                  <a:lnTo>
                    <a:pt x="51" y="1194"/>
                  </a:lnTo>
                  <a:lnTo>
                    <a:pt x="93" y="1189"/>
                  </a:lnTo>
                  <a:lnTo>
                    <a:pt x="128" y="1185"/>
                  </a:lnTo>
                  <a:lnTo>
                    <a:pt x="158" y="1178"/>
                  </a:lnTo>
                  <a:lnTo>
                    <a:pt x="184" y="1168"/>
                  </a:lnTo>
                  <a:lnTo>
                    <a:pt x="203" y="1154"/>
                  </a:lnTo>
                  <a:lnTo>
                    <a:pt x="214" y="1133"/>
                  </a:lnTo>
                  <a:lnTo>
                    <a:pt x="223" y="1105"/>
                  </a:lnTo>
                  <a:lnTo>
                    <a:pt x="228" y="1068"/>
                  </a:lnTo>
                  <a:lnTo>
                    <a:pt x="228" y="1045"/>
                  </a:lnTo>
                  <a:lnTo>
                    <a:pt x="230" y="1008"/>
                  </a:lnTo>
                  <a:lnTo>
                    <a:pt x="230" y="244"/>
                  </a:lnTo>
                  <a:lnTo>
                    <a:pt x="228" y="205"/>
                  </a:lnTo>
                  <a:lnTo>
                    <a:pt x="228" y="182"/>
                  </a:lnTo>
                  <a:lnTo>
                    <a:pt x="226" y="144"/>
                  </a:lnTo>
                  <a:lnTo>
                    <a:pt x="219" y="116"/>
                  </a:lnTo>
                  <a:lnTo>
                    <a:pt x="209" y="98"/>
                  </a:lnTo>
                  <a:lnTo>
                    <a:pt x="193" y="86"/>
                  </a:lnTo>
                  <a:lnTo>
                    <a:pt x="168" y="77"/>
                  </a:lnTo>
                  <a:lnTo>
                    <a:pt x="140" y="70"/>
                  </a:lnTo>
                  <a:lnTo>
                    <a:pt x="102" y="63"/>
                  </a:lnTo>
                  <a:lnTo>
                    <a:pt x="61" y="58"/>
                  </a:lnTo>
                  <a:lnTo>
                    <a:pt x="56" y="47"/>
                  </a:lnTo>
                  <a:lnTo>
                    <a:pt x="54" y="30"/>
                  </a:lnTo>
                  <a:lnTo>
                    <a:pt x="58" y="12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09" name="Freeform 25"/>
            <p:cNvSpPr>
              <a:spLocks/>
            </p:cNvSpPr>
            <p:nvPr userDrawn="1"/>
          </p:nvSpPr>
          <p:spPr bwMode="auto">
            <a:xfrm>
              <a:off x="2760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7" y="0"/>
                </a:cxn>
                <a:cxn ang="0">
                  <a:pos x="554" y="31"/>
                </a:cxn>
                <a:cxn ang="0">
                  <a:pos x="547" y="59"/>
                </a:cxn>
                <a:cxn ang="0">
                  <a:pos x="486" y="68"/>
                </a:cxn>
                <a:cxn ang="0">
                  <a:pos x="444" y="75"/>
                </a:cxn>
                <a:cxn ang="0">
                  <a:pos x="405" y="98"/>
                </a:cxn>
                <a:cxn ang="0">
                  <a:pos x="391" y="133"/>
                </a:cxn>
                <a:cxn ang="0">
                  <a:pos x="386" y="200"/>
                </a:cxn>
                <a:cxn ang="0">
                  <a:pos x="384" y="331"/>
                </a:cxn>
                <a:cxn ang="0">
                  <a:pos x="381" y="498"/>
                </a:cxn>
                <a:cxn ang="0">
                  <a:pos x="384" y="982"/>
                </a:cxn>
                <a:cxn ang="0">
                  <a:pos x="388" y="1096"/>
                </a:cxn>
                <a:cxn ang="0">
                  <a:pos x="405" y="1136"/>
                </a:cxn>
                <a:cxn ang="0">
                  <a:pos x="428" y="1155"/>
                </a:cxn>
                <a:cxn ang="0">
                  <a:pos x="489" y="1164"/>
                </a:cxn>
                <a:cxn ang="0">
                  <a:pos x="582" y="1169"/>
                </a:cxn>
                <a:cxn ang="0">
                  <a:pos x="763" y="1171"/>
                </a:cxn>
                <a:cxn ang="0">
                  <a:pos x="812" y="1159"/>
                </a:cxn>
                <a:cxn ang="0">
                  <a:pos x="861" y="1124"/>
                </a:cxn>
                <a:cxn ang="0">
                  <a:pos x="907" y="1062"/>
                </a:cxn>
                <a:cxn ang="0">
                  <a:pos x="956" y="973"/>
                </a:cxn>
                <a:cxn ang="0">
                  <a:pos x="1003" y="873"/>
                </a:cxn>
                <a:cxn ang="0">
                  <a:pos x="1035" y="878"/>
                </a:cxn>
                <a:cxn ang="0">
                  <a:pos x="1063" y="896"/>
                </a:cxn>
                <a:cxn ang="0">
                  <a:pos x="1045" y="973"/>
                </a:cxn>
                <a:cxn ang="0">
                  <a:pos x="1019" y="1071"/>
                </a:cxn>
                <a:cxn ang="0">
                  <a:pos x="987" y="1164"/>
                </a:cxn>
                <a:cxn ang="0">
                  <a:pos x="959" y="1231"/>
                </a:cxn>
                <a:cxn ang="0">
                  <a:pos x="935" y="1252"/>
                </a:cxn>
                <a:cxn ang="0">
                  <a:pos x="875" y="1259"/>
                </a:cxn>
                <a:cxn ang="0">
                  <a:pos x="775" y="1257"/>
                </a:cxn>
                <a:cxn ang="0">
                  <a:pos x="644" y="1255"/>
                </a:cxn>
                <a:cxn ang="0">
                  <a:pos x="507" y="1252"/>
                </a:cxn>
                <a:cxn ang="0">
                  <a:pos x="384" y="1250"/>
                </a:cxn>
                <a:cxn ang="0">
                  <a:pos x="251" y="1248"/>
                </a:cxn>
                <a:cxn ang="0">
                  <a:pos x="156" y="1250"/>
                </a:cxn>
                <a:cxn ang="0">
                  <a:pos x="65" y="1252"/>
                </a:cxn>
                <a:cxn ang="0">
                  <a:pos x="7" y="1255"/>
                </a:cxn>
                <a:cxn ang="0">
                  <a:pos x="2" y="1231"/>
                </a:cxn>
                <a:cxn ang="0">
                  <a:pos x="2" y="1204"/>
                </a:cxn>
                <a:cxn ang="0">
                  <a:pos x="49" y="1192"/>
                </a:cxn>
                <a:cxn ang="0">
                  <a:pos x="111" y="1185"/>
                </a:cxn>
                <a:cxn ang="0">
                  <a:pos x="170" y="1166"/>
                </a:cxn>
                <a:cxn ang="0">
                  <a:pos x="198" y="1127"/>
                </a:cxn>
                <a:cxn ang="0">
                  <a:pos x="205" y="1062"/>
                </a:cxn>
                <a:cxn ang="0">
                  <a:pos x="207" y="952"/>
                </a:cxn>
                <a:cxn ang="0">
                  <a:pos x="212" y="787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200" y="119"/>
                </a:cxn>
                <a:cxn ang="0">
                  <a:pos x="170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8" y="47"/>
                </a:cxn>
                <a:cxn ang="0">
                  <a:pos x="30" y="12"/>
                </a:cxn>
              </a:cxnLst>
              <a:rect l="0" t="0" r="r" b="b"/>
              <a:pathLst>
                <a:path w="1063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7" y="0"/>
                  </a:lnTo>
                  <a:lnTo>
                    <a:pt x="551" y="12"/>
                  </a:lnTo>
                  <a:lnTo>
                    <a:pt x="554" y="31"/>
                  </a:lnTo>
                  <a:lnTo>
                    <a:pt x="551" y="47"/>
                  </a:lnTo>
                  <a:lnTo>
                    <a:pt x="547" y="59"/>
                  </a:lnTo>
                  <a:lnTo>
                    <a:pt x="512" y="63"/>
                  </a:lnTo>
                  <a:lnTo>
                    <a:pt x="486" y="68"/>
                  </a:lnTo>
                  <a:lnTo>
                    <a:pt x="463" y="70"/>
                  </a:lnTo>
                  <a:lnTo>
                    <a:pt x="444" y="75"/>
                  </a:lnTo>
                  <a:lnTo>
                    <a:pt x="421" y="84"/>
                  </a:lnTo>
                  <a:lnTo>
                    <a:pt x="405" y="98"/>
                  </a:lnTo>
                  <a:lnTo>
                    <a:pt x="395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8" y="1155"/>
                  </a:lnTo>
                  <a:lnTo>
                    <a:pt x="454" y="1159"/>
                  </a:lnTo>
                  <a:lnTo>
                    <a:pt x="489" y="1164"/>
                  </a:lnTo>
                  <a:lnTo>
                    <a:pt x="533" y="1166"/>
                  </a:lnTo>
                  <a:lnTo>
                    <a:pt x="582" y="1169"/>
                  </a:lnTo>
                  <a:lnTo>
                    <a:pt x="633" y="1171"/>
                  </a:lnTo>
                  <a:lnTo>
                    <a:pt x="763" y="1171"/>
                  </a:lnTo>
                  <a:lnTo>
                    <a:pt x="789" y="1169"/>
                  </a:lnTo>
                  <a:lnTo>
                    <a:pt x="812" y="1159"/>
                  </a:lnTo>
                  <a:lnTo>
                    <a:pt x="835" y="1148"/>
                  </a:lnTo>
                  <a:lnTo>
                    <a:pt x="861" y="1124"/>
                  </a:lnTo>
                  <a:lnTo>
                    <a:pt x="884" y="1094"/>
                  </a:lnTo>
                  <a:lnTo>
                    <a:pt x="907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80" y="924"/>
                  </a:lnTo>
                  <a:lnTo>
                    <a:pt x="1003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3" y="896"/>
                  </a:lnTo>
                  <a:lnTo>
                    <a:pt x="1056" y="931"/>
                  </a:lnTo>
                  <a:lnTo>
                    <a:pt x="1045" y="973"/>
                  </a:lnTo>
                  <a:lnTo>
                    <a:pt x="1033" y="1020"/>
                  </a:lnTo>
                  <a:lnTo>
                    <a:pt x="1019" y="1071"/>
                  </a:lnTo>
                  <a:lnTo>
                    <a:pt x="1003" y="1120"/>
                  </a:lnTo>
                  <a:lnTo>
                    <a:pt x="987" y="1164"/>
                  </a:lnTo>
                  <a:lnTo>
                    <a:pt x="973" y="1204"/>
                  </a:lnTo>
                  <a:lnTo>
                    <a:pt x="959" y="1231"/>
                  </a:lnTo>
                  <a:lnTo>
                    <a:pt x="949" y="1243"/>
                  </a:lnTo>
                  <a:lnTo>
                    <a:pt x="935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1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5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4" y="1250"/>
                  </a:lnTo>
                  <a:lnTo>
                    <a:pt x="333" y="1248"/>
                  </a:lnTo>
                  <a:lnTo>
                    <a:pt x="251" y="1248"/>
                  </a:lnTo>
                  <a:lnTo>
                    <a:pt x="205" y="1250"/>
                  </a:lnTo>
                  <a:lnTo>
                    <a:pt x="156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2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9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70" y="1166"/>
                  </a:lnTo>
                  <a:lnTo>
                    <a:pt x="188" y="1150"/>
                  </a:lnTo>
                  <a:lnTo>
                    <a:pt x="198" y="1127"/>
                  </a:lnTo>
                  <a:lnTo>
                    <a:pt x="202" y="1094"/>
                  </a:lnTo>
                  <a:lnTo>
                    <a:pt x="205" y="1062"/>
                  </a:lnTo>
                  <a:lnTo>
                    <a:pt x="207" y="1015"/>
                  </a:lnTo>
                  <a:lnTo>
                    <a:pt x="207" y="952"/>
                  </a:lnTo>
                  <a:lnTo>
                    <a:pt x="209" y="875"/>
                  </a:lnTo>
                  <a:lnTo>
                    <a:pt x="212" y="787"/>
                  </a:lnTo>
                  <a:lnTo>
                    <a:pt x="212" y="326"/>
                  </a:lnTo>
                  <a:lnTo>
                    <a:pt x="209" y="268"/>
                  </a:lnTo>
                  <a:lnTo>
                    <a:pt x="209" y="226"/>
                  </a:lnTo>
                  <a:lnTo>
                    <a:pt x="207" y="194"/>
                  </a:lnTo>
                  <a:lnTo>
                    <a:pt x="205" y="149"/>
                  </a:lnTo>
                  <a:lnTo>
                    <a:pt x="200" y="119"/>
                  </a:lnTo>
                  <a:lnTo>
                    <a:pt x="188" y="98"/>
                  </a:lnTo>
                  <a:lnTo>
                    <a:pt x="170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1" y="66"/>
                  </a:lnTo>
                  <a:lnTo>
                    <a:pt x="60" y="61"/>
                  </a:lnTo>
                  <a:lnTo>
                    <a:pt x="32" y="59"/>
                  </a:lnTo>
                  <a:lnTo>
                    <a:pt x="28" y="47"/>
                  </a:lnTo>
                  <a:lnTo>
                    <a:pt x="28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0" name="Freeform 26"/>
            <p:cNvSpPr>
              <a:spLocks/>
            </p:cNvSpPr>
            <p:nvPr userDrawn="1"/>
          </p:nvSpPr>
          <p:spPr bwMode="auto">
            <a:xfrm>
              <a:off x="3028" y="3627"/>
              <a:ext cx="256" cy="303"/>
            </a:xfrm>
            <a:custGeom>
              <a:avLst/>
              <a:gdLst/>
              <a:ahLst/>
              <a:cxnLst>
                <a:cxn ang="0">
                  <a:pos x="74" y="0"/>
                </a:cxn>
                <a:cxn ang="0">
                  <a:pos x="165" y="5"/>
                </a:cxn>
                <a:cxn ang="0">
                  <a:pos x="370" y="7"/>
                </a:cxn>
                <a:cxn ang="0">
                  <a:pos x="479" y="3"/>
                </a:cxn>
                <a:cxn ang="0">
                  <a:pos x="544" y="0"/>
                </a:cxn>
                <a:cxn ang="0">
                  <a:pos x="553" y="31"/>
                </a:cxn>
                <a:cxn ang="0">
                  <a:pos x="544" y="59"/>
                </a:cxn>
                <a:cxn ang="0">
                  <a:pos x="470" y="70"/>
                </a:cxn>
                <a:cxn ang="0">
                  <a:pos x="418" y="84"/>
                </a:cxn>
                <a:cxn ang="0">
                  <a:pos x="393" y="114"/>
                </a:cxn>
                <a:cxn ang="0">
                  <a:pos x="388" y="156"/>
                </a:cxn>
                <a:cxn ang="0">
                  <a:pos x="386" y="259"/>
                </a:cxn>
                <a:cxn ang="0">
                  <a:pos x="384" y="410"/>
                </a:cxn>
                <a:cxn ang="0">
                  <a:pos x="381" y="906"/>
                </a:cxn>
                <a:cxn ang="0">
                  <a:pos x="386" y="1048"/>
                </a:cxn>
                <a:cxn ang="0">
                  <a:pos x="393" y="1120"/>
                </a:cxn>
                <a:cxn ang="0">
                  <a:pos x="416" y="1148"/>
                </a:cxn>
                <a:cxn ang="0">
                  <a:pos x="451" y="1159"/>
                </a:cxn>
                <a:cxn ang="0">
                  <a:pos x="533" y="1166"/>
                </a:cxn>
                <a:cxn ang="0">
                  <a:pos x="763" y="1171"/>
                </a:cxn>
                <a:cxn ang="0">
                  <a:pos x="823" y="1155"/>
                </a:cxn>
                <a:cxn ang="0">
                  <a:pos x="882" y="1094"/>
                </a:cxn>
                <a:cxn ang="0">
                  <a:pos x="931" y="1020"/>
                </a:cxn>
                <a:cxn ang="0">
                  <a:pos x="979" y="924"/>
                </a:cxn>
                <a:cxn ang="0">
                  <a:pos x="1017" y="873"/>
                </a:cxn>
                <a:cxn ang="0">
                  <a:pos x="1052" y="887"/>
                </a:cxn>
                <a:cxn ang="0">
                  <a:pos x="1054" y="931"/>
                </a:cxn>
                <a:cxn ang="0">
                  <a:pos x="1031" y="1020"/>
                </a:cxn>
                <a:cxn ang="0">
                  <a:pos x="1000" y="1120"/>
                </a:cxn>
                <a:cxn ang="0">
                  <a:pos x="970" y="1204"/>
                </a:cxn>
                <a:cxn ang="0">
                  <a:pos x="949" y="1243"/>
                </a:cxn>
                <a:cxn ang="0">
                  <a:pos x="910" y="1257"/>
                </a:cxn>
                <a:cxn ang="0">
                  <a:pos x="830" y="1259"/>
                </a:cxn>
                <a:cxn ang="0">
                  <a:pos x="712" y="1257"/>
                </a:cxn>
                <a:cxn ang="0">
                  <a:pos x="574" y="1255"/>
                </a:cxn>
                <a:cxn ang="0">
                  <a:pos x="442" y="1250"/>
                </a:cxn>
                <a:cxn ang="0">
                  <a:pos x="332" y="1248"/>
                </a:cxn>
                <a:cxn ang="0">
                  <a:pos x="202" y="1250"/>
                </a:cxn>
                <a:cxn ang="0">
                  <a:pos x="107" y="1252"/>
                </a:cxn>
                <a:cxn ang="0">
                  <a:pos x="30" y="1255"/>
                </a:cxn>
                <a:cxn ang="0">
                  <a:pos x="2" y="1245"/>
                </a:cxn>
                <a:cxn ang="0">
                  <a:pos x="0" y="1218"/>
                </a:cxn>
                <a:cxn ang="0">
                  <a:pos x="7" y="1197"/>
                </a:cxn>
                <a:cxn ang="0">
                  <a:pos x="81" y="1187"/>
                </a:cxn>
                <a:cxn ang="0">
                  <a:pos x="139" y="1178"/>
                </a:cxn>
                <a:cxn ang="0">
                  <a:pos x="186" y="1150"/>
                </a:cxn>
                <a:cxn ang="0">
                  <a:pos x="202" y="1094"/>
                </a:cxn>
                <a:cxn ang="0">
                  <a:pos x="204" y="1015"/>
                </a:cxn>
                <a:cxn ang="0">
                  <a:pos x="207" y="875"/>
                </a:cxn>
                <a:cxn ang="0">
                  <a:pos x="209" y="268"/>
                </a:cxn>
                <a:cxn ang="0">
                  <a:pos x="207" y="194"/>
                </a:cxn>
                <a:cxn ang="0">
                  <a:pos x="197" y="119"/>
                </a:cxn>
                <a:cxn ang="0">
                  <a:pos x="169" y="84"/>
                </a:cxn>
                <a:cxn ang="0">
                  <a:pos x="118" y="70"/>
                </a:cxn>
                <a:cxn ang="0">
                  <a:pos x="60" y="61"/>
                </a:cxn>
                <a:cxn ang="0">
                  <a:pos x="27" y="47"/>
                </a:cxn>
                <a:cxn ang="0">
                  <a:pos x="30" y="12"/>
                </a:cxn>
              </a:cxnLst>
              <a:rect l="0" t="0" r="r" b="b"/>
              <a:pathLst>
                <a:path w="1061" h="1259">
                  <a:moveTo>
                    <a:pt x="37" y="0"/>
                  </a:moveTo>
                  <a:lnTo>
                    <a:pt x="74" y="0"/>
                  </a:lnTo>
                  <a:lnTo>
                    <a:pt x="114" y="3"/>
                  </a:lnTo>
                  <a:lnTo>
                    <a:pt x="165" y="5"/>
                  </a:lnTo>
                  <a:lnTo>
                    <a:pt x="223" y="7"/>
                  </a:lnTo>
                  <a:lnTo>
                    <a:pt x="370" y="7"/>
                  </a:lnTo>
                  <a:lnTo>
                    <a:pt x="430" y="5"/>
                  </a:lnTo>
                  <a:lnTo>
                    <a:pt x="479" y="3"/>
                  </a:lnTo>
                  <a:lnTo>
                    <a:pt x="516" y="0"/>
                  </a:lnTo>
                  <a:lnTo>
                    <a:pt x="544" y="0"/>
                  </a:lnTo>
                  <a:lnTo>
                    <a:pt x="551" y="12"/>
                  </a:lnTo>
                  <a:lnTo>
                    <a:pt x="553" y="31"/>
                  </a:lnTo>
                  <a:lnTo>
                    <a:pt x="551" y="47"/>
                  </a:lnTo>
                  <a:lnTo>
                    <a:pt x="544" y="59"/>
                  </a:lnTo>
                  <a:lnTo>
                    <a:pt x="502" y="63"/>
                  </a:lnTo>
                  <a:lnTo>
                    <a:pt x="470" y="70"/>
                  </a:lnTo>
                  <a:lnTo>
                    <a:pt x="442" y="75"/>
                  </a:lnTo>
                  <a:lnTo>
                    <a:pt x="418" y="84"/>
                  </a:lnTo>
                  <a:lnTo>
                    <a:pt x="402" y="98"/>
                  </a:lnTo>
                  <a:lnTo>
                    <a:pt x="393" y="114"/>
                  </a:lnTo>
                  <a:lnTo>
                    <a:pt x="391" y="133"/>
                  </a:lnTo>
                  <a:lnTo>
                    <a:pt x="388" y="156"/>
                  </a:lnTo>
                  <a:lnTo>
                    <a:pt x="386" y="200"/>
                  </a:lnTo>
                  <a:lnTo>
                    <a:pt x="386" y="259"/>
                  </a:lnTo>
                  <a:lnTo>
                    <a:pt x="384" y="331"/>
                  </a:lnTo>
                  <a:lnTo>
                    <a:pt x="384" y="410"/>
                  </a:lnTo>
                  <a:lnTo>
                    <a:pt x="381" y="498"/>
                  </a:lnTo>
                  <a:lnTo>
                    <a:pt x="381" y="906"/>
                  </a:lnTo>
                  <a:lnTo>
                    <a:pt x="384" y="982"/>
                  </a:lnTo>
                  <a:lnTo>
                    <a:pt x="386" y="1048"/>
                  </a:lnTo>
                  <a:lnTo>
                    <a:pt x="388" y="1096"/>
                  </a:lnTo>
                  <a:lnTo>
                    <a:pt x="393" y="1120"/>
                  </a:lnTo>
                  <a:lnTo>
                    <a:pt x="405" y="1136"/>
                  </a:lnTo>
                  <a:lnTo>
                    <a:pt x="416" y="1148"/>
                  </a:lnTo>
                  <a:lnTo>
                    <a:pt x="425" y="1155"/>
                  </a:lnTo>
                  <a:lnTo>
                    <a:pt x="451" y="1159"/>
                  </a:lnTo>
                  <a:lnTo>
                    <a:pt x="488" y="1164"/>
                  </a:lnTo>
                  <a:lnTo>
                    <a:pt x="533" y="1166"/>
                  </a:lnTo>
                  <a:lnTo>
                    <a:pt x="630" y="1171"/>
                  </a:lnTo>
                  <a:lnTo>
                    <a:pt x="763" y="1171"/>
                  </a:lnTo>
                  <a:lnTo>
                    <a:pt x="793" y="1166"/>
                  </a:lnTo>
                  <a:lnTo>
                    <a:pt x="823" y="1155"/>
                  </a:lnTo>
                  <a:lnTo>
                    <a:pt x="851" y="1131"/>
                  </a:lnTo>
                  <a:lnTo>
                    <a:pt x="882" y="1094"/>
                  </a:lnTo>
                  <a:lnTo>
                    <a:pt x="905" y="1062"/>
                  </a:lnTo>
                  <a:lnTo>
                    <a:pt x="931" y="1020"/>
                  </a:lnTo>
                  <a:lnTo>
                    <a:pt x="956" y="973"/>
                  </a:lnTo>
                  <a:lnTo>
                    <a:pt x="979" y="924"/>
                  </a:lnTo>
                  <a:lnTo>
                    <a:pt x="1000" y="873"/>
                  </a:lnTo>
                  <a:lnTo>
                    <a:pt x="1017" y="873"/>
                  </a:lnTo>
                  <a:lnTo>
                    <a:pt x="1035" y="878"/>
                  </a:lnTo>
                  <a:lnTo>
                    <a:pt x="1052" y="887"/>
                  </a:lnTo>
                  <a:lnTo>
                    <a:pt x="1061" y="896"/>
                  </a:lnTo>
                  <a:lnTo>
                    <a:pt x="1054" y="931"/>
                  </a:lnTo>
                  <a:lnTo>
                    <a:pt x="1045" y="973"/>
                  </a:lnTo>
                  <a:lnTo>
                    <a:pt x="1031" y="1020"/>
                  </a:lnTo>
                  <a:lnTo>
                    <a:pt x="1017" y="1071"/>
                  </a:lnTo>
                  <a:lnTo>
                    <a:pt x="1000" y="1120"/>
                  </a:lnTo>
                  <a:lnTo>
                    <a:pt x="986" y="1164"/>
                  </a:lnTo>
                  <a:lnTo>
                    <a:pt x="970" y="1204"/>
                  </a:lnTo>
                  <a:lnTo>
                    <a:pt x="956" y="1231"/>
                  </a:lnTo>
                  <a:lnTo>
                    <a:pt x="949" y="1243"/>
                  </a:lnTo>
                  <a:lnTo>
                    <a:pt x="933" y="1252"/>
                  </a:lnTo>
                  <a:lnTo>
                    <a:pt x="910" y="1257"/>
                  </a:lnTo>
                  <a:lnTo>
                    <a:pt x="875" y="1259"/>
                  </a:lnTo>
                  <a:lnTo>
                    <a:pt x="830" y="1259"/>
                  </a:lnTo>
                  <a:lnTo>
                    <a:pt x="775" y="1257"/>
                  </a:lnTo>
                  <a:lnTo>
                    <a:pt x="712" y="1257"/>
                  </a:lnTo>
                  <a:lnTo>
                    <a:pt x="644" y="1255"/>
                  </a:lnTo>
                  <a:lnTo>
                    <a:pt x="574" y="1255"/>
                  </a:lnTo>
                  <a:lnTo>
                    <a:pt x="507" y="1252"/>
                  </a:lnTo>
                  <a:lnTo>
                    <a:pt x="442" y="1250"/>
                  </a:lnTo>
                  <a:lnTo>
                    <a:pt x="381" y="1250"/>
                  </a:lnTo>
                  <a:lnTo>
                    <a:pt x="332" y="1248"/>
                  </a:lnTo>
                  <a:lnTo>
                    <a:pt x="251" y="1248"/>
                  </a:lnTo>
                  <a:lnTo>
                    <a:pt x="202" y="1250"/>
                  </a:lnTo>
                  <a:lnTo>
                    <a:pt x="153" y="1250"/>
                  </a:lnTo>
                  <a:lnTo>
                    <a:pt x="107" y="1252"/>
                  </a:lnTo>
                  <a:lnTo>
                    <a:pt x="65" y="1252"/>
                  </a:lnTo>
                  <a:lnTo>
                    <a:pt x="30" y="1255"/>
                  </a:lnTo>
                  <a:lnTo>
                    <a:pt x="7" y="1255"/>
                  </a:lnTo>
                  <a:lnTo>
                    <a:pt x="2" y="1245"/>
                  </a:lnTo>
                  <a:lnTo>
                    <a:pt x="0" y="1231"/>
                  </a:lnTo>
                  <a:lnTo>
                    <a:pt x="0" y="1218"/>
                  </a:lnTo>
                  <a:lnTo>
                    <a:pt x="2" y="1204"/>
                  </a:lnTo>
                  <a:lnTo>
                    <a:pt x="7" y="1197"/>
                  </a:lnTo>
                  <a:lnTo>
                    <a:pt x="48" y="1192"/>
                  </a:lnTo>
                  <a:lnTo>
                    <a:pt x="81" y="1187"/>
                  </a:lnTo>
                  <a:lnTo>
                    <a:pt x="111" y="1185"/>
                  </a:lnTo>
                  <a:lnTo>
                    <a:pt x="139" y="1178"/>
                  </a:lnTo>
                  <a:lnTo>
                    <a:pt x="167" y="1166"/>
                  </a:lnTo>
                  <a:lnTo>
                    <a:pt x="186" y="1150"/>
                  </a:lnTo>
                  <a:lnTo>
                    <a:pt x="197" y="1127"/>
                  </a:lnTo>
                  <a:lnTo>
                    <a:pt x="202" y="1094"/>
                  </a:lnTo>
                  <a:lnTo>
                    <a:pt x="204" y="1062"/>
                  </a:lnTo>
                  <a:lnTo>
                    <a:pt x="204" y="1015"/>
                  </a:lnTo>
                  <a:lnTo>
                    <a:pt x="207" y="952"/>
                  </a:lnTo>
                  <a:lnTo>
                    <a:pt x="207" y="875"/>
                  </a:lnTo>
                  <a:lnTo>
                    <a:pt x="209" y="787"/>
                  </a:lnTo>
                  <a:lnTo>
                    <a:pt x="209" y="268"/>
                  </a:lnTo>
                  <a:lnTo>
                    <a:pt x="207" y="226"/>
                  </a:lnTo>
                  <a:lnTo>
                    <a:pt x="207" y="194"/>
                  </a:lnTo>
                  <a:lnTo>
                    <a:pt x="204" y="149"/>
                  </a:lnTo>
                  <a:lnTo>
                    <a:pt x="197" y="119"/>
                  </a:lnTo>
                  <a:lnTo>
                    <a:pt x="188" y="98"/>
                  </a:lnTo>
                  <a:lnTo>
                    <a:pt x="169" y="84"/>
                  </a:lnTo>
                  <a:lnTo>
                    <a:pt x="142" y="75"/>
                  </a:lnTo>
                  <a:lnTo>
                    <a:pt x="118" y="70"/>
                  </a:lnTo>
                  <a:lnTo>
                    <a:pt x="90" y="66"/>
                  </a:lnTo>
                  <a:lnTo>
                    <a:pt x="60" y="61"/>
                  </a:lnTo>
                  <a:lnTo>
                    <a:pt x="30" y="59"/>
                  </a:lnTo>
                  <a:lnTo>
                    <a:pt x="27" y="47"/>
                  </a:lnTo>
                  <a:lnTo>
                    <a:pt x="27" y="28"/>
                  </a:lnTo>
                  <a:lnTo>
                    <a:pt x="30" y="12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1" name="Freeform 27"/>
            <p:cNvSpPr>
              <a:spLocks noEditPoints="1"/>
            </p:cNvSpPr>
            <p:nvPr userDrawn="1"/>
          </p:nvSpPr>
          <p:spPr bwMode="auto">
            <a:xfrm>
              <a:off x="3300" y="3620"/>
              <a:ext cx="309" cy="316"/>
            </a:xfrm>
            <a:custGeom>
              <a:avLst/>
              <a:gdLst/>
              <a:ahLst/>
              <a:cxnLst>
                <a:cxn ang="0">
                  <a:pos x="528" y="86"/>
                </a:cxn>
                <a:cxn ang="0">
                  <a:pos x="414" y="126"/>
                </a:cxn>
                <a:cxn ang="0">
                  <a:pos x="318" y="207"/>
                </a:cxn>
                <a:cxn ang="0">
                  <a:pos x="251" y="319"/>
                </a:cxn>
                <a:cxn ang="0">
                  <a:pos x="211" y="452"/>
                </a:cxn>
                <a:cxn ang="0">
                  <a:pos x="197" y="601"/>
                </a:cxn>
                <a:cxn ang="0">
                  <a:pos x="209" y="742"/>
                </a:cxn>
                <a:cxn ang="0">
                  <a:pos x="246" y="882"/>
                </a:cxn>
                <a:cxn ang="0">
                  <a:pos x="309" y="1008"/>
                </a:cxn>
                <a:cxn ang="0">
                  <a:pos x="398" y="1115"/>
                </a:cxn>
                <a:cxn ang="0">
                  <a:pos x="509" y="1187"/>
                </a:cxn>
                <a:cxn ang="0">
                  <a:pos x="635" y="1222"/>
                </a:cxn>
                <a:cxn ang="0">
                  <a:pos x="768" y="1222"/>
                </a:cxn>
                <a:cxn ang="0">
                  <a:pos x="879" y="1185"/>
                </a:cxn>
                <a:cxn ang="0">
                  <a:pos x="972" y="1108"/>
                </a:cxn>
                <a:cxn ang="0">
                  <a:pos x="1042" y="992"/>
                </a:cxn>
                <a:cxn ang="0">
                  <a:pos x="1080" y="854"/>
                </a:cxn>
                <a:cxn ang="0">
                  <a:pos x="1091" y="701"/>
                </a:cxn>
                <a:cxn ang="0">
                  <a:pos x="1077" y="540"/>
                </a:cxn>
                <a:cxn ang="0">
                  <a:pos x="1035" y="391"/>
                </a:cxn>
                <a:cxn ang="0">
                  <a:pos x="963" y="263"/>
                </a:cxn>
                <a:cxn ang="0">
                  <a:pos x="861" y="163"/>
                </a:cxn>
                <a:cxn ang="0">
                  <a:pos x="740" y="102"/>
                </a:cxn>
                <a:cxn ang="0">
                  <a:pos x="595" y="82"/>
                </a:cxn>
                <a:cxn ang="0">
                  <a:pos x="754" y="5"/>
                </a:cxn>
                <a:cxn ang="0">
                  <a:pos x="917" y="44"/>
                </a:cxn>
                <a:cxn ang="0">
                  <a:pos x="1049" y="119"/>
                </a:cxn>
                <a:cxn ang="0">
                  <a:pos x="1152" y="219"/>
                </a:cxn>
                <a:cxn ang="0">
                  <a:pos x="1226" y="342"/>
                </a:cxn>
                <a:cxn ang="0">
                  <a:pos x="1270" y="482"/>
                </a:cxn>
                <a:cxn ang="0">
                  <a:pos x="1284" y="631"/>
                </a:cxn>
                <a:cxn ang="0">
                  <a:pos x="1270" y="794"/>
                </a:cxn>
                <a:cxn ang="0">
                  <a:pos x="1228" y="929"/>
                </a:cxn>
                <a:cxn ang="0">
                  <a:pos x="1161" y="1050"/>
                </a:cxn>
                <a:cxn ang="0">
                  <a:pos x="1054" y="1164"/>
                </a:cxn>
                <a:cxn ang="0">
                  <a:pos x="924" y="1248"/>
                </a:cxn>
                <a:cxn ang="0">
                  <a:pos x="782" y="1299"/>
                </a:cxn>
                <a:cxn ang="0">
                  <a:pos x="630" y="1315"/>
                </a:cxn>
                <a:cxn ang="0">
                  <a:pos x="449" y="1292"/>
                </a:cxn>
                <a:cxn ang="0">
                  <a:pos x="295" y="1229"/>
                </a:cxn>
                <a:cxn ang="0">
                  <a:pos x="174" y="1131"/>
                </a:cxn>
                <a:cxn ang="0">
                  <a:pos x="74" y="987"/>
                </a:cxn>
                <a:cxn ang="0">
                  <a:pos x="18" y="824"/>
                </a:cxn>
                <a:cxn ang="0">
                  <a:pos x="0" y="647"/>
                </a:cxn>
                <a:cxn ang="0">
                  <a:pos x="21" y="477"/>
                </a:cxn>
                <a:cxn ang="0">
                  <a:pos x="81" y="326"/>
                </a:cxn>
                <a:cxn ang="0">
                  <a:pos x="172" y="203"/>
                </a:cxn>
                <a:cxn ang="0">
                  <a:pos x="291" y="109"/>
                </a:cxn>
                <a:cxn ang="0">
                  <a:pos x="430" y="42"/>
                </a:cxn>
                <a:cxn ang="0">
                  <a:pos x="584" y="5"/>
                </a:cxn>
              </a:cxnLst>
              <a:rect l="0" t="0" r="r" b="b"/>
              <a:pathLst>
                <a:path w="1284" h="1315">
                  <a:moveTo>
                    <a:pt x="595" y="82"/>
                  </a:moveTo>
                  <a:lnTo>
                    <a:pt x="528" y="86"/>
                  </a:lnTo>
                  <a:lnTo>
                    <a:pt x="467" y="102"/>
                  </a:lnTo>
                  <a:lnTo>
                    <a:pt x="414" y="126"/>
                  </a:lnTo>
                  <a:lnTo>
                    <a:pt x="363" y="163"/>
                  </a:lnTo>
                  <a:lnTo>
                    <a:pt x="318" y="207"/>
                  </a:lnTo>
                  <a:lnTo>
                    <a:pt x="281" y="258"/>
                  </a:lnTo>
                  <a:lnTo>
                    <a:pt x="251" y="319"/>
                  </a:lnTo>
                  <a:lnTo>
                    <a:pt x="228" y="382"/>
                  </a:lnTo>
                  <a:lnTo>
                    <a:pt x="211" y="452"/>
                  </a:lnTo>
                  <a:lnTo>
                    <a:pt x="200" y="524"/>
                  </a:lnTo>
                  <a:lnTo>
                    <a:pt x="197" y="601"/>
                  </a:lnTo>
                  <a:lnTo>
                    <a:pt x="200" y="673"/>
                  </a:lnTo>
                  <a:lnTo>
                    <a:pt x="209" y="742"/>
                  </a:lnTo>
                  <a:lnTo>
                    <a:pt x="225" y="815"/>
                  </a:lnTo>
                  <a:lnTo>
                    <a:pt x="246" y="882"/>
                  </a:lnTo>
                  <a:lnTo>
                    <a:pt x="274" y="947"/>
                  </a:lnTo>
                  <a:lnTo>
                    <a:pt x="309" y="1008"/>
                  </a:lnTo>
                  <a:lnTo>
                    <a:pt x="349" y="1066"/>
                  </a:lnTo>
                  <a:lnTo>
                    <a:pt x="398" y="1115"/>
                  </a:lnTo>
                  <a:lnTo>
                    <a:pt x="453" y="1157"/>
                  </a:lnTo>
                  <a:lnTo>
                    <a:pt x="509" y="1187"/>
                  </a:lnTo>
                  <a:lnTo>
                    <a:pt x="570" y="1208"/>
                  </a:lnTo>
                  <a:lnTo>
                    <a:pt x="635" y="1222"/>
                  </a:lnTo>
                  <a:lnTo>
                    <a:pt x="707" y="1227"/>
                  </a:lnTo>
                  <a:lnTo>
                    <a:pt x="768" y="1222"/>
                  </a:lnTo>
                  <a:lnTo>
                    <a:pt x="826" y="1208"/>
                  </a:lnTo>
                  <a:lnTo>
                    <a:pt x="879" y="1185"/>
                  </a:lnTo>
                  <a:lnTo>
                    <a:pt x="924" y="1154"/>
                  </a:lnTo>
                  <a:lnTo>
                    <a:pt x="972" y="1108"/>
                  </a:lnTo>
                  <a:lnTo>
                    <a:pt x="1010" y="1054"/>
                  </a:lnTo>
                  <a:lnTo>
                    <a:pt x="1042" y="992"/>
                  </a:lnTo>
                  <a:lnTo>
                    <a:pt x="1063" y="926"/>
                  </a:lnTo>
                  <a:lnTo>
                    <a:pt x="1080" y="854"/>
                  </a:lnTo>
                  <a:lnTo>
                    <a:pt x="1089" y="780"/>
                  </a:lnTo>
                  <a:lnTo>
                    <a:pt x="1091" y="701"/>
                  </a:lnTo>
                  <a:lnTo>
                    <a:pt x="1089" y="619"/>
                  </a:lnTo>
                  <a:lnTo>
                    <a:pt x="1077" y="540"/>
                  </a:lnTo>
                  <a:lnTo>
                    <a:pt x="1061" y="463"/>
                  </a:lnTo>
                  <a:lnTo>
                    <a:pt x="1035" y="391"/>
                  </a:lnTo>
                  <a:lnTo>
                    <a:pt x="1003" y="324"/>
                  </a:lnTo>
                  <a:lnTo>
                    <a:pt x="963" y="263"/>
                  </a:lnTo>
                  <a:lnTo>
                    <a:pt x="917" y="210"/>
                  </a:lnTo>
                  <a:lnTo>
                    <a:pt x="861" y="163"/>
                  </a:lnTo>
                  <a:lnTo>
                    <a:pt x="803" y="128"/>
                  </a:lnTo>
                  <a:lnTo>
                    <a:pt x="740" y="102"/>
                  </a:lnTo>
                  <a:lnTo>
                    <a:pt x="670" y="86"/>
                  </a:lnTo>
                  <a:lnTo>
                    <a:pt x="595" y="82"/>
                  </a:lnTo>
                  <a:close/>
                  <a:moveTo>
                    <a:pt x="663" y="0"/>
                  </a:moveTo>
                  <a:lnTo>
                    <a:pt x="754" y="5"/>
                  </a:lnTo>
                  <a:lnTo>
                    <a:pt x="840" y="21"/>
                  </a:lnTo>
                  <a:lnTo>
                    <a:pt x="917" y="44"/>
                  </a:lnTo>
                  <a:lnTo>
                    <a:pt x="986" y="77"/>
                  </a:lnTo>
                  <a:lnTo>
                    <a:pt x="1049" y="119"/>
                  </a:lnTo>
                  <a:lnTo>
                    <a:pt x="1105" y="165"/>
                  </a:lnTo>
                  <a:lnTo>
                    <a:pt x="1152" y="219"/>
                  </a:lnTo>
                  <a:lnTo>
                    <a:pt x="1194" y="279"/>
                  </a:lnTo>
                  <a:lnTo>
                    <a:pt x="1226" y="342"/>
                  </a:lnTo>
                  <a:lnTo>
                    <a:pt x="1252" y="412"/>
                  </a:lnTo>
                  <a:lnTo>
                    <a:pt x="1270" y="482"/>
                  </a:lnTo>
                  <a:lnTo>
                    <a:pt x="1280" y="556"/>
                  </a:lnTo>
                  <a:lnTo>
                    <a:pt x="1284" y="631"/>
                  </a:lnTo>
                  <a:lnTo>
                    <a:pt x="1282" y="715"/>
                  </a:lnTo>
                  <a:lnTo>
                    <a:pt x="1270" y="794"/>
                  </a:lnTo>
                  <a:lnTo>
                    <a:pt x="1254" y="864"/>
                  </a:lnTo>
                  <a:lnTo>
                    <a:pt x="1228" y="929"/>
                  </a:lnTo>
                  <a:lnTo>
                    <a:pt x="1198" y="992"/>
                  </a:lnTo>
                  <a:lnTo>
                    <a:pt x="1161" y="1050"/>
                  </a:lnTo>
                  <a:lnTo>
                    <a:pt x="1110" y="1110"/>
                  </a:lnTo>
                  <a:lnTo>
                    <a:pt x="1054" y="1164"/>
                  </a:lnTo>
                  <a:lnTo>
                    <a:pt x="991" y="1210"/>
                  </a:lnTo>
                  <a:lnTo>
                    <a:pt x="924" y="1248"/>
                  </a:lnTo>
                  <a:lnTo>
                    <a:pt x="854" y="1278"/>
                  </a:lnTo>
                  <a:lnTo>
                    <a:pt x="782" y="1299"/>
                  </a:lnTo>
                  <a:lnTo>
                    <a:pt x="707" y="1310"/>
                  </a:lnTo>
                  <a:lnTo>
                    <a:pt x="630" y="1315"/>
                  </a:lnTo>
                  <a:lnTo>
                    <a:pt x="537" y="1310"/>
                  </a:lnTo>
                  <a:lnTo>
                    <a:pt x="449" y="1292"/>
                  </a:lnTo>
                  <a:lnTo>
                    <a:pt x="370" y="1266"/>
                  </a:lnTo>
                  <a:lnTo>
                    <a:pt x="295" y="1229"/>
                  </a:lnTo>
                  <a:lnTo>
                    <a:pt x="230" y="1185"/>
                  </a:lnTo>
                  <a:lnTo>
                    <a:pt x="174" y="1131"/>
                  </a:lnTo>
                  <a:lnTo>
                    <a:pt x="118" y="1061"/>
                  </a:lnTo>
                  <a:lnTo>
                    <a:pt x="74" y="987"/>
                  </a:lnTo>
                  <a:lnTo>
                    <a:pt x="42" y="908"/>
                  </a:lnTo>
                  <a:lnTo>
                    <a:pt x="18" y="824"/>
                  </a:lnTo>
                  <a:lnTo>
                    <a:pt x="4" y="738"/>
                  </a:lnTo>
                  <a:lnTo>
                    <a:pt x="0" y="647"/>
                  </a:lnTo>
                  <a:lnTo>
                    <a:pt x="4" y="561"/>
                  </a:lnTo>
                  <a:lnTo>
                    <a:pt x="21" y="477"/>
                  </a:lnTo>
                  <a:lnTo>
                    <a:pt x="46" y="398"/>
                  </a:lnTo>
                  <a:lnTo>
                    <a:pt x="81" y="326"/>
                  </a:lnTo>
                  <a:lnTo>
                    <a:pt x="125" y="256"/>
                  </a:lnTo>
                  <a:lnTo>
                    <a:pt x="172" y="203"/>
                  </a:lnTo>
                  <a:lnTo>
                    <a:pt x="228" y="151"/>
                  </a:lnTo>
                  <a:lnTo>
                    <a:pt x="291" y="109"/>
                  </a:lnTo>
                  <a:lnTo>
                    <a:pt x="358" y="72"/>
                  </a:lnTo>
                  <a:lnTo>
                    <a:pt x="430" y="42"/>
                  </a:lnTo>
                  <a:lnTo>
                    <a:pt x="507" y="19"/>
                  </a:lnTo>
                  <a:lnTo>
                    <a:pt x="584" y="5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2" name="Freeform 28"/>
            <p:cNvSpPr>
              <a:spLocks/>
            </p:cNvSpPr>
            <p:nvPr userDrawn="1"/>
          </p:nvSpPr>
          <p:spPr bwMode="auto">
            <a:xfrm>
              <a:off x="2180" y="2093"/>
              <a:ext cx="1418" cy="1416"/>
            </a:xfrm>
            <a:custGeom>
              <a:avLst/>
              <a:gdLst/>
              <a:ahLst/>
              <a:cxnLst>
                <a:cxn ang="0">
                  <a:pos x="228" y="0"/>
                </a:cxn>
                <a:cxn ang="0">
                  <a:pos x="5665" y="0"/>
                </a:cxn>
                <a:cxn ang="0">
                  <a:pos x="5716" y="7"/>
                </a:cxn>
                <a:cxn ang="0">
                  <a:pos x="5765" y="23"/>
                </a:cxn>
                <a:cxn ang="0">
                  <a:pos x="5807" y="51"/>
                </a:cxn>
                <a:cxn ang="0">
                  <a:pos x="5842" y="86"/>
                </a:cxn>
                <a:cxn ang="0">
                  <a:pos x="5870" y="128"/>
                </a:cxn>
                <a:cxn ang="0">
                  <a:pos x="5886" y="177"/>
                </a:cxn>
                <a:cxn ang="0">
                  <a:pos x="5893" y="228"/>
                </a:cxn>
                <a:cxn ang="0">
                  <a:pos x="5893" y="5662"/>
                </a:cxn>
                <a:cxn ang="0">
                  <a:pos x="5886" y="5716"/>
                </a:cxn>
                <a:cxn ang="0">
                  <a:pos x="5870" y="5765"/>
                </a:cxn>
                <a:cxn ang="0">
                  <a:pos x="5842" y="5807"/>
                </a:cxn>
                <a:cxn ang="0">
                  <a:pos x="5807" y="5841"/>
                </a:cxn>
                <a:cxn ang="0">
                  <a:pos x="5765" y="5869"/>
                </a:cxn>
                <a:cxn ang="0">
                  <a:pos x="5716" y="5886"/>
                </a:cxn>
                <a:cxn ang="0">
                  <a:pos x="5665" y="5893"/>
                </a:cxn>
                <a:cxn ang="0">
                  <a:pos x="228" y="5893"/>
                </a:cxn>
                <a:cxn ang="0">
                  <a:pos x="177" y="5886"/>
                </a:cxn>
                <a:cxn ang="0">
                  <a:pos x="128" y="5869"/>
                </a:cxn>
                <a:cxn ang="0">
                  <a:pos x="86" y="5841"/>
                </a:cxn>
                <a:cxn ang="0">
                  <a:pos x="52" y="5807"/>
                </a:cxn>
                <a:cxn ang="0">
                  <a:pos x="24" y="5765"/>
                </a:cxn>
                <a:cxn ang="0">
                  <a:pos x="7" y="5716"/>
                </a:cxn>
                <a:cxn ang="0">
                  <a:pos x="0" y="5662"/>
                </a:cxn>
                <a:cxn ang="0">
                  <a:pos x="0" y="228"/>
                </a:cxn>
                <a:cxn ang="0">
                  <a:pos x="7" y="177"/>
                </a:cxn>
                <a:cxn ang="0">
                  <a:pos x="24" y="128"/>
                </a:cxn>
                <a:cxn ang="0">
                  <a:pos x="52" y="86"/>
                </a:cxn>
                <a:cxn ang="0">
                  <a:pos x="86" y="51"/>
                </a:cxn>
                <a:cxn ang="0">
                  <a:pos x="128" y="23"/>
                </a:cxn>
                <a:cxn ang="0">
                  <a:pos x="177" y="7"/>
                </a:cxn>
                <a:cxn ang="0">
                  <a:pos x="228" y="0"/>
                </a:cxn>
              </a:cxnLst>
              <a:rect l="0" t="0" r="r" b="b"/>
              <a:pathLst>
                <a:path w="5893" h="5893">
                  <a:moveTo>
                    <a:pt x="228" y="0"/>
                  </a:moveTo>
                  <a:lnTo>
                    <a:pt x="5665" y="0"/>
                  </a:lnTo>
                  <a:lnTo>
                    <a:pt x="5716" y="7"/>
                  </a:lnTo>
                  <a:lnTo>
                    <a:pt x="5765" y="23"/>
                  </a:lnTo>
                  <a:lnTo>
                    <a:pt x="5807" y="51"/>
                  </a:lnTo>
                  <a:lnTo>
                    <a:pt x="5842" y="86"/>
                  </a:lnTo>
                  <a:lnTo>
                    <a:pt x="5870" y="128"/>
                  </a:lnTo>
                  <a:lnTo>
                    <a:pt x="5886" y="177"/>
                  </a:lnTo>
                  <a:lnTo>
                    <a:pt x="5893" y="228"/>
                  </a:lnTo>
                  <a:lnTo>
                    <a:pt x="5893" y="5662"/>
                  </a:lnTo>
                  <a:lnTo>
                    <a:pt x="5886" y="5716"/>
                  </a:lnTo>
                  <a:lnTo>
                    <a:pt x="5870" y="5765"/>
                  </a:lnTo>
                  <a:lnTo>
                    <a:pt x="5842" y="5807"/>
                  </a:lnTo>
                  <a:lnTo>
                    <a:pt x="5807" y="5841"/>
                  </a:lnTo>
                  <a:lnTo>
                    <a:pt x="5765" y="5869"/>
                  </a:lnTo>
                  <a:lnTo>
                    <a:pt x="5716" y="5886"/>
                  </a:lnTo>
                  <a:lnTo>
                    <a:pt x="5665" y="5893"/>
                  </a:lnTo>
                  <a:lnTo>
                    <a:pt x="228" y="5893"/>
                  </a:lnTo>
                  <a:lnTo>
                    <a:pt x="177" y="5886"/>
                  </a:lnTo>
                  <a:lnTo>
                    <a:pt x="128" y="5869"/>
                  </a:lnTo>
                  <a:lnTo>
                    <a:pt x="86" y="5841"/>
                  </a:lnTo>
                  <a:lnTo>
                    <a:pt x="52" y="5807"/>
                  </a:lnTo>
                  <a:lnTo>
                    <a:pt x="24" y="5765"/>
                  </a:lnTo>
                  <a:lnTo>
                    <a:pt x="7" y="5716"/>
                  </a:lnTo>
                  <a:lnTo>
                    <a:pt x="0" y="5662"/>
                  </a:lnTo>
                  <a:lnTo>
                    <a:pt x="0" y="228"/>
                  </a:lnTo>
                  <a:lnTo>
                    <a:pt x="7" y="177"/>
                  </a:lnTo>
                  <a:lnTo>
                    <a:pt x="24" y="128"/>
                  </a:lnTo>
                  <a:lnTo>
                    <a:pt x="52" y="86"/>
                  </a:lnTo>
                  <a:lnTo>
                    <a:pt x="86" y="51"/>
                  </a:lnTo>
                  <a:lnTo>
                    <a:pt x="128" y="23"/>
                  </a:lnTo>
                  <a:lnTo>
                    <a:pt x="177" y="7"/>
                  </a:lnTo>
                  <a:lnTo>
                    <a:pt x="2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3" name="Freeform 29"/>
            <p:cNvSpPr>
              <a:spLocks noEditPoints="1"/>
            </p:cNvSpPr>
            <p:nvPr userDrawn="1"/>
          </p:nvSpPr>
          <p:spPr bwMode="auto">
            <a:xfrm>
              <a:off x="2173" y="2091"/>
              <a:ext cx="1421" cy="1421"/>
            </a:xfrm>
            <a:custGeom>
              <a:avLst/>
              <a:gdLst/>
              <a:ahLst/>
              <a:cxnLst>
                <a:cxn ang="0">
                  <a:pos x="191" y="23"/>
                </a:cxn>
                <a:cxn ang="0">
                  <a:pos x="116" y="56"/>
                </a:cxn>
                <a:cxn ang="0">
                  <a:pos x="56" y="116"/>
                </a:cxn>
                <a:cxn ang="0">
                  <a:pos x="23" y="190"/>
                </a:cxn>
                <a:cxn ang="0">
                  <a:pos x="19" y="5671"/>
                </a:cxn>
                <a:cxn ang="0">
                  <a:pos x="35" y="5755"/>
                </a:cxn>
                <a:cxn ang="0">
                  <a:pos x="84" y="5827"/>
                </a:cxn>
                <a:cxn ang="0">
                  <a:pos x="156" y="5876"/>
                </a:cxn>
                <a:cxn ang="0">
                  <a:pos x="214" y="5892"/>
                </a:cxn>
                <a:cxn ang="0">
                  <a:pos x="5721" y="5888"/>
                </a:cxn>
                <a:cxn ang="0">
                  <a:pos x="5795" y="5855"/>
                </a:cxn>
                <a:cxn ang="0">
                  <a:pos x="5856" y="5795"/>
                </a:cxn>
                <a:cxn ang="0">
                  <a:pos x="5888" y="5718"/>
                </a:cxn>
                <a:cxn ang="0">
                  <a:pos x="5893" y="214"/>
                </a:cxn>
                <a:cxn ang="0">
                  <a:pos x="5877" y="156"/>
                </a:cxn>
                <a:cxn ang="0">
                  <a:pos x="5828" y="83"/>
                </a:cxn>
                <a:cxn ang="0">
                  <a:pos x="5756" y="35"/>
                </a:cxn>
                <a:cxn ang="0">
                  <a:pos x="5674" y="18"/>
                </a:cxn>
                <a:cxn ang="0">
                  <a:pos x="237" y="0"/>
                </a:cxn>
                <a:cxn ang="0">
                  <a:pos x="5721" y="4"/>
                </a:cxn>
                <a:cxn ang="0">
                  <a:pos x="5809" y="42"/>
                </a:cxn>
                <a:cxn ang="0">
                  <a:pos x="5870" y="102"/>
                </a:cxn>
                <a:cxn ang="0">
                  <a:pos x="5907" y="190"/>
                </a:cxn>
                <a:cxn ang="0">
                  <a:pos x="5911" y="5694"/>
                </a:cxn>
                <a:cxn ang="0">
                  <a:pos x="5893" y="5762"/>
                </a:cxn>
                <a:cxn ang="0">
                  <a:pos x="5870" y="5809"/>
                </a:cxn>
                <a:cxn ang="0">
                  <a:pos x="5809" y="5869"/>
                </a:cxn>
                <a:cxn ang="0">
                  <a:pos x="5721" y="5906"/>
                </a:cxn>
                <a:cxn ang="0">
                  <a:pos x="214" y="5911"/>
                </a:cxn>
                <a:cxn ang="0">
                  <a:pos x="142" y="5890"/>
                </a:cxn>
                <a:cxn ang="0">
                  <a:pos x="70" y="5841"/>
                </a:cxn>
                <a:cxn ang="0">
                  <a:pos x="21" y="5769"/>
                </a:cxn>
                <a:cxn ang="0">
                  <a:pos x="5" y="5718"/>
                </a:cxn>
                <a:cxn ang="0">
                  <a:pos x="0" y="237"/>
                </a:cxn>
                <a:cxn ang="0">
                  <a:pos x="21" y="142"/>
                </a:cxn>
                <a:cxn ang="0">
                  <a:pos x="70" y="69"/>
                </a:cxn>
                <a:cxn ang="0">
                  <a:pos x="142" y="21"/>
                </a:cxn>
                <a:cxn ang="0">
                  <a:pos x="237" y="0"/>
                </a:cxn>
              </a:cxnLst>
              <a:rect l="0" t="0" r="r" b="b"/>
              <a:pathLst>
                <a:path w="5911" h="5911">
                  <a:moveTo>
                    <a:pt x="237" y="18"/>
                  </a:moveTo>
                  <a:lnTo>
                    <a:pt x="191" y="23"/>
                  </a:lnTo>
                  <a:lnTo>
                    <a:pt x="156" y="35"/>
                  </a:lnTo>
                  <a:lnTo>
                    <a:pt x="116" y="56"/>
                  </a:lnTo>
                  <a:lnTo>
                    <a:pt x="84" y="83"/>
                  </a:lnTo>
                  <a:lnTo>
                    <a:pt x="56" y="116"/>
                  </a:lnTo>
                  <a:lnTo>
                    <a:pt x="35" y="156"/>
                  </a:lnTo>
                  <a:lnTo>
                    <a:pt x="23" y="190"/>
                  </a:lnTo>
                  <a:lnTo>
                    <a:pt x="19" y="237"/>
                  </a:lnTo>
                  <a:lnTo>
                    <a:pt x="19" y="5671"/>
                  </a:lnTo>
                  <a:lnTo>
                    <a:pt x="23" y="5718"/>
                  </a:lnTo>
                  <a:lnTo>
                    <a:pt x="35" y="5755"/>
                  </a:lnTo>
                  <a:lnTo>
                    <a:pt x="56" y="5795"/>
                  </a:lnTo>
                  <a:lnTo>
                    <a:pt x="84" y="5827"/>
                  </a:lnTo>
                  <a:lnTo>
                    <a:pt x="116" y="5855"/>
                  </a:lnTo>
                  <a:lnTo>
                    <a:pt x="156" y="5876"/>
                  </a:lnTo>
                  <a:lnTo>
                    <a:pt x="191" y="5888"/>
                  </a:lnTo>
                  <a:lnTo>
                    <a:pt x="214" y="5892"/>
                  </a:lnTo>
                  <a:lnTo>
                    <a:pt x="5697" y="5892"/>
                  </a:lnTo>
                  <a:lnTo>
                    <a:pt x="5721" y="5888"/>
                  </a:lnTo>
                  <a:lnTo>
                    <a:pt x="5756" y="5876"/>
                  </a:lnTo>
                  <a:lnTo>
                    <a:pt x="5795" y="5855"/>
                  </a:lnTo>
                  <a:lnTo>
                    <a:pt x="5828" y="5827"/>
                  </a:lnTo>
                  <a:lnTo>
                    <a:pt x="5856" y="5795"/>
                  </a:lnTo>
                  <a:lnTo>
                    <a:pt x="5877" y="5755"/>
                  </a:lnTo>
                  <a:lnTo>
                    <a:pt x="5888" y="5718"/>
                  </a:lnTo>
                  <a:lnTo>
                    <a:pt x="5893" y="5694"/>
                  </a:lnTo>
                  <a:lnTo>
                    <a:pt x="5893" y="214"/>
                  </a:lnTo>
                  <a:lnTo>
                    <a:pt x="5888" y="190"/>
                  </a:lnTo>
                  <a:lnTo>
                    <a:pt x="5877" y="156"/>
                  </a:lnTo>
                  <a:lnTo>
                    <a:pt x="5856" y="116"/>
                  </a:lnTo>
                  <a:lnTo>
                    <a:pt x="5828" y="83"/>
                  </a:lnTo>
                  <a:lnTo>
                    <a:pt x="5795" y="56"/>
                  </a:lnTo>
                  <a:lnTo>
                    <a:pt x="5756" y="35"/>
                  </a:lnTo>
                  <a:lnTo>
                    <a:pt x="5721" y="23"/>
                  </a:lnTo>
                  <a:lnTo>
                    <a:pt x="5674" y="18"/>
                  </a:lnTo>
                  <a:lnTo>
                    <a:pt x="237" y="18"/>
                  </a:lnTo>
                  <a:close/>
                  <a:moveTo>
                    <a:pt x="237" y="0"/>
                  </a:moveTo>
                  <a:lnTo>
                    <a:pt x="5674" y="0"/>
                  </a:lnTo>
                  <a:lnTo>
                    <a:pt x="5721" y="4"/>
                  </a:lnTo>
                  <a:lnTo>
                    <a:pt x="5769" y="21"/>
                  </a:lnTo>
                  <a:lnTo>
                    <a:pt x="5809" y="42"/>
                  </a:lnTo>
                  <a:lnTo>
                    <a:pt x="5842" y="69"/>
                  </a:lnTo>
                  <a:lnTo>
                    <a:pt x="5870" y="102"/>
                  </a:lnTo>
                  <a:lnTo>
                    <a:pt x="5891" y="142"/>
                  </a:lnTo>
                  <a:lnTo>
                    <a:pt x="5907" y="190"/>
                  </a:lnTo>
                  <a:lnTo>
                    <a:pt x="5911" y="214"/>
                  </a:lnTo>
                  <a:lnTo>
                    <a:pt x="5911" y="5694"/>
                  </a:lnTo>
                  <a:lnTo>
                    <a:pt x="5907" y="5718"/>
                  </a:lnTo>
                  <a:lnTo>
                    <a:pt x="5893" y="5762"/>
                  </a:lnTo>
                  <a:lnTo>
                    <a:pt x="5891" y="5769"/>
                  </a:lnTo>
                  <a:lnTo>
                    <a:pt x="5870" y="5809"/>
                  </a:lnTo>
                  <a:lnTo>
                    <a:pt x="5842" y="5841"/>
                  </a:lnTo>
                  <a:lnTo>
                    <a:pt x="5809" y="5869"/>
                  </a:lnTo>
                  <a:lnTo>
                    <a:pt x="5769" y="5890"/>
                  </a:lnTo>
                  <a:lnTo>
                    <a:pt x="5721" y="5906"/>
                  </a:lnTo>
                  <a:lnTo>
                    <a:pt x="5697" y="5911"/>
                  </a:lnTo>
                  <a:lnTo>
                    <a:pt x="214" y="5911"/>
                  </a:lnTo>
                  <a:lnTo>
                    <a:pt x="191" y="5906"/>
                  </a:lnTo>
                  <a:lnTo>
                    <a:pt x="142" y="5890"/>
                  </a:lnTo>
                  <a:lnTo>
                    <a:pt x="102" y="5869"/>
                  </a:lnTo>
                  <a:lnTo>
                    <a:pt x="70" y="5841"/>
                  </a:lnTo>
                  <a:lnTo>
                    <a:pt x="42" y="5809"/>
                  </a:lnTo>
                  <a:lnTo>
                    <a:pt x="21" y="5769"/>
                  </a:lnTo>
                  <a:lnTo>
                    <a:pt x="19" y="5762"/>
                  </a:lnTo>
                  <a:lnTo>
                    <a:pt x="5" y="5718"/>
                  </a:lnTo>
                  <a:lnTo>
                    <a:pt x="0" y="5671"/>
                  </a:lnTo>
                  <a:lnTo>
                    <a:pt x="0" y="237"/>
                  </a:lnTo>
                  <a:lnTo>
                    <a:pt x="5" y="190"/>
                  </a:lnTo>
                  <a:lnTo>
                    <a:pt x="21" y="142"/>
                  </a:lnTo>
                  <a:lnTo>
                    <a:pt x="42" y="102"/>
                  </a:lnTo>
                  <a:lnTo>
                    <a:pt x="70" y="69"/>
                  </a:lnTo>
                  <a:lnTo>
                    <a:pt x="102" y="42"/>
                  </a:lnTo>
                  <a:lnTo>
                    <a:pt x="142" y="21"/>
                  </a:lnTo>
                  <a:lnTo>
                    <a:pt x="191" y="4"/>
                  </a:lnTo>
                  <a:lnTo>
                    <a:pt x="237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4" name="Freeform 30"/>
            <p:cNvSpPr>
              <a:spLocks/>
            </p:cNvSpPr>
            <p:nvPr userDrawn="1"/>
          </p:nvSpPr>
          <p:spPr bwMode="auto">
            <a:xfrm>
              <a:off x="2189" y="2105"/>
              <a:ext cx="799" cy="1392"/>
            </a:xfrm>
            <a:custGeom>
              <a:avLst/>
              <a:gdLst/>
              <a:ahLst/>
              <a:cxnLst>
                <a:cxn ang="0">
                  <a:pos x="3256" y="51"/>
                </a:cxn>
                <a:cxn ang="0">
                  <a:pos x="3063" y="245"/>
                </a:cxn>
                <a:cxn ang="0">
                  <a:pos x="2902" y="512"/>
                </a:cxn>
                <a:cxn ang="0">
                  <a:pos x="2777" y="868"/>
                </a:cxn>
                <a:cxn ang="0">
                  <a:pos x="2688" y="1322"/>
                </a:cxn>
                <a:cxn ang="0">
                  <a:pos x="2651" y="1692"/>
                </a:cxn>
                <a:cxn ang="0">
                  <a:pos x="2632" y="2148"/>
                </a:cxn>
                <a:cxn ang="0">
                  <a:pos x="2595" y="2390"/>
                </a:cxn>
                <a:cxn ang="0">
                  <a:pos x="2532" y="2653"/>
                </a:cxn>
                <a:cxn ang="0">
                  <a:pos x="2488" y="2818"/>
                </a:cxn>
                <a:cxn ang="0">
                  <a:pos x="2558" y="2905"/>
                </a:cxn>
                <a:cxn ang="0">
                  <a:pos x="2663" y="3147"/>
                </a:cxn>
                <a:cxn ang="0">
                  <a:pos x="2712" y="3421"/>
                </a:cxn>
                <a:cxn ang="0">
                  <a:pos x="2728" y="3945"/>
                </a:cxn>
                <a:cxn ang="0">
                  <a:pos x="2730" y="4343"/>
                </a:cxn>
                <a:cxn ang="0">
                  <a:pos x="2716" y="4713"/>
                </a:cxn>
                <a:cxn ang="0">
                  <a:pos x="2677" y="5046"/>
                </a:cxn>
                <a:cxn ang="0">
                  <a:pos x="2600" y="5325"/>
                </a:cxn>
                <a:cxn ang="0">
                  <a:pos x="2479" y="5539"/>
                </a:cxn>
                <a:cxn ang="0">
                  <a:pos x="2304" y="5674"/>
                </a:cxn>
                <a:cxn ang="0">
                  <a:pos x="2111" y="5742"/>
                </a:cxn>
                <a:cxn ang="0">
                  <a:pos x="1978" y="5749"/>
                </a:cxn>
                <a:cxn ang="0">
                  <a:pos x="1897" y="5716"/>
                </a:cxn>
                <a:cxn ang="0">
                  <a:pos x="1853" y="5662"/>
                </a:cxn>
                <a:cxn ang="0">
                  <a:pos x="1834" y="5609"/>
                </a:cxn>
                <a:cxn ang="0">
                  <a:pos x="1843" y="5562"/>
                </a:cxn>
                <a:cxn ang="0">
                  <a:pos x="1897" y="5506"/>
                </a:cxn>
                <a:cxn ang="0">
                  <a:pos x="1960" y="5418"/>
                </a:cxn>
                <a:cxn ang="0">
                  <a:pos x="2004" y="5271"/>
                </a:cxn>
                <a:cxn ang="0">
                  <a:pos x="1969" y="5153"/>
                </a:cxn>
                <a:cxn ang="0">
                  <a:pos x="1836" y="5046"/>
                </a:cxn>
                <a:cxn ang="0">
                  <a:pos x="1667" y="4999"/>
                </a:cxn>
                <a:cxn ang="0">
                  <a:pos x="1541" y="5039"/>
                </a:cxn>
                <a:cxn ang="0">
                  <a:pos x="1457" y="5136"/>
                </a:cxn>
                <a:cxn ang="0">
                  <a:pos x="1408" y="5269"/>
                </a:cxn>
                <a:cxn ang="0">
                  <a:pos x="1397" y="5409"/>
                </a:cxn>
                <a:cxn ang="0">
                  <a:pos x="1415" y="5530"/>
                </a:cxn>
                <a:cxn ang="0">
                  <a:pos x="1511" y="5683"/>
                </a:cxn>
                <a:cxn ang="0">
                  <a:pos x="177" y="5788"/>
                </a:cxn>
                <a:cxn ang="0">
                  <a:pos x="51" y="5737"/>
                </a:cxn>
                <a:cxn ang="0">
                  <a:pos x="0" y="5611"/>
                </a:cxn>
                <a:cxn ang="0">
                  <a:pos x="23" y="89"/>
                </a:cxn>
                <a:cxn ang="0">
                  <a:pos x="131" y="7"/>
                </a:cxn>
              </a:cxnLst>
              <a:rect l="0" t="0" r="r" b="b"/>
              <a:pathLst>
                <a:path w="3326" h="5788">
                  <a:moveTo>
                    <a:pt x="177" y="0"/>
                  </a:moveTo>
                  <a:lnTo>
                    <a:pt x="3326" y="0"/>
                  </a:lnTo>
                  <a:lnTo>
                    <a:pt x="3256" y="51"/>
                  </a:lnTo>
                  <a:lnTo>
                    <a:pt x="3189" y="107"/>
                  </a:lnTo>
                  <a:lnTo>
                    <a:pt x="3124" y="172"/>
                  </a:lnTo>
                  <a:lnTo>
                    <a:pt x="3063" y="245"/>
                  </a:lnTo>
                  <a:lnTo>
                    <a:pt x="3007" y="326"/>
                  </a:lnTo>
                  <a:lnTo>
                    <a:pt x="2954" y="414"/>
                  </a:lnTo>
                  <a:lnTo>
                    <a:pt x="2902" y="512"/>
                  </a:lnTo>
                  <a:lnTo>
                    <a:pt x="2856" y="622"/>
                  </a:lnTo>
                  <a:lnTo>
                    <a:pt x="2814" y="740"/>
                  </a:lnTo>
                  <a:lnTo>
                    <a:pt x="2777" y="868"/>
                  </a:lnTo>
                  <a:lnTo>
                    <a:pt x="2742" y="1008"/>
                  </a:lnTo>
                  <a:lnTo>
                    <a:pt x="2714" y="1159"/>
                  </a:lnTo>
                  <a:lnTo>
                    <a:pt x="2688" y="1322"/>
                  </a:lnTo>
                  <a:lnTo>
                    <a:pt x="2667" y="1497"/>
                  </a:lnTo>
                  <a:lnTo>
                    <a:pt x="2651" y="1685"/>
                  </a:lnTo>
                  <a:lnTo>
                    <a:pt x="2651" y="1692"/>
                  </a:lnTo>
                  <a:lnTo>
                    <a:pt x="2642" y="1836"/>
                  </a:lnTo>
                  <a:lnTo>
                    <a:pt x="2635" y="1990"/>
                  </a:lnTo>
                  <a:lnTo>
                    <a:pt x="2632" y="2148"/>
                  </a:lnTo>
                  <a:lnTo>
                    <a:pt x="2623" y="2223"/>
                  </a:lnTo>
                  <a:lnTo>
                    <a:pt x="2611" y="2304"/>
                  </a:lnTo>
                  <a:lnTo>
                    <a:pt x="2595" y="2390"/>
                  </a:lnTo>
                  <a:lnTo>
                    <a:pt x="2579" y="2481"/>
                  </a:lnTo>
                  <a:lnTo>
                    <a:pt x="2558" y="2569"/>
                  </a:lnTo>
                  <a:lnTo>
                    <a:pt x="2532" y="2653"/>
                  </a:lnTo>
                  <a:lnTo>
                    <a:pt x="2504" y="2732"/>
                  </a:lnTo>
                  <a:lnTo>
                    <a:pt x="2472" y="2802"/>
                  </a:lnTo>
                  <a:lnTo>
                    <a:pt x="2488" y="2818"/>
                  </a:lnTo>
                  <a:lnTo>
                    <a:pt x="2507" y="2839"/>
                  </a:lnTo>
                  <a:lnTo>
                    <a:pt x="2530" y="2867"/>
                  </a:lnTo>
                  <a:lnTo>
                    <a:pt x="2558" y="2905"/>
                  </a:lnTo>
                  <a:lnTo>
                    <a:pt x="2600" y="2986"/>
                  </a:lnTo>
                  <a:lnTo>
                    <a:pt x="2635" y="3065"/>
                  </a:lnTo>
                  <a:lnTo>
                    <a:pt x="2663" y="3147"/>
                  </a:lnTo>
                  <a:lnTo>
                    <a:pt x="2684" y="3233"/>
                  </a:lnTo>
                  <a:lnTo>
                    <a:pt x="2700" y="3324"/>
                  </a:lnTo>
                  <a:lnTo>
                    <a:pt x="2712" y="3421"/>
                  </a:lnTo>
                  <a:lnTo>
                    <a:pt x="2726" y="3810"/>
                  </a:lnTo>
                  <a:lnTo>
                    <a:pt x="2726" y="3808"/>
                  </a:lnTo>
                  <a:lnTo>
                    <a:pt x="2728" y="3945"/>
                  </a:lnTo>
                  <a:lnTo>
                    <a:pt x="2730" y="4080"/>
                  </a:lnTo>
                  <a:lnTo>
                    <a:pt x="2733" y="4213"/>
                  </a:lnTo>
                  <a:lnTo>
                    <a:pt x="2730" y="4343"/>
                  </a:lnTo>
                  <a:lnTo>
                    <a:pt x="2728" y="4469"/>
                  </a:lnTo>
                  <a:lnTo>
                    <a:pt x="2723" y="4594"/>
                  </a:lnTo>
                  <a:lnTo>
                    <a:pt x="2716" y="4713"/>
                  </a:lnTo>
                  <a:lnTo>
                    <a:pt x="2707" y="4829"/>
                  </a:lnTo>
                  <a:lnTo>
                    <a:pt x="2693" y="4939"/>
                  </a:lnTo>
                  <a:lnTo>
                    <a:pt x="2677" y="5046"/>
                  </a:lnTo>
                  <a:lnTo>
                    <a:pt x="2656" y="5143"/>
                  </a:lnTo>
                  <a:lnTo>
                    <a:pt x="2630" y="5239"/>
                  </a:lnTo>
                  <a:lnTo>
                    <a:pt x="2600" y="5325"/>
                  </a:lnTo>
                  <a:lnTo>
                    <a:pt x="2565" y="5404"/>
                  </a:lnTo>
                  <a:lnTo>
                    <a:pt x="2525" y="5474"/>
                  </a:lnTo>
                  <a:lnTo>
                    <a:pt x="2479" y="5539"/>
                  </a:lnTo>
                  <a:lnTo>
                    <a:pt x="2428" y="5593"/>
                  </a:lnTo>
                  <a:lnTo>
                    <a:pt x="2369" y="5639"/>
                  </a:lnTo>
                  <a:lnTo>
                    <a:pt x="2304" y="5674"/>
                  </a:lnTo>
                  <a:lnTo>
                    <a:pt x="2232" y="5704"/>
                  </a:lnTo>
                  <a:lnTo>
                    <a:pt x="2167" y="5728"/>
                  </a:lnTo>
                  <a:lnTo>
                    <a:pt x="2111" y="5742"/>
                  </a:lnTo>
                  <a:lnTo>
                    <a:pt x="2060" y="5749"/>
                  </a:lnTo>
                  <a:lnTo>
                    <a:pt x="2016" y="5751"/>
                  </a:lnTo>
                  <a:lnTo>
                    <a:pt x="1978" y="5749"/>
                  </a:lnTo>
                  <a:lnTo>
                    <a:pt x="1946" y="5742"/>
                  </a:lnTo>
                  <a:lnTo>
                    <a:pt x="1918" y="5730"/>
                  </a:lnTo>
                  <a:lnTo>
                    <a:pt x="1897" y="5716"/>
                  </a:lnTo>
                  <a:lnTo>
                    <a:pt x="1878" y="5697"/>
                  </a:lnTo>
                  <a:lnTo>
                    <a:pt x="1864" y="5681"/>
                  </a:lnTo>
                  <a:lnTo>
                    <a:pt x="1853" y="5662"/>
                  </a:lnTo>
                  <a:lnTo>
                    <a:pt x="1843" y="5644"/>
                  </a:lnTo>
                  <a:lnTo>
                    <a:pt x="1839" y="5625"/>
                  </a:lnTo>
                  <a:lnTo>
                    <a:pt x="1834" y="5609"/>
                  </a:lnTo>
                  <a:lnTo>
                    <a:pt x="1832" y="5595"/>
                  </a:lnTo>
                  <a:lnTo>
                    <a:pt x="1832" y="5574"/>
                  </a:lnTo>
                  <a:lnTo>
                    <a:pt x="1843" y="5562"/>
                  </a:lnTo>
                  <a:lnTo>
                    <a:pt x="1860" y="5548"/>
                  </a:lnTo>
                  <a:lnTo>
                    <a:pt x="1876" y="5530"/>
                  </a:lnTo>
                  <a:lnTo>
                    <a:pt x="1897" y="5506"/>
                  </a:lnTo>
                  <a:lnTo>
                    <a:pt x="1918" y="5481"/>
                  </a:lnTo>
                  <a:lnTo>
                    <a:pt x="1939" y="5451"/>
                  </a:lnTo>
                  <a:lnTo>
                    <a:pt x="1960" y="5418"/>
                  </a:lnTo>
                  <a:lnTo>
                    <a:pt x="1992" y="5348"/>
                  </a:lnTo>
                  <a:lnTo>
                    <a:pt x="2002" y="5309"/>
                  </a:lnTo>
                  <a:lnTo>
                    <a:pt x="2004" y="5271"/>
                  </a:lnTo>
                  <a:lnTo>
                    <a:pt x="2002" y="5232"/>
                  </a:lnTo>
                  <a:lnTo>
                    <a:pt x="1990" y="5192"/>
                  </a:lnTo>
                  <a:lnTo>
                    <a:pt x="1969" y="5153"/>
                  </a:lnTo>
                  <a:lnTo>
                    <a:pt x="1937" y="5116"/>
                  </a:lnTo>
                  <a:lnTo>
                    <a:pt x="1892" y="5081"/>
                  </a:lnTo>
                  <a:lnTo>
                    <a:pt x="1836" y="5046"/>
                  </a:lnTo>
                  <a:lnTo>
                    <a:pt x="1776" y="5020"/>
                  </a:lnTo>
                  <a:lnTo>
                    <a:pt x="1718" y="5004"/>
                  </a:lnTo>
                  <a:lnTo>
                    <a:pt x="1667" y="4999"/>
                  </a:lnTo>
                  <a:lnTo>
                    <a:pt x="1620" y="5004"/>
                  </a:lnTo>
                  <a:lnTo>
                    <a:pt x="1578" y="5018"/>
                  </a:lnTo>
                  <a:lnTo>
                    <a:pt x="1541" y="5039"/>
                  </a:lnTo>
                  <a:lnTo>
                    <a:pt x="1508" y="5067"/>
                  </a:lnTo>
                  <a:lnTo>
                    <a:pt x="1480" y="5099"/>
                  </a:lnTo>
                  <a:lnTo>
                    <a:pt x="1457" y="5136"/>
                  </a:lnTo>
                  <a:lnTo>
                    <a:pt x="1436" y="5178"/>
                  </a:lnTo>
                  <a:lnTo>
                    <a:pt x="1420" y="5223"/>
                  </a:lnTo>
                  <a:lnTo>
                    <a:pt x="1408" y="5269"/>
                  </a:lnTo>
                  <a:lnTo>
                    <a:pt x="1401" y="5316"/>
                  </a:lnTo>
                  <a:lnTo>
                    <a:pt x="1397" y="5362"/>
                  </a:lnTo>
                  <a:lnTo>
                    <a:pt x="1397" y="5409"/>
                  </a:lnTo>
                  <a:lnTo>
                    <a:pt x="1399" y="5453"/>
                  </a:lnTo>
                  <a:lnTo>
                    <a:pt x="1406" y="5493"/>
                  </a:lnTo>
                  <a:lnTo>
                    <a:pt x="1415" y="5530"/>
                  </a:lnTo>
                  <a:lnTo>
                    <a:pt x="1436" y="5579"/>
                  </a:lnTo>
                  <a:lnTo>
                    <a:pt x="1469" y="5630"/>
                  </a:lnTo>
                  <a:lnTo>
                    <a:pt x="1511" y="5683"/>
                  </a:lnTo>
                  <a:lnTo>
                    <a:pt x="1564" y="5737"/>
                  </a:lnTo>
                  <a:lnTo>
                    <a:pt x="1625" y="5788"/>
                  </a:lnTo>
                  <a:lnTo>
                    <a:pt x="177" y="5788"/>
                  </a:lnTo>
                  <a:lnTo>
                    <a:pt x="131" y="5781"/>
                  </a:lnTo>
                  <a:lnTo>
                    <a:pt x="89" y="5765"/>
                  </a:lnTo>
                  <a:lnTo>
                    <a:pt x="51" y="5737"/>
                  </a:lnTo>
                  <a:lnTo>
                    <a:pt x="23" y="5700"/>
                  </a:lnTo>
                  <a:lnTo>
                    <a:pt x="7" y="5658"/>
                  </a:lnTo>
                  <a:lnTo>
                    <a:pt x="0" y="5611"/>
                  </a:lnTo>
                  <a:lnTo>
                    <a:pt x="0" y="177"/>
                  </a:lnTo>
                  <a:lnTo>
                    <a:pt x="7" y="130"/>
                  </a:lnTo>
                  <a:lnTo>
                    <a:pt x="23" y="89"/>
                  </a:lnTo>
                  <a:lnTo>
                    <a:pt x="51" y="51"/>
                  </a:lnTo>
                  <a:lnTo>
                    <a:pt x="89" y="23"/>
                  </a:lnTo>
                  <a:lnTo>
                    <a:pt x="131" y="7"/>
                  </a:lnTo>
                  <a:lnTo>
                    <a:pt x="17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5" name="Freeform 31"/>
            <p:cNvSpPr>
              <a:spLocks/>
            </p:cNvSpPr>
            <p:nvPr userDrawn="1"/>
          </p:nvSpPr>
          <p:spPr bwMode="auto">
            <a:xfrm>
              <a:off x="2796" y="2105"/>
              <a:ext cx="784" cy="1392"/>
            </a:xfrm>
            <a:custGeom>
              <a:avLst/>
              <a:gdLst/>
              <a:ahLst/>
              <a:cxnLst>
                <a:cxn ang="0">
                  <a:pos x="3130" y="7"/>
                </a:cxn>
                <a:cxn ang="0">
                  <a:pos x="3237" y="89"/>
                </a:cxn>
                <a:cxn ang="0">
                  <a:pos x="3260" y="5611"/>
                </a:cxn>
                <a:cxn ang="0">
                  <a:pos x="3209" y="5737"/>
                </a:cxn>
                <a:cxn ang="0">
                  <a:pos x="3083" y="5788"/>
                </a:cxn>
                <a:cxn ang="0">
                  <a:pos x="137" y="5681"/>
                </a:cxn>
                <a:cxn ang="0">
                  <a:pos x="321" y="5465"/>
                </a:cxn>
                <a:cxn ang="0">
                  <a:pos x="470" y="5169"/>
                </a:cxn>
                <a:cxn ang="0">
                  <a:pos x="586" y="4780"/>
                </a:cxn>
                <a:cxn ang="0">
                  <a:pos x="661" y="4292"/>
                </a:cxn>
                <a:cxn ang="0">
                  <a:pos x="686" y="3954"/>
                </a:cxn>
                <a:cxn ang="0">
                  <a:pos x="707" y="3547"/>
                </a:cxn>
                <a:cxn ang="0">
                  <a:pos x="777" y="3261"/>
                </a:cxn>
                <a:cxn ang="0">
                  <a:pos x="840" y="3068"/>
                </a:cxn>
                <a:cxn ang="0">
                  <a:pos x="770" y="2979"/>
                </a:cxn>
                <a:cxn ang="0">
                  <a:pos x="677" y="2735"/>
                </a:cxn>
                <a:cxn ang="0">
                  <a:pos x="623" y="2460"/>
                </a:cxn>
                <a:cxn ang="0">
                  <a:pos x="598" y="1843"/>
                </a:cxn>
                <a:cxn ang="0">
                  <a:pos x="596" y="1445"/>
                </a:cxn>
                <a:cxn ang="0">
                  <a:pos x="609" y="1075"/>
                </a:cxn>
                <a:cxn ang="0">
                  <a:pos x="651" y="745"/>
                </a:cxn>
                <a:cxn ang="0">
                  <a:pos x="726" y="466"/>
                </a:cxn>
                <a:cxn ang="0">
                  <a:pos x="847" y="252"/>
                </a:cxn>
                <a:cxn ang="0">
                  <a:pos x="1021" y="114"/>
                </a:cxn>
                <a:cxn ang="0">
                  <a:pos x="1217" y="47"/>
                </a:cxn>
                <a:cxn ang="0">
                  <a:pos x="1350" y="40"/>
                </a:cxn>
                <a:cxn ang="0">
                  <a:pos x="1431" y="72"/>
                </a:cxn>
                <a:cxn ang="0">
                  <a:pos x="1475" y="126"/>
                </a:cxn>
                <a:cxn ang="0">
                  <a:pos x="1494" y="179"/>
                </a:cxn>
                <a:cxn ang="0">
                  <a:pos x="1485" y="226"/>
                </a:cxn>
                <a:cxn ang="0">
                  <a:pos x="1431" y="282"/>
                </a:cxn>
                <a:cxn ang="0">
                  <a:pos x="1368" y="370"/>
                </a:cxn>
                <a:cxn ang="0">
                  <a:pos x="1324" y="517"/>
                </a:cxn>
                <a:cxn ang="0">
                  <a:pos x="1359" y="636"/>
                </a:cxn>
                <a:cxn ang="0">
                  <a:pos x="1492" y="743"/>
                </a:cxn>
                <a:cxn ang="0">
                  <a:pos x="1659" y="789"/>
                </a:cxn>
                <a:cxn ang="0">
                  <a:pos x="1785" y="752"/>
                </a:cxn>
                <a:cxn ang="0">
                  <a:pos x="1871" y="654"/>
                </a:cxn>
                <a:cxn ang="0">
                  <a:pos x="1917" y="521"/>
                </a:cxn>
                <a:cxn ang="0">
                  <a:pos x="1931" y="382"/>
                </a:cxn>
                <a:cxn ang="0">
                  <a:pos x="1913" y="261"/>
                </a:cxn>
                <a:cxn ang="0">
                  <a:pos x="1817" y="105"/>
                </a:cxn>
              </a:cxnLst>
              <a:rect l="0" t="0" r="r" b="b"/>
              <a:pathLst>
                <a:path w="3260" h="5788">
                  <a:moveTo>
                    <a:pt x="1701" y="0"/>
                  </a:moveTo>
                  <a:lnTo>
                    <a:pt x="3083" y="0"/>
                  </a:lnTo>
                  <a:lnTo>
                    <a:pt x="3130" y="7"/>
                  </a:lnTo>
                  <a:lnTo>
                    <a:pt x="3172" y="23"/>
                  </a:lnTo>
                  <a:lnTo>
                    <a:pt x="3209" y="51"/>
                  </a:lnTo>
                  <a:lnTo>
                    <a:pt x="3237" y="89"/>
                  </a:lnTo>
                  <a:lnTo>
                    <a:pt x="3253" y="130"/>
                  </a:lnTo>
                  <a:lnTo>
                    <a:pt x="3260" y="177"/>
                  </a:lnTo>
                  <a:lnTo>
                    <a:pt x="3260" y="5611"/>
                  </a:lnTo>
                  <a:lnTo>
                    <a:pt x="3253" y="5658"/>
                  </a:lnTo>
                  <a:lnTo>
                    <a:pt x="3237" y="5700"/>
                  </a:lnTo>
                  <a:lnTo>
                    <a:pt x="3209" y="5737"/>
                  </a:lnTo>
                  <a:lnTo>
                    <a:pt x="3172" y="5765"/>
                  </a:lnTo>
                  <a:lnTo>
                    <a:pt x="3130" y="5781"/>
                  </a:lnTo>
                  <a:lnTo>
                    <a:pt x="3083" y="5788"/>
                  </a:lnTo>
                  <a:lnTo>
                    <a:pt x="0" y="5788"/>
                  </a:lnTo>
                  <a:lnTo>
                    <a:pt x="70" y="5737"/>
                  </a:lnTo>
                  <a:lnTo>
                    <a:pt x="137" y="5681"/>
                  </a:lnTo>
                  <a:lnTo>
                    <a:pt x="202" y="5616"/>
                  </a:lnTo>
                  <a:lnTo>
                    <a:pt x="263" y="5544"/>
                  </a:lnTo>
                  <a:lnTo>
                    <a:pt x="321" y="5465"/>
                  </a:lnTo>
                  <a:lnTo>
                    <a:pt x="374" y="5374"/>
                  </a:lnTo>
                  <a:lnTo>
                    <a:pt x="426" y="5276"/>
                  </a:lnTo>
                  <a:lnTo>
                    <a:pt x="470" y="5169"/>
                  </a:lnTo>
                  <a:lnTo>
                    <a:pt x="514" y="5050"/>
                  </a:lnTo>
                  <a:lnTo>
                    <a:pt x="551" y="4920"/>
                  </a:lnTo>
                  <a:lnTo>
                    <a:pt x="586" y="4780"/>
                  </a:lnTo>
                  <a:lnTo>
                    <a:pt x="614" y="4629"/>
                  </a:lnTo>
                  <a:lnTo>
                    <a:pt x="640" y="4466"/>
                  </a:lnTo>
                  <a:lnTo>
                    <a:pt x="661" y="4292"/>
                  </a:lnTo>
                  <a:lnTo>
                    <a:pt x="677" y="4103"/>
                  </a:lnTo>
                  <a:lnTo>
                    <a:pt x="677" y="4098"/>
                  </a:lnTo>
                  <a:lnTo>
                    <a:pt x="686" y="3954"/>
                  </a:lnTo>
                  <a:lnTo>
                    <a:pt x="691" y="3801"/>
                  </a:lnTo>
                  <a:lnTo>
                    <a:pt x="696" y="3640"/>
                  </a:lnTo>
                  <a:lnTo>
                    <a:pt x="707" y="3547"/>
                  </a:lnTo>
                  <a:lnTo>
                    <a:pt x="726" y="3452"/>
                  </a:lnTo>
                  <a:lnTo>
                    <a:pt x="749" y="3356"/>
                  </a:lnTo>
                  <a:lnTo>
                    <a:pt x="777" y="3261"/>
                  </a:lnTo>
                  <a:lnTo>
                    <a:pt x="814" y="3170"/>
                  </a:lnTo>
                  <a:lnTo>
                    <a:pt x="856" y="3084"/>
                  </a:lnTo>
                  <a:lnTo>
                    <a:pt x="840" y="3068"/>
                  </a:lnTo>
                  <a:lnTo>
                    <a:pt x="821" y="3044"/>
                  </a:lnTo>
                  <a:lnTo>
                    <a:pt x="798" y="3016"/>
                  </a:lnTo>
                  <a:lnTo>
                    <a:pt x="770" y="2979"/>
                  </a:lnTo>
                  <a:lnTo>
                    <a:pt x="733" y="2905"/>
                  </a:lnTo>
                  <a:lnTo>
                    <a:pt x="703" y="2823"/>
                  </a:lnTo>
                  <a:lnTo>
                    <a:pt x="677" y="2735"/>
                  </a:lnTo>
                  <a:lnTo>
                    <a:pt x="656" y="2644"/>
                  </a:lnTo>
                  <a:lnTo>
                    <a:pt x="637" y="2551"/>
                  </a:lnTo>
                  <a:lnTo>
                    <a:pt x="623" y="2460"/>
                  </a:lnTo>
                  <a:lnTo>
                    <a:pt x="614" y="2369"/>
                  </a:lnTo>
                  <a:lnTo>
                    <a:pt x="600" y="1981"/>
                  </a:lnTo>
                  <a:lnTo>
                    <a:pt x="598" y="1843"/>
                  </a:lnTo>
                  <a:lnTo>
                    <a:pt x="596" y="1708"/>
                  </a:lnTo>
                  <a:lnTo>
                    <a:pt x="593" y="1576"/>
                  </a:lnTo>
                  <a:lnTo>
                    <a:pt x="596" y="1445"/>
                  </a:lnTo>
                  <a:lnTo>
                    <a:pt x="598" y="1320"/>
                  </a:lnTo>
                  <a:lnTo>
                    <a:pt x="602" y="1196"/>
                  </a:lnTo>
                  <a:lnTo>
                    <a:pt x="609" y="1075"/>
                  </a:lnTo>
                  <a:lnTo>
                    <a:pt x="619" y="959"/>
                  </a:lnTo>
                  <a:lnTo>
                    <a:pt x="633" y="850"/>
                  </a:lnTo>
                  <a:lnTo>
                    <a:pt x="651" y="745"/>
                  </a:lnTo>
                  <a:lnTo>
                    <a:pt x="672" y="645"/>
                  </a:lnTo>
                  <a:lnTo>
                    <a:pt x="698" y="552"/>
                  </a:lnTo>
                  <a:lnTo>
                    <a:pt x="726" y="466"/>
                  </a:lnTo>
                  <a:lnTo>
                    <a:pt x="761" y="386"/>
                  </a:lnTo>
                  <a:lnTo>
                    <a:pt x="803" y="314"/>
                  </a:lnTo>
                  <a:lnTo>
                    <a:pt x="847" y="252"/>
                  </a:lnTo>
                  <a:lnTo>
                    <a:pt x="898" y="196"/>
                  </a:lnTo>
                  <a:lnTo>
                    <a:pt x="956" y="151"/>
                  </a:lnTo>
                  <a:lnTo>
                    <a:pt x="1021" y="114"/>
                  </a:lnTo>
                  <a:lnTo>
                    <a:pt x="1094" y="84"/>
                  </a:lnTo>
                  <a:lnTo>
                    <a:pt x="1159" y="61"/>
                  </a:lnTo>
                  <a:lnTo>
                    <a:pt x="1217" y="47"/>
                  </a:lnTo>
                  <a:lnTo>
                    <a:pt x="1268" y="40"/>
                  </a:lnTo>
                  <a:lnTo>
                    <a:pt x="1312" y="37"/>
                  </a:lnTo>
                  <a:lnTo>
                    <a:pt x="1350" y="40"/>
                  </a:lnTo>
                  <a:lnTo>
                    <a:pt x="1382" y="47"/>
                  </a:lnTo>
                  <a:lnTo>
                    <a:pt x="1410" y="58"/>
                  </a:lnTo>
                  <a:lnTo>
                    <a:pt x="1431" y="72"/>
                  </a:lnTo>
                  <a:lnTo>
                    <a:pt x="1450" y="91"/>
                  </a:lnTo>
                  <a:lnTo>
                    <a:pt x="1464" y="107"/>
                  </a:lnTo>
                  <a:lnTo>
                    <a:pt x="1475" y="126"/>
                  </a:lnTo>
                  <a:lnTo>
                    <a:pt x="1485" y="144"/>
                  </a:lnTo>
                  <a:lnTo>
                    <a:pt x="1489" y="163"/>
                  </a:lnTo>
                  <a:lnTo>
                    <a:pt x="1494" y="179"/>
                  </a:lnTo>
                  <a:lnTo>
                    <a:pt x="1496" y="193"/>
                  </a:lnTo>
                  <a:lnTo>
                    <a:pt x="1496" y="214"/>
                  </a:lnTo>
                  <a:lnTo>
                    <a:pt x="1485" y="226"/>
                  </a:lnTo>
                  <a:lnTo>
                    <a:pt x="1468" y="240"/>
                  </a:lnTo>
                  <a:lnTo>
                    <a:pt x="1452" y="258"/>
                  </a:lnTo>
                  <a:lnTo>
                    <a:pt x="1431" y="282"/>
                  </a:lnTo>
                  <a:lnTo>
                    <a:pt x="1410" y="307"/>
                  </a:lnTo>
                  <a:lnTo>
                    <a:pt x="1389" y="338"/>
                  </a:lnTo>
                  <a:lnTo>
                    <a:pt x="1368" y="370"/>
                  </a:lnTo>
                  <a:lnTo>
                    <a:pt x="1336" y="440"/>
                  </a:lnTo>
                  <a:lnTo>
                    <a:pt x="1326" y="480"/>
                  </a:lnTo>
                  <a:lnTo>
                    <a:pt x="1324" y="517"/>
                  </a:lnTo>
                  <a:lnTo>
                    <a:pt x="1326" y="556"/>
                  </a:lnTo>
                  <a:lnTo>
                    <a:pt x="1338" y="596"/>
                  </a:lnTo>
                  <a:lnTo>
                    <a:pt x="1359" y="636"/>
                  </a:lnTo>
                  <a:lnTo>
                    <a:pt x="1391" y="673"/>
                  </a:lnTo>
                  <a:lnTo>
                    <a:pt x="1436" y="708"/>
                  </a:lnTo>
                  <a:lnTo>
                    <a:pt x="1492" y="743"/>
                  </a:lnTo>
                  <a:lnTo>
                    <a:pt x="1552" y="770"/>
                  </a:lnTo>
                  <a:lnTo>
                    <a:pt x="1608" y="784"/>
                  </a:lnTo>
                  <a:lnTo>
                    <a:pt x="1659" y="789"/>
                  </a:lnTo>
                  <a:lnTo>
                    <a:pt x="1706" y="784"/>
                  </a:lnTo>
                  <a:lnTo>
                    <a:pt x="1748" y="773"/>
                  </a:lnTo>
                  <a:lnTo>
                    <a:pt x="1785" y="752"/>
                  </a:lnTo>
                  <a:lnTo>
                    <a:pt x="1817" y="724"/>
                  </a:lnTo>
                  <a:lnTo>
                    <a:pt x="1848" y="691"/>
                  </a:lnTo>
                  <a:lnTo>
                    <a:pt x="1871" y="654"/>
                  </a:lnTo>
                  <a:lnTo>
                    <a:pt x="1890" y="612"/>
                  </a:lnTo>
                  <a:lnTo>
                    <a:pt x="1906" y="568"/>
                  </a:lnTo>
                  <a:lnTo>
                    <a:pt x="1917" y="521"/>
                  </a:lnTo>
                  <a:lnTo>
                    <a:pt x="1927" y="475"/>
                  </a:lnTo>
                  <a:lnTo>
                    <a:pt x="1931" y="428"/>
                  </a:lnTo>
                  <a:lnTo>
                    <a:pt x="1931" y="382"/>
                  </a:lnTo>
                  <a:lnTo>
                    <a:pt x="1929" y="338"/>
                  </a:lnTo>
                  <a:lnTo>
                    <a:pt x="1922" y="298"/>
                  </a:lnTo>
                  <a:lnTo>
                    <a:pt x="1913" y="261"/>
                  </a:lnTo>
                  <a:lnTo>
                    <a:pt x="1892" y="212"/>
                  </a:lnTo>
                  <a:lnTo>
                    <a:pt x="1859" y="158"/>
                  </a:lnTo>
                  <a:lnTo>
                    <a:pt x="1817" y="105"/>
                  </a:lnTo>
                  <a:lnTo>
                    <a:pt x="1764" y="51"/>
                  </a:lnTo>
                  <a:lnTo>
                    <a:pt x="1701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  <p:sp>
          <p:nvSpPr>
            <p:cNvPr id="323616" name="Freeform 32"/>
            <p:cNvSpPr>
              <a:spLocks/>
            </p:cNvSpPr>
            <p:nvPr userDrawn="1"/>
          </p:nvSpPr>
          <p:spPr bwMode="auto">
            <a:xfrm>
              <a:off x="2525" y="2105"/>
              <a:ext cx="735" cy="1392"/>
            </a:xfrm>
            <a:custGeom>
              <a:avLst/>
              <a:gdLst/>
              <a:ahLst/>
              <a:cxnLst>
                <a:cxn ang="0">
                  <a:pos x="2948" y="105"/>
                </a:cxn>
                <a:cxn ang="0">
                  <a:pos x="3053" y="298"/>
                </a:cxn>
                <a:cxn ang="0">
                  <a:pos x="3058" y="475"/>
                </a:cxn>
                <a:cxn ang="0">
                  <a:pos x="3002" y="654"/>
                </a:cxn>
                <a:cxn ang="0">
                  <a:pos x="2879" y="773"/>
                </a:cxn>
                <a:cxn ang="0">
                  <a:pos x="2683" y="770"/>
                </a:cxn>
                <a:cxn ang="0">
                  <a:pos x="2490" y="636"/>
                </a:cxn>
                <a:cxn ang="0">
                  <a:pos x="2457" y="480"/>
                </a:cxn>
                <a:cxn ang="0">
                  <a:pos x="2541" y="307"/>
                </a:cxn>
                <a:cxn ang="0">
                  <a:pos x="2616" y="226"/>
                </a:cxn>
                <a:cxn ang="0">
                  <a:pos x="2620" y="163"/>
                </a:cxn>
                <a:cxn ang="0">
                  <a:pos x="2581" y="91"/>
                </a:cxn>
                <a:cxn ang="0">
                  <a:pos x="2481" y="40"/>
                </a:cxn>
                <a:cxn ang="0">
                  <a:pos x="2290" y="61"/>
                </a:cxn>
                <a:cxn ang="0">
                  <a:pos x="2029" y="196"/>
                </a:cxn>
                <a:cxn ang="0">
                  <a:pos x="1857" y="466"/>
                </a:cxn>
                <a:cxn ang="0">
                  <a:pos x="1764" y="850"/>
                </a:cxn>
                <a:cxn ang="0">
                  <a:pos x="1729" y="1320"/>
                </a:cxn>
                <a:cxn ang="0">
                  <a:pos x="1729" y="1843"/>
                </a:cxn>
                <a:cxn ang="0">
                  <a:pos x="1768" y="2551"/>
                </a:cxn>
                <a:cxn ang="0">
                  <a:pos x="1864" y="2905"/>
                </a:cxn>
                <a:cxn ang="0">
                  <a:pos x="1971" y="3068"/>
                </a:cxn>
                <a:cxn ang="0">
                  <a:pos x="1880" y="3356"/>
                </a:cxn>
                <a:cxn ang="0">
                  <a:pos x="1822" y="3801"/>
                </a:cxn>
                <a:cxn ang="0">
                  <a:pos x="1792" y="4292"/>
                </a:cxn>
                <a:cxn ang="0">
                  <a:pos x="1682" y="4920"/>
                </a:cxn>
                <a:cxn ang="0">
                  <a:pos x="1505" y="5374"/>
                </a:cxn>
                <a:cxn ang="0">
                  <a:pos x="1268" y="5681"/>
                </a:cxn>
                <a:cxn ang="0">
                  <a:pos x="167" y="5737"/>
                </a:cxn>
                <a:cxn ang="0">
                  <a:pos x="18" y="5530"/>
                </a:cxn>
                <a:cxn ang="0">
                  <a:pos x="0" y="5362"/>
                </a:cxn>
                <a:cxn ang="0">
                  <a:pos x="39" y="5178"/>
                </a:cxn>
                <a:cxn ang="0">
                  <a:pos x="144" y="5039"/>
                </a:cxn>
                <a:cxn ang="0">
                  <a:pos x="321" y="5004"/>
                </a:cxn>
                <a:cxn ang="0">
                  <a:pos x="540" y="5116"/>
                </a:cxn>
                <a:cxn ang="0">
                  <a:pos x="607" y="5271"/>
                </a:cxn>
                <a:cxn ang="0">
                  <a:pos x="542" y="5451"/>
                </a:cxn>
                <a:cxn ang="0">
                  <a:pos x="463" y="5548"/>
                </a:cxn>
                <a:cxn ang="0">
                  <a:pos x="437" y="5609"/>
                </a:cxn>
                <a:cxn ang="0">
                  <a:pos x="467" y="5681"/>
                </a:cxn>
                <a:cxn ang="0">
                  <a:pos x="549" y="5742"/>
                </a:cxn>
                <a:cxn ang="0">
                  <a:pos x="714" y="5742"/>
                </a:cxn>
                <a:cxn ang="0">
                  <a:pos x="972" y="5639"/>
                </a:cxn>
                <a:cxn ang="0">
                  <a:pos x="1168" y="5404"/>
                </a:cxn>
                <a:cxn ang="0">
                  <a:pos x="1280" y="5046"/>
                </a:cxn>
                <a:cxn ang="0">
                  <a:pos x="1326" y="4594"/>
                </a:cxn>
                <a:cxn ang="0">
                  <a:pos x="1333" y="4080"/>
                </a:cxn>
                <a:cxn ang="0">
                  <a:pos x="1315" y="3421"/>
                </a:cxn>
                <a:cxn ang="0">
                  <a:pos x="1238" y="3065"/>
                </a:cxn>
                <a:cxn ang="0">
                  <a:pos x="1110" y="2839"/>
                </a:cxn>
                <a:cxn ang="0">
                  <a:pos x="1135" y="2653"/>
                </a:cxn>
                <a:cxn ang="0">
                  <a:pos x="1214" y="2304"/>
                </a:cxn>
                <a:cxn ang="0">
                  <a:pos x="1245" y="1836"/>
                </a:cxn>
                <a:cxn ang="0">
                  <a:pos x="1291" y="1322"/>
                </a:cxn>
                <a:cxn ang="0">
                  <a:pos x="1417" y="740"/>
                </a:cxn>
                <a:cxn ang="0">
                  <a:pos x="1610" y="326"/>
                </a:cxn>
                <a:cxn ang="0">
                  <a:pos x="1859" y="51"/>
                </a:cxn>
              </a:cxnLst>
              <a:rect l="0" t="0" r="r" b="b"/>
              <a:pathLst>
                <a:path w="3062" h="5788">
                  <a:moveTo>
                    <a:pt x="1929" y="0"/>
                  </a:moveTo>
                  <a:lnTo>
                    <a:pt x="2832" y="0"/>
                  </a:lnTo>
                  <a:lnTo>
                    <a:pt x="2895" y="51"/>
                  </a:lnTo>
                  <a:lnTo>
                    <a:pt x="2948" y="105"/>
                  </a:lnTo>
                  <a:lnTo>
                    <a:pt x="2990" y="158"/>
                  </a:lnTo>
                  <a:lnTo>
                    <a:pt x="3023" y="212"/>
                  </a:lnTo>
                  <a:lnTo>
                    <a:pt x="3044" y="261"/>
                  </a:lnTo>
                  <a:lnTo>
                    <a:pt x="3053" y="298"/>
                  </a:lnTo>
                  <a:lnTo>
                    <a:pt x="3060" y="338"/>
                  </a:lnTo>
                  <a:lnTo>
                    <a:pt x="3062" y="382"/>
                  </a:lnTo>
                  <a:lnTo>
                    <a:pt x="3062" y="428"/>
                  </a:lnTo>
                  <a:lnTo>
                    <a:pt x="3058" y="475"/>
                  </a:lnTo>
                  <a:lnTo>
                    <a:pt x="3048" y="521"/>
                  </a:lnTo>
                  <a:lnTo>
                    <a:pt x="3037" y="568"/>
                  </a:lnTo>
                  <a:lnTo>
                    <a:pt x="3021" y="612"/>
                  </a:lnTo>
                  <a:lnTo>
                    <a:pt x="3002" y="654"/>
                  </a:lnTo>
                  <a:lnTo>
                    <a:pt x="2979" y="691"/>
                  </a:lnTo>
                  <a:lnTo>
                    <a:pt x="2948" y="724"/>
                  </a:lnTo>
                  <a:lnTo>
                    <a:pt x="2916" y="752"/>
                  </a:lnTo>
                  <a:lnTo>
                    <a:pt x="2879" y="773"/>
                  </a:lnTo>
                  <a:lnTo>
                    <a:pt x="2837" y="784"/>
                  </a:lnTo>
                  <a:lnTo>
                    <a:pt x="2790" y="789"/>
                  </a:lnTo>
                  <a:lnTo>
                    <a:pt x="2739" y="784"/>
                  </a:lnTo>
                  <a:lnTo>
                    <a:pt x="2683" y="770"/>
                  </a:lnTo>
                  <a:lnTo>
                    <a:pt x="2623" y="743"/>
                  </a:lnTo>
                  <a:lnTo>
                    <a:pt x="2567" y="708"/>
                  </a:lnTo>
                  <a:lnTo>
                    <a:pt x="2522" y="673"/>
                  </a:lnTo>
                  <a:lnTo>
                    <a:pt x="2490" y="636"/>
                  </a:lnTo>
                  <a:lnTo>
                    <a:pt x="2469" y="596"/>
                  </a:lnTo>
                  <a:lnTo>
                    <a:pt x="2457" y="556"/>
                  </a:lnTo>
                  <a:lnTo>
                    <a:pt x="2455" y="517"/>
                  </a:lnTo>
                  <a:lnTo>
                    <a:pt x="2457" y="480"/>
                  </a:lnTo>
                  <a:lnTo>
                    <a:pt x="2467" y="440"/>
                  </a:lnTo>
                  <a:lnTo>
                    <a:pt x="2499" y="370"/>
                  </a:lnTo>
                  <a:lnTo>
                    <a:pt x="2520" y="338"/>
                  </a:lnTo>
                  <a:lnTo>
                    <a:pt x="2541" y="307"/>
                  </a:lnTo>
                  <a:lnTo>
                    <a:pt x="2562" y="282"/>
                  </a:lnTo>
                  <a:lnTo>
                    <a:pt x="2583" y="258"/>
                  </a:lnTo>
                  <a:lnTo>
                    <a:pt x="2599" y="240"/>
                  </a:lnTo>
                  <a:lnTo>
                    <a:pt x="2616" y="226"/>
                  </a:lnTo>
                  <a:lnTo>
                    <a:pt x="2627" y="214"/>
                  </a:lnTo>
                  <a:lnTo>
                    <a:pt x="2627" y="193"/>
                  </a:lnTo>
                  <a:lnTo>
                    <a:pt x="2625" y="179"/>
                  </a:lnTo>
                  <a:lnTo>
                    <a:pt x="2620" y="163"/>
                  </a:lnTo>
                  <a:lnTo>
                    <a:pt x="2616" y="144"/>
                  </a:lnTo>
                  <a:lnTo>
                    <a:pt x="2606" y="126"/>
                  </a:lnTo>
                  <a:lnTo>
                    <a:pt x="2595" y="107"/>
                  </a:lnTo>
                  <a:lnTo>
                    <a:pt x="2581" y="91"/>
                  </a:lnTo>
                  <a:lnTo>
                    <a:pt x="2562" y="72"/>
                  </a:lnTo>
                  <a:lnTo>
                    <a:pt x="2541" y="58"/>
                  </a:lnTo>
                  <a:lnTo>
                    <a:pt x="2513" y="47"/>
                  </a:lnTo>
                  <a:lnTo>
                    <a:pt x="2481" y="40"/>
                  </a:lnTo>
                  <a:lnTo>
                    <a:pt x="2443" y="37"/>
                  </a:lnTo>
                  <a:lnTo>
                    <a:pt x="2399" y="40"/>
                  </a:lnTo>
                  <a:lnTo>
                    <a:pt x="2348" y="47"/>
                  </a:lnTo>
                  <a:lnTo>
                    <a:pt x="2290" y="61"/>
                  </a:lnTo>
                  <a:lnTo>
                    <a:pt x="2225" y="84"/>
                  </a:lnTo>
                  <a:lnTo>
                    <a:pt x="2152" y="114"/>
                  </a:lnTo>
                  <a:lnTo>
                    <a:pt x="2087" y="151"/>
                  </a:lnTo>
                  <a:lnTo>
                    <a:pt x="2029" y="196"/>
                  </a:lnTo>
                  <a:lnTo>
                    <a:pt x="1978" y="252"/>
                  </a:lnTo>
                  <a:lnTo>
                    <a:pt x="1934" y="314"/>
                  </a:lnTo>
                  <a:lnTo>
                    <a:pt x="1892" y="386"/>
                  </a:lnTo>
                  <a:lnTo>
                    <a:pt x="1857" y="466"/>
                  </a:lnTo>
                  <a:lnTo>
                    <a:pt x="1829" y="552"/>
                  </a:lnTo>
                  <a:lnTo>
                    <a:pt x="1803" y="645"/>
                  </a:lnTo>
                  <a:lnTo>
                    <a:pt x="1782" y="745"/>
                  </a:lnTo>
                  <a:lnTo>
                    <a:pt x="1764" y="850"/>
                  </a:lnTo>
                  <a:lnTo>
                    <a:pt x="1750" y="959"/>
                  </a:lnTo>
                  <a:lnTo>
                    <a:pt x="1740" y="1075"/>
                  </a:lnTo>
                  <a:lnTo>
                    <a:pt x="1733" y="1196"/>
                  </a:lnTo>
                  <a:lnTo>
                    <a:pt x="1729" y="1320"/>
                  </a:lnTo>
                  <a:lnTo>
                    <a:pt x="1727" y="1445"/>
                  </a:lnTo>
                  <a:lnTo>
                    <a:pt x="1724" y="1576"/>
                  </a:lnTo>
                  <a:lnTo>
                    <a:pt x="1727" y="1708"/>
                  </a:lnTo>
                  <a:lnTo>
                    <a:pt x="1729" y="1843"/>
                  </a:lnTo>
                  <a:lnTo>
                    <a:pt x="1731" y="1981"/>
                  </a:lnTo>
                  <a:lnTo>
                    <a:pt x="1745" y="2369"/>
                  </a:lnTo>
                  <a:lnTo>
                    <a:pt x="1754" y="2460"/>
                  </a:lnTo>
                  <a:lnTo>
                    <a:pt x="1768" y="2551"/>
                  </a:lnTo>
                  <a:lnTo>
                    <a:pt x="1787" y="2644"/>
                  </a:lnTo>
                  <a:lnTo>
                    <a:pt x="1808" y="2735"/>
                  </a:lnTo>
                  <a:lnTo>
                    <a:pt x="1834" y="2823"/>
                  </a:lnTo>
                  <a:lnTo>
                    <a:pt x="1864" y="2905"/>
                  </a:lnTo>
                  <a:lnTo>
                    <a:pt x="1901" y="2979"/>
                  </a:lnTo>
                  <a:lnTo>
                    <a:pt x="1929" y="3016"/>
                  </a:lnTo>
                  <a:lnTo>
                    <a:pt x="1952" y="3044"/>
                  </a:lnTo>
                  <a:lnTo>
                    <a:pt x="1971" y="3068"/>
                  </a:lnTo>
                  <a:lnTo>
                    <a:pt x="1987" y="3084"/>
                  </a:lnTo>
                  <a:lnTo>
                    <a:pt x="1945" y="3170"/>
                  </a:lnTo>
                  <a:lnTo>
                    <a:pt x="1908" y="3261"/>
                  </a:lnTo>
                  <a:lnTo>
                    <a:pt x="1880" y="3356"/>
                  </a:lnTo>
                  <a:lnTo>
                    <a:pt x="1857" y="3452"/>
                  </a:lnTo>
                  <a:lnTo>
                    <a:pt x="1838" y="3547"/>
                  </a:lnTo>
                  <a:lnTo>
                    <a:pt x="1827" y="3640"/>
                  </a:lnTo>
                  <a:lnTo>
                    <a:pt x="1822" y="3801"/>
                  </a:lnTo>
                  <a:lnTo>
                    <a:pt x="1817" y="3954"/>
                  </a:lnTo>
                  <a:lnTo>
                    <a:pt x="1808" y="4098"/>
                  </a:lnTo>
                  <a:lnTo>
                    <a:pt x="1808" y="4103"/>
                  </a:lnTo>
                  <a:lnTo>
                    <a:pt x="1792" y="4292"/>
                  </a:lnTo>
                  <a:lnTo>
                    <a:pt x="1771" y="4466"/>
                  </a:lnTo>
                  <a:lnTo>
                    <a:pt x="1745" y="4629"/>
                  </a:lnTo>
                  <a:lnTo>
                    <a:pt x="1717" y="4780"/>
                  </a:lnTo>
                  <a:lnTo>
                    <a:pt x="1682" y="4920"/>
                  </a:lnTo>
                  <a:lnTo>
                    <a:pt x="1645" y="5050"/>
                  </a:lnTo>
                  <a:lnTo>
                    <a:pt x="1601" y="5169"/>
                  </a:lnTo>
                  <a:lnTo>
                    <a:pt x="1557" y="5276"/>
                  </a:lnTo>
                  <a:lnTo>
                    <a:pt x="1505" y="5374"/>
                  </a:lnTo>
                  <a:lnTo>
                    <a:pt x="1452" y="5465"/>
                  </a:lnTo>
                  <a:lnTo>
                    <a:pt x="1394" y="5544"/>
                  </a:lnTo>
                  <a:lnTo>
                    <a:pt x="1333" y="5616"/>
                  </a:lnTo>
                  <a:lnTo>
                    <a:pt x="1268" y="5681"/>
                  </a:lnTo>
                  <a:lnTo>
                    <a:pt x="1201" y="5737"/>
                  </a:lnTo>
                  <a:lnTo>
                    <a:pt x="1131" y="5788"/>
                  </a:lnTo>
                  <a:lnTo>
                    <a:pt x="228" y="5788"/>
                  </a:lnTo>
                  <a:lnTo>
                    <a:pt x="167" y="5737"/>
                  </a:lnTo>
                  <a:lnTo>
                    <a:pt x="114" y="5683"/>
                  </a:lnTo>
                  <a:lnTo>
                    <a:pt x="72" y="5630"/>
                  </a:lnTo>
                  <a:lnTo>
                    <a:pt x="39" y="5579"/>
                  </a:lnTo>
                  <a:lnTo>
                    <a:pt x="18" y="5530"/>
                  </a:lnTo>
                  <a:lnTo>
                    <a:pt x="9" y="5493"/>
                  </a:lnTo>
                  <a:lnTo>
                    <a:pt x="2" y="5453"/>
                  </a:lnTo>
                  <a:lnTo>
                    <a:pt x="0" y="5409"/>
                  </a:lnTo>
                  <a:lnTo>
                    <a:pt x="0" y="5362"/>
                  </a:lnTo>
                  <a:lnTo>
                    <a:pt x="4" y="5316"/>
                  </a:lnTo>
                  <a:lnTo>
                    <a:pt x="11" y="5269"/>
                  </a:lnTo>
                  <a:lnTo>
                    <a:pt x="23" y="5223"/>
                  </a:lnTo>
                  <a:lnTo>
                    <a:pt x="39" y="5178"/>
                  </a:lnTo>
                  <a:lnTo>
                    <a:pt x="60" y="5136"/>
                  </a:lnTo>
                  <a:lnTo>
                    <a:pt x="83" y="5099"/>
                  </a:lnTo>
                  <a:lnTo>
                    <a:pt x="111" y="5067"/>
                  </a:lnTo>
                  <a:lnTo>
                    <a:pt x="144" y="5039"/>
                  </a:lnTo>
                  <a:lnTo>
                    <a:pt x="181" y="5018"/>
                  </a:lnTo>
                  <a:lnTo>
                    <a:pt x="223" y="5004"/>
                  </a:lnTo>
                  <a:lnTo>
                    <a:pt x="270" y="4999"/>
                  </a:lnTo>
                  <a:lnTo>
                    <a:pt x="321" y="5004"/>
                  </a:lnTo>
                  <a:lnTo>
                    <a:pt x="379" y="5020"/>
                  </a:lnTo>
                  <a:lnTo>
                    <a:pt x="439" y="5046"/>
                  </a:lnTo>
                  <a:lnTo>
                    <a:pt x="495" y="5081"/>
                  </a:lnTo>
                  <a:lnTo>
                    <a:pt x="540" y="5116"/>
                  </a:lnTo>
                  <a:lnTo>
                    <a:pt x="572" y="5153"/>
                  </a:lnTo>
                  <a:lnTo>
                    <a:pt x="593" y="5192"/>
                  </a:lnTo>
                  <a:lnTo>
                    <a:pt x="605" y="5232"/>
                  </a:lnTo>
                  <a:lnTo>
                    <a:pt x="607" y="5271"/>
                  </a:lnTo>
                  <a:lnTo>
                    <a:pt x="605" y="5309"/>
                  </a:lnTo>
                  <a:lnTo>
                    <a:pt x="595" y="5348"/>
                  </a:lnTo>
                  <a:lnTo>
                    <a:pt x="563" y="5418"/>
                  </a:lnTo>
                  <a:lnTo>
                    <a:pt x="542" y="5451"/>
                  </a:lnTo>
                  <a:lnTo>
                    <a:pt x="521" y="5481"/>
                  </a:lnTo>
                  <a:lnTo>
                    <a:pt x="500" y="5506"/>
                  </a:lnTo>
                  <a:lnTo>
                    <a:pt x="479" y="5530"/>
                  </a:lnTo>
                  <a:lnTo>
                    <a:pt x="463" y="5548"/>
                  </a:lnTo>
                  <a:lnTo>
                    <a:pt x="446" y="5562"/>
                  </a:lnTo>
                  <a:lnTo>
                    <a:pt x="435" y="5574"/>
                  </a:lnTo>
                  <a:lnTo>
                    <a:pt x="435" y="5595"/>
                  </a:lnTo>
                  <a:lnTo>
                    <a:pt x="437" y="5609"/>
                  </a:lnTo>
                  <a:lnTo>
                    <a:pt x="442" y="5625"/>
                  </a:lnTo>
                  <a:lnTo>
                    <a:pt x="446" y="5644"/>
                  </a:lnTo>
                  <a:lnTo>
                    <a:pt x="456" y="5662"/>
                  </a:lnTo>
                  <a:lnTo>
                    <a:pt x="467" y="5681"/>
                  </a:lnTo>
                  <a:lnTo>
                    <a:pt x="481" y="5697"/>
                  </a:lnTo>
                  <a:lnTo>
                    <a:pt x="500" y="5716"/>
                  </a:lnTo>
                  <a:lnTo>
                    <a:pt x="521" y="5730"/>
                  </a:lnTo>
                  <a:lnTo>
                    <a:pt x="549" y="5742"/>
                  </a:lnTo>
                  <a:lnTo>
                    <a:pt x="581" y="5749"/>
                  </a:lnTo>
                  <a:lnTo>
                    <a:pt x="619" y="5751"/>
                  </a:lnTo>
                  <a:lnTo>
                    <a:pt x="663" y="5749"/>
                  </a:lnTo>
                  <a:lnTo>
                    <a:pt x="714" y="5742"/>
                  </a:lnTo>
                  <a:lnTo>
                    <a:pt x="770" y="5728"/>
                  </a:lnTo>
                  <a:lnTo>
                    <a:pt x="835" y="5704"/>
                  </a:lnTo>
                  <a:lnTo>
                    <a:pt x="907" y="5674"/>
                  </a:lnTo>
                  <a:lnTo>
                    <a:pt x="972" y="5639"/>
                  </a:lnTo>
                  <a:lnTo>
                    <a:pt x="1031" y="5593"/>
                  </a:lnTo>
                  <a:lnTo>
                    <a:pt x="1082" y="5539"/>
                  </a:lnTo>
                  <a:lnTo>
                    <a:pt x="1128" y="5474"/>
                  </a:lnTo>
                  <a:lnTo>
                    <a:pt x="1168" y="5404"/>
                  </a:lnTo>
                  <a:lnTo>
                    <a:pt x="1203" y="5325"/>
                  </a:lnTo>
                  <a:lnTo>
                    <a:pt x="1233" y="5239"/>
                  </a:lnTo>
                  <a:lnTo>
                    <a:pt x="1259" y="5143"/>
                  </a:lnTo>
                  <a:lnTo>
                    <a:pt x="1280" y="5046"/>
                  </a:lnTo>
                  <a:lnTo>
                    <a:pt x="1296" y="4939"/>
                  </a:lnTo>
                  <a:lnTo>
                    <a:pt x="1310" y="4829"/>
                  </a:lnTo>
                  <a:lnTo>
                    <a:pt x="1319" y="4713"/>
                  </a:lnTo>
                  <a:lnTo>
                    <a:pt x="1326" y="4594"/>
                  </a:lnTo>
                  <a:lnTo>
                    <a:pt x="1331" y="4469"/>
                  </a:lnTo>
                  <a:lnTo>
                    <a:pt x="1333" y="4343"/>
                  </a:lnTo>
                  <a:lnTo>
                    <a:pt x="1336" y="4213"/>
                  </a:lnTo>
                  <a:lnTo>
                    <a:pt x="1333" y="4080"/>
                  </a:lnTo>
                  <a:lnTo>
                    <a:pt x="1331" y="3945"/>
                  </a:lnTo>
                  <a:lnTo>
                    <a:pt x="1329" y="3808"/>
                  </a:lnTo>
                  <a:lnTo>
                    <a:pt x="1329" y="3810"/>
                  </a:lnTo>
                  <a:lnTo>
                    <a:pt x="1315" y="3421"/>
                  </a:lnTo>
                  <a:lnTo>
                    <a:pt x="1303" y="3324"/>
                  </a:lnTo>
                  <a:lnTo>
                    <a:pt x="1287" y="3233"/>
                  </a:lnTo>
                  <a:lnTo>
                    <a:pt x="1266" y="3147"/>
                  </a:lnTo>
                  <a:lnTo>
                    <a:pt x="1238" y="3065"/>
                  </a:lnTo>
                  <a:lnTo>
                    <a:pt x="1203" y="2986"/>
                  </a:lnTo>
                  <a:lnTo>
                    <a:pt x="1161" y="2905"/>
                  </a:lnTo>
                  <a:lnTo>
                    <a:pt x="1133" y="2867"/>
                  </a:lnTo>
                  <a:lnTo>
                    <a:pt x="1110" y="2839"/>
                  </a:lnTo>
                  <a:lnTo>
                    <a:pt x="1091" y="2818"/>
                  </a:lnTo>
                  <a:lnTo>
                    <a:pt x="1075" y="2802"/>
                  </a:lnTo>
                  <a:lnTo>
                    <a:pt x="1107" y="2732"/>
                  </a:lnTo>
                  <a:lnTo>
                    <a:pt x="1135" y="2653"/>
                  </a:lnTo>
                  <a:lnTo>
                    <a:pt x="1161" y="2569"/>
                  </a:lnTo>
                  <a:lnTo>
                    <a:pt x="1182" y="2481"/>
                  </a:lnTo>
                  <a:lnTo>
                    <a:pt x="1198" y="2390"/>
                  </a:lnTo>
                  <a:lnTo>
                    <a:pt x="1214" y="2304"/>
                  </a:lnTo>
                  <a:lnTo>
                    <a:pt x="1226" y="2223"/>
                  </a:lnTo>
                  <a:lnTo>
                    <a:pt x="1235" y="2148"/>
                  </a:lnTo>
                  <a:lnTo>
                    <a:pt x="1238" y="1990"/>
                  </a:lnTo>
                  <a:lnTo>
                    <a:pt x="1245" y="1836"/>
                  </a:lnTo>
                  <a:lnTo>
                    <a:pt x="1254" y="1692"/>
                  </a:lnTo>
                  <a:lnTo>
                    <a:pt x="1254" y="1685"/>
                  </a:lnTo>
                  <a:lnTo>
                    <a:pt x="1270" y="1497"/>
                  </a:lnTo>
                  <a:lnTo>
                    <a:pt x="1291" y="1322"/>
                  </a:lnTo>
                  <a:lnTo>
                    <a:pt x="1317" y="1159"/>
                  </a:lnTo>
                  <a:lnTo>
                    <a:pt x="1345" y="1008"/>
                  </a:lnTo>
                  <a:lnTo>
                    <a:pt x="1380" y="868"/>
                  </a:lnTo>
                  <a:lnTo>
                    <a:pt x="1417" y="740"/>
                  </a:lnTo>
                  <a:lnTo>
                    <a:pt x="1459" y="622"/>
                  </a:lnTo>
                  <a:lnTo>
                    <a:pt x="1505" y="512"/>
                  </a:lnTo>
                  <a:lnTo>
                    <a:pt x="1557" y="414"/>
                  </a:lnTo>
                  <a:lnTo>
                    <a:pt x="1610" y="326"/>
                  </a:lnTo>
                  <a:lnTo>
                    <a:pt x="1666" y="245"/>
                  </a:lnTo>
                  <a:lnTo>
                    <a:pt x="1727" y="172"/>
                  </a:lnTo>
                  <a:lnTo>
                    <a:pt x="1792" y="107"/>
                  </a:lnTo>
                  <a:lnTo>
                    <a:pt x="1859" y="51"/>
                  </a:lnTo>
                  <a:lnTo>
                    <a:pt x="19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defTabSz="8068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588" dirty="0">
                <a:solidFill>
                  <a:srgbClr val="000000"/>
                </a:solidFill>
              </a:endParaRPr>
            </a:p>
          </p:txBody>
        </p:sp>
      </p:grpSp>
      <p:sp>
        <p:nvSpPr>
          <p:cNvPr id="34" name="Rectangle 14"/>
          <p:cNvSpPr>
            <a:spLocks noChangeArrowheads="1"/>
          </p:cNvSpPr>
          <p:nvPr userDrawn="1"/>
        </p:nvSpPr>
        <p:spPr bwMode="auto">
          <a:xfrm>
            <a:off x="207818" y="201706"/>
            <a:ext cx="8728364" cy="6454588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wrap="none" lIns="89865" tIns="44932" rIns="89865" bIns="44932" anchor="ctr"/>
          <a:lstStyle/>
          <a:p>
            <a:pPr defTabSz="806867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1588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377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5pPr>
      <a:lvl6pPr marL="449399"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6pPr>
      <a:lvl7pPr marL="898800"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7pPr>
      <a:lvl8pPr marL="1348200"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8pPr>
      <a:lvl9pPr marL="1797601" algn="ctr" rtl="0" fontAlgn="base">
        <a:spcBef>
          <a:spcPct val="0"/>
        </a:spcBef>
        <a:spcAft>
          <a:spcPct val="0"/>
        </a:spcAft>
        <a:defRPr sz="4324">
          <a:solidFill>
            <a:schemeClr val="tx2"/>
          </a:solidFill>
          <a:latin typeface="Cambria" pitchFamily="18" charset="0"/>
        </a:defRPr>
      </a:lvl9pPr>
    </p:titleStyle>
    <p:bodyStyle>
      <a:lvl1pPr marL="335490" indent="-335490" algn="l" rtl="0" fontAlgn="base">
        <a:spcBef>
          <a:spcPct val="20000"/>
        </a:spcBef>
        <a:spcAft>
          <a:spcPct val="0"/>
        </a:spcAft>
        <a:buChar char="•"/>
        <a:defRPr sz="3177">
          <a:solidFill>
            <a:schemeClr val="tx1"/>
          </a:solidFill>
          <a:latin typeface="+mn-lt"/>
          <a:ea typeface="+mn-ea"/>
          <a:cs typeface="+mn-cs"/>
        </a:defRPr>
      </a:lvl1pPr>
      <a:lvl2pPr marL="728716" indent="-279315" algn="l" rtl="0" fontAlgn="base">
        <a:spcBef>
          <a:spcPct val="20000"/>
        </a:spcBef>
        <a:spcAft>
          <a:spcPct val="0"/>
        </a:spcAft>
        <a:buChar char="–"/>
        <a:defRPr sz="2735">
          <a:solidFill>
            <a:schemeClr val="tx1"/>
          </a:solidFill>
          <a:latin typeface="+mn-lt"/>
        </a:defRPr>
      </a:lvl2pPr>
      <a:lvl3pPr marL="1121941" indent="-223141" algn="l" rtl="0" fontAlgn="base">
        <a:spcBef>
          <a:spcPct val="20000"/>
        </a:spcBef>
        <a:spcAft>
          <a:spcPct val="0"/>
        </a:spcAft>
        <a:buChar char="•"/>
        <a:defRPr sz="2382">
          <a:solidFill>
            <a:schemeClr val="tx1"/>
          </a:solidFill>
          <a:latin typeface="+mn-lt"/>
        </a:defRPr>
      </a:lvl3pPr>
      <a:lvl4pPr marL="1571341" indent="-223141" algn="l" rtl="0" fontAlgn="base">
        <a:spcBef>
          <a:spcPct val="20000"/>
        </a:spcBef>
        <a:spcAft>
          <a:spcPct val="0"/>
        </a:spcAft>
        <a:buChar char="–"/>
        <a:defRPr sz="1941">
          <a:solidFill>
            <a:schemeClr val="tx1"/>
          </a:solidFill>
          <a:latin typeface="+mn-lt"/>
        </a:defRPr>
      </a:lvl4pPr>
      <a:lvl5pPr marL="2020741" indent="-223141" algn="l" rtl="0" fontAlgn="base">
        <a:spcBef>
          <a:spcPct val="20000"/>
        </a:spcBef>
        <a:spcAft>
          <a:spcPct val="0"/>
        </a:spcAft>
        <a:buChar char="»"/>
        <a:defRPr sz="1941">
          <a:solidFill>
            <a:schemeClr val="tx1"/>
          </a:solidFill>
          <a:latin typeface="+mn-lt"/>
        </a:defRPr>
      </a:lvl5pPr>
      <a:lvl6pPr marL="2470142" indent="-223141" algn="l" rtl="0" fontAlgn="base">
        <a:spcBef>
          <a:spcPct val="20000"/>
        </a:spcBef>
        <a:spcAft>
          <a:spcPct val="0"/>
        </a:spcAft>
        <a:buChar char="»"/>
        <a:defRPr sz="1941">
          <a:solidFill>
            <a:schemeClr val="tx1"/>
          </a:solidFill>
          <a:latin typeface="+mn-lt"/>
        </a:defRPr>
      </a:lvl6pPr>
      <a:lvl7pPr marL="2919541" indent="-223141" algn="l" rtl="0" fontAlgn="base">
        <a:spcBef>
          <a:spcPct val="20000"/>
        </a:spcBef>
        <a:spcAft>
          <a:spcPct val="0"/>
        </a:spcAft>
        <a:buChar char="»"/>
        <a:defRPr sz="1941">
          <a:solidFill>
            <a:schemeClr val="tx1"/>
          </a:solidFill>
          <a:latin typeface="+mn-lt"/>
        </a:defRPr>
      </a:lvl7pPr>
      <a:lvl8pPr marL="3368942" indent="-223141" algn="l" rtl="0" fontAlgn="base">
        <a:spcBef>
          <a:spcPct val="20000"/>
        </a:spcBef>
        <a:spcAft>
          <a:spcPct val="0"/>
        </a:spcAft>
        <a:buChar char="»"/>
        <a:defRPr sz="1941">
          <a:solidFill>
            <a:schemeClr val="tx1"/>
          </a:solidFill>
          <a:latin typeface="+mn-lt"/>
        </a:defRPr>
      </a:lvl8pPr>
      <a:lvl9pPr marL="3818342" indent="-223141" algn="l" rtl="0" fontAlgn="base">
        <a:spcBef>
          <a:spcPct val="20000"/>
        </a:spcBef>
        <a:spcAft>
          <a:spcPct val="0"/>
        </a:spcAft>
        <a:buChar char="»"/>
        <a:defRPr sz="194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9399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8800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8200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7601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7002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96401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45802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95201" algn="l" defTabSz="898800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Worksheet1.xlsx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Excel_Worksheet2.xlsx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8"/>
          <p:cNvSpPr txBox="1">
            <a:spLocks noChangeArrowheads="1"/>
          </p:cNvSpPr>
          <p:nvPr/>
        </p:nvSpPr>
        <p:spPr bwMode="auto">
          <a:xfrm>
            <a:off x="3262048" y="5368772"/>
            <a:ext cx="5423920" cy="75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865" tIns="44932" rIns="89865" bIns="44932" numCol="1" anchor="t" anchorCtr="0" compatLnSpc="1">
            <a:prstTxWarp prst="textNoShape">
              <a:avLst/>
            </a:prstTxWarp>
            <a:spAutoFit/>
          </a:bodyPr>
          <a:lstStyle/>
          <a:p>
            <a:pPr algn="r" defTabSz="898800" fontAlgn="base">
              <a:spcBef>
                <a:spcPct val="0"/>
              </a:spcBef>
              <a:spcAft>
                <a:spcPct val="0"/>
              </a:spcAft>
            </a:pPr>
            <a:r>
              <a:rPr lang="en-US" sz="2735" dirty="0" smtClean="0">
                <a:solidFill>
                  <a:srgbClr val="968880"/>
                </a:solidFill>
                <a:latin typeface="Calibri" pitchFamily="34" charset="0"/>
              </a:rPr>
              <a:t>Reference Slides</a:t>
            </a:r>
            <a:endParaRPr lang="en-US" sz="2735" dirty="0">
              <a:solidFill>
                <a:srgbClr val="968880"/>
              </a:solidFill>
              <a:latin typeface="Calibri" pitchFamily="34" charset="0"/>
            </a:endParaRPr>
          </a:p>
          <a:p>
            <a:pPr algn="r" defTabSz="898800" fontAlgn="base">
              <a:spcBef>
                <a:spcPct val="0"/>
              </a:spcBef>
              <a:spcAft>
                <a:spcPct val="0"/>
              </a:spcAft>
            </a:pPr>
            <a:r>
              <a:rPr lang="en-US" sz="1588" dirty="0" smtClean="0">
                <a:solidFill>
                  <a:srgbClr val="203353"/>
                </a:solidFill>
                <a:latin typeface="Calibri" pitchFamily="34" charset="0"/>
              </a:rPr>
              <a:t>MAY</a:t>
            </a:r>
            <a:r>
              <a:rPr lang="en-US" sz="1588" dirty="0" smtClean="0">
                <a:solidFill>
                  <a:srgbClr val="203353"/>
                </a:solidFill>
                <a:latin typeface="Calibri" pitchFamily="34" charset="0"/>
              </a:rPr>
              <a:t> 2016</a:t>
            </a:r>
            <a:endParaRPr lang="en-US" sz="1588" dirty="0">
              <a:solidFill>
                <a:srgbClr val="203353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490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004634"/>
              </p:ext>
            </p:extLst>
          </p:nvPr>
        </p:nvGraphicFramePr>
        <p:xfrm>
          <a:off x="2225040" y="1828801"/>
          <a:ext cx="6620309" cy="3505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972"/>
                <a:gridCol w="2171546"/>
                <a:gridCol w="2646791"/>
              </a:tblGrid>
              <a:tr h="56964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Attribute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Y-o-Y</a:t>
                      </a:r>
                      <a:r>
                        <a:rPr lang="en-US" sz="1600" baseline="0" dirty="0" smtClean="0"/>
                        <a:t> Change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Comment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398A"/>
                    </a:solidFill>
                  </a:tcPr>
                </a:tc>
              </a:tr>
              <a:tr h="57335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2E398A"/>
                          </a:solidFill>
                        </a:rPr>
                        <a:t>Underwriting Standards</a:t>
                      </a:r>
                      <a:endParaRPr lang="en-US" sz="1400" b="1" dirty="0">
                        <a:solidFill>
                          <a:srgbClr val="2E398A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Marginally better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for borrowers with higher credit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1453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2E398A"/>
                          </a:solidFill>
                        </a:rPr>
                        <a:t>Closing Process</a:t>
                      </a:r>
                      <a:endParaRPr lang="en-US" sz="1400" b="1" dirty="0">
                        <a:solidFill>
                          <a:srgbClr val="2E398A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aseline="0" dirty="0" smtClean="0"/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Lags appear to be shorter (non-bank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lenders?)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BE4"/>
                    </a:solidFill>
                  </a:tcPr>
                </a:tc>
              </a:tr>
              <a:tr h="451570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2E398A"/>
                          </a:solidFill>
                        </a:rPr>
                        <a:t>Costs</a:t>
                      </a:r>
                      <a:endParaRPr lang="en-US" sz="1400" b="1" dirty="0">
                        <a:solidFill>
                          <a:srgbClr val="2E398A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endParaRPr lang="en-US" sz="1400" dirty="0"/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Unchanged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41453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2E398A"/>
                          </a:solidFill>
                        </a:rPr>
                        <a:t>Lender Efficiency</a:t>
                      </a:r>
                      <a:endParaRPr lang="en-US" sz="1400" b="1" dirty="0">
                        <a:solidFill>
                          <a:srgbClr val="2E398A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endParaRPr lang="en-US" sz="1400" dirty="0"/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Non-Bank lenders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are noticeably more efficient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62772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2E398A"/>
                          </a:solidFill>
                        </a:rPr>
                        <a:t>Borrower Efficiency</a:t>
                      </a:r>
                      <a:endParaRPr lang="en-US" sz="1400" b="1" dirty="0">
                        <a:solidFill>
                          <a:srgbClr val="2E398A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endParaRPr lang="en-US" sz="1400" dirty="0"/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Unchanged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2209800" y="1128940"/>
            <a:ext cx="6635549" cy="564776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" tIns="45704" rIns="91407" bIns="45704" rtlCol="0" anchor="ctr"/>
          <a:lstStyle/>
          <a:p>
            <a:pPr algn="ctr"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200" b="1" dirty="0" smtClean="0">
                <a:solidFill>
                  <a:srgbClr val="FFFFFF"/>
                </a:solidFill>
              </a:rPr>
              <a:t>MORTGAGE INDUSTRY PARAMETERS GOVERNING REFINANCING RISK 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6925" y="204206"/>
            <a:ext cx="7794625" cy="538163"/>
          </a:xfrm>
        </p:spPr>
        <p:txBody>
          <a:bodyPr/>
          <a:lstStyle/>
          <a:p>
            <a:pPr lvl="0"/>
            <a:r>
              <a:rPr lang="en-US" dirty="0" smtClean="0"/>
              <a:t>REFINANCING RISK HAS INCREASED RELATIVE TO A YEAR AGO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533900" y="2711450"/>
            <a:ext cx="990600" cy="0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5051425" y="3048000"/>
            <a:ext cx="0" cy="457200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4533896" y="3845715"/>
            <a:ext cx="990600" cy="0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4530725" y="4991100"/>
            <a:ext cx="990600" cy="0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5060950" y="4175125"/>
            <a:ext cx="0" cy="457200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2400" y="1128940"/>
            <a:ext cx="1981200" cy="2298851"/>
          </a:xfrm>
          <a:prstGeom prst="rect">
            <a:avLst/>
          </a:prstGeom>
          <a:noFill/>
        </p:spPr>
        <p:txBody>
          <a:bodyPr wrap="square" lIns="82058" tIns="41029" rIns="82058" bIns="41029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Possible reasons that prepayment speeds are faster in 2015: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-- Higher media effect (40% versus 60%)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 smtClean="0">
                <a:solidFill>
                  <a:srgbClr val="FF0000"/>
                </a:solidFill>
              </a:rPr>
              <a:t>Other reasons: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-- Increasing concentration of non-bank lenders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-- Shorter lags; more efficient process with HARP out of the way</a:t>
            </a:r>
          </a:p>
        </p:txBody>
      </p:sp>
    </p:spTree>
    <p:extLst>
      <p:ext uri="{BB962C8B-B14F-4D97-AF65-F5344CB8AC3E}">
        <p14:creationId xmlns:p14="http://schemas.microsoft.com/office/powerpoint/2010/main" val="123676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03194" y="1117228"/>
            <a:ext cx="6635551" cy="564776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" tIns="45704" rIns="91407" bIns="45704" rtlCol="0" anchor="ctr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Net IO% vs OAS </a:t>
            </a:r>
            <a:endParaRPr lang="en-US" sz="1200" b="1" dirty="0">
              <a:solidFill>
                <a:srgbClr val="FFFFFF"/>
              </a:solidFill>
            </a:endParaRPr>
          </a:p>
          <a:p>
            <a:pPr algn="ctr"/>
            <a:r>
              <a:rPr lang="en-US" sz="1200" dirty="0" smtClean="0">
                <a:solidFill>
                  <a:srgbClr val="FFFFFF"/>
                </a:solidFill>
              </a:rPr>
              <a:t>(June 2011 </a:t>
            </a:r>
            <a:r>
              <a:rPr lang="en-US" sz="1200" dirty="0">
                <a:solidFill>
                  <a:srgbClr val="FFFFFF"/>
                </a:solidFill>
              </a:rPr>
              <a:t>to </a:t>
            </a:r>
            <a:r>
              <a:rPr lang="en-US" sz="1200" dirty="0" smtClean="0">
                <a:solidFill>
                  <a:srgbClr val="FFFFFF"/>
                </a:solidFill>
              </a:rPr>
              <a:t>October 2014)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6925" y="204206"/>
            <a:ext cx="7794625" cy="538163"/>
          </a:xfrm>
        </p:spPr>
        <p:txBody>
          <a:bodyPr/>
          <a:lstStyle/>
          <a:p>
            <a:pPr lvl="0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Rectangle 68"/>
          <p:cNvSpPr>
            <a:spLocks noChangeArrowheads="1"/>
          </p:cNvSpPr>
          <p:nvPr/>
        </p:nvSpPr>
        <p:spPr bwMode="auto">
          <a:xfrm>
            <a:off x="152400" y="6172200"/>
            <a:ext cx="5486399" cy="20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07" tIns="45704" rIns="91407" bIns="45704" anchor="b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800" i="1" dirty="0"/>
              <a:t>Source: </a:t>
            </a:r>
            <a:r>
              <a:rPr lang="en-US" sz="800" i="1" dirty="0" smtClean="0"/>
              <a:t>MBA, Cello as of 4/1/2015</a:t>
            </a:r>
            <a:endParaRPr lang="en-US" sz="800" i="1" dirty="0"/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1101525" y="228600"/>
            <a:ext cx="77946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5pPr>
            <a:lvl6pPr marL="456775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6pPr>
            <a:lvl7pPr marL="913550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7pPr>
            <a:lvl8pPr marL="1370324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8pPr>
            <a:lvl9pPr marL="1827098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defTabSz="914400"/>
            <a:r>
              <a:rPr lang="en-US" kern="0" dirty="0"/>
              <a:t>SHORTING IOS IS NOT AS EXPENSIVE AT CURRENT MARKET LEVELS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117228"/>
            <a:ext cx="6635549" cy="564776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" tIns="45704" rIns="91407" bIns="45704" rtlCol="0" anchor="ctr"/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HEDGING COSTS FOR AN IOS + TBA PORTFOLIO</a:t>
            </a:r>
          </a:p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(March 2015)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" y="1128940"/>
            <a:ext cx="1981200" cy="2114185"/>
          </a:xfrm>
          <a:prstGeom prst="rect">
            <a:avLst/>
          </a:prstGeom>
          <a:noFill/>
        </p:spPr>
        <p:txBody>
          <a:bodyPr wrap="square" lIns="82058" tIns="41029" rIns="82058" bIns="41029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Given the current level of carry and prepayment risk priced into the market, shorting IOS looks increasingly attractive. </a:t>
            </a:r>
          </a:p>
          <a:p>
            <a:endParaRPr lang="en-US" sz="1200" dirty="0">
              <a:solidFill>
                <a:srgbClr val="000000"/>
              </a:solidFill>
            </a:endParaRPr>
          </a:p>
          <a:p>
            <a:r>
              <a:rPr lang="en-US" sz="1200" dirty="0" smtClean="0">
                <a:solidFill>
                  <a:srgbClr val="000000"/>
                </a:solidFill>
              </a:rPr>
              <a:t>A monthly change of 20-25bps in mortgage rates can overwhelm the carry on IOS.  </a:t>
            </a:r>
            <a:endParaRPr lang="en-US" sz="1200" dirty="0" smtClean="0"/>
          </a:p>
          <a:p>
            <a:endParaRPr lang="en-US" sz="1200" dirty="0">
              <a:solidFill>
                <a:srgbClr val="FF0000"/>
              </a:solidFill>
            </a:endParaRPr>
          </a:p>
          <a:p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1462583"/>
              </p:ext>
            </p:extLst>
          </p:nvPr>
        </p:nvGraphicFramePr>
        <p:xfrm>
          <a:off x="2286000" y="1864940"/>
          <a:ext cx="6610150" cy="3931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8" name="Worksheet" r:id="rId4" imgW="6934183" imgH="4124257" progId="Excel.Sheet.12">
                  <p:embed/>
                </p:oleObj>
              </mc:Choice>
              <mc:Fallback>
                <p:oleObj name="Worksheet" r:id="rId4" imgW="6934183" imgH="41242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86000" y="1864940"/>
                        <a:ext cx="6610150" cy="39315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79673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286001" y="1185222"/>
            <a:ext cx="6404166" cy="548165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4359" tIns="44359" rIns="88719" bIns="44359" rtlCol="0" anchor="ctr"/>
          <a:lstStyle/>
          <a:p>
            <a:pPr algn="ctr"/>
            <a:r>
              <a:rPr lang="en-US" sz="1165" b="1" dirty="0" smtClean="0">
                <a:solidFill>
                  <a:srgbClr val="FFFFFF"/>
                </a:solidFill>
              </a:rPr>
              <a:t>RELATIVE VALUE FACTORS FOR THE MBS BASIS </a:t>
            </a:r>
            <a:endParaRPr lang="en-US" sz="1165" b="1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251" y="299054"/>
            <a:ext cx="7565372" cy="522334"/>
          </a:xfrm>
        </p:spPr>
        <p:txBody>
          <a:bodyPr/>
          <a:lstStyle/>
          <a:p>
            <a:pPr lvl="0"/>
            <a:r>
              <a:rPr lang="en-US" dirty="0" smtClean="0"/>
              <a:t>THE MBS BASIS STILL APPEARS RICH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52400" y="1128940"/>
            <a:ext cx="1981200" cy="1006189"/>
          </a:xfrm>
          <a:prstGeom prst="rect">
            <a:avLst/>
          </a:prstGeom>
          <a:noFill/>
        </p:spPr>
        <p:txBody>
          <a:bodyPr wrap="square" lIns="82058" tIns="41029" rIns="82058" bIns="41029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A number of fundamental and technical factors for the MBS Basis are sending negative signals.</a:t>
            </a:r>
          </a:p>
          <a:p>
            <a:endParaRPr lang="en-US" sz="1200" dirty="0">
              <a:solidFill>
                <a:srgbClr val="000000"/>
              </a:solidFill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520207"/>
              </p:ext>
            </p:extLst>
          </p:nvPr>
        </p:nvGraphicFramePr>
        <p:xfrm>
          <a:off x="2286001" y="1816701"/>
          <a:ext cx="6404165" cy="4505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140"/>
                <a:gridCol w="2100648"/>
                <a:gridCol w="2560377"/>
              </a:tblGrid>
              <a:tr h="331335">
                <a:tc>
                  <a:txBody>
                    <a:bodyPr/>
                    <a:lstStyle/>
                    <a:p>
                      <a:pPr algn="ctr"/>
                      <a:r>
                        <a:rPr lang="en-US" sz="1600" b="1" baseline="0" dirty="0" smtClean="0">
                          <a:solidFill>
                            <a:schemeClr val="bg1"/>
                          </a:solidFill>
                        </a:rPr>
                        <a:t>Factor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+mn-lt"/>
                        </a:rPr>
                        <a:t>Outlook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Rationale 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398A"/>
                    </a:solidFill>
                  </a:tcPr>
                </a:tc>
              </a:tr>
              <a:tr h="59959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2E398A"/>
                          </a:solidFill>
                        </a:rPr>
                        <a:t>Supply</a:t>
                      </a:r>
                      <a:endParaRPr lang="en-US" sz="1400" b="1" dirty="0">
                        <a:solidFill>
                          <a:srgbClr val="2E398A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Negative</a:t>
                      </a:r>
                      <a:endParaRPr lang="en-US" sz="1400" dirty="0"/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Should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pick up because of </a:t>
                      </a:r>
                      <a:r>
                        <a:rPr lang="en-US" sz="1400" b="0" baseline="0" dirty="0" err="1" smtClean="0">
                          <a:solidFill>
                            <a:schemeClr val="tx1"/>
                          </a:solidFill>
                        </a:rPr>
                        <a:t>seasonals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and lower rates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75173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2E398A"/>
                          </a:solidFill>
                        </a:rPr>
                        <a:t>Demand</a:t>
                      </a:r>
                      <a:endParaRPr lang="en-US" sz="1400" b="1" dirty="0">
                        <a:solidFill>
                          <a:srgbClr val="2E398A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101847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aseline="0" dirty="0" smtClean="0"/>
                        <a:t>Neutral</a:t>
                      </a: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FEB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Servicer convexity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needs limited at current rate levels; money managers at neutral weight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EBE4"/>
                    </a:solidFill>
                  </a:tcPr>
                </a:tc>
              </a:tr>
              <a:tr h="59959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2E398A"/>
                          </a:solidFill>
                        </a:rPr>
                        <a:t>Spreads</a:t>
                      </a:r>
                      <a:endParaRPr lang="en-US" sz="1400" b="1" dirty="0">
                        <a:solidFill>
                          <a:srgbClr val="2E398A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sz="1400" dirty="0" smtClean="0"/>
                        <a:t>Negative</a:t>
                      </a:r>
                      <a:endParaRPr lang="en-US" sz="1400" dirty="0"/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OASs are at the tight end of their recent range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675173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2E398A"/>
                          </a:solidFill>
                        </a:rPr>
                        <a:t>Carry</a:t>
                      </a:r>
                      <a:endParaRPr lang="en-US" sz="1400" b="1" dirty="0">
                        <a:solidFill>
                          <a:srgbClr val="2E398A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sz="1400" dirty="0" smtClean="0"/>
                        <a:t>Neutral</a:t>
                      </a:r>
                      <a:endParaRPr lang="en-US" sz="1400" dirty="0"/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Curve flattening and softer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financing has led to a decline in projected carry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  <a:tr h="875037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2E398A"/>
                          </a:solidFill>
                        </a:rPr>
                        <a:t>Hedging Costs</a:t>
                      </a:r>
                      <a:endParaRPr lang="en-US" sz="1400" b="1" dirty="0">
                        <a:solidFill>
                          <a:srgbClr val="2E398A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sz="1400" dirty="0" smtClean="0"/>
                        <a:t>Negative</a:t>
                      </a:r>
                      <a:endParaRPr lang="en-US" sz="1400" dirty="0"/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Flattening term structure of interest rates,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the increase in rate volatility, and prepayment risk increases hedging costs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9959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2E398A"/>
                          </a:solidFill>
                        </a:rPr>
                        <a:t>Event Risk</a:t>
                      </a:r>
                      <a:endParaRPr lang="en-US" sz="1400" b="1" dirty="0">
                        <a:solidFill>
                          <a:srgbClr val="2E398A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sz="1400" dirty="0" smtClean="0"/>
                        <a:t>Neutral</a:t>
                      </a:r>
                      <a:endParaRPr lang="en-US" sz="1400" dirty="0"/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Policy risk</a:t>
                      </a:r>
                      <a:r>
                        <a:rPr lang="en-US" sz="1400" b="0" baseline="0" dirty="0" smtClean="0">
                          <a:solidFill>
                            <a:schemeClr val="tx1"/>
                          </a:solidFill>
                        </a:rPr>
                        <a:t> has faded with no substantive LLPA changes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83127" marR="83127" marT="40341" marB="4034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9418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03194" y="1117228"/>
            <a:ext cx="6635551" cy="564776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" tIns="45704" rIns="91407" bIns="45704" rtlCol="0" anchor="ctr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Net IO% vs OAS </a:t>
            </a:r>
            <a:endParaRPr lang="en-US" sz="1200" b="1" dirty="0">
              <a:solidFill>
                <a:srgbClr val="FFFFFF"/>
              </a:solidFill>
            </a:endParaRPr>
          </a:p>
          <a:p>
            <a:pPr algn="ctr"/>
            <a:r>
              <a:rPr lang="en-US" sz="1200" dirty="0" smtClean="0">
                <a:solidFill>
                  <a:srgbClr val="FFFFFF"/>
                </a:solidFill>
              </a:rPr>
              <a:t>(June 2011 </a:t>
            </a:r>
            <a:r>
              <a:rPr lang="en-US" sz="1200" dirty="0">
                <a:solidFill>
                  <a:srgbClr val="FFFFFF"/>
                </a:solidFill>
              </a:rPr>
              <a:t>to </a:t>
            </a:r>
            <a:r>
              <a:rPr lang="en-US" sz="1200" dirty="0" smtClean="0">
                <a:solidFill>
                  <a:srgbClr val="FFFFFF"/>
                </a:solidFill>
              </a:rPr>
              <a:t>October 2014)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6925" y="204206"/>
            <a:ext cx="7794625" cy="538163"/>
          </a:xfrm>
        </p:spPr>
        <p:txBody>
          <a:bodyPr/>
          <a:lstStyle/>
          <a:p>
            <a:pPr lvl="0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Rectangle 68"/>
          <p:cNvSpPr>
            <a:spLocks noChangeArrowheads="1"/>
          </p:cNvSpPr>
          <p:nvPr/>
        </p:nvSpPr>
        <p:spPr bwMode="auto">
          <a:xfrm>
            <a:off x="147270" y="5867400"/>
            <a:ext cx="5486399" cy="44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07" tIns="45704" rIns="91407" bIns="45704" anchor="b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800" i="1" dirty="0">
                <a:solidFill>
                  <a:srgbClr val="000000"/>
                </a:solidFill>
              </a:rPr>
              <a:t>Source: </a:t>
            </a:r>
            <a:r>
              <a:rPr lang="en-US" sz="800" i="1" dirty="0" smtClean="0">
                <a:solidFill>
                  <a:srgbClr val="000000"/>
                </a:solidFill>
              </a:rPr>
              <a:t>Bloomberg as of 4/16/2015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800" i="1" dirty="0" smtClean="0">
                <a:solidFill>
                  <a:srgbClr val="000000"/>
                </a:solidFill>
              </a:rPr>
              <a:t>Note: The FOMC projects the long term PCE deflator to be 2.0% but TIPS are priced off CPI. CPI is approximately 30 basis points higher than PCE since the recession, therefore FOMC’s implied CPI target is 2.3%</a:t>
            </a:r>
            <a:endParaRPr lang="en-US" sz="800" i="1" dirty="0">
              <a:solidFill>
                <a:srgbClr val="000000"/>
              </a:solidFill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1101525" y="228600"/>
            <a:ext cx="77946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5pPr>
            <a:lvl6pPr marL="456775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6pPr>
            <a:lvl7pPr marL="913550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7pPr>
            <a:lvl8pPr marL="1370324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8pPr>
            <a:lvl9pPr marL="1827098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defTabSz="914400"/>
            <a:r>
              <a:rPr lang="en-US" kern="0" dirty="0" smtClean="0">
                <a:solidFill>
                  <a:srgbClr val="FFFFFF"/>
                </a:solidFill>
              </a:rPr>
              <a:t>INFLATION IS TRACKING BELOW THE FED’S TARGET</a:t>
            </a:r>
            <a:endParaRPr lang="en-US" kern="0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6000" y="1117228"/>
            <a:ext cx="6635549" cy="564776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" tIns="45704" rIns="91407" bIns="45704" rtlCol="0" anchor="ctr"/>
          <a:lstStyle/>
          <a:p>
            <a:pPr algn="ctr"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 smtClean="0">
                <a:solidFill>
                  <a:schemeClr val="bg1"/>
                </a:solidFill>
              </a:rPr>
              <a:t>TIPS BREAKEVEN INFLATION VS. FOMC INFLATION TARGET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rot="16200000">
            <a:off x="1541193" y="3343413"/>
            <a:ext cx="1524001" cy="252136"/>
          </a:xfrm>
          <a:prstGeom prst="rect">
            <a:avLst/>
          </a:prstGeom>
          <a:noFill/>
        </p:spPr>
        <p:txBody>
          <a:bodyPr wrap="square" lIns="82058" tIns="41029" rIns="82058" bIns="41029" rtlCol="0">
            <a:spAutoFit/>
          </a:bodyPr>
          <a:lstStyle/>
          <a:p>
            <a:pPr algn="ctr"/>
            <a:r>
              <a:rPr lang="en-US" sz="1100" b="1" dirty="0" smtClean="0">
                <a:solidFill>
                  <a:srgbClr val="000000"/>
                </a:solidFill>
              </a:rPr>
              <a:t>Yield (%)</a:t>
            </a:r>
            <a:endParaRPr lang="en-US" sz="1100" b="1" dirty="0">
              <a:solidFill>
                <a:srgbClr val="000000"/>
              </a:solidFill>
            </a:endParaRP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4817223"/>
              </p:ext>
            </p:extLst>
          </p:nvPr>
        </p:nvGraphicFramePr>
        <p:xfrm>
          <a:off x="2362200" y="1682005"/>
          <a:ext cx="6248400" cy="4185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7027213"/>
              </p:ext>
            </p:extLst>
          </p:nvPr>
        </p:nvGraphicFramePr>
        <p:xfrm>
          <a:off x="5714999" y="4231482"/>
          <a:ext cx="2608428" cy="646019"/>
        </p:xfrm>
        <a:graphic>
          <a:graphicData uri="http://schemas.openxmlformats.org/drawingml/2006/table">
            <a:tbl>
              <a:tblPr/>
              <a:tblGrid>
                <a:gridCol w="762001"/>
                <a:gridCol w="922408"/>
                <a:gridCol w="924019"/>
              </a:tblGrid>
              <a:tr h="3048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10-Year</a:t>
                      </a:r>
                      <a:r>
                        <a:rPr lang="en-US" sz="10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</a:t>
                      </a:r>
                    </a:p>
                    <a:p>
                      <a:pPr algn="ctr" fontAlgn="ctr"/>
                      <a:r>
                        <a:rPr lang="en-US" sz="10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Median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8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6-Month</a:t>
                      </a:r>
                      <a:r>
                        <a:rPr lang="en-US" sz="10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Calibri"/>
                        </a:rPr>
                        <a:t> Median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98A"/>
                    </a:solidFill>
                  </a:tcPr>
                </a:tc>
              </a:tr>
              <a:tr h="331694">
                <a:tc>
                  <a:txBody>
                    <a:bodyPr/>
                    <a:lstStyle/>
                    <a:p>
                      <a:pPr algn="l" fontAlgn="t"/>
                      <a:r>
                        <a:rPr lang="en-US" sz="1000" b="0" i="0" u="none" strike="noStrike" dirty="0" smtClean="0">
                          <a:solidFill>
                            <a:srgbClr val="2E398A"/>
                          </a:solidFill>
                          <a:effectLst/>
                          <a:latin typeface="Calibri"/>
                        </a:rPr>
                        <a:t>Headline CPI:</a:t>
                      </a:r>
                      <a:endParaRPr lang="en-US" sz="1000" b="0" i="0" u="none" strike="noStrike" dirty="0">
                        <a:solidFill>
                          <a:srgbClr val="2E398A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1.0%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52400" y="1117228"/>
            <a:ext cx="1981200" cy="1560187"/>
          </a:xfrm>
          <a:prstGeom prst="rect">
            <a:avLst/>
          </a:prstGeom>
          <a:noFill/>
        </p:spPr>
        <p:txBody>
          <a:bodyPr wrap="square" lIns="82058" tIns="41029" rIns="82058" bIns="41029" rtlCol="0">
            <a:spAutoFit/>
          </a:bodyPr>
          <a:lstStyle/>
          <a:p>
            <a:r>
              <a:rPr lang="en-US" sz="1200" dirty="0" smtClean="0"/>
              <a:t>Both real rates and the projected inflation are below Fed targets.</a:t>
            </a:r>
          </a:p>
          <a:p>
            <a:endParaRPr lang="en-US" sz="1200" dirty="0">
              <a:solidFill>
                <a:srgbClr val="FF0000"/>
              </a:solidFill>
            </a:endParaRPr>
          </a:p>
          <a:p>
            <a:r>
              <a:rPr lang="en-US" sz="1200" dirty="0" smtClean="0"/>
              <a:t>Explanations for low rates: (1) Secular stagnation (Summers) and (2) Global savings glut (Bernanke)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5351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03194" y="1117228"/>
            <a:ext cx="6635551" cy="564776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" tIns="45704" rIns="91407" bIns="45704" rtlCol="0" anchor="ctr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Net IO% vs OAS </a:t>
            </a:r>
            <a:endParaRPr lang="en-US" sz="1200" b="1" dirty="0">
              <a:solidFill>
                <a:srgbClr val="FFFFFF"/>
              </a:solidFill>
            </a:endParaRPr>
          </a:p>
          <a:p>
            <a:pPr algn="ctr"/>
            <a:r>
              <a:rPr lang="en-US" sz="1200" dirty="0" smtClean="0">
                <a:solidFill>
                  <a:srgbClr val="FFFFFF"/>
                </a:solidFill>
              </a:rPr>
              <a:t>(June 2011 </a:t>
            </a:r>
            <a:r>
              <a:rPr lang="en-US" sz="1200" dirty="0">
                <a:solidFill>
                  <a:srgbClr val="FFFFFF"/>
                </a:solidFill>
              </a:rPr>
              <a:t>to </a:t>
            </a:r>
            <a:r>
              <a:rPr lang="en-US" sz="1200" dirty="0" smtClean="0">
                <a:solidFill>
                  <a:srgbClr val="FFFFFF"/>
                </a:solidFill>
              </a:rPr>
              <a:t>October 2014)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6925" y="204206"/>
            <a:ext cx="7794625" cy="538163"/>
          </a:xfrm>
        </p:spPr>
        <p:txBody>
          <a:bodyPr/>
          <a:lstStyle/>
          <a:p>
            <a:pPr lvl="0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Rectangle 68"/>
          <p:cNvSpPr>
            <a:spLocks noChangeArrowheads="1"/>
          </p:cNvSpPr>
          <p:nvPr/>
        </p:nvSpPr>
        <p:spPr bwMode="auto">
          <a:xfrm>
            <a:off x="147270" y="6113621"/>
            <a:ext cx="5486399" cy="20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07" tIns="45704" rIns="91407" bIns="45704" anchor="b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800" i="1" dirty="0">
                <a:solidFill>
                  <a:srgbClr val="000000"/>
                </a:solidFill>
              </a:rPr>
              <a:t>Source: </a:t>
            </a:r>
            <a:r>
              <a:rPr lang="en-US" sz="800" i="1" dirty="0" smtClean="0">
                <a:solidFill>
                  <a:srgbClr val="000000"/>
                </a:solidFill>
              </a:rPr>
              <a:t>Bloomberg as of 4/20/2015.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1101525" y="228600"/>
            <a:ext cx="77946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5pPr>
            <a:lvl6pPr marL="456775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6pPr>
            <a:lvl7pPr marL="913550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7pPr>
            <a:lvl8pPr marL="1370324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8pPr>
            <a:lvl9pPr marL="1827098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defTabSz="914400"/>
            <a:r>
              <a:rPr lang="en-US" kern="0" dirty="0" smtClean="0">
                <a:solidFill>
                  <a:srgbClr val="FFFFFF"/>
                </a:solidFill>
              </a:rPr>
              <a:t>BOTH REAL RATES AND INFLATION ARE TRACKING BELOW THE FED’S TARGET</a:t>
            </a:r>
            <a:endParaRPr lang="en-US" kern="0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6000" y="1117228"/>
            <a:ext cx="6635549" cy="564776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" tIns="45704" rIns="91407" bIns="45704" rtlCol="0" anchor="ctr"/>
          <a:lstStyle/>
          <a:p>
            <a:pPr algn="ctr"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 smtClean="0">
                <a:solidFill>
                  <a:schemeClr val="bg1"/>
                </a:solidFill>
              </a:rPr>
              <a:t>TRENDS IN REAL RATES AND PROJECTED INFLATION</a:t>
            </a:r>
          </a:p>
          <a:p>
            <a:pPr algn="ctr"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 smtClean="0">
                <a:solidFill>
                  <a:schemeClr val="bg1"/>
                </a:solidFill>
              </a:rPr>
              <a:t>(April 2004 – April 2015)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rot="16200000">
            <a:off x="1541194" y="3531533"/>
            <a:ext cx="1524001" cy="252136"/>
          </a:xfrm>
          <a:prstGeom prst="rect">
            <a:avLst/>
          </a:prstGeom>
          <a:noFill/>
        </p:spPr>
        <p:txBody>
          <a:bodyPr wrap="square" lIns="82058" tIns="41029" rIns="82058" bIns="41029" rtlCol="0">
            <a:spAutoFit/>
          </a:bodyPr>
          <a:lstStyle/>
          <a:p>
            <a:pPr algn="ctr"/>
            <a:r>
              <a:rPr lang="en-US" sz="1100" b="1" dirty="0" smtClean="0">
                <a:solidFill>
                  <a:srgbClr val="000000"/>
                </a:solidFill>
              </a:rPr>
              <a:t>TIPS Yield (%)</a:t>
            </a:r>
            <a:endParaRPr lang="en-US" sz="1100" b="1" dirty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0" y="1117228"/>
            <a:ext cx="1981200" cy="3776178"/>
          </a:xfrm>
          <a:prstGeom prst="rect">
            <a:avLst/>
          </a:prstGeom>
          <a:noFill/>
        </p:spPr>
        <p:txBody>
          <a:bodyPr wrap="square" lIns="82058" tIns="41029" rIns="82058" bIns="41029" rtlCol="0">
            <a:spAutoFit/>
          </a:bodyPr>
          <a:lstStyle/>
          <a:p>
            <a:r>
              <a:rPr lang="en-US" sz="1200" dirty="0" smtClean="0"/>
              <a:t>Both real rates and the projected inflation are below Fed targets:</a:t>
            </a:r>
          </a:p>
          <a:p>
            <a:endParaRPr lang="en-US" sz="1200" dirty="0"/>
          </a:p>
          <a:p>
            <a:r>
              <a:rPr lang="en-US" sz="1200" dirty="0" smtClean="0"/>
              <a:t>Real rate target: 1.5% to 2%</a:t>
            </a:r>
          </a:p>
          <a:p>
            <a:r>
              <a:rPr lang="en-US" sz="1200" dirty="0" smtClean="0"/>
              <a:t>Inflation Target: 2%</a:t>
            </a:r>
          </a:p>
          <a:p>
            <a:endParaRPr lang="en-US" sz="1200" dirty="0"/>
          </a:p>
          <a:p>
            <a:r>
              <a:rPr lang="en-US" sz="1200" dirty="0"/>
              <a:t>Inflation expectations are measured by the </a:t>
            </a:r>
            <a:r>
              <a:rPr lang="en-US" sz="1200" b="1" dirty="0"/>
              <a:t>breakeven rate</a:t>
            </a:r>
            <a:r>
              <a:rPr lang="en-US" sz="1200" dirty="0"/>
              <a:t>: the difference between the 5-year Treasury note and 5-year Treasury inflation-protected yields. The differential represents the rate of inflation required for TIPs to outperform their nominal counterparts and acts as a rough gauge of expected inflation over the next five years. </a:t>
            </a:r>
          </a:p>
        </p:txBody>
      </p:sp>
      <p:sp>
        <p:nvSpPr>
          <p:cNvPr id="19" name="TextBox 18"/>
          <p:cNvSpPr txBox="1"/>
          <p:nvPr/>
        </p:nvSpPr>
        <p:spPr>
          <a:xfrm rot="5400000">
            <a:off x="7974668" y="3531533"/>
            <a:ext cx="1524001" cy="252136"/>
          </a:xfrm>
          <a:prstGeom prst="rect">
            <a:avLst/>
          </a:prstGeom>
          <a:noFill/>
        </p:spPr>
        <p:txBody>
          <a:bodyPr wrap="square" lIns="82058" tIns="41029" rIns="82058" bIns="41029" rtlCol="0">
            <a:spAutoFit/>
          </a:bodyPr>
          <a:lstStyle/>
          <a:p>
            <a:pPr algn="ctr"/>
            <a:r>
              <a:rPr lang="en-US" sz="1100" b="1" dirty="0" smtClean="0">
                <a:solidFill>
                  <a:srgbClr val="000000"/>
                </a:solidFill>
              </a:rPr>
              <a:t>Breakeven Rate (%)</a:t>
            </a:r>
            <a:endParaRPr lang="en-US" sz="1100" b="1" dirty="0">
              <a:solidFill>
                <a:srgbClr val="000000"/>
              </a:solidFill>
            </a:endParaRPr>
          </a:p>
        </p:txBody>
      </p:sp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8285601"/>
              </p:ext>
            </p:extLst>
          </p:nvPr>
        </p:nvGraphicFramePr>
        <p:xfrm>
          <a:off x="2429263" y="1752600"/>
          <a:ext cx="6257537" cy="43610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66575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03194" y="1117228"/>
            <a:ext cx="6635551" cy="564776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" tIns="45704" rIns="91407" bIns="45704" rtlCol="0" anchor="ctr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Net IO% vs OAS </a:t>
            </a:r>
            <a:endParaRPr lang="en-US" sz="1200" b="1" dirty="0">
              <a:solidFill>
                <a:srgbClr val="FFFFFF"/>
              </a:solidFill>
            </a:endParaRPr>
          </a:p>
          <a:p>
            <a:pPr algn="ctr"/>
            <a:r>
              <a:rPr lang="en-US" sz="1200" dirty="0" smtClean="0">
                <a:solidFill>
                  <a:srgbClr val="FFFFFF"/>
                </a:solidFill>
              </a:rPr>
              <a:t>(June 2011 </a:t>
            </a:r>
            <a:r>
              <a:rPr lang="en-US" sz="1200" dirty="0">
                <a:solidFill>
                  <a:srgbClr val="FFFFFF"/>
                </a:solidFill>
              </a:rPr>
              <a:t>to </a:t>
            </a:r>
            <a:r>
              <a:rPr lang="en-US" sz="1200" dirty="0" smtClean="0">
                <a:solidFill>
                  <a:srgbClr val="FFFFFF"/>
                </a:solidFill>
              </a:rPr>
              <a:t>October 2014)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6925" y="204206"/>
            <a:ext cx="7794625" cy="538163"/>
          </a:xfrm>
        </p:spPr>
        <p:txBody>
          <a:bodyPr/>
          <a:lstStyle/>
          <a:p>
            <a:pPr lvl="0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Rectangle 68"/>
          <p:cNvSpPr>
            <a:spLocks noChangeArrowheads="1"/>
          </p:cNvSpPr>
          <p:nvPr/>
        </p:nvSpPr>
        <p:spPr bwMode="auto">
          <a:xfrm>
            <a:off x="147270" y="6113621"/>
            <a:ext cx="5486399" cy="20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07" tIns="45704" rIns="91407" bIns="45704" anchor="b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800" i="1" dirty="0">
                <a:solidFill>
                  <a:srgbClr val="000000"/>
                </a:solidFill>
              </a:rPr>
              <a:t>Source: </a:t>
            </a:r>
            <a:r>
              <a:rPr lang="en-US" sz="800" i="1" dirty="0" smtClean="0">
                <a:solidFill>
                  <a:srgbClr val="000000"/>
                </a:solidFill>
              </a:rPr>
              <a:t>U.S. Census Bureau, BEA.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1101525" y="228600"/>
            <a:ext cx="77946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5pPr>
            <a:lvl6pPr marL="456775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6pPr>
            <a:lvl7pPr marL="913550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7pPr>
            <a:lvl8pPr marL="1370324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8pPr>
            <a:lvl9pPr marL="1827098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defTabSz="914400"/>
            <a:r>
              <a:rPr lang="en-US" kern="0" dirty="0" smtClean="0">
                <a:solidFill>
                  <a:srgbClr val="FFFFFF"/>
                </a:solidFill>
              </a:rPr>
              <a:t>HOUSING SHOULD BE STRONGER THAN 2014</a:t>
            </a:r>
            <a:endParaRPr lang="en-US" kern="0" dirty="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6000" y="1117228"/>
            <a:ext cx="6635549" cy="564776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" tIns="45704" rIns="91407" bIns="45704" rtlCol="0" anchor="ctr"/>
          <a:lstStyle/>
          <a:p>
            <a:pPr algn="ctr"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 smtClean="0">
                <a:solidFill>
                  <a:schemeClr val="bg1"/>
                </a:solidFill>
              </a:rPr>
              <a:t>ANNUAL CHANGES IN HOUSEHOLD FORMATION AND REAL INCOME</a:t>
            </a:r>
          </a:p>
          <a:p>
            <a:pPr algn="ctr">
              <a:defRPr sz="18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 sz="1200" dirty="0" smtClean="0">
                <a:solidFill>
                  <a:schemeClr val="bg1"/>
                </a:solidFill>
              </a:rPr>
              <a:t>(Jan 2002 – Feb 2015)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 rot="16200000">
            <a:off x="1643119" y="3462283"/>
            <a:ext cx="1524001" cy="390636"/>
          </a:xfrm>
          <a:prstGeom prst="rect">
            <a:avLst/>
          </a:prstGeom>
          <a:noFill/>
        </p:spPr>
        <p:txBody>
          <a:bodyPr wrap="square" lIns="82058" tIns="41029" rIns="82058" bIns="41029" rtlCol="0">
            <a:spAutoFit/>
          </a:bodyPr>
          <a:lstStyle/>
          <a:p>
            <a:pPr algn="ctr"/>
            <a:r>
              <a:rPr lang="en-US" sz="1000" b="1" dirty="0" smtClean="0">
                <a:solidFill>
                  <a:srgbClr val="000000"/>
                </a:solidFill>
              </a:rPr>
              <a:t>Annual Household Growth  (%)</a:t>
            </a:r>
            <a:endParaRPr lang="en-US" sz="1000" b="1" dirty="0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0" y="1117228"/>
            <a:ext cx="1981200" cy="5068840"/>
          </a:xfrm>
          <a:prstGeom prst="rect">
            <a:avLst/>
          </a:prstGeom>
          <a:noFill/>
        </p:spPr>
        <p:txBody>
          <a:bodyPr wrap="square" lIns="82058" tIns="41029" rIns="82058" bIns="41029" rtlCol="0">
            <a:spAutoFit/>
          </a:bodyPr>
          <a:lstStyle/>
          <a:p>
            <a:r>
              <a:rPr lang="en-US" sz="1200" dirty="0" smtClean="0"/>
              <a:t>Household formation is correlated to housing demand and therefore indirectly to house prices. House prices themselves are a key contributor to homeowner mobility, otherwise referred to as turnover-related prepayments.</a:t>
            </a:r>
          </a:p>
          <a:p>
            <a:endParaRPr lang="en-US" sz="1200" dirty="0"/>
          </a:p>
          <a:p>
            <a:r>
              <a:rPr lang="en-US" sz="1200" dirty="0" smtClean="0"/>
              <a:t>In the near term, household formation is driven by trends in income, employment, and credit constraints. </a:t>
            </a:r>
          </a:p>
          <a:p>
            <a:endParaRPr lang="en-US" sz="1200" dirty="0"/>
          </a:p>
          <a:p>
            <a:r>
              <a:rPr lang="en-US" sz="1200" dirty="0" smtClean="0"/>
              <a:t>With a rebound in personal income and a gradual relaxation of credit standards, household formation should be stronger than 2014.</a:t>
            </a:r>
          </a:p>
          <a:p>
            <a:endParaRPr lang="en-US" sz="1200" dirty="0"/>
          </a:p>
          <a:p>
            <a:r>
              <a:rPr lang="en-US" sz="1200" dirty="0" smtClean="0"/>
              <a:t>We expect turnover to be 10-20% faster in 2015 than 2014.</a:t>
            </a:r>
          </a:p>
          <a:p>
            <a:endParaRPr lang="en-US" sz="1200" dirty="0"/>
          </a:p>
        </p:txBody>
      </p:sp>
      <p:sp>
        <p:nvSpPr>
          <p:cNvPr id="19" name="TextBox 18"/>
          <p:cNvSpPr txBox="1"/>
          <p:nvPr/>
        </p:nvSpPr>
        <p:spPr>
          <a:xfrm rot="5400000">
            <a:off x="7938831" y="3462284"/>
            <a:ext cx="1524001" cy="390636"/>
          </a:xfrm>
          <a:prstGeom prst="rect">
            <a:avLst/>
          </a:prstGeom>
          <a:noFill/>
        </p:spPr>
        <p:txBody>
          <a:bodyPr wrap="square" lIns="82058" tIns="41029" rIns="82058" bIns="41029" rtlCol="0">
            <a:spAutoFit/>
          </a:bodyPr>
          <a:lstStyle/>
          <a:p>
            <a:pPr algn="ctr"/>
            <a:r>
              <a:rPr lang="en-US" sz="1000" b="1" dirty="0" smtClean="0">
                <a:solidFill>
                  <a:srgbClr val="000000"/>
                </a:solidFill>
              </a:rPr>
              <a:t>Annual Real Personal Income Growth  (%)</a:t>
            </a:r>
            <a:endParaRPr lang="en-US" sz="1000" b="1" dirty="0">
              <a:solidFill>
                <a:srgbClr val="000000"/>
              </a:solidFill>
            </a:endParaRPr>
          </a:p>
        </p:txBody>
      </p:sp>
      <p:graphicFrame>
        <p:nvGraphicFramePr>
          <p:cNvPr id="18" name="Chart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9186004"/>
              </p:ext>
            </p:extLst>
          </p:nvPr>
        </p:nvGraphicFramePr>
        <p:xfrm>
          <a:off x="2590800" y="1752601"/>
          <a:ext cx="5791200" cy="3886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09558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2303194" y="1117228"/>
            <a:ext cx="6635551" cy="564776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" tIns="45704" rIns="91407" bIns="45704" rtlCol="0" anchor="ctr"/>
          <a:lstStyle/>
          <a:p>
            <a:pPr algn="ctr"/>
            <a:r>
              <a:rPr lang="en-US" sz="1200" b="1" dirty="0" smtClean="0">
                <a:solidFill>
                  <a:srgbClr val="FFFFFF"/>
                </a:solidFill>
              </a:rPr>
              <a:t>Net IO% vs OAS </a:t>
            </a:r>
            <a:endParaRPr lang="en-US" sz="1200" b="1" dirty="0">
              <a:solidFill>
                <a:srgbClr val="FFFFFF"/>
              </a:solidFill>
            </a:endParaRPr>
          </a:p>
          <a:p>
            <a:pPr algn="ctr"/>
            <a:r>
              <a:rPr lang="en-US" sz="1200" dirty="0" smtClean="0">
                <a:solidFill>
                  <a:srgbClr val="FFFFFF"/>
                </a:solidFill>
              </a:rPr>
              <a:t>(June 2011 </a:t>
            </a:r>
            <a:r>
              <a:rPr lang="en-US" sz="1200" dirty="0">
                <a:solidFill>
                  <a:srgbClr val="FFFFFF"/>
                </a:solidFill>
              </a:rPr>
              <a:t>to </a:t>
            </a:r>
            <a:r>
              <a:rPr lang="en-US" sz="1200" dirty="0" smtClean="0">
                <a:solidFill>
                  <a:srgbClr val="FFFFFF"/>
                </a:solidFill>
              </a:rPr>
              <a:t>October 2014)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6925" y="204206"/>
            <a:ext cx="7794625" cy="538163"/>
          </a:xfrm>
        </p:spPr>
        <p:txBody>
          <a:bodyPr/>
          <a:lstStyle/>
          <a:p>
            <a:pPr lvl="0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3" name="Rectangle 68"/>
          <p:cNvSpPr>
            <a:spLocks noChangeArrowheads="1"/>
          </p:cNvSpPr>
          <p:nvPr/>
        </p:nvSpPr>
        <p:spPr bwMode="auto">
          <a:xfrm>
            <a:off x="152400" y="6172200"/>
            <a:ext cx="5486399" cy="20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07" tIns="45704" rIns="91407" bIns="45704" anchor="b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sz="800" i="1" dirty="0"/>
              <a:t>Source: </a:t>
            </a:r>
            <a:r>
              <a:rPr lang="en-US" sz="800" i="1" dirty="0" smtClean="0"/>
              <a:t>MBA, Cello as of 4/1/2015</a:t>
            </a:r>
            <a:endParaRPr lang="en-US" sz="800" i="1" dirty="0"/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1101525" y="228600"/>
            <a:ext cx="7794625" cy="53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354" tIns="45678" rIns="91354" bIns="45678" numCol="1" anchor="t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  <a:ea typeface="+mj-ea"/>
                <a:cs typeface="+mj-cs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bg1"/>
                </a:solidFill>
                <a:latin typeface="Calibri" pitchFamily="34" charset="0"/>
              </a:defRPr>
            </a:lvl5pPr>
            <a:lvl6pPr marL="456775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6pPr>
            <a:lvl7pPr marL="913550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7pPr>
            <a:lvl8pPr marL="1370324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8pPr>
            <a:lvl9pPr marL="1827098" algn="r" rtl="0" fontAlgn="base">
              <a:spcBef>
                <a:spcPct val="0"/>
              </a:spcBef>
              <a:spcAft>
                <a:spcPct val="0"/>
              </a:spcAft>
              <a:defRPr sz="1700">
                <a:solidFill>
                  <a:schemeClr val="bg1"/>
                </a:solidFill>
                <a:latin typeface="Calisto MT" pitchFamily="18" charset="0"/>
              </a:defRPr>
            </a:lvl9pPr>
          </a:lstStyle>
          <a:p>
            <a:pPr defTabSz="914400"/>
            <a:r>
              <a:rPr lang="en-US" kern="0" dirty="0"/>
              <a:t>SHORTING IOS IS NOT AS EXPENSIVE AT CURRENT MARKET LEVELS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117228"/>
            <a:ext cx="6635549" cy="564776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04" tIns="45704" rIns="91407" bIns="45704" rtlCol="0" anchor="ctr"/>
          <a:lstStyle/>
          <a:p>
            <a:pPr algn="ctr"/>
            <a:r>
              <a:rPr lang="en-US" sz="1200" b="1" dirty="0" smtClean="0">
                <a:solidFill>
                  <a:schemeClr val="bg1"/>
                </a:solidFill>
              </a:rPr>
              <a:t>HEDGING COSTS FOR AN IOS + TBA PORTFOLIO</a:t>
            </a:r>
          </a:p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(March 2015)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2400" y="1128940"/>
            <a:ext cx="1981200" cy="2114185"/>
          </a:xfrm>
          <a:prstGeom prst="rect">
            <a:avLst/>
          </a:prstGeom>
          <a:noFill/>
        </p:spPr>
        <p:txBody>
          <a:bodyPr wrap="square" lIns="82058" tIns="41029" rIns="82058" bIns="41029" rtlCol="0">
            <a:spAutoFit/>
          </a:bodyPr>
          <a:lstStyle/>
          <a:p>
            <a:r>
              <a:rPr lang="en-US" sz="1200" dirty="0" smtClean="0">
                <a:solidFill>
                  <a:srgbClr val="000000"/>
                </a:solidFill>
              </a:rPr>
              <a:t>Given the current level of carry and prepayment risk priced into the market, shorting IOS looks increasingly attractive. </a:t>
            </a:r>
          </a:p>
          <a:p>
            <a:endParaRPr lang="en-US" sz="1200" dirty="0">
              <a:solidFill>
                <a:srgbClr val="000000"/>
              </a:solidFill>
            </a:endParaRPr>
          </a:p>
          <a:p>
            <a:r>
              <a:rPr lang="en-US" sz="1200" dirty="0" smtClean="0">
                <a:solidFill>
                  <a:srgbClr val="000000"/>
                </a:solidFill>
              </a:rPr>
              <a:t>A monthly change of 20-25bps in mortgage rates can overwhelm the carry on IOS.  </a:t>
            </a:r>
            <a:endParaRPr lang="en-US" sz="1200" dirty="0" smtClean="0"/>
          </a:p>
          <a:p>
            <a:endParaRPr lang="en-US" sz="1200" dirty="0">
              <a:solidFill>
                <a:srgbClr val="FF0000"/>
              </a:solidFill>
            </a:endParaRPr>
          </a:p>
          <a:p>
            <a:endParaRPr lang="en-US" sz="1200" dirty="0">
              <a:solidFill>
                <a:srgbClr val="FF0000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3183727"/>
              </p:ext>
            </p:extLst>
          </p:nvPr>
        </p:nvGraphicFramePr>
        <p:xfrm>
          <a:off x="2286000" y="1864940"/>
          <a:ext cx="6610150" cy="3931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Worksheet" r:id="rId5" imgW="6934183" imgH="4124257" progId="Excel.Sheet.12">
                  <p:embed/>
                </p:oleObj>
              </mc:Choice>
              <mc:Fallback>
                <p:oleObj name="Worksheet" r:id="rId5" imgW="6934183" imgH="412425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6000" y="1864940"/>
                        <a:ext cx="6610150" cy="39315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35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7076174"/>
              </p:ext>
            </p:extLst>
          </p:nvPr>
        </p:nvGraphicFramePr>
        <p:xfrm>
          <a:off x="76200" y="1916218"/>
          <a:ext cx="8311950" cy="3558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0" name="Chart 1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2079080"/>
              </p:ext>
            </p:extLst>
          </p:nvPr>
        </p:nvGraphicFramePr>
        <p:xfrm>
          <a:off x="406980" y="1676400"/>
          <a:ext cx="8229600" cy="4126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/>
          <p:cNvSpPr/>
          <p:nvPr/>
        </p:nvSpPr>
        <p:spPr>
          <a:xfrm>
            <a:off x="228600" y="959224"/>
            <a:ext cx="8692950" cy="564776"/>
          </a:xfrm>
          <a:prstGeom prst="rect">
            <a:avLst/>
          </a:prstGeom>
          <a:solidFill>
            <a:srgbClr val="2033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693" tIns="45693" rIns="91387" bIns="45693" rtlCol="0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STYLIZED TREASURY YIELD CURVE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84010" y="5867400"/>
            <a:ext cx="1116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Maturity </a:t>
            </a:r>
            <a:endParaRPr lang="en-US" sz="1200" dirty="0"/>
          </a:p>
        </p:txBody>
      </p:sp>
      <p:sp>
        <p:nvSpPr>
          <p:cNvPr id="17" name="TextBox 16"/>
          <p:cNvSpPr txBox="1"/>
          <p:nvPr/>
        </p:nvSpPr>
        <p:spPr>
          <a:xfrm rot="16200000">
            <a:off x="-170523" y="3255374"/>
            <a:ext cx="11160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Yield</a:t>
            </a:r>
            <a:endParaRPr lang="en-US" sz="1200" dirty="0"/>
          </a:p>
        </p:txBody>
      </p:sp>
      <p:sp>
        <p:nvSpPr>
          <p:cNvPr id="10" name="Oval 9"/>
          <p:cNvSpPr/>
          <p:nvPr/>
        </p:nvSpPr>
        <p:spPr>
          <a:xfrm>
            <a:off x="1494943" y="4957465"/>
            <a:ext cx="213022" cy="221672"/>
          </a:xfrm>
          <a:prstGeom prst="ellipse">
            <a:avLst/>
          </a:prstGeom>
          <a:solidFill>
            <a:srgbClr val="C00000">
              <a:alpha val="61961"/>
            </a:srgbClr>
          </a:solidFill>
          <a:ln>
            <a:noFill/>
          </a:ln>
          <a:effectLst>
            <a:outerShdw blurRad="190500" dist="228600" dir="2700000" algn="ctr">
              <a:schemeClr val="bg1">
                <a:alpha val="30000"/>
              </a:scheme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752600" y="4495800"/>
            <a:ext cx="10725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Libor Risk </a:t>
            </a:r>
          </a:p>
          <a:p>
            <a:r>
              <a:rPr lang="en-US" sz="1200" dirty="0" smtClean="0"/>
              <a:t>(Inverse IOs)</a:t>
            </a:r>
            <a:endParaRPr lang="en-US" sz="1200" dirty="0"/>
          </a:p>
        </p:txBody>
      </p:sp>
      <p:sp>
        <p:nvSpPr>
          <p:cNvPr id="13" name="Right Arrow 12"/>
          <p:cNvSpPr/>
          <p:nvPr/>
        </p:nvSpPr>
        <p:spPr>
          <a:xfrm rot="16200000">
            <a:off x="1407405" y="4639858"/>
            <a:ext cx="388098" cy="17354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7010400" y="2369128"/>
            <a:ext cx="213022" cy="221672"/>
          </a:xfrm>
          <a:prstGeom prst="ellipse">
            <a:avLst/>
          </a:prstGeom>
          <a:solidFill>
            <a:srgbClr val="C00000">
              <a:alpha val="61961"/>
            </a:srgbClr>
          </a:solidFill>
          <a:ln>
            <a:noFill/>
          </a:ln>
          <a:effectLst>
            <a:outerShdw blurRad="190500" dist="228600" dir="2700000" algn="ctr">
              <a:schemeClr val="bg1">
                <a:alpha val="30000"/>
              </a:scheme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6629400" y="3113597"/>
            <a:ext cx="12448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Prepayment Risk</a:t>
            </a:r>
          </a:p>
          <a:p>
            <a:r>
              <a:rPr lang="en-US" sz="1200" dirty="0"/>
              <a:t>(Fixed-rate IOs)</a:t>
            </a:r>
          </a:p>
        </p:txBody>
      </p:sp>
      <p:sp>
        <p:nvSpPr>
          <p:cNvPr id="23" name="Right Arrow 22"/>
          <p:cNvSpPr/>
          <p:nvPr/>
        </p:nvSpPr>
        <p:spPr>
          <a:xfrm rot="5400000">
            <a:off x="6922861" y="2765861"/>
            <a:ext cx="388098" cy="17354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73809" y="6088190"/>
            <a:ext cx="3581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Source: Bloomberg as of 7/15/2014. X-axis is not to scale. </a:t>
            </a:r>
            <a:endParaRPr lang="en-US" sz="800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126925" y="204206"/>
            <a:ext cx="7794625" cy="538163"/>
          </a:xfrm>
        </p:spPr>
        <p:txBody>
          <a:bodyPr/>
          <a:lstStyle/>
          <a:p>
            <a:pPr lvl="0"/>
            <a:r>
              <a:rPr lang="en-US" dirty="0" smtClean="0"/>
              <a:t>YIELD CURVE VOLATILITY IN THE FUTURE COULD PRESENT SIGNIFICANT OPPORTUNITIES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5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Custom Design">
  <a:themeElements>
    <a:clrScheme name="Custom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Custom Design">
      <a:majorFont>
        <a:latin typeface="Calisto M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ustom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4_Default Design 3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FFFFFF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4_Default Design">
      <a:majorFont>
        <a:latin typeface="Cambria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Default Design 1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4C004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151D43"/>
        </a:dk2>
        <a:lt2>
          <a:srgbClr val="DDD8D5"/>
        </a:lt2>
        <a:accent1>
          <a:srgbClr val="2D3B8C"/>
        </a:accent1>
        <a:accent2>
          <a:srgbClr val="807EB4"/>
        </a:accent2>
        <a:accent3>
          <a:srgbClr val="FFFFFF"/>
        </a:accent3>
        <a:accent4>
          <a:srgbClr val="000000"/>
        </a:accent4>
        <a:accent5>
          <a:srgbClr val="ADAFC5"/>
        </a:accent5>
        <a:accent6>
          <a:srgbClr val="7372A3"/>
        </a:accent6>
        <a:hlink>
          <a:srgbClr val="8F8379"/>
        </a:hlink>
        <a:folHlink>
          <a:srgbClr val="EBE8D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4">
        <a:dk1>
          <a:srgbClr val="000000"/>
        </a:dk1>
        <a:lt1>
          <a:srgbClr val="FFFFFF"/>
        </a:lt1>
        <a:dk2>
          <a:srgbClr val="203353"/>
        </a:dk2>
        <a:lt2>
          <a:srgbClr val="EFEBE4"/>
        </a:lt2>
        <a:accent1>
          <a:srgbClr val="2E398A"/>
        </a:accent1>
        <a:accent2>
          <a:srgbClr val="8891D5"/>
        </a:accent2>
        <a:accent3>
          <a:srgbClr val="FFFFFF"/>
        </a:accent3>
        <a:accent4>
          <a:srgbClr val="000000"/>
        </a:accent4>
        <a:accent5>
          <a:srgbClr val="ADAEC4"/>
        </a:accent5>
        <a:accent6>
          <a:srgbClr val="7B83C1"/>
        </a:accent6>
        <a:hlink>
          <a:srgbClr val="968880"/>
        </a:hlink>
        <a:folHlink>
          <a:srgbClr val="533D2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38837</TotalTime>
  <Words>816</Words>
  <Application>Microsoft Office PowerPoint</Application>
  <PresentationFormat>On-screen Show (4:3)</PresentationFormat>
  <Paragraphs>133</Paragraphs>
  <Slides>9</Slides>
  <Notes>8</Notes>
  <HiddenSlides>0</HiddenSlides>
  <MMClips>0</MMClips>
  <ScaleCrop>false</ScaleCrop>
  <HeadingPairs>
    <vt:vector size="6" baseType="variant"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4_Default Design</vt:lpstr>
      <vt:lpstr>Custom Design</vt:lpstr>
      <vt:lpstr>1_Custom Design</vt:lpstr>
      <vt:lpstr>5_Default Design</vt:lpstr>
      <vt:lpstr>Worksheet</vt:lpstr>
      <vt:lpstr>PowerPoint Presentation</vt:lpstr>
      <vt:lpstr>REFINANCING RISK HAS INCREASED RELATIVE TO A YEAR AGO</vt:lpstr>
      <vt:lpstr> </vt:lpstr>
      <vt:lpstr>THE MBS BASIS STILL APPEARS RICH</vt:lpstr>
      <vt:lpstr> </vt:lpstr>
      <vt:lpstr> </vt:lpstr>
      <vt:lpstr> </vt:lpstr>
      <vt:lpstr> </vt:lpstr>
      <vt:lpstr>YIELD CURVE VOLATILITY IN THE FUTURE COULD PRESENT SIGNIFICANT OPPORTUNITIES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HIGH-LEVEL OVERVIEW OF INVESTMENT PROCESS</dc:title>
  <dc:creator>Carly</dc:creator>
  <cp:lastModifiedBy>Sharad Chaudhary</cp:lastModifiedBy>
  <cp:revision>915</cp:revision>
  <cp:lastPrinted>2015-04-20T20:07:42Z</cp:lastPrinted>
  <dcterms:created xsi:type="dcterms:W3CDTF">2013-07-09T16:35:22Z</dcterms:created>
  <dcterms:modified xsi:type="dcterms:W3CDTF">2016-05-10T16:26:38Z</dcterms:modified>
</cp:coreProperties>
</file>