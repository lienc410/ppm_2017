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slideLayouts/slideLayout13.xml" ContentType="application/vnd.openxmlformats-officedocument.presentationml.slideLayout+xml"/>
  <Override PartName="/ppt/theme/theme9.xml" ContentType="application/vnd.openxmlformats-officedocument.theme+xml"/>
  <Override PartName="/ppt/slideLayouts/slideLayout14.xml" ContentType="application/vnd.openxmlformats-officedocument.presentationml.slideLayout+xml"/>
  <Override PartName="/ppt/theme/theme10.xml" ContentType="application/vnd.openxmlformats-officedocument.theme+xml"/>
  <Override PartName="/ppt/slideLayouts/slideLayout15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14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15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16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17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18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4" r:id="rId2"/>
    <p:sldMasterId id="2147483656" r:id="rId3"/>
    <p:sldMasterId id="2147483653" r:id="rId4"/>
    <p:sldMasterId id="2147483659" r:id="rId5"/>
    <p:sldMasterId id="2147483657" r:id="rId6"/>
    <p:sldMasterId id="2147483658" r:id="rId7"/>
    <p:sldMasterId id="2147483655" r:id="rId8"/>
    <p:sldMasterId id="2147483749" r:id="rId9"/>
    <p:sldMasterId id="2147483761" r:id="rId10"/>
    <p:sldMasterId id="2147483773" r:id="rId11"/>
    <p:sldMasterId id="2147483834" r:id="rId12"/>
    <p:sldMasterId id="2147483846" r:id="rId13"/>
    <p:sldMasterId id="2147483847" r:id="rId14"/>
    <p:sldMasterId id="2147483853" r:id="rId15"/>
    <p:sldMasterId id="2147483860" r:id="rId16"/>
    <p:sldMasterId id="2147483866" r:id="rId17"/>
    <p:sldMasterId id="2147483872" r:id="rId18"/>
    <p:sldMasterId id="2147483879" r:id="rId19"/>
  </p:sldMasterIdLst>
  <p:notesMasterIdLst>
    <p:notesMasterId r:id="rId21"/>
  </p:notesMasterIdLst>
  <p:handoutMasterIdLst>
    <p:handoutMasterId r:id="rId22"/>
  </p:handoutMasterIdLst>
  <p:sldIdLst>
    <p:sldId id="610" r:id="rId20"/>
  </p:sldIdLst>
  <p:sldSz cx="10058400" cy="7772400"/>
  <p:notesSz cx="6934200" cy="9220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1pPr>
    <a:lvl2pPr marL="507526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2pPr>
    <a:lvl3pPr marL="1016818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3pPr>
    <a:lvl4pPr marL="1526111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4pPr>
    <a:lvl5pPr marL="2035405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5pPr>
    <a:lvl6pPr marL="2546466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6pPr>
    <a:lvl7pPr marL="3055758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7pPr>
    <a:lvl8pPr marL="3565052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8pPr>
    <a:lvl9pPr marL="4074344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3872">
          <p15:clr>
            <a:srgbClr val="A4A3A4"/>
          </p15:clr>
        </p15:guide>
        <p15:guide id="2" orient="horz" pos="1976">
          <p15:clr>
            <a:srgbClr val="A4A3A4"/>
          </p15:clr>
        </p15:guide>
        <p15:guide id="3" orient="horz" pos="797">
          <p15:clr>
            <a:srgbClr val="A4A3A4"/>
          </p15:clr>
        </p15:guide>
        <p15:guide id="4" orient="horz" pos="981">
          <p15:clr>
            <a:srgbClr val="A4A3A4"/>
          </p15:clr>
        </p15:guide>
        <p15:guide id="5" orient="horz" pos="4327">
          <p15:clr>
            <a:srgbClr val="A4A3A4"/>
          </p15:clr>
        </p15:guide>
        <p15:guide id="6" orient="horz" pos="145">
          <p15:clr>
            <a:srgbClr val="A4A3A4"/>
          </p15:clr>
        </p15:guide>
        <p15:guide id="7" pos="5282">
          <p15:clr>
            <a:srgbClr val="A4A3A4"/>
          </p15:clr>
        </p15:guide>
        <p15:guide id="8" pos="126">
          <p15:clr>
            <a:srgbClr val="A4A3A4"/>
          </p15:clr>
        </p15:guide>
        <p15:guide id="9" pos="5046">
          <p15:clr>
            <a:srgbClr val="A4A3A4"/>
          </p15:clr>
        </p15:guide>
        <p15:guide id="10" pos="1973">
          <p15:clr>
            <a:srgbClr val="A4A3A4"/>
          </p15:clr>
        </p15:guide>
        <p15:guide id="11" pos="3396">
          <p15:clr>
            <a:srgbClr val="A4A3A4"/>
          </p15:clr>
        </p15:guide>
        <p15:guide id="12" pos="3165">
          <p15:clr>
            <a:srgbClr val="A4A3A4"/>
          </p15:clr>
        </p15:guide>
        <p15:guide id="13" pos="1575">
          <p15:clr>
            <a:srgbClr val="A4A3A4"/>
          </p15:clr>
        </p15:guide>
        <p15:guide id="14" pos="105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905" userDrawn="1">
          <p15:clr>
            <a:srgbClr val="A4A3A4"/>
          </p15:clr>
        </p15:guide>
        <p15:guide id="2" pos="2185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398A"/>
    <a:srgbClr val="C7732D"/>
    <a:srgbClr val="74B629"/>
    <a:srgbClr val="000000"/>
    <a:srgbClr val="968880"/>
    <a:srgbClr val="203353"/>
    <a:srgbClr val="533D2D"/>
    <a:srgbClr val="533D23"/>
    <a:srgbClr val="996633"/>
    <a:srgbClr val="8C2B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30" autoAdjust="0"/>
    <p:restoredTop sz="95005" autoAdjust="0"/>
  </p:normalViewPr>
  <p:slideViewPr>
    <p:cSldViewPr snapToGrid="0" snapToObjects="1">
      <p:cViewPr>
        <p:scale>
          <a:sx n="125" d="100"/>
          <a:sy n="125" d="100"/>
        </p:scale>
        <p:origin x="-342" y="162"/>
      </p:cViewPr>
      <p:guideLst>
        <p:guide orient="horz" pos="3872"/>
        <p:guide orient="horz" pos="1976"/>
        <p:guide orient="horz" pos="797"/>
        <p:guide orient="horz" pos="981"/>
        <p:guide orient="horz" pos="4327"/>
        <p:guide orient="horz" pos="145"/>
        <p:guide pos="5282"/>
        <p:guide pos="126"/>
        <p:guide pos="5046"/>
        <p:guide pos="1973"/>
        <p:guide pos="3396"/>
        <p:guide pos="3165"/>
        <p:guide pos="1575"/>
        <p:guide pos="10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52"/>
    </p:cViewPr>
  </p:sorterViewPr>
  <p:notesViewPr>
    <p:cSldViewPr snapToGrid="0" snapToObjects="1">
      <p:cViewPr varScale="1">
        <p:scale>
          <a:sx n="79" d="100"/>
          <a:sy n="79" d="100"/>
        </p:scale>
        <p:origin x="-1956" y="-90"/>
      </p:cViewPr>
      <p:guideLst>
        <p:guide orient="horz" pos="2905"/>
        <p:guide pos="2185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presProps" Target="presProps.xml"/><Relationship Id="rId10" Type="http://schemas.openxmlformats.org/officeDocument/2006/relationships/slideMaster" Target="slideMasters/slideMaster10.xml"/><Relationship Id="rId19" Type="http://schemas.openxmlformats.org/officeDocument/2006/relationships/slideMaster" Target="slideMasters/slideMaster19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7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56" tIns="45777" rIns="91556" bIns="45777" numCol="1" anchor="t" anchorCtr="0" compatLnSpc="1">
            <a:prstTxWarp prst="textNoShape">
              <a:avLst/>
            </a:prstTxWarp>
          </a:bodyPr>
          <a:lstStyle>
            <a:lvl1pPr defTabSz="912844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27481" y="7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56" tIns="45777" rIns="91556" bIns="45777" numCol="1" anchor="t" anchorCtr="0" compatLnSpc="1">
            <a:prstTxWarp prst="textNoShape">
              <a:avLst/>
            </a:prstTxWarp>
          </a:bodyPr>
          <a:lstStyle>
            <a:lvl1pPr algn="r" defTabSz="912844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8758883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56" tIns="45777" rIns="91556" bIns="45777" numCol="1" anchor="b" anchorCtr="0" compatLnSpc="1">
            <a:prstTxWarp prst="textNoShape">
              <a:avLst/>
            </a:prstTxWarp>
          </a:bodyPr>
          <a:lstStyle>
            <a:lvl1pPr defTabSz="912844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27481" y="8758883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56" tIns="45777" rIns="91556" bIns="45777" numCol="1" anchor="b" anchorCtr="0" compatLnSpc="1">
            <a:prstTxWarp prst="textNoShape">
              <a:avLst/>
            </a:prstTxWarp>
          </a:bodyPr>
          <a:lstStyle>
            <a:lvl1pPr algn="r" defTabSz="912844">
              <a:defRPr sz="1300">
                <a:latin typeface="Arial" charset="0"/>
              </a:defRPr>
            </a:lvl1pPr>
          </a:lstStyle>
          <a:p>
            <a:pPr>
              <a:defRPr/>
            </a:pPr>
            <a:fld id="{BDCE5F9F-0CCF-4CAC-B31C-496A1DC3068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6462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7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56" tIns="45777" rIns="91556" bIns="45777" numCol="1" anchor="t" anchorCtr="0" compatLnSpc="1">
            <a:prstTxWarp prst="textNoShape">
              <a:avLst/>
            </a:prstTxWarp>
          </a:bodyPr>
          <a:lstStyle>
            <a:lvl1pPr defTabSz="912844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27481" y="7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56" tIns="45777" rIns="91556" bIns="45777" numCol="1" anchor="t" anchorCtr="0" compatLnSpc="1">
            <a:prstTxWarp prst="textNoShape">
              <a:avLst/>
            </a:prstTxWarp>
          </a:bodyPr>
          <a:lstStyle>
            <a:lvl1pPr algn="r" defTabSz="912844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70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30313" y="692150"/>
            <a:ext cx="4473575" cy="3457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17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93739" y="4380237"/>
            <a:ext cx="5546725" cy="41471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56" tIns="45777" rIns="91556" bIns="457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017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8758883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56" tIns="45777" rIns="91556" bIns="45777" numCol="1" anchor="b" anchorCtr="0" compatLnSpc="1">
            <a:prstTxWarp prst="textNoShape">
              <a:avLst/>
            </a:prstTxWarp>
          </a:bodyPr>
          <a:lstStyle>
            <a:lvl1pPr defTabSz="912844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27481" y="8758883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56" tIns="45777" rIns="91556" bIns="45777" numCol="1" anchor="b" anchorCtr="0" compatLnSpc="1">
            <a:prstTxWarp prst="textNoShape">
              <a:avLst/>
            </a:prstTxWarp>
          </a:bodyPr>
          <a:lstStyle>
            <a:lvl1pPr algn="r" defTabSz="912844">
              <a:defRPr sz="1300">
                <a:latin typeface="Arial" charset="0"/>
              </a:defRPr>
            </a:lvl1pPr>
          </a:lstStyle>
          <a:p>
            <a:pPr>
              <a:defRPr/>
            </a:pPr>
            <a:fld id="{993BEEDA-D9FC-4A9F-BB3F-83B0CB94093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4655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1pPr>
    <a:lvl2pPr marL="507526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2pPr>
    <a:lvl3pPr marL="1016818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3pPr>
    <a:lvl4pPr marL="1526111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4pPr>
    <a:lvl5pPr marL="203540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5pPr>
    <a:lvl6pPr marL="2546180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305541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564653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407388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3BEEDA-D9FC-4A9F-BB3F-83B0CB940930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20624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088" indent="-234895">
              <a:defRPr sz="1200">
                <a:latin typeface="+mn-lt"/>
              </a:defRPr>
            </a:lvl4pPr>
            <a:lvl5pPr marL="1025285" indent="-222198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1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1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35" indent="0">
              <a:buNone/>
              <a:defRPr sz="2000"/>
            </a:lvl2pPr>
            <a:lvl3pPr marL="1018472" indent="0">
              <a:buNone/>
              <a:defRPr sz="1800"/>
            </a:lvl3pPr>
            <a:lvl4pPr marL="1527709" indent="0">
              <a:buNone/>
              <a:defRPr sz="1600"/>
            </a:lvl4pPr>
            <a:lvl5pPr marL="2036945" indent="0">
              <a:buNone/>
              <a:defRPr sz="1600"/>
            </a:lvl5pPr>
            <a:lvl6pPr marL="2546180" indent="0">
              <a:buNone/>
              <a:defRPr sz="1600"/>
            </a:lvl6pPr>
            <a:lvl7pPr marL="3055417" indent="0">
              <a:buNone/>
              <a:defRPr sz="1600"/>
            </a:lvl7pPr>
            <a:lvl8pPr marL="3564653" indent="0">
              <a:buNone/>
              <a:defRPr sz="1600"/>
            </a:lvl8pPr>
            <a:lvl9pPr marL="4073887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8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8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43183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  <a:prstGeom prst="rect">
            <a:avLst/>
          </a:prstGeom>
        </p:spPr>
        <p:txBody>
          <a:bodyPr lIns="101847" tIns="50923" rIns="101847" bIns="50923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47" tIns="50923" rIns="101847" bIns="50923"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101858" tIns="50929" rIns="101858" bIns="50929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58" tIns="50929" rIns="101858" bIns="50929"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176176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627" y="6521118"/>
            <a:ext cx="9454198" cy="915732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813563"/>
            <a:ext cx="9052560" cy="5129425"/>
          </a:xfrm>
          <a:prstGeom prst="rect">
            <a:avLst/>
          </a:prstGeom>
        </p:spPr>
        <p:txBody>
          <a:bodyPr lIns="101858" tIns="50929" rIns="101858" bIns="50929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5" indent="0" algn="ctr">
              <a:buNone/>
              <a:defRPr/>
            </a:lvl2pPr>
            <a:lvl3pPr marL="1018592" indent="0" algn="ctr">
              <a:buNone/>
              <a:defRPr/>
            </a:lvl3pPr>
            <a:lvl4pPr marL="1527887" indent="0" algn="ctr">
              <a:buNone/>
              <a:defRPr/>
            </a:lvl4pPr>
            <a:lvl5pPr marL="2037183" indent="0" algn="ctr">
              <a:buNone/>
              <a:defRPr/>
            </a:lvl5pPr>
            <a:lvl6pPr marL="2546478" indent="0" algn="ctr">
              <a:buNone/>
              <a:defRPr/>
            </a:lvl6pPr>
            <a:lvl7pPr marL="3055774" indent="0" algn="ctr">
              <a:buNone/>
              <a:defRPr/>
            </a:lvl7pPr>
            <a:lvl8pPr marL="3565070" indent="0" algn="ctr">
              <a:buNone/>
              <a:defRPr/>
            </a:lvl8pPr>
            <a:lvl9pPr marL="407436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6423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2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181" indent="-234922">
              <a:defRPr sz="1200">
                <a:latin typeface="+mn-lt"/>
              </a:defRPr>
            </a:lvl4pPr>
            <a:lvl5pPr marL="1025405" indent="-222224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98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0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0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95" indent="0">
              <a:buNone/>
              <a:defRPr sz="2000"/>
            </a:lvl2pPr>
            <a:lvl3pPr marL="1018592" indent="0">
              <a:buNone/>
              <a:defRPr sz="1800"/>
            </a:lvl3pPr>
            <a:lvl4pPr marL="1527887" indent="0">
              <a:buNone/>
              <a:defRPr sz="1600"/>
            </a:lvl4pPr>
            <a:lvl5pPr marL="2037183" indent="0">
              <a:buNone/>
              <a:defRPr sz="1600"/>
            </a:lvl5pPr>
            <a:lvl6pPr marL="2546478" indent="0">
              <a:buNone/>
              <a:defRPr sz="1600"/>
            </a:lvl6pPr>
            <a:lvl7pPr marL="3055774" indent="0">
              <a:buNone/>
              <a:defRPr sz="1600"/>
            </a:lvl7pPr>
            <a:lvl8pPr marL="3565070" indent="0">
              <a:buNone/>
              <a:defRPr sz="1600"/>
            </a:lvl8pPr>
            <a:lvl9pPr marL="4074364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54838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7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7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1345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81207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8463" indent="0" algn="ctr">
              <a:buNone/>
              <a:defRPr/>
            </a:lvl2pPr>
            <a:lvl3pPr marL="1016925" indent="0" algn="ctr">
              <a:buNone/>
              <a:defRPr/>
            </a:lvl3pPr>
            <a:lvl4pPr marL="1525388" indent="0" algn="ctr">
              <a:buNone/>
              <a:defRPr/>
            </a:lvl4pPr>
            <a:lvl5pPr marL="2033851" indent="0" algn="ctr">
              <a:buNone/>
              <a:defRPr/>
            </a:lvl5pPr>
            <a:lvl6pPr marL="2542312" indent="0" algn="ctr">
              <a:buNone/>
              <a:defRPr/>
            </a:lvl6pPr>
            <a:lvl7pPr marL="3050775" indent="0" algn="ctr">
              <a:buNone/>
              <a:defRPr/>
            </a:lvl7pPr>
            <a:lvl8pPr marL="3559239" indent="0" algn="ctr">
              <a:buNone/>
              <a:defRPr/>
            </a:lvl8pPr>
            <a:lvl9pPr marL="4067698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286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7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1869" indent="-234537">
              <a:defRPr sz="1200">
                <a:latin typeface="+mn-lt"/>
              </a:defRPr>
            </a:lvl4pPr>
            <a:lvl5pPr marL="1023730" indent="-221860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5115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505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2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8463" indent="0">
              <a:buNone/>
              <a:defRPr sz="2000"/>
            </a:lvl2pPr>
            <a:lvl3pPr marL="1016925" indent="0">
              <a:buNone/>
              <a:defRPr sz="1800"/>
            </a:lvl3pPr>
            <a:lvl4pPr marL="1525388" indent="0">
              <a:buNone/>
              <a:defRPr sz="1600"/>
            </a:lvl4pPr>
            <a:lvl5pPr marL="2033851" indent="0">
              <a:buNone/>
              <a:defRPr sz="1600"/>
            </a:lvl5pPr>
            <a:lvl6pPr marL="2542312" indent="0">
              <a:buNone/>
              <a:defRPr sz="1600"/>
            </a:lvl6pPr>
            <a:lvl7pPr marL="3050775" indent="0">
              <a:buNone/>
              <a:defRPr sz="1600"/>
            </a:lvl7pPr>
            <a:lvl8pPr marL="3559239" indent="0">
              <a:buNone/>
              <a:defRPr sz="1600"/>
            </a:lvl8pPr>
            <a:lvl9pPr marL="4067698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57715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92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92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1410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902559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2453" indent="0" algn="ctr">
              <a:buNone/>
              <a:defRPr/>
            </a:lvl2pPr>
            <a:lvl3pPr marL="1004905" indent="0" algn="ctr">
              <a:buNone/>
              <a:defRPr/>
            </a:lvl3pPr>
            <a:lvl4pPr marL="1507356" indent="0" algn="ctr">
              <a:buNone/>
              <a:defRPr/>
            </a:lvl4pPr>
            <a:lvl5pPr marL="2009808" indent="0" algn="ctr">
              <a:buNone/>
              <a:defRPr/>
            </a:lvl5pPr>
            <a:lvl6pPr marL="2512261" indent="0" algn="ctr">
              <a:buNone/>
              <a:defRPr/>
            </a:lvl6pPr>
            <a:lvl7pPr marL="3014714" indent="0" algn="ctr">
              <a:buNone/>
              <a:defRPr/>
            </a:lvl7pPr>
            <a:lvl8pPr marL="3517168" indent="0" algn="ctr">
              <a:buNone/>
              <a:defRPr/>
            </a:lvl8pPr>
            <a:lvl9pPr marL="401961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90051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7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10">
                <a:latin typeface="+mn-lt"/>
              </a:defRPr>
            </a:lvl1pPr>
            <a:lvl2pPr>
              <a:defRPr sz="1210">
                <a:latin typeface="+mn-lt"/>
              </a:defRPr>
            </a:lvl2pPr>
            <a:lvl3pPr>
              <a:defRPr sz="1210">
                <a:latin typeface="+mn-lt"/>
              </a:defRPr>
            </a:lvl3pPr>
            <a:lvl4pPr marL="792389" indent="-231766">
              <a:defRPr sz="1210">
                <a:latin typeface="+mn-lt"/>
              </a:defRPr>
            </a:lvl4pPr>
            <a:lvl5pPr marL="1011627" indent="-219237">
              <a:defRPr sz="121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693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6"/>
            <a:ext cx="8549640" cy="1543685"/>
          </a:xfrm>
        </p:spPr>
        <p:txBody>
          <a:bodyPr/>
          <a:lstStyle>
            <a:lvl1pPr algn="l">
              <a:defRPr sz="44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2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2453" indent="0">
              <a:buNone/>
              <a:defRPr sz="1980"/>
            </a:lvl2pPr>
            <a:lvl3pPr marL="1004905" indent="0">
              <a:buNone/>
              <a:defRPr sz="1760"/>
            </a:lvl3pPr>
            <a:lvl4pPr marL="1507356" indent="0">
              <a:buNone/>
              <a:defRPr sz="1540"/>
            </a:lvl4pPr>
            <a:lvl5pPr marL="2009808" indent="0">
              <a:buNone/>
              <a:defRPr sz="1540"/>
            </a:lvl5pPr>
            <a:lvl6pPr marL="2512261" indent="0">
              <a:buNone/>
              <a:defRPr sz="1540"/>
            </a:lvl6pPr>
            <a:lvl7pPr marL="3014714" indent="0">
              <a:buNone/>
              <a:defRPr sz="1540"/>
            </a:lvl7pPr>
            <a:lvl8pPr marL="3517168" indent="0">
              <a:buNone/>
              <a:defRPr sz="1540"/>
            </a:lvl8pPr>
            <a:lvl9pPr marL="4019617" indent="0">
              <a:buNone/>
              <a:defRPr sz="154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3914478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83"/>
            <a:ext cx="4716784" cy="5375911"/>
          </a:xfrm>
        </p:spPr>
        <p:txBody>
          <a:bodyPr/>
          <a:lstStyle>
            <a:lvl1pPr>
              <a:defRPr sz="1210">
                <a:latin typeface="+mn-lt"/>
              </a:defRPr>
            </a:lvl1pPr>
            <a:lvl2pPr>
              <a:defRPr sz="1210">
                <a:latin typeface="+mn-lt"/>
              </a:defRPr>
            </a:lvl2pPr>
            <a:lvl3pPr>
              <a:defRPr sz="1210">
                <a:latin typeface="+mn-lt"/>
              </a:defRPr>
            </a:lvl3pPr>
            <a:lvl4pPr>
              <a:defRPr sz="1210">
                <a:latin typeface="+mn-lt"/>
              </a:defRPr>
            </a:lvl4pPr>
            <a:lvl5pPr>
              <a:defRPr sz="1210">
                <a:latin typeface="+mn-lt"/>
              </a:defRPr>
            </a:lvl5pPr>
            <a:lvl6pPr>
              <a:defRPr sz="1980"/>
            </a:lvl6pPr>
            <a:lvl7pPr>
              <a:defRPr sz="1980"/>
            </a:lvl7pPr>
            <a:lvl8pPr>
              <a:defRPr sz="1980"/>
            </a:lvl8pPr>
            <a:lvl9pPr>
              <a:defRPr sz="198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83"/>
            <a:ext cx="4716776" cy="5375911"/>
          </a:xfrm>
        </p:spPr>
        <p:txBody>
          <a:bodyPr/>
          <a:lstStyle>
            <a:lvl1pPr>
              <a:defRPr sz="1210">
                <a:latin typeface="+mn-lt"/>
              </a:defRPr>
            </a:lvl1pPr>
            <a:lvl2pPr>
              <a:defRPr sz="1210">
                <a:latin typeface="+mn-lt"/>
              </a:defRPr>
            </a:lvl2pPr>
            <a:lvl3pPr>
              <a:defRPr sz="1210">
                <a:latin typeface="+mn-lt"/>
              </a:defRPr>
            </a:lvl3pPr>
            <a:lvl4pPr>
              <a:defRPr sz="1210">
                <a:latin typeface="+mn-lt"/>
              </a:defRPr>
            </a:lvl4pPr>
            <a:lvl5pPr>
              <a:defRPr sz="1210">
                <a:latin typeface="+mn-lt"/>
              </a:defRPr>
            </a:lvl5pPr>
            <a:lvl6pPr>
              <a:defRPr sz="1980"/>
            </a:lvl6pPr>
            <a:lvl7pPr>
              <a:defRPr sz="1980"/>
            </a:lvl7pPr>
            <a:lvl8pPr>
              <a:defRPr sz="1980"/>
            </a:lvl8pPr>
            <a:lvl9pPr>
              <a:defRPr sz="198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225274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333330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487702" indent="0" algn="ctr">
              <a:buNone/>
              <a:defRPr/>
            </a:lvl2pPr>
            <a:lvl3pPr marL="975401" indent="0" algn="ctr">
              <a:buNone/>
              <a:defRPr/>
            </a:lvl3pPr>
            <a:lvl4pPr marL="1463100" indent="0" algn="ctr">
              <a:buNone/>
              <a:defRPr/>
            </a:lvl4pPr>
            <a:lvl5pPr marL="1950801" indent="0" algn="ctr">
              <a:buNone/>
              <a:defRPr/>
            </a:lvl5pPr>
            <a:lvl6pPr marL="2438501" indent="0" algn="ctr">
              <a:buNone/>
              <a:defRPr/>
            </a:lvl6pPr>
            <a:lvl7pPr marL="2926202" indent="0" algn="ctr">
              <a:buNone/>
              <a:defRPr/>
            </a:lvl7pPr>
            <a:lvl8pPr marL="3413904" indent="0" algn="ctr">
              <a:buNone/>
              <a:defRPr/>
            </a:lvl8pPr>
            <a:lvl9pPr marL="3901601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89018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7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175">
                <a:latin typeface="+mn-lt"/>
              </a:defRPr>
            </a:lvl1pPr>
            <a:lvl2pPr>
              <a:defRPr sz="1175">
                <a:latin typeface="+mn-lt"/>
              </a:defRPr>
            </a:lvl2pPr>
            <a:lvl3pPr>
              <a:defRPr sz="1175">
                <a:latin typeface="+mn-lt"/>
              </a:defRPr>
            </a:lvl3pPr>
            <a:lvl4pPr marL="769124" indent="-224961">
              <a:defRPr sz="1175">
                <a:latin typeface="+mn-lt"/>
              </a:defRPr>
            </a:lvl4pPr>
            <a:lvl5pPr marL="981926" indent="-212801">
              <a:defRPr sz="1175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786079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7"/>
            <a:ext cx="8549640" cy="1543685"/>
          </a:xfrm>
        </p:spPr>
        <p:txBody>
          <a:bodyPr/>
          <a:lstStyle>
            <a:lvl1pPr algn="l">
              <a:defRPr sz="4271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2"/>
            <a:ext cx="8549640" cy="1700212"/>
          </a:xfrm>
        </p:spPr>
        <p:txBody>
          <a:bodyPr anchor="b"/>
          <a:lstStyle>
            <a:lvl1pPr marL="0" indent="0">
              <a:buNone/>
              <a:defRPr sz="2135"/>
            </a:lvl1pPr>
            <a:lvl2pPr marL="487702" indent="0">
              <a:buNone/>
              <a:defRPr sz="1922"/>
            </a:lvl2pPr>
            <a:lvl3pPr marL="975401" indent="0">
              <a:buNone/>
              <a:defRPr sz="1708"/>
            </a:lvl3pPr>
            <a:lvl4pPr marL="1463100" indent="0">
              <a:buNone/>
              <a:defRPr sz="1495"/>
            </a:lvl4pPr>
            <a:lvl5pPr marL="1950801" indent="0">
              <a:buNone/>
              <a:defRPr sz="1495"/>
            </a:lvl5pPr>
            <a:lvl6pPr marL="2438501" indent="0">
              <a:buNone/>
              <a:defRPr sz="1495"/>
            </a:lvl6pPr>
            <a:lvl7pPr marL="2926202" indent="0">
              <a:buNone/>
              <a:defRPr sz="1495"/>
            </a:lvl7pPr>
            <a:lvl8pPr marL="3413904" indent="0">
              <a:buNone/>
              <a:defRPr sz="1495"/>
            </a:lvl8pPr>
            <a:lvl9pPr marL="3901601" indent="0">
              <a:buNone/>
              <a:defRPr sz="149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9816583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84"/>
            <a:ext cx="4716784" cy="5375911"/>
          </a:xfrm>
        </p:spPr>
        <p:txBody>
          <a:bodyPr/>
          <a:lstStyle>
            <a:lvl1pPr>
              <a:defRPr sz="1175">
                <a:latin typeface="+mn-lt"/>
              </a:defRPr>
            </a:lvl1pPr>
            <a:lvl2pPr>
              <a:defRPr sz="1175">
                <a:latin typeface="+mn-lt"/>
              </a:defRPr>
            </a:lvl2pPr>
            <a:lvl3pPr>
              <a:defRPr sz="1175">
                <a:latin typeface="+mn-lt"/>
              </a:defRPr>
            </a:lvl3pPr>
            <a:lvl4pPr>
              <a:defRPr sz="1175">
                <a:latin typeface="+mn-lt"/>
              </a:defRPr>
            </a:lvl4pPr>
            <a:lvl5pPr>
              <a:defRPr sz="1175">
                <a:latin typeface="+mn-lt"/>
              </a:defRPr>
            </a:lvl5pPr>
            <a:lvl6pPr>
              <a:defRPr sz="1922"/>
            </a:lvl6pPr>
            <a:lvl7pPr>
              <a:defRPr sz="1922"/>
            </a:lvl7pPr>
            <a:lvl8pPr>
              <a:defRPr sz="1922"/>
            </a:lvl8pPr>
            <a:lvl9pPr>
              <a:defRPr sz="1922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84"/>
            <a:ext cx="4716776" cy="5375911"/>
          </a:xfrm>
        </p:spPr>
        <p:txBody>
          <a:bodyPr/>
          <a:lstStyle>
            <a:lvl1pPr>
              <a:defRPr sz="1175">
                <a:latin typeface="+mn-lt"/>
              </a:defRPr>
            </a:lvl1pPr>
            <a:lvl2pPr>
              <a:defRPr sz="1175">
                <a:latin typeface="+mn-lt"/>
              </a:defRPr>
            </a:lvl2pPr>
            <a:lvl3pPr>
              <a:defRPr sz="1175">
                <a:latin typeface="+mn-lt"/>
              </a:defRPr>
            </a:lvl3pPr>
            <a:lvl4pPr>
              <a:defRPr sz="1175">
                <a:latin typeface="+mn-lt"/>
              </a:defRPr>
            </a:lvl4pPr>
            <a:lvl5pPr>
              <a:defRPr sz="1175">
                <a:latin typeface="+mn-lt"/>
              </a:defRPr>
            </a:lvl5pPr>
            <a:lvl6pPr>
              <a:defRPr sz="1922"/>
            </a:lvl6pPr>
            <a:lvl7pPr>
              <a:defRPr sz="1922"/>
            </a:lvl7pPr>
            <a:lvl8pPr>
              <a:defRPr sz="1922"/>
            </a:lvl8pPr>
            <a:lvl9pPr>
              <a:defRPr sz="1922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157126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175095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2453" indent="0" algn="ctr">
              <a:buNone/>
              <a:defRPr/>
            </a:lvl2pPr>
            <a:lvl3pPr marL="1004905" indent="0" algn="ctr">
              <a:buNone/>
              <a:defRPr/>
            </a:lvl3pPr>
            <a:lvl4pPr marL="1507356" indent="0" algn="ctr">
              <a:buNone/>
              <a:defRPr/>
            </a:lvl4pPr>
            <a:lvl5pPr marL="2009808" indent="0" algn="ctr">
              <a:buNone/>
              <a:defRPr/>
            </a:lvl5pPr>
            <a:lvl6pPr marL="2512261" indent="0" algn="ctr">
              <a:buNone/>
              <a:defRPr/>
            </a:lvl6pPr>
            <a:lvl7pPr marL="3014714" indent="0" algn="ctr">
              <a:buNone/>
              <a:defRPr/>
            </a:lvl7pPr>
            <a:lvl8pPr marL="3517168" indent="0" algn="ctr">
              <a:buNone/>
              <a:defRPr/>
            </a:lvl8pPr>
            <a:lvl9pPr marL="401961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15967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7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10">
                <a:latin typeface="+mn-lt"/>
              </a:defRPr>
            </a:lvl1pPr>
            <a:lvl2pPr>
              <a:defRPr sz="1210">
                <a:latin typeface="+mn-lt"/>
              </a:defRPr>
            </a:lvl2pPr>
            <a:lvl3pPr>
              <a:defRPr sz="1210">
                <a:latin typeface="+mn-lt"/>
              </a:defRPr>
            </a:lvl3pPr>
            <a:lvl4pPr marL="792389" indent="-231766">
              <a:defRPr sz="1210">
                <a:latin typeface="+mn-lt"/>
              </a:defRPr>
            </a:lvl4pPr>
            <a:lvl5pPr marL="1011627" indent="-219237">
              <a:defRPr sz="121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35017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6"/>
            <a:ext cx="8549640" cy="1543685"/>
          </a:xfrm>
        </p:spPr>
        <p:txBody>
          <a:bodyPr/>
          <a:lstStyle>
            <a:lvl1pPr algn="l">
              <a:defRPr sz="44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2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2453" indent="0">
              <a:buNone/>
              <a:defRPr sz="1980"/>
            </a:lvl2pPr>
            <a:lvl3pPr marL="1004905" indent="0">
              <a:buNone/>
              <a:defRPr sz="1760"/>
            </a:lvl3pPr>
            <a:lvl4pPr marL="1507356" indent="0">
              <a:buNone/>
              <a:defRPr sz="1540"/>
            </a:lvl4pPr>
            <a:lvl5pPr marL="2009808" indent="0">
              <a:buNone/>
              <a:defRPr sz="1540"/>
            </a:lvl5pPr>
            <a:lvl6pPr marL="2512261" indent="0">
              <a:buNone/>
              <a:defRPr sz="1540"/>
            </a:lvl6pPr>
            <a:lvl7pPr marL="3014714" indent="0">
              <a:buNone/>
              <a:defRPr sz="1540"/>
            </a:lvl7pPr>
            <a:lvl8pPr marL="3517168" indent="0">
              <a:buNone/>
              <a:defRPr sz="1540"/>
            </a:lvl8pPr>
            <a:lvl9pPr marL="4019617" indent="0">
              <a:buNone/>
              <a:defRPr sz="154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4367200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83"/>
            <a:ext cx="4716784" cy="5375911"/>
          </a:xfrm>
        </p:spPr>
        <p:txBody>
          <a:bodyPr/>
          <a:lstStyle>
            <a:lvl1pPr>
              <a:defRPr sz="1210">
                <a:latin typeface="+mn-lt"/>
              </a:defRPr>
            </a:lvl1pPr>
            <a:lvl2pPr>
              <a:defRPr sz="1210">
                <a:latin typeface="+mn-lt"/>
              </a:defRPr>
            </a:lvl2pPr>
            <a:lvl3pPr>
              <a:defRPr sz="1210">
                <a:latin typeface="+mn-lt"/>
              </a:defRPr>
            </a:lvl3pPr>
            <a:lvl4pPr>
              <a:defRPr sz="1210">
                <a:latin typeface="+mn-lt"/>
              </a:defRPr>
            </a:lvl4pPr>
            <a:lvl5pPr>
              <a:defRPr sz="1210">
                <a:latin typeface="+mn-lt"/>
              </a:defRPr>
            </a:lvl5pPr>
            <a:lvl6pPr>
              <a:defRPr sz="1980"/>
            </a:lvl6pPr>
            <a:lvl7pPr>
              <a:defRPr sz="1980"/>
            </a:lvl7pPr>
            <a:lvl8pPr>
              <a:defRPr sz="1980"/>
            </a:lvl8pPr>
            <a:lvl9pPr>
              <a:defRPr sz="198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83"/>
            <a:ext cx="4716776" cy="5375911"/>
          </a:xfrm>
        </p:spPr>
        <p:txBody>
          <a:bodyPr/>
          <a:lstStyle>
            <a:lvl1pPr>
              <a:defRPr sz="1210">
                <a:latin typeface="+mn-lt"/>
              </a:defRPr>
            </a:lvl1pPr>
            <a:lvl2pPr>
              <a:defRPr sz="1210">
                <a:latin typeface="+mn-lt"/>
              </a:defRPr>
            </a:lvl2pPr>
            <a:lvl3pPr>
              <a:defRPr sz="1210">
                <a:latin typeface="+mn-lt"/>
              </a:defRPr>
            </a:lvl3pPr>
            <a:lvl4pPr>
              <a:defRPr sz="1210">
                <a:latin typeface="+mn-lt"/>
              </a:defRPr>
            </a:lvl4pPr>
            <a:lvl5pPr>
              <a:defRPr sz="1210">
                <a:latin typeface="+mn-lt"/>
              </a:defRPr>
            </a:lvl5pPr>
            <a:lvl6pPr>
              <a:defRPr sz="1980"/>
            </a:lvl6pPr>
            <a:lvl7pPr>
              <a:defRPr sz="1980"/>
            </a:lvl7pPr>
            <a:lvl8pPr>
              <a:defRPr sz="1980"/>
            </a:lvl8pPr>
            <a:lvl9pPr>
              <a:defRPr sz="198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135455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382933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4194" y="1569432"/>
            <a:ext cx="9051028" cy="5499298"/>
          </a:xfrm>
        </p:spPr>
        <p:txBody>
          <a:bodyPr/>
          <a:lstStyle>
            <a:lvl1pPr marL="195564" indent="-195564">
              <a:lnSpc>
                <a:spcPct val="100000"/>
              </a:lnSpc>
              <a:spcAft>
                <a:spcPts val="649"/>
              </a:spcAft>
              <a:buClr>
                <a:schemeClr val="bg2"/>
              </a:buClr>
              <a:buFont typeface="Arial" pitchFamily="34" charset="0"/>
              <a:buChar char="•"/>
              <a:defRPr>
                <a:latin typeface="Calisto MT" pitchFamily="18" charset="0"/>
                <a:cs typeface="Arial" pitchFamily="34" charset="0"/>
              </a:defRPr>
            </a:lvl1pPr>
            <a:lvl2pPr marL="478612" indent="-185270">
              <a:lnSpc>
                <a:spcPct val="100000"/>
              </a:lnSpc>
              <a:spcAft>
                <a:spcPts val="649"/>
              </a:spcAft>
              <a:buClr>
                <a:schemeClr val="bg2"/>
              </a:buClr>
              <a:buFont typeface="Arial" pitchFamily="34" charset="0"/>
              <a:buChar char="−"/>
              <a:tabLst>
                <a:tab pos="478612" algn="l"/>
              </a:tabLst>
              <a:defRPr sz="1262">
                <a:latin typeface="Calisto MT" pitchFamily="18" charset="0"/>
                <a:cs typeface="Arial" pitchFamily="34" charset="0"/>
              </a:defRPr>
            </a:lvl2pPr>
            <a:lvl3pPr marL="576396" indent="-97782">
              <a:lnSpc>
                <a:spcPct val="100000"/>
              </a:lnSpc>
              <a:buClr>
                <a:schemeClr val="bg2"/>
              </a:buClr>
              <a:buFont typeface="Arial" pitchFamily="34" charset="0"/>
              <a:buChar char="•"/>
              <a:defRPr>
                <a:latin typeface="Calisto MT" pitchFamily="18" charset="0"/>
                <a:cs typeface="Arial" pitchFamily="34" charset="0"/>
              </a:defRPr>
            </a:lvl3pPr>
            <a:lvl4pPr marL="773671" indent="-197277">
              <a:lnSpc>
                <a:spcPct val="100000"/>
              </a:lnSpc>
              <a:buClr>
                <a:schemeClr val="bg2"/>
              </a:buClr>
              <a:buFont typeface="Arial" pitchFamily="34" charset="0"/>
              <a:buChar char="•"/>
              <a:defRPr>
                <a:latin typeface="Calisto MT" pitchFamily="18" charset="0"/>
                <a:cs typeface="Arial" pitchFamily="34" charset="0"/>
              </a:defRPr>
            </a:lvl4pPr>
            <a:lvl5pPr marL="746224" indent="-130375">
              <a:lnSpc>
                <a:spcPct val="100000"/>
              </a:lnSpc>
              <a:buClr>
                <a:schemeClr val="bg2"/>
              </a:buClr>
              <a:buFont typeface="Arial" pitchFamily="34" charset="0"/>
              <a:buChar char="•"/>
              <a:defRPr>
                <a:latin typeface="Calisto MT" pitchFamily="18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0"/>
            <a:r>
              <a:rPr lang="en-US" dirty="0" smtClean="0"/>
              <a:t>Test</a:t>
            </a:r>
          </a:p>
          <a:p>
            <a:pPr lvl="0"/>
            <a:r>
              <a:rPr lang="en-US" dirty="0" smtClean="0"/>
              <a:t>Test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4" name="AutoShape 4"/>
          <p:cNvSpPr>
            <a:spLocks noChangeAspect="1" noChangeArrowheads="1" noTextEdit="1"/>
          </p:cNvSpPr>
          <p:nvPr userDrawn="1"/>
        </p:nvSpPr>
        <p:spPr bwMode="auto">
          <a:xfrm>
            <a:off x="-434817" y="3474195"/>
            <a:ext cx="10928034" cy="8294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8805" tIns="49403" rIns="98805" bIns="49403" numCol="1" anchor="t" anchorCtr="0" compatLnSpc="1">
            <a:prstTxWarp prst="textNoShape">
              <a:avLst/>
            </a:prstTxWarp>
          </a:bodyPr>
          <a:lstStyle/>
          <a:p>
            <a:pPr defTabSz="1005134" fontAlgn="auto">
              <a:spcBef>
                <a:spcPts val="0"/>
              </a:spcBef>
              <a:spcAft>
                <a:spcPts val="0"/>
              </a:spcAft>
            </a:pPr>
            <a:endParaRPr lang="en-US" sz="1747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Rectangle 27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670716" y="7404219"/>
            <a:ext cx="975207" cy="256673"/>
          </a:xfrm>
          <a:prstGeom prst="rect">
            <a:avLst/>
          </a:prstGeom>
          <a:noFill/>
          <a:ln/>
        </p:spPr>
        <p:txBody>
          <a:bodyPr anchor="ctr" anchorCtr="0">
            <a:spAutoFit/>
          </a:bodyPr>
          <a:lstStyle>
            <a:lvl1pPr>
              <a:defRPr lang="en-US" sz="1068" cap="small" baseline="0" smtClean="0">
                <a:solidFill>
                  <a:schemeClr val="tx1"/>
                </a:solidFill>
                <a:latin typeface="Calisto MT" pitchFamily="18" charset="0"/>
              </a:defRPr>
            </a:lvl1pPr>
          </a:lstStyle>
          <a:p>
            <a:pPr defTabSz="100513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>
                <a:solidFill>
                  <a:srgbClr val="FFFFFF"/>
                </a:solidFill>
              </a:rPr>
              <a:t>Page  </a:t>
            </a:r>
            <a:fld id="{0775E3CF-EE10-42C1-A25E-4F7232B469D5}" type="slidenum">
              <a:rPr smtClean="0">
                <a:solidFill>
                  <a:srgbClr val="FFFFFF"/>
                </a:solidFill>
              </a:rPr>
              <a:pPr defTabSz="100513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dirty="0">
              <a:solidFill>
                <a:srgbClr val="FFFFFF"/>
              </a:solidFill>
            </a:endParaRP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3617" y="1135062"/>
            <a:ext cx="9051028" cy="2567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 sz="1553" baseline="0"/>
            </a:lvl1pPr>
          </a:lstStyle>
          <a:p>
            <a:pPr lvl="0"/>
            <a:endParaRPr lang="en-US" dirty="0" smtClean="0"/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187100" y="6981679"/>
            <a:ext cx="9629154" cy="226580"/>
          </a:xfrm>
        </p:spPr>
        <p:txBody>
          <a:bodyPr wrap="square" anchor="b" anchorCtr="0">
            <a:spAutoFit/>
          </a:bodyPr>
          <a:lstStyle>
            <a:lvl1pPr marL="0" indent="0">
              <a:buNone/>
              <a:defRPr sz="873"/>
            </a:lvl1pPr>
          </a:lstStyle>
          <a:p>
            <a:pPr lvl="0"/>
            <a:r>
              <a:rPr lang="en-US" dirty="0" smtClean="0"/>
              <a:t>Click to add footnote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974905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487702" indent="0" algn="ctr">
              <a:buNone/>
              <a:defRPr/>
            </a:lvl2pPr>
            <a:lvl3pPr marL="975401" indent="0" algn="ctr">
              <a:buNone/>
              <a:defRPr/>
            </a:lvl3pPr>
            <a:lvl4pPr marL="1463100" indent="0" algn="ctr">
              <a:buNone/>
              <a:defRPr/>
            </a:lvl4pPr>
            <a:lvl5pPr marL="1950801" indent="0" algn="ctr">
              <a:buNone/>
              <a:defRPr/>
            </a:lvl5pPr>
            <a:lvl6pPr marL="2438501" indent="0" algn="ctr">
              <a:buNone/>
              <a:defRPr/>
            </a:lvl6pPr>
            <a:lvl7pPr marL="2926202" indent="0" algn="ctr">
              <a:buNone/>
              <a:defRPr/>
            </a:lvl7pPr>
            <a:lvl8pPr marL="3413904" indent="0" algn="ctr">
              <a:buNone/>
              <a:defRPr/>
            </a:lvl8pPr>
            <a:lvl9pPr marL="3901601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03785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7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175">
                <a:latin typeface="+mn-lt"/>
              </a:defRPr>
            </a:lvl1pPr>
            <a:lvl2pPr>
              <a:defRPr sz="1175">
                <a:latin typeface="+mn-lt"/>
              </a:defRPr>
            </a:lvl2pPr>
            <a:lvl3pPr>
              <a:defRPr sz="1175">
                <a:latin typeface="+mn-lt"/>
              </a:defRPr>
            </a:lvl3pPr>
            <a:lvl4pPr marL="769124" indent="-224961">
              <a:defRPr sz="1175">
                <a:latin typeface="+mn-lt"/>
              </a:defRPr>
            </a:lvl4pPr>
            <a:lvl5pPr marL="981926" indent="-212801">
              <a:defRPr sz="1175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668439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7"/>
            <a:ext cx="8549640" cy="1543685"/>
          </a:xfrm>
        </p:spPr>
        <p:txBody>
          <a:bodyPr/>
          <a:lstStyle>
            <a:lvl1pPr algn="l">
              <a:defRPr sz="4271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2"/>
            <a:ext cx="8549640" cy="1700212"/>
          </a:xfrm>
        </p:spPr>
        <p:txBody>
          <a:bodyPr anchor="b"/>
          <a:lstStyle>
            <a:lvl1pPr marL="0" indent="0">
              <a:buNone/>
              <a:defRPr sz="2135"/>
            </a:lvl1pPr>
            <a:lvl2pPr marL="487702" indent="0">
              <a:buNone/>
              <a:defRPr sz="1922"/>
            </a:lvl2pPr>
            <a:lvl3pPr marL="975401" indent="0">
              <a:buNone/>
              <a:defRPr sz="1708"/>
            </a:lvl3pPr>
            <a:lvl4pPr marL="1463100" indent="0">
              <a:buNone/>
              <a:defRPr sz="1495"/>
            </a:lvl4pPr>
            <a:lvl5pPr marL="1950801" indent="0">
              <a:buNone/>
              <a:defRPr sz="1495"/>
            </a:lvl5pPr>
            <a:lvl6pPr marL="2438501" indent="0">
              <a:buNone/>
              <a:defRPr sz="1495"/>
            </a:lvl6pPr>
            <a:lvl7pPr marL="2926202" indent="0">
              <a:buNone/>
              <a:defRPr sz="1495"/>
            </a:lvl7pPr>
            <a:lvl8pPr marL="3413904" indent="0">
              <a:buNone/>
              <a:defRPr sz="1495"/>
            </a:lvl8pPr>
            <a:lvl9pPr marL="3901601" indent="0">
              <a:buNone/>
              <a:defRPr sz="149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8332136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84"/>
            <a:ext cx="4716784" cy="5375911"/>
          </a:xfrm>
        </p:spPr>
        <p:txBody>
          <a:bodyPr/>
          <a:lstStyle>
            <a:lvl1pPr>
              <a:defRPr sz="1175">
                <a:latin typeface="+mn-lt"/>
              </a:defRPr>
            </a:lvl1pPr>
            <a:lvl2pPr>
              <a:defRPr sz="1175">
                <a:latin typeface="+mn-lt"/>
              </a:defRPr>
            </a:lvl2pPr>
            <a:lvl3pPr>
              <a:defRPr sz="1175">
                <a:latin typeface="+mn-lt"/>
              </a:defRPr>
            </a:lvl3pPr>
            <a:lvl4pPr>
              <a:defRPr sz="1175">
                <a:latin typeface="+mn-lt"/>
              </a:defRPr>
            </a:lvl4pPr>
            <a:lvl5pPr>
              <a:defRPr sz="1175">
                <a:latin typeface="+mn-lt"/>
              </a:defRPr>
            </a:lvl5pPr>
            <a:lvl6pPr>
              <a:defRPr sz="1922"/>
            </a:lvl6pPr>
            <a:lvl7pPr>
              <a:defRPr sz="1922"/>
            </a:lvl7pPr>
            <a:lvl8pPr>
              <a:defRPr sz="1922"/>
            </a:lvl8pPr>
            <a:lvl9pPr>
              <a:defRPr sz="1922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84"/>
            <a:ext cx="4716776" cy="5375911"/>
          </a:xfrm>
        </p:spPr>
        <p:txBody>
          <a:bodyPr/>
          <a:lstStyle>
            <a:lvl1pPr>
              <a:defRPr sz="1175">
                <a:latin typeface="+mn-lt"/>
              </a:defRPr>
            </a:lvl1pPr>
            <a:lvl2pPr>
              <a:defRPr sz="1175">
                <a:latin typeface="+mn-lt"/>
              </a:defRPr>
            </a:lvl2pPr>
            <a:lvl3pPr>
              <a:defRPr sz="1175">
                <a:latin typeface="+mn-lt"/>
              </a:defRPr>
            </a:lvl3pPr>
            <a:lvl4pPr>
              <a:defRPr sz="1175">
                <a:latin typeface="+mn-lt"/>
              </a:defRPr>
            </a:lvl4pPr>
            <a:lvl5pPr>
              <a:defRPr sz="1175">
                <a:latin typeface="+mn-lt"/>
              </a:defRPr>
            </a:lvl5pPr>
            <a:lvl6pPr>
              <a:defRPr sz="1922"/>
            </a:lvl6pPr>
            <a:lvl7pPr>
              <a:defRPr sz="1922"/>
            </a:lvl7pPr>
            <a:lvl8pPr>
              <a:defRPr sz="1922"/>
            </a:lvl8pPr>
            <a:lvl9pPr>
              <a:defRPr sz="1922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19015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131483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4194" y="1569432"/>
            <a:ext cx="9051028" cy="5499298"/>
          </a:xfrm>
        </p:spPr>
        <p:txBody>
          <a:bodyPr/>
          <a:lstStyle>
            <a:lvl1pPr marL="189823" indent="-189823">
              <a:lnSpc>
                <a:spcPct val="100000"/>
              </a:lnSpc>
              <a:spcAft>
                <a:spcPts val="630"/>
              </a:spcAft>
              <a:buClr>
                <a:schemeClr val="bg2"/>
              </a:buClr>
              <a:buFont typeface="Arial" pitchFamily="34" charset="0"/>
              <a:buChar char="•"/>
              <a:defRPr>
                <a:latin typeface="Calisto MT" pitchFamily="18" charset="0"/>
                <a:cs typeface="Arial" pitchFamily="34" charset="0"/>
              </a:defRPr>
            </a:lvl1pPr>
            <a:lvl2pPr marL="464560" indent="-179830">
              <a:lnSpc>
                <a:spcPct val="100000"/>
              </a:lnSpc>
              <a:spcAft>
                <a:spcPts val="630"/>
              </a:spcAft>
              <a:buClr>
                <a:schemeClr val="bg2"/>
              </a:buClr>
              <a:buFont typeface="Arial" pitchFamily="34" charset="0"/>
              <a:buChar char="−"/>
              <a:tabLst>
                <a:tab pos="464560" algn="l"/>
              </a:tabLst>
              <a:defRPr sz="1225">
                <a:latin typeface="Calisto MT" pitchFamily="18" charset="0"/>
                <a:cs typeface="Arial" pitchFamily="34" charset="0"/>
              </a:defRPr>
            </a:lvl2pPr>
            <a:lvl3pPr marL="559473" indent="-94911">
              <a:lnSpc>
                <a:spcPct val="100000"/>
              </a:lnSpc>
              <a:buClr>
                <a:schemeClr val="bg2"/>
              </a:buClr>
              <a:buFont typeface="Arial" pitchFamily="34" charset="0"/>
              <a:buChar char="•"/>
              <a:defRPr>
                <a:latin typeface="Calisto MT" pitchFamily="18" charset="0"/>
                <a:cs typeface="Arial" pitchFamily="34" charset="0"/>
              </a:defRPr>
            </a:lvl3pPr>
            <a:lvl4pPr marL="750956" indent="-191485">
              <a:lnSpc>
                <a:spcPct val="100000"/>
              </a:lnSpc>
              <a:buClr>
                <a:schemeClr val="bg2"/>
              </a:buClr>
              <a:buFont typeface="Arial" pitchFamily="34" charset="0"/>
              <a:buChar char="•"/>
              <a:defRPr>
                <a:latin typeface="Calisto MT" pitchFamily="18" charset="0"/>
                <a:cs typeface="Arial" pitchFamily="34" charset="0"/>
              </a:defRPr>
            </a:lvl4pPr>
            <a:lvl5pPr marL="724315" indent="-126547">
              <a:lnSpc>
                <a:spcPct val="100000"/>
              </a:lnSpc>
              <a:buClr>
                <a:schemeClr val="bg2"/>
              </a:buClr>
              <a:buFont typeface="Arial" pitchFamily="34" charset="0"/>
              <a:buChar char="•"/>
              <a:defRPr>
                <a:latin typeface="Calisto MT" pitchFamily="18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0"/>
            <a:r>
              <a:rPr lang="en-US" dirty="0" smtClean="0"/>
              <a:t>Test</a:t>
            </a:r>
          </a:p>
          <a:p>
            <a:pPr lvl="0"/>
            <a:r>
              <a:rPr lang="en-US" dirty="0" smtClean="0"/>
              <a:t>Test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4" name="AutoShape 4"/>
          <p:cNvSpPr>
            <a:spLocks noChangeAspect="1" noChangeArrowheads="1" noTextEdit="1"/>
          </p:cNvSpPr>
          <p:nvPr userDrawn="1"/>
        </p:nvSpPr>
        <p:spPr bwMode="auto">
          <a:xfrm>
            <a:off x="-434817" y="3474195"/>
            <a:ext cx="10928034" cy="8294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5899" tIns="47950" rIns="95899" bIns="47950" numCol="1" anchor="t" anchorCtr="0" compatLnSpc="1">
            <a:prstTxWarp prst="textNoShape">
              <a:avLst/>
            </a:prstTxWarp>
          </a:bodyPr>
          <a:lstStyle/>
          <a:p>
            <a:pPr defTabSz="975623" fontAlgn="auto">
              <a:spcBef>
                <a:spcPts val="0"/>
              </a:spcBef>
              <a:spcAft>
                <a:spcPts val="0"/>
              </a:spcAft>
            </a:pPr>
            <a:endParaRPr lang="en-US" sz="1696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Rectangle 27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670716" y="7406689"/>
            <a:ext cx="975207" cy="251736"/>
          </a:xfrm>
          <a:prstGeom prst="rect">
            <a:avLst/>
          </a:prstGeom>
          <a:noFill/>
          <a:ln/>
        </p:spPr>
        <p:txBody>
          <a:bodyPr anchor="ctr" anchorCtr="0">
            <a:spAutoFit/>
          </a:bodyPr>
          <a:lstStyle>
            <a:lvl1pPr>
              <a:defRPr lang="en-US" sz="1036" cap="small" baseline="0" smtClean="0">
                <a:solidFill>
                  <a:schemeClr val="tx1"/>
                </a:solidFill>
                <a:latin typeface="Calisto MT" pitchFamily="18" charset="0"/>
              </a:defRPr>
            </a:lvl1pPr>
          </a:lstStyle>
          <a:p>
            <a:pPr defTabSz="975623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>
                <a:solidFill>
                  <a:srgbClr val="FFFFFF"/>
                </a:solidFill>
              </a:rPr>
              <a:t>Page  </a:t>
            </a:r>
            <a:fld id="{0775E3CF-EE10-42C1-A25E-4F7232B469D5}" type="slidenum">
              <a:rPr smtClean="0">
                <a:solidFill>
                  <a:srgbClr val="FFFFFF"/>
                </a:solidFill>
              </a:rPr>
              <a:pPr defTabSz="975623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dirty="0">
              <a:solidFill>
                <a:srgbClr val="FFFFFF"/>
              </a:solidFill>
            </a:endParaRP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3617" y="1135062"/>
            <a:ext cx="9051028" cy="2567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 sz="1507" baseline="0"/>
            </a:lvl1pPr>
          </a:lstStyle>
          <a:p>
            <a:pPr lvl="0"/>
            <a:endParaRPr lang="en-US" dirty="0" smtClean="0"/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187100" y="6985655"/>
            <a:ext cx="9629154" cy="222605"/>
          </a:xfrm>
        </p:spPr>
        <p:txBody>
          <a:bodyPr wrap="square" anchor="b" anchorCtr="0">
            <a:spAutoFit/>
          </a:bodyPr>
          <a:lstStyle>
            <a:lvl1pPr marL="0" indent="0">
              <a:buNone/>
              <a:defRPr sz="847"/>
            </a:lvl1pPr>
          </a:lstStyle>
          <a:p>
            <a:pPr lvl="0"/>
            <a:r>
              <a:rPr lang="en-US" dirty="0" smtClean="0"/>
              <a:t>Click to add footnote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417203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gif"/><Relationship Id="rId4" Type="http://schemas.openxmlformats.org/officeDocument/2006/relationships/image" Target="../media/image3.jpe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jpeg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jpeg"/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3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4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5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5.jpeg"/><Relationship Id="rId1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theme" Target="../theme/theme13.xml"/><Relationship Id="rId4" Type="http://schemas.openxmlformats.org/officeDocument/2006/relationships/image" Target="../media/image4.gif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theme" Target="../theme/theme14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theme" Target="../theme/theme15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theme" Target="../theme/theme16.xml"/><Relationship Id="rId5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9.xml"/></Relationships>
</file>

<file path=ppt/slideMasters/_rels/slideMaster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theme" Target="../theme/theme17.xml"/><Relationship Id="rId5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4.xml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8.xml"/><Relationship Id="rId7" Type="http://schemas.openxmlformats.org/officeDocument/2006/relationships/theme" Target="../theme/theme18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5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9.xml"/></Relationships>
</file>

<file path=ppt/slideMasters/_rels/slideMaster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44.xml"/><Relationship Id="rId7" Type="http://schemas.openxmlformats.org/officeDocument/2006/relationships/theme" Target="../theme/theme19.xml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9" r:id="rId2"/>
    <p:sldLayoutId id="2147483668" r:id="rId3"/>
    <p:sldLayoutId id="2147483667" r:id="rId4"/>
    <p:sldLayoutId id="2147483664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87124" y="1829756"/>
            <a:ext cx="749315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555039" name="Line 31"/>
          <p:cNvSpPr>
            <a:spLocks noChangeShapeType="1"/>
          </p:cNvSpPr>
          <p:nvPr/>
        </p:nvSpPr>
        <p:spPr bwMode="auto">
          <a:xfrm>
            <a:off x="2305050" y="1887328"/>
            <a:ext cx="0" cy="536691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56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 txBox="1">
            <a:spLocks noChangeArrowheads="1"/>
          </p:cNvSpPr>
          <p:nvPr userDrawn="1"/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18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edit Master title style</a:t>
            </a:r>
          </a:p>
        </p:txBody>
      </p:sp>
      <p:pic>
        <p:nvPicPr>
          <p:cNvPr id="37" name="Picture 20" descr="Cello_LOGO_Horizontal_Short.png"/>
          <p:cNvPicPr>
            <a:picLocks noChangeAspect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0" r:id="rId2"/>
    <p:sldLayoutId id="2147483676" r:id="rId3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0501" y="1168402"/>
            <a:ext cx="7539782" cy="581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2302546" y="1265239"/>
            <a:ext cx="0" cy="596868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50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3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7897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0" name="Rectangle 29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rgbClr val="EFEB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39" name="Picture 38" descr="GUGG_logo_262.gif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4592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64594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64597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4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43" r:id="rId2"/>
  </p:sldLayoutIdLst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fontAlgn="base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fontAlgn="base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fontAlgn="base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fontAlgn="base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5640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588" y="5157198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18111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grpSp>
        <p:nvGrpSpPr>
          <p:cNvPr id="50185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7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72" name="Picture 31" descr="Cello_CoverDesigns_FINAL_3and4-01"/>
          <p:cNvPicPr>
            <a:picLocks noChangeAspect="1" noChangeArrowheads="1"/>
          </p:cNvPicPr>
          <p:nvPr userDrawn="1"/>
        </p:nvPicPr>
        <p:blipFill>
          <a:blip r:embed="rId3" cstate="print"/>
          <a:srcRect t="88849"/>
          <a:stretch>
            <a:fillRect/>
          </a:stretch>
        </p:blipFill>
        <p:spPr bwMode="auto">
          <a:xfrm>
            <a:off x="228600" y="4687169"/>
            <a:ext cx="9601200" cy="482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2478" name="Group 33"/>
          <p:cNvGrpSpPr>
            <a:grpSpLocks/>
          </p:cNvGrpSpPr>
          <p:nvPr userDrawn="1"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50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1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2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3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4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5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6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7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8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9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7" name="Rectangle 20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9pPr>
    </p:titleStyle>
    <p:bodyStyle>
      <a:lvl1pPr marL="381970" indent="-381970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7601" indent="-318309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3233" indent="-254646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2525" indent="-254646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1819" indent="-254646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111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406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698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99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t="88007" b="1381"/>
          <a:stretch>
            <a:fillRect/>
          </a:stretch>
        </p:blipFill>
        <p:spPr bwMode="auto">
          <a:xfrm>
            <a:off x="228600" y="4714830"/>
            <a:ext cx="9601200" cy="470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4756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4761" name="Group 19"/>
          <p:cNvGrpSpPr>
            <a:grpSpLocks/>
          </p:cNvGrpSpPr>
          <p:nvPr/>
        </p:nvGrpSpPr>
        <p:grpSpPr bwMode="auto">
          <a:xfrm>
            <a:off x="4498340" y="4332396"/>
            <a:ext cx="1068705" cy="1417743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2" y="3620"/>
              <a:ext cx="279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3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7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299" y="3620"/>
              <a:ext cx="310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2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8" cy="1393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7" y="2105"/>
              <a:ext cx="784" cy="1393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4" cy="1393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74762" name="Rectangle 30"/>
          <p:cNvSpPr>
            <a:spLocks noGrp="1" noChangeArrowheads="1"/>
          </p:cNvSpPr>
          <p:nvPr>
            <p:ph type="title"/>
          </p:nvPr>
        </p:nvSpPr>
        <p:spPr bwMode="auto">
          <a:xfrm>
            <a:off x="493294" y="6160168"/>
            <a:ext cx="9071812" cy="987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8" tIns="50929" rIns="101858" bIns="5092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6" name="Rectangle 20"/>
          <p:cNvSpPr>
            <a:spLocks noChangeArrowheads="1"/>
          </p:cNvSpPr>
          <p:nvPr userDrawn="1"/>
        </p:nvSpPr>
        <p:spPr bwMode="auto">
          <a:xfrm>
            <a:off x="228600" y="231774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809115" y="1313395"/>
            <a:ext cx="807116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1789907" y="1394357"/>
            <a:ext cx="0" cy="5849725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5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1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2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49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0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1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4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5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6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7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8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9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0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1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2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3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1" y="1567075"/>
            <a:ext cx="9372600" cy="537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20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1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36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8" name="Straight Connector 37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28" name="Picture 27" descr="GUGG_logo_262.gi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697402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rgbClr val="DAD6D3"/>
            </a:solidFill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75395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pic>
        <p:nvPicPr>
          <p:cNvPr id="27" name="Picture 26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1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59" tIns="50929" rIns="101859" bIns="50929" anchor="ctr"/>
          <a:lstStyle/>
          <a:p>
            <a:pPr defTabSz="1018824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4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1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8824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8824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047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5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887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718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70" indent="-187470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709" indent="-185703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948" indent="-18570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966" indent="-252909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319" indent="-252909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1126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42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717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901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5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92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87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83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78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7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7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6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4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692" tIns="50847" rIns="101692" bIns="50847" anchor="ctr"/>
          <a:lstStyle/>
          <a:p>
            <a:pPr defTabSz="1017157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17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7157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7157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169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846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692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5388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3851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164" indent="-187164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093" indent="-185400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023" indent="-1854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78054" indent="-2525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86573" indent="-2525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6545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500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3470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192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8463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692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538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3851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2312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077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9239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69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4" tIns="45678" rIns="91354" bIns="4567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4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0489" tIns="50246" rIns="100489" bIns="50246" anchor="ctr"/>
          <a:lstStyle/>
          <a:p>
            <a:pPr defTabSz="1005134"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4" tIns="45678" rIns="91354" bIns="4567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8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05134">
              <a:defRPr/>
            </a:pPr>
            <a:r>
              <a:rPr lang="en-US" sz="88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880" b="1">
                <a:solidFill>
                  <a:srgbClr val="203353"/>
                </a:solidFill>
                <a:latin typeface="Calibri"/>
              </a:rPr>
              <a:pPr defTabSz="1005134">
                <a:defRPr/>
              </a:pPr>
              <a:t>‹#›</a:t>
            </a:fld>
            <a:endParaRPr lang="en-US" sz="88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2683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1" r:id="rId1"/>
    <p:sldLayoutId id="2147483862" r:id="rId2"/>
    <p:sldLayoutId id="2147483863" r:id="rId3"/>
    <p:sldLayoutId id="2147483864" r:id="rId4"/>
    <p:sldLayoutId id="2147483865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3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3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3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3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30" b="1">
          <a:solidFill>
            <a:schemeClr val="bg1"/>
          </a:solidFill>
          <a:latin typeface="Calibri" pitchFamily="34" charset="0"/>
        </a:defRPr>
      </a:lvl5pPr>
      <a:lvl6pPr marL="502453" algn="r" rtl="0" fontAlgn="base">
        <a:spcBef>
          <a:spcPct val="0"/>
        </a:spcBef>
        <a:spcAft>
          <a:spcPct val="0"/>
        </a:spcAft>
        <a:defRPr sz="1870">
          <a:solidFill>
            <a:schemeClr val="bg1"/>
          </a:solidFill>
          <a:latin typeface="Calisto MT" pitchFamily="18" charset="0"/>
        </a:defRPr>
      </a:lvl6pPr>
      <a:lvl7pPr marL="1004905" algn="r" rtl="0" fontAlgn="base">
        <a:spcBef>
          <a:spcPct val="0"/>
        </a:spcBef>
        <a:spcAft>
          <a:spcPct val="0"/>
        </a:spcAft>
        <a:defRPr sz="1870">
          <a:solidFill>
            <a:schemeClr val="bg1"/>
          </a:solidFill>
          <a:latin typeface="Calisto MT" pitchFamily="18" charset="0"/>
        </a:defRPr>
      </a:lvl7pPr>
      <a:lvl8pPr marL="1507356" algn="r" rtl="0" fontAlgn="base">
        <a:spcBef>
          <a:spcPct val="0"/>
        </a:spcBef>
        <a:spcAft>
          <a:spcPct val="0"/>
        </a:spcAft>
        <a:defRPr sz="1870">
          <a:solidFill>
            <a:schemeClr val="bg1"/>
          </a:solidFill>
          <a:latin typeface="Calisto MT" pitchFamily="18" charset="0"/>
        </a:defRPr>
      </a:lvl8pPr>
      <a:lvl9pPr marL="2009808" algn="r" rtl="0" fontAlgn="base">
        <a:spcBef>
          <a:spcPct val="0"/>
        </a:spcBef>
        <a:spcAft>
          <a:spcPct val="0"/>
        </a:spcAft>
        <a:defRPr sz="1870">
          <a:solidFill>
            <a:schemeClr val="bg1"/>
          </a:solidFill>
          <a:latin typeface="Calisto MT" pitchFamily="18" charset="0"/>
        </a:defRPr>
      </a:lvl9pPr>
    </p:titleStyle>
    <p:bodyStyle>
      <a:lvl1pPr marL="184953" indent="-184953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10">
          <a:solidFill>
            <a:schemeClr val="tx1"/>
          </a:solidFill>
          <a:latin typeface="+mn-lt"/>
          <a:ea typeface="+mn-ea"/>
          <a:cs typeface="+mn-cs"/>
        </a:defRPr>
      </a:lvl1pPr>
      <a:lvl2pPr marL="371647" indent="-183208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10">
          <a:solidFill>
            <a:schemeClr val="tx1"/>
          </a:solidFill>
          <a:latin typeface="+mn-lt"/>
        </a:defRPr>
      </a:lvl2pPr>
      <a:lvl3pPr marL="558345" indent="-18320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10">
          <a:solidFill>
            <a:schemeClr val="tx1"/>
          </a:solidFill>
          <a:latin typeface="+mn-lt"/>
        </a:defRPr>
      </a:lvl3pPr>
      <a:lvl4pPr marL="1757037" indent="-249513" algn="l" rtl="0" eaLnBrk="0" fontAlgn="base" hangingPunct="0">
        <a:spcBef>
          <a:spcPct val="20000"/>
        </a:spcBef>
        <a:spcAft>
          <a:spcPct val="0"/>
        </a:spcAft>
        <a:buChar char="–"/>
        <a:defRPr sz="1540">
          <a:solidFill>
            <a:schemeClr val="tx1"/>
          </a:solidFill>
          <a:latin typeface="Arial" charset="0"/>
        </a:defRPr>
      </a:lvl4pPr>
      <a:lvl5pPr marL="2259545" indent="-249513" algn="l" rtl="0" eaLnBrk="0" fontAlgn="base" hangingPunct="0">
        <a:spcBef>
          <a:spcPct val="20000"/>
        </a:spcBef>
        <a:spcAft>
          <a:spcPct val="0"/>
        </a:spcAft>
        <a:buChar char="»"/>
        <a:defRPr sz="1540">
          <a:solidFill>
            <a:schemeClr val="tx1"/>
          </a:solidFill>
          <a:latin typeface="Arial" charset="0"/>
        </a:defRPr>
      </a:lvl5pPr>
      <a:lvl6pPr marL="2763487" indent="-251226" algn="l" rtl="0" fontAlgn="base">
        <a:spcBef>
          <a:spcPct val="20000"/>
        </a:spcBef>
        <a:spcAft>
          <a:spcPct val="0"/>
        </a:spcAft>
        <a:buChar char="»"/>
        <a:defRPr sz="1540">
          <a:solidFill>
            <a:schemeClr val="tx1"/>
          </a:solidFill>
          <a:latin typeface="Arial" charset="0"/>
        </a:defRPr>
      </a:lvl6pPr>
      <a:lvl7pPr marL="3265941" indent="-251226" algn="l" rtl="0" fontAlgn="base">
        <a:spcBef>
          <a:spcPct val="20000"/>
        </a:spcBef>
        <a:spcAft>
          <a:spcPct val="0"/>
        </a:spcAft>
        <a:buChar char="»"/>
        <a:defRPr sz="1540">
          <a:solidFill>
            <a:schemeClr val="tx1"/>
          </a:solidFill>
          <a:latin typeface="Arial" charset="0"/>
        </a:defRPr>
      </a:lvl7pPr>
      <a:lvl8pPr marL="3768391" indent="-251226" algn="l" rtl="0" fontAlgn="base">
        <a:spcBef>
          <a:spcPct val="20000"/>
        </a:spcBef>
        <a:spcAft>
          <a:spcPct val="0"/>
        </a:spcAft>
        <a:buChar char="»"/>
        <a:defRPr sz="1540">
          <a:solidFill>
            <a:schemeClr val="tx1"/>
          </a:solidFill>
          <a:latin typeface="Arial" charset="0"/>
        </a:defRPr>
      </a:lvl8pPr>
      <a:lvl9pPr marL="4270841" indent="-251226" algn="l" rtl="0" fontAlgn="base">
        <a:spcBef>
          <a:spcPct val="20000"/>
        </a:spcBef>
        <a:spcAft>
          <a:spcPct val="0"/>
        </a:spcAft>
        <a:buChar char="»"/>
        <a:defRPr sz="154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453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4905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7356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09808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2261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4714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17168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19617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4" tIns="45678" rIns="91354" bIns="4567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4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7534" tIns="48769" rIns="97534" bIns="48769" anchor="ctr"/>
          <a:lstStyle/>
          <a:p>
            <a:pPr defTabSz="975623">
              <a:defRPr/>
            </a:pPr>
            <a:endParaRPr lang="en-US" sz="1747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2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4" tIns="45678" rIns="91354" bIns="4567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9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975623">
              <a:defRPr/>
            </a:pPr>
            <a:r>
              <a:rPr lang="en-US" sz="855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855" b="1">
                <a:solidFill>
                  <a:srgbClr val="203353"/>
                </a:solidFill>
                <a:latin typeface="Calibri"/>
              </a:rPr>
              <a:pPr defTabSz="975623">
                <a:defRPr/>
              </a:pPr>
              <a:t>‹#›</a:t>
            </a:fld>
            <a:endParaRPr lang="en-US" sz="855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7365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7" r:id="rId1"/>
    <p:sldLayoutId id="2147483868" r:id="rId2"/>
    <p:sldLayoutId id="2147483869" r:id="rId3"/>
    <p:sldLayoutId id="2147483870" r:id="rId4"/>
    <p:sldLayoutId id="2147483871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388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388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388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388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388" b="1">
          <a:solidFill>
            <a:schemeClr val="bg1"/>
          </a:solidFill>
          <a:latin typeface="Calibri" pitchFamily="34" charset="0"/>
        </a:defRPr>
      </a:lvl5pPr>
      <a:lvl6pPr marL="487702" algn="r" rtl="0" fontAlgn="base">
        <a:spcBef>
          <a:spcPct val="0"/>
        </a:spcBef>
        <a:spcAft>
          <a:spcPct val="0"/>
        </a:spcAft>
        <a:defRPr sz="1815">
          <a:solidFill>
            <a:schemeClr val="bg1"/>
          </a:solidFill>
          <a:latin typeface="Calisto MT" pitchFamily="18" charset="0"/>
        </a:defRPr>
      </a:lvl6pPr>
      <a:lvl7pPr marL="975401" algn="r" rtl="0" fontAlgn="base">
        <a:spcBef>
          <a:spcPct val="0"/>
        </a:spcBef>
        <a:spcAft>
          <a:spcPct val="0"/>
        </a:spcAft>
        <a:defRPr sz="1815">
          <a:solidFill>
            <a:schemeClr val="bg1"/>
          </a:solidFill>
          <a:latin typeface="Calisto MT" pitchFamily="18" charset="0"/>
        </a:defRPr>
      </a:lvl7pPr>
      <a:lvl8pPr marL="1463100" algn="r" rtl="0" fontAlgn="base">
        <a:spcBef>
          <a:spcPct val="0"/>
        </a:spcBef>
        <a:spcAft>
          <a:spcPct val="0"/>
        </a:spcAft>
        <a:defRPr sz="1815">
          <a:solidFill>
            <a:schemeClr val="bg1"/>
          </a:solidFill>
          <a:latin typeface="Calisto MT" pitchFamily="18" charset="0"/>
        </a:defRPr>
      </a:lvl8pPr>
      <a:lvl9pPr marL="1950801" algn="r" rtl="0" fontAlgn="base">
        <a:spcBef>
          <a:spcPct val="0"/>
        </a:spcBef>
        <a:spcAft>
          <a:spcPct val="0"/>
        </a:spcAft>
        <a:defRPr sz="1815">
          <a:solidFill>
            <a:schemeClr val="bg1"/>
          </a:solidFill>
          <a:latin typeface="Calisto MT" pitchFamily="18" charset="0"/>
        </a:defRPr>
      </a:lvl9pPr>
    </p:titleStyle>
    <p:bodyStyle>
      <a:lvl1pPr marL="179523" indent="-179523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175">
          <a:solidFill>
            <a:schemeClr val="tx1"/>
          </a:solidFill>
          <a:latin typeface="+mn-lt"/>
          <a:ea typeface="+mn-ea"/>
          <a:cs typeface="+mn-cs"/>
        </a:defRPr>
      </a:lvl1pPr>
      <a:lvl2pPr marL="360735" indent="-17782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175">
          <a:solidFill>
            <a:schemeClr val="tx1"/>
          </a:solidFill>
          <a:latin typeface="+mn-lt"/>
        </a:defRPr>
      </a:lvl2pPr>
      <a:lvl3pPr marL="541952" indent="-177829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175">
          <a:solidFill>
            <a:schemeClr val="tx1"/>
          </a:solidFill>
          <a:latin typeface="+mn-lt"/>
        </a:defRPr>
      </a:lvl3pPr>
      <a:lvl4pPr marL="1705450" indent="-242187" algn="l" rtl="0" eaLnBrk="0" fontAlgn="base" hangingPunct="0">
        <a:spcBef>
          <a:spcPct val="20000"/>
        </a:spcBef>
        <a:spcAft>
          <a:spcPct val="0"/>
        </a:spcAft>
        <a:buChar char="–"/>
        <a:defRPr sz="1495">
          <a:solidFill>
            <a:schemeClr val="tx1"/>
          </a:solidFill>
          <a:latin typeface="Arial" charset="0"/>
        </a:defRPr>
      </a:lvl4pPr>
      <a:lvl5pPr marL="2193205" indent="-242187" algn="l" rtl="0" eaLnBrk="0" fontAlgn="base" hangingPunct="0">
        <a:spcBef>
          <a:spcPct val="20000"/>
        </a:spcBef>
        <a:spcAft>
          <a:spcPct val="0"/>
        </a:spcAft>
        <a:buChar char="»"/>
        <a:defRPr sz="1495">
          <a:solidFill>
            <a:schemeClr val="tx1"/>
          </a:solidFill>
          <a:latin typeface="Arial" charset="0"/>
        </a:defRPr>
      </a:lvl5pPr>
      <a:lvl6pPr marL="2682351" indent="-243850" algn="l" rtl="0" fontAlgn="base">
        <a:spcBef>
          <a:spcPct val="20000"/>
        </a:spcBef>
        <a:spcAft>
          <a:spcPct val="0"/>
        </a:spcAft>
        <a:buChar char="»"/>
        <a:defRPr sz="1495">
          <a:solidFill>
            <a:schemeClr val="tx1"/>
          </a:solidFill>
          <a:latin typeface="Arial" charset="0"/>
        </a:defRPr>
      </a:lvl6pPr>
      <a:lvl7pPr marL="3170053" indent="-243850" algn="l" rtl="0" fontAlgn="base">
        <a:spcBef>
          <a:spcPct val="20000"/>
        </a:spcBef>
        <a:spcAft>
          <a:spcPct val="0"/>
        </a:spcAft>
        <a:buChar char="»"/>
        <a:defRPr sz="1495">
          <a:solidFill>
            <a:schemeClr val="tx1"/>
          </a:solidFill>
          <a:latin typeface="Arial" charset="0"/>
        </a:defRPr>
      </a:lvl7pPr>
      <a:lvl8pPr marL="3657751" indent="-243850" algn="l" rtl="0" fontAlgn="base">
        <a:spcBef>
          <a:spcPct val="20000"/>
        </a:spcBef>
        <a:spcAft>
          <a:spcPct val="0"/>
        </a:spcAft>
        <a:buChar char="»"/>
        <a:defRPr sz="1495">
          <a:solidFill>
            <a:schemeClr val="tx1"/>
          </a:solidFill>
          <a:latin typeface="Arial" charset="0"/>
        </a:defRPr>
      </a:lvl8pPr>
      <a:lvl9pPr marL="4145449" indent="-243850" algn="l" rtl="0" fontAlgn="base">
        <a:spcBef>
          <a:spcPct val="20000"/>
        </a:spcBef>
        <a:spcAft>
          <a:spcPct val="0"/>
        </a:spcAft>
        <a:buChar char="»"/>
        <a:defRPr sz="1495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975401" rtl="0" eaLnBrk="1" latinLnBrk="0" hangingPunct="1">
        <a:defRPr sz="1922" kern="1200">
          <a:solidFill>
            <a:schemeClr val="tx1"/>
          </a:solidFill>
          <a:latin typeface="+mn-lt"/>
          <a:ea typeface="+mn-ea"/>
          <a:cs typeface="+mn-cs"/>
        </a:defRPr>
      </a:lvl1pPr>
      <a:lvl2pPr marL="487702" algn="l" defTabSz="975401" rtl="0" eaLnBrk="1" latinLnBrk="0" hangingPunct="1">
        <a:defRPr sz="1922" kern="1200">
          <a:solidFill>
            <a:schemeClr val="tx1"/>
          </a:solidFill>
          <a:latin typeface="+mn-lt"/>
          <a:ea typeface="+mn-ea"/>
          <a:cs typeface="+mn-cs"/>
        </a:defRPr>
      </a:lvl2pPr>
      <a:lvl3pPr marL="975401" algn="l" defTabSz="975401" rtl="0" eaLnBrk="1" latinLnBrk="0" hangingPunct="1">
        <a:defRPr sz="1922" kern="1200">
          <a:solidFill>
            <a:schemeClr val="tx1"/>
          </a:solidFill>
          <a:latin typeface="+mn-lt"/>
          <a:ea typeface="+mn-ea"/>
          <a:cs typeface="+mn-cs"/>
        </a:defRPr>
      </a:lvl3pPr>
      <a:lvl4pPr marL="1463100" algn="l" defTabSz="975401" rtl="0" eaLnBrk="1" latinLnBrk="0" hangingPunct="1">
        <a:defRPr sz="1922" kern="1200">
          <a:solidFill>
            <a:schemeClr val="tx1"/>
          </a:solidFill>
          <a:latin typeface="+mn-lt"/>
          <a:ea typeface="+mn-ea"/>
          <a:cs typeface="+mn-cs"/>
        </a:defRPr>
      </a:lvl4pPr>
      <a:lvl5pPr marL="1950801" algn="l" defTabSz="975401" rtl="0" eaLnBrk="1" latinLnBrk="0" hangingPunct="1">
        <a:defRPr sz="1922" kern="1200">
          <a:solidFill>
            <a:schemeClr val="tx1"/>
          </a:solidFill>
          <a:latin typeface="+mn-lt"/>
          <a:ea typeface="+mn-ea"/>
          <a:cs typeface="+mn-cs"/>
        </a:defRPr>
      </a:lvl5pPr>
      <a:lvl6pPr marL="2438501" algn="l" defTabSz="975401" rtl="0" eaLnBrk="1" latinLnBrk="0" hangingPunct="1">
        <a:defRPr sz="1922" kern="1200">
          <a:solidFill>
            <a:schemeClr val="tx1"/>
          </a:solidFill>
          <a:latin typeface="+mn-lt"/>
          <a:ea typeface="+mn-ea"/>
          <a:cs typeface="+mn-cs"/>
        </a:defRPr>
      </a:lvl6pPr>
      <a:lvl7pPr marL="2926202" algn="l" defTabSz="975401" rtl="0" eaLnBrk="1" latinLnBrk="0" hangingPunct="1">
        <a:defRPr sz="1922" kern="1200">
          <a:solidFill>
            <a:schemeClr val="tx1"/>
          </a:solidFill>
          <a:latin typeface="+mn-lt"/>
          <a:ea typeface="+mn-ea"/>
          <a:cs typeface="+mn-cs"/>
        </a:defRPr>
      </a:lvl7pPr>
      <a:lvl8pPr marL="3413904" algn="l" defTabSz="975401" rtl="0" eaLnBrk="1" latinLnBrk="0" hangingPunct="1">
        <a:defRPr sz="1922" kern="1200">
          <a:solidFill>
            <a:schemeClr val="tx1"/>
          </a:solidFill>
          <a:latin typeface="+mn-lt"/>
          <a:ea typeface="+mn-ea"/>
          <a:cs typeface="+mn-cs"/>
        </a:defRPr>
      </a:lvl8pPr>
      <a:lvl9pPr marL="3901601" algn="l" defTabSz="975401" rtl="0" eaLnBrk="1" latinLnBrk="0" hangingPunct="1">
        <a:defRPr sz="192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4" tIns="45678" rIns="91354" bIns="4567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4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0489" tIns="50246" rIns="100489" bIns="50246" anchor="ctr"/>
          <a:lstStyle/>
          <a:p>
            <a:pPr defTabSz="1005134"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4" tIns="45678" rIns="91354" bIns="4567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8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05134">
              <a:defRPr/>
            </a:pPr>
            <a:r>
              <a:rPr lang="en-US" sz="88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880" b="1">
                <a:solidFill>
                  <a:srgbClr val="203353"/>
                </a:solidFill>
                <a:latin typeface="Calibri"/>
              </a:rPr>
              <a:pPr defTabSz="1005134">
                <a:defRPr/>
              </a:pPr>
              <a:t>‹#›</a:t>
            </a:fld>
            <a:endParaRPr lang="en-US" sz="88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7192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3" r:id="rId1"/>
    <p:sldLayoutId id="2147483874" r:id="rId2"/>
    <p:sldLayoutId id="2147483875" r:id="rId3"/>
    <p:sldLayoutId id="2147483876" r:id="rId4"/>
    <p:sldLayoutId id="2147483877" r:id="rId5"/>
    <p:sldLayoutId id="2147483878" r:id="rId6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3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3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3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3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30" b="1">
          <a:solidFill>
            <a:schemeClr val="bg1"/>
          </a:solidFill>
          <a:latin typeface="Calibri" pitchFamily="34" charset="0"/>
        </a:defRPr>
      </a:lvl5pPr>
      <a:lvl6pPr marL="502453" algn="r" rtl="0" fontAlgn="base">
        <a:spcBef>
          <a:spcPct val="0"/>
        </a:spcBef>
        <a:spcAft>
          <a:spcPct val="0"/>
        </a:spcAft>
        <a:defRPr sz="1870">
          <a:solidFill>
            <a:schemeClr val="bg1"/>
          </a:solidFill>
          <a:latin typeface="Calisto MT" pitchFamily="18" charset="0"/>
        </a:defRPr>
      </a:lvl6pPr>
      <a:lvl7pPr marL="1004905" algn="r" rtl="0" fontAlgn="base">
        <a:spcBef>
          <a:spcPct val="0"/>
        </a:spcBef>
        <a:spcAft>
          <a:spcPct val="0"/>
        </a:spcAft>
        <a:defRPr sz="1870">
          <a:solidFill>
            <a:schemeClr val="bg1"/>
          </a:solidFill>
          <a:latin typeface="Calisto MT" pitchFamily="18" charset="0"/>
        </a:defRPr>
      </a:lvl7pPr>
      <a:lvl8pPr marL="1507356" algn="r" rtl="0" fontAlgn="base">
        <a:spcBef>
          <a:spcPct val="0"/>
        </a:spcBef>
        <a:spcAft>
          <a:spcPct val="0"/>
        </a:spcAft>
        <a:defRPr sz="1870">
          <a:solidFill>
            <a:schemeClr val="bg1"/>
          </a:solidFill>
          <a:latin typeface="Calisto MT" pitchFamily="18" charset="0"/>
        </a:defRPr>
      </a:lvl8pPr>
      <a:lvl9pPr marL="2009808" algn="r" rtl="0" fontAlgn="base">
        <a:spcBef>
          <a:spcPct val="0"/>
        </a:spcBef>
        <a:spcAft>
          <a:spcPct val="0"/>
        </a:spcAft>
        <a:defRPr sz="1870">
          <a:solidFill>
            <a:schemeClr val="bg1"/>
          </a:solidFill>
          <a:latin typeface="Calisto MT" pitchFamily="18" charset="0"/>
        </a:defRPr>
      </a:lvl9pPr>
    </p:titleStyle>
    <p:bodyStyle>
      <a:lvl1pPr marL="184953" indent="-184953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10">
          <a:solidFill>
            <a:schemeClr val="tx1"/>
          </a:solidFill>
          <a:latin typeface="+mn-lt"/>
          <a:ea typeface="+mn-ea"/>
          <a:cs typeface="+mn-cs"/>
        </a:defRPr>
      </a:lvl1pPr>
      <a:lvl2pPr marL="371647" indent="-183208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10">
          <a:solidFill>
            <a:schemeClr val="tx1"/>
          </a:solidFill>
          <a:latin typeface="+mn-lt"/>
        </a:defRPr>
      </a:lvl2pPr>
      <a:lvl3pPr marL="558345" indent="-18320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10">
          <a:solidFill>
            <a:schemeClr val="tx1"/>
          </a:solidFill>
          <a:latin typeface="+mn-lt"/>
        </a:defRPr>
      </a:lvl3pPr>
      <a:lvl4pPr marL="1757037" indent="-249513" algn="l" rtl="0" eaLnBrk="0" fontAlgn="base" hangingPunct="0">
        <a:spcBef>
          <a:spcPct val="20000"/>
        </a:spcBef>
        <a:spcAft>
          <a:spcPct val="0"/>
        </a:spcAft>
        <a:buChar char="–"/>
        <a:defRPr sz="1540">
          <a:solidFill>
            <a:schemeClr val="tx1"/>
          </a:solidFill>
          <a:latin typeface="Arial" charset="0"/>
        </a:defRPr>
      </a:lvl4pPr>
      <a:lvl5pPr marL="2259545" indent="-249513" algn="l" rtl="0" eaLnBrk="0" fontAlgn="base" hangingPunct="0">
        <a:spcBef>
          <a:spcPct val="20000"/>
        </a:spcBef>
        <a:spcAft>
          <a:spcPct val="0"/>
        </a:spcAft>
        <a:buChar char="»"/>
        <a:defRPr sz="1540">
          <a:solidFill>
            <a:schemeClr val="tx1"/>
          </a:solidFill>
          <a:latin typeface="Arial" charset="0"/>
        </a:defRPr>
      </a:lvl5pPr>
      <a:lvl6pPr marL="2763487" indent="-251226" algn="l" rtl="0" fontAlgn="base">
        <a:spcBef>
          <a:spcPct val="20000"/>
        </a:spcBef>
        <a:spcAft>
          <a:spcPct val="0"/>
        </a:spcAft>
        <a:buChar char="»"/>
        <a:defRPr sz="1540">
          <a:solidFill>
            <a:schemeClr val="tx1"/>
          </a:solidFill>
          <a:latin typeface="Arial" charset="0"/>
        </a:defRPr>
      </a:lvl6pPr>
      <a:lvl7pPr marL="3265941" indent="-251226" algn="l" rtl="0" fontAlgn="base">
        <a:spcBef>
          <a:spcPct val="20000"/>
        </a:spcBef>
        <a:spcAft>
          <a:spcPct val="0"/>
        </a:spcAft>
        <a:buChar char="»"/>
        <a:defRPr sz="1540">
          <a:solidFill>
            <a:schemeClr val="tx1"/>
          </a:solidFill>
          <a:latin typeface="Arial" charset="0"/>
        </a:defRPr>
      </a:lvl7pPr>
      <a:lvl8pPr marL="3768391" indent="-251226" algn="l" rtl="0" fontAlgn="base">
        <a:spcBef>
          <a:spcPct val="20000"/>
        </a:spcBef>
        <a:spcAft>
          <a:spcPct val="0"/>
        </a:spcAft>
        <a:buChar char="»"/>
        <a:defRPr sz="1540">
          <a:solidFill>
            <a:schemeClr val="tx1"/>
          </a:solidFill>
          <a:latin typeface="Arial" charset="0"/>
        </a:defRPr>
      </a:lvl8pPr>
      <a:lvl9pPr marL="4270841" indent="-251226" algn="l" rtl="0" fontAlgn="base">
        <a:spcBef>
          <a:spcPct val="20000"/>
        </a:spcBef>
        <a:spcAft>
          <a:spcPct val="0"/>
        </a:spcAft>
        <a:buChar char="»"/>
        <a:defRPr sz="154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453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4905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7356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09808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2261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4714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17168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19617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4" tIns="45678" rIns="91354" bIns="4567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4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7534" tIns="48769" rIns="97534" bIns="48769" anchor="ctr"/>
          <a:lstStyle/>
          <a:p>
            <a:pPr defTabSz="975623">
              <a:defRPr/>
            </a:pPr>
            <a:endParaRPr lang="en-US" sz="1747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2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4" tIns="45678" rIns="91354" bIns="4567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9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975623">
              <a:defRPr/>
            </a:pPr>
            <a:r>
              <a:rPr lang="en-US" sz="855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855" b="1">
                <a:solidFill>
                  <a:srgbClr val="203353"/>
                </a:solidFill>
                <a:latin typeface="Calibri"/>
              </a:rPr>
              <a:pPr defTabSz="975623">
                <a:defRPr/>
              </a:pPr>
              <a:t>‹#›</a:t>
            </a:fld>
            <a:endParaRPr lang="en-US" sz="855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6436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0" r:id="rId1"/>
    <p:sldLayoutId id="2147483881" r:id="rId2"/>
    <p:sldLayoutId id="2147483882" r:id="rId3"/>
    <p:sldLayoutId id="2147483883" r:id="rId4"/>
    <p:sldLayoutId id="2147483884" r:id="rId5"/>
    <p:sldLayoutId id="2147483885" r:id="rId6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388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388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388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388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388" b="1">
          <a:solidFill>
            <a:schemeClr val="bg1"/>
          </a:solidFill>
          <a:latin typeface="Calibri" pitchFamily="34" charset="0"/>
        </a:defRPr>
      </a:lvl5pPr>
      <a:lvl6pPr marL="487702" algn="r" rtl="0" fontAlgn="base">
        <a:spcBef>
          <a:spcPct val="0"/>
        </a:spcBef>
        <a:spcAft>
          <a:spcPct val="0"/>
        </a:spcAft>
        <a:defRPr sz="1815">
          <a:solidFill>
            <a:schemeClr val="bg1"/>
          </a:solidFill>
          <a:latin typeface="Calisto MT" pitchFamily="18" charset="0"/>
        </a:defRPr>
      </a:lvl6pPr>
      <a:lvl7pPr marL="975401" algn="r" rtl="0" fontAlgn="base">
        <a:spcBef>
          <a:spcPct val="0"/>
        </a:spcBef>
        <a:spcAft>
          <a:spcPct val="0"/>
        </a:spcAft>
        <a:defRPr sz="1815">
          <a:solidFill>
            <a:schemeClr val="bg1"/>
          </a:solidFill>
          <a:latin typeface="Calisto MT" pitchFamily="18" charset="0"/>
        </a:defRPr>
      </a:lvl7pPr>
      <a:lvl8pPr marL="1463100" algn="r" rtl="0" fontAlgn="base">
        <a:spcBef>
          <a:spcPct val="0"/>
        </a:spcBef>
        <a:spcAft>
          <a:spcPct val="0"/>
        </a:spcAft>
        <a:defRPr sz="1815">
          <a:solidFill>
            <a:schemeClr val="bg1"/>
          </a:solidFill>
          <a:latin typeface="Calisto MT" pitchFamily="18" charset="0"/>
        </a:defRPr>
      </a:lvl8pPr>
      <a:lvl9pPr marL="1950801" algn="r" rtl="0" fontAlgn="base">
        <a:spcBef>
          <a:spcPct val="0"/>
        </a:spcBef>
        <a:spcAft>
          <a:spcPct val="0"/>
        </a:spcAft>
        <a:defRPr sz="1815">
          <a:solidFill>
            <a:schemeClr val="bg1"/>
          </a:solidFill>
          <a:latin typeface="Calisto MT" pitchFamily="18" charset="0"/>
        </a:defRPr>
      </a:lvl9pPr>
    </p:titleStyle>
    <p:bodyStyle>
      <a:lvl1pPr marL="179523" indent="-179523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175">
          <a:solidFill>
            <a:schemeClr val="tx1"/>
          </a:solidFill>
          <a:latin typeface="+mn-lt"/>
          <a:ea typeface="+mn-ea"/>
          <a:cs typeface="+mn-cs"/>
        </a:defRPr>
      </a:lvl1pPr>
      <a:lvl2pPr marL="360735" indent="-17782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175">
          <a:solidFill>
            <a:schemeClr val="tx1"/>
          </a:solidFill>
          <a:latin typeface="+mn-lt"/>
        </a:defRPr>
      </a:lvl2pPr>
      <a:lvl3pPr marL="541952" indent="-177829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175">
          <a:solidFill>
            <a:schemeClr val="tx1"/>
          </a:solidFill>
          <a:latin typeface="+mn-lt"/>
        </a:defRPr>
      </a:lvl3pPr>
      <a:lvl4pPr marL="1705450" indent="-242187" algn="l" rtl="0" eaLnBrk="0" fontAlgn="base" hangingPunct="0">
        <a:spcBef>
          <a:spcPct val="20000"/>
        </a:spcBef>
        <a:spcAft>
          <a:spcPct val="0"/>
        </a:spcAft>
        <a:buChar char="–"/>
        <a:defRPr sz="1495">
          <a:solidFill>
            <a:schemeClr val="tx1"/>
          </a:solidFill>
          <a:latin typeface="Arial" charset="0"/>
        </a:defRPr>
      </a:lvl4pPr>
      <a:lvl5pPr marL="2193205" indent="-242187" algn="l" rtl="0" eaLnBrk="0" fontAlgn="base" hangingPunct="0">
        <a:spcBef>
          <a:spcPct val="20000"/>
        </a:spcBef>
        <a:spcAft>
          <a:spcPct val="0"/>
        </a:spcAft>
        <a:buChar char="»"/>
        <a:defRPr sz="1495">
          <a:solidFill>
            <a:schemeClr val="tx1"/>
          </a:solidFill>
          <a:latin typeface="Arial" charset="0"/>
        </a:defRPr>
      </a:lvl5pPr>
      <a:lvl6pPr marL="2682351" indent="-243850" algn="l" rtl="0" fontAlgn="base">
        <a:spcBef>
          <a:spcPct val="20000"/>
        </a:spcBef>
        <a:spcAft>
          <a:spcPct val="0"/>
        </a:spcAft>
        <a:buChar char="»"/>
        <a:defRPr sz="1495">
          <a:solidFill>
            <a:schemeClr val="tx1"/>
          </a:solidFill>
          <a:latin typeface="Arial" charset="0"/>
        </a:defRPr>
      </a:lvl6pPr>
      <a:lvl7pPr marL="3170053" indent="-243850" algn="l" rtl="0" fontAlgn="base">
        <a:spcBef>
          <a:spcPct val="20000"/>
        </a:spcBef>
        <a:spcAft>
          <a:spcPct val="0"/>
        </a:spcAft>
        <a:buChar char="»"/>
        <a:defRPr sz="1495">
          <a:solidFill>
            <a:schemeClr val="tx1"/>
          </a:solidFill>
          <a:latin typeface="Arial" charset="0"/>
        </a:defRPr>
      </a:lvl7pPr>
      <a:lvl8pPr marL="3657751" indent="-243850" algn="l" rtl="0" fontAlgn="base">
        <a:spcBef>
          <a:spcPct val="20000"/>
        </a:spcBef>
        <a:spcAft>
          <a:spcPct val="0"/>
        </a:spcAft>
        <a:buChar char="»"/>
        <a:defRPr sz="1495">
          <a:solidFill>
            <a:schemeClr val="tx1"/>
          </a:solidFill>
          <a:latin typeface="Arial" charset="0"/>
        </a:defRPr>
      </a:lvl8pPr>
      <a:lvl9pPr marL="4145449" indent="-243850" algn="l" rtl="0" fontAlgn="base">
        <a:spcBef>
          <a:spcPct val="20000"/>
        </a:spcBef>
        <a:spcAft>
          <a:spcPct val="0"/>
        </a:spcAft>
        <a:buChar char="»"/>
        <a:defRPr sz="1495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975401" rtl="0" eaLnBrk="1" latinLnBrk="0" hangingPunct="1">
        <a:defRPr sz="1922" kern="1200">
          <a:solidFill>
            <a:schemeClr val="tx1"/>
          </a:solidFill>
          <a:latin typeface="+mn-lt"/>
          <a:ea typeface="+mn-ea"/>
          <a:cs typeface="+mn-cs"/>
        </a:defRPr>
      </a:lvl1pPr>
      <a:lvl2pPr marL="487702" algn="l" defTabSz="975401" rtl="0" eaLnBrk="1" latinLnBrk="0" hangingPunct="1">
        <a:defRPr sz="1922" kern="1200">
          <a:solidFill>
            <a:schemeClr val="tx1"/>
          </a:solidFill>
          <a:latin typeface="+mn-lt"/>
          <a:ea typeface="+mn-ea"/>
          <a:cs typeface="+mn-cs"/>
        </a:defRPr>
      </a:lvl2pPr>
      <a:lvl3pPr marL="975401" algn="l" defTabSz="975401" rtl="0" eaLnBrk="1" latinLnBrk="0" hangingPunct="1">
        <a:defRPr sz="1922" kern="1200">
          <a:solidFill>
            <a:schemeClr val="tx1"/>
          </a:solidFill>
          <a:latin typeface="+mn-lt"/>
          <a:ea typeface="+mn-ea"/>
          <a:cs typeface="+mn-cs"/>
        </a:defRPr>
      </a:lvl3pPr>
      <a:lvl4pPr marL="1463100" algn="l" defTabSz="975401" rtl="0" eaLnBrk="1" latinLnBrk="0" hangingPunct="1">
        <a:defRPr sz="1922" kern="1200">
          <a:solidFill>
            <a:schemeClr val="tx1"/>
          </a:solidFill>
          <a:latin typeface="+mn-lt"/>
          <a:ea typeface="+mn-ea"/>
          <a:cs typeface="+mn-cs"/>
        </a:defRPr>
      </a:lvl4pPr>
      <a:lvl5pPr marL="1950801" algn="l" defTabSz="975401" rtl="0" eaLnBrk="1" latinLnBrk="0" hangingPunct="1">
        <a:defRPr sz="1922" kern="1200">
          <a:solidFill>
            <a:schemeClr val="tx1"/>
          </a:solidFill>
          <a:latin typeface="+mn-lt"/>
          <a:ea typeface="+mn-ea"/>
          <a:cs typeface="+mn-cs"/>
        </a:defRPr>
      </a:lvl5pPr>
      <a:lvl6pPr marL="2438501" algn="l" defTabSz="975401" rtl="0" eaLnBrk="1" latinLnBrk="0" hangingPunct="1">
        <a:defRPr sz="1922" kern="1200">
          <a:solidFill>
            <a:schemeClr val="tx1"/>
          </a:solidFill>
          <a:latin typeface="+mn-lt"/>
          <a:ea typeface="+mn-ea"/>
          <a:cs typeface="+mn-cs"/>
        </a:defRPr>
      </a:lvl6pPr>
      <a:lvl7pPr marL="2926202" algn="l" defTabSz="975401" rtl="0" eaLnBrk="1" latinLnBrk="0" hangingPunct="1">
        <a:defRPr sz="1922" kern="1200">
          <a:solidFill>
            <a:schemeClr val="tx1"/>
          </a:solidFill>
          <a:latin typeface="+mn-lt"/>
          <a:ea typeface="+mn-ea"/>
          <a:cs typeface="+mn-cs"/>
        </a:defRPr>
      </a:lvl7pPr>
      <a:lvl8pPr marL="3413904" algn="l" defTabSz="975401" rtl="0" eaLnBrk="1" latinLnBrk="0" hangingPunct="1">
        <a:defRPr sz="1922" kern="1200">
          <a:solidFill>
            <a:schemeClr val="tx1"/>
          </a:solidFill>
          <a:latin typeface="+mn-lt"/>
          <a:ea typeface="+mn-ea"/>
          <a:cs typeface="+mn-cs"/>
        </a:defRPr>
      </a:lvl8pPr>
      <a:lvl9pPr marL="3901601" algn="l" defTabSz="975401" rtl="0" eaLnBrk="1" latinLnBrk="0" hangingPunct="1">
        <a:defRPr sz="192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99268" y="244312"/>
            <a:ext cx="6014434" cy="609918"/>
          </a:xfrm>
        </p:spPr>
        <p:txBody>
          <a:bodyPr/>
          <a:lstStyle/>
          <a:p>
            <a:r>
              <a:rPr lang="en-US" dirty="0" smtClean="0"/>
              <a:t>SUMMARY OF MORTGAGE RATE CONSTRUCTION METHODS</a:t>
            </a:r>
            <a:endParaRPr lang="en-US" sz="1200" b="0" dirty="0"/>
          </a:p>
        </p:txBody>
      </p:sp>
      <p:sp>
        <p:nvSpPr>
          <p:cNvPr id="3" name="TextBox 2"/>
          <p:cNvSpPr txBox="1"/>
          <p:nvPr/>
        </p:nvSpPr>
        <p:spPr>
          <a:xfrm>
            <a:off x="145657" y="1218129"/>
            <a:ext cx="216866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</a:pPr>
            <a:r>
              <a:rPr lang="en-US" sz="1200" dirty="0" smtClean="0">
                <a:latin typeface="Calibri" panose="020F0502020204030204" pitchFamily="34" charset="0"/>
              </a:rPr>
              <a:t>As a summary for our mortgage rate construction methods, we use different method and various smoothing lag for each mortgage series.</a:t>
            </a:r>
          </a:p>
          <a:p>
            <a:pPr>
              <a:spcBef>
                <a:spcPts val="0"/>
              </a:spcBef>
            </a:pPr>
            <a:endParaRPr lang="en-US" sz="1200" dirty="0">
              <a:latin typeface="Calibri" panose="020F0502020204030204" pitchFamily="34" charset="0"/>
            </a:endParaRPr>
          </a:p>
          <a:p>
            <a:pPr>
              <a:spcBef>
                <a:spcPts val="0"/>
              </a:spcBef>
            </a:pPr>
            <a:r>
              <a:rPr lang="en-US" sz="1200" dirty="0" smtClean="0">
                <a:latin typeface="Calibri" panose="020F0502020204030204" pitchFamily="34" charset="0"/>
              </a:rPr>
              <a:t>Detailed information can be found from the right-hand-side form.</a:t>
            </a:r>
            <a:endParaRPr lang="en-US" sz="1200" dirty="0">
              <a:latin typeface="Calibri" panose="020F0502020204030204" pitchFamily="34" charset="0"/>
            </a:endParaRPr>
          </a:p>
        </p:txBody>
      </p:sp>
      <p:pic>
        <p:nvPicPr>
          <p:cNvPr id="6147" name="Picture 3" descr="spac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9" name="Picture 5" descr="spac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1" name="Picture 7" descr="spac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3" name="Picture 9" descr="spac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0" name="Picture 16" descr="spac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2" name="Picture 18" descr="spac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4" name="Picture 20" descr="spac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6" name="Picture 22" descr="spac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1224298"/>
              </p:ext>
            </p:extLst>
          </p:nvPr>
        </p:nvGraphicFramePr>
        <p:xfrm>
          <a:off x="2682240" y="1615440"/>
          <a:ext cx="6705600" cy="4038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950720"/>
                <a:gridCol w="3246120"/>
                <a:gridCol w="1508760"/>
              </a:tblGrid>
              <a:tr h="8077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Mortgage</a:t>
                      </a:r>
                      <a:r>
                        <a:rPr lang="en-US" sz="1400" baseline="0" dirty="0" smtClean="0"/>
                        <a:t> Rate Type</a:t>
                      </a:r>
                      <a:endParaRPr lang="en-US" sz="1400" dirty="0"/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Construction Method</a:t>
                      </a:r>
                      <a:endParaRPr lang="en-US" sz="1400" dirty="0"/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Moving Average</a:t>
                      </a:r>
                      <a:endParaRPr lang="en-US" sz="1400" dirty="0"/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Conventional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 smtClean="0"/>
                        <a:t>Monthly average of PMMS rate.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-</a:t>
                      </a:r>
                      <a:endParaRPr lang="en-US" sz="1200" dirty="0"/>
                    </a:p>
                  </a:txBody>
                  <a:tcPr anchor="ctr"/>
                </a:tc>
              </a:tr>
              <a:tr h="80772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GNMA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 smtClean="0"/>
                        <a:t>Add a spread on monthly</a:t>
                      </a:r>
                      <a:r>
                        <a:rPr lang="en-US" sz="1200" baseline="0" dirty="0" smtClean="0"/>
                        <a:t> PMMS. The spread is calculated as WAC difference between FNM/FHL and GNM.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3m</a:t>
                      </a:r>
                      <a:endParaRPr lang="en-US" sz="1200" dirty="0"/>
                    </a:p>
                  </a:txBody>
                  <a:tcPr anchor="ctr"/>
                </a:tc>
              </a:tr>
              <a:tr h="80772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Jumbo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10185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/>
                        <a:t>Add a spread on monthly</a:t>
                      </a:r>
                      <a:r>
                        <a:rPr lang="en-US" sz="1200" baseline="0" dirty="0" smtClean="0"/>
                        <a:t> PMMS. The spread is calculated as WAC difference between conv. confirming loans and Jumbo loans.</a:t>
                      </a:r>
                      <a:endParaRPr lang="en-US" sz="12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6m</a:t>
                      </a:r>
                      <a:endParaRPr lang="en-US" sz="1200" dirty="0"/>
                    </a:p>
                  </a:txBody>
                  <a:tcPr anchor="ctr"/>
                </a:tc>
              </a:tr>
              <a:tr h="80772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GPL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9489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1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Default Design">
  <a:themeElements>
    <a:clrScheme name="4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4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4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3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3_Custom Design">
  <a:themeElements>
    <a:clrScheme name="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2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4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5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5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6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7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6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7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8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7.xml><?xml version="1.0" encoding="utf-8"?>
<a:theme xmlns:a="http://schemas.openxmlformats.org/drawingml/2006/main" name="9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8.xml><?xml version="1.0" encoding="utf-8"?>
<a:theme xmlns:a="http://schemas.openxmlformats.org/drawingml/2006/main" name="10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9.xml><?xml version="1.0" encoding="utf-8"?>
<a:theme xmlns:a="http://schemas.openxmlformats.org/drawingml/2006/main" name="11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0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1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88794</TotalTime>
  <Words>102</Words>
  <Application>Microsoft Office PowerPoint</Application>
  <PresentationFormat>Custom</PresentationFormat>
  <Paragraphs>18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19</vt:i4>
      </vt:variant>
      <vt:variant>
        <vt:lpstr>Slide Titles</vt:lpstr>
      </vt:variant>
      <vt:variant>
        <vt:i4>1</vt:i4>
      </vt:variant>
    </vt:vector>
  </HeadingPairs>
  <TitlesOfParts>
    <vt:vector size="20" baseType="lpstr">
      <vt:lpstr>Custom Design</vt:lpstr>
      <vt:lpstr>1_Custom Design</vt:lpstr>
      <vt:lpstr>2_Custom Design</vt:lpstr>
      <vt:lpstr>1_Default Design</vt:lpstr>
      <vt:lpstr>4_Default Design</vt:lpstr>
      <vt:lpstr>3_Default Design</vt:lpstr>
      <vt:lpstr>3_Custom Design</vt:lpstr>
      <vt:lpstr>2_Default Design</vt:lpstr>
      <vt:lpstr>4_Custom Design</vt:lpstr>
      <vt:lpstr>5_Default Design</vt:lpstr>
      <vt:lpstr>5_Custom Design</vt:lpstr>
      <vt:lpstr>6_Default Design</vt:lpstr>
      <vt:lpstr>7_Default Design</vt:lpstr>
      <vt:lpstr>6_Custom Design</vt:lpstr>
      <vt:lpstr>7_Custom Design</vt:lpstr>
      <vt:lpstr>8_Custom Design</vt:lpstr>
      <vt:lpstr>9_Custom Design</vt:lpstr>
      <vt:lpstr>10_Custom Design</vt:lpstr>
      <vt:lpstr>11_Custom Design</vt:lpstr>
      <vt:lpstr>SUMMARY OF MORTGAGE RATE CONSTRUCTION METHODS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0</dc:title>
  <dc:creator>William Gates</dc:creator>
  <cp:lastModifiedBy>Sharad Chaudhary</cp:lastModifiedBy>
  <cp:revision>2584</cp:revision>
  <cp:lastPrinted>2015-08-06T15:23:44Z</cp:lastPrinted>
  <dcterms:created xsi:type="dcterms:W3CDTF">2011-07-07T12:37:32Z</dcterms:created>
  <dcterms:modified xsi:type="dcterms:W3CDTF">2017-03-06T15:15:03Z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-1471813815</vt:i4>
  </property>
  <property fmtid="{D5CDD505-2E9C-101B-9397-08002B2CF9AE}" pid="3" name="_NewReviewCycle">
    <vt:lpwstr/>
  </property>
  <property fmtid="{D5CDD505-2E9C-101B-9397-08002B2CF9AE}" pid="4" name="_EmailSubject">
    <vt:lpwstr>FW: 2012 05 15 cello presentation.pptx</vt:lpwstr>
  </property>
  <property fmtid="{D5CDD505-2E9C-101B-9397-08002B2CF9AE}" pid="5" name="_AuthorEmail">
    <vt:lpwstr>Marisa.Goldberg@guggenheimpartners.com</vt:lpwstr>
  </property>
  <property fmtid="{D5CDD505-2E9C-101B-9397-08002B2CF9AE}" pid="6" name="_AuthorEmailDisplayName">
    <vt:lpwstr>Goldberg, Marisa</vt:lpwstr>
  </property>
  <property fmtid="{D5CDD505-2E9C-101B-9397-08002B2CF9AE}" pid="7" name="_PreviousAdHocReviewCycleID">
    <vt:i4>-274319563</vt:i4>
  </property>
</Properties>
</file>