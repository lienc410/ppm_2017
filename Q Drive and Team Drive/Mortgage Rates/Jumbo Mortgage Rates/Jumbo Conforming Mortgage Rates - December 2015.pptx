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16.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17.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18.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19.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charts/chart5.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 id="2147483860" r:id="rId16"/>
    <p:sldMasterId id="2147483866" r:id="rId17"/>
    <p:sldMasterId id="2147483872" r:id="rId18"/>
    <p:sldMasterId id="2147483879" r:id="rId19"/>
    <p:sldMasterId id="2147483887" r:id="rId20"/>
  </p:sldMasterIdLst>
  <p:notesMasterIdLst>
    <p:notesMasterId r:id="rId30"/>
  </p:notesMasterIdLst>
  <p:handoutMasterIdLst>
    <p:handoutMasterId r:id="rId31"/>
  </p:handoutMasterIdLst>
  <p:sldIdLst>
    <p:sldId id="433" r:id="rId21"/>
    <p:sldId id="601" r:id="rId22"/>
    <p:sldId id="604" r:id="rId23"/>
    <p:sldId id="602" r:id="rId24"/>
    <p:sldId id="605" r:id="rId25"/>
    <p:sldId id="607" r:id="rId26"/>
    <p:sldId id="606" r:id="rId27"/>
    <p:sldId id="608" r:id="rId28"/>
    <p:sldId id="504" r:id="rId29"/>
  </p:sldIdLst>
  <p:sldSz cx="10058400" cy="7772400"/>
  <p:notesSz cx="6934200" cy="92202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extLst>
    <p:ext uri="{EFAFB233-063F-42B5-8137-9DF3F51BA10A}">
      <p15:sldGuideLst xmlns="" xmlns:p15="http://schemas.microsoft.com/office/powerpoint/2012/main">
        <p15:guide id="1" orient="horz" pos="3872">
          <p15:clr>
            <a:srgbClr val="A4A3A4"/>
          </p15:clr>
        </p15:guide>
        <p15:guide id="2" orient="horz" pos="1976">
          <p15:clr>
            <a:srgbClr val="A4A3A4"/>
          </p15:clr>
        </p15:guide>
        <p15:guide id="3" orient="horz" pos="797">
          <p15:clr>
            <a:srgbClr val="A4A3A4"/>
          </p15:clr>
        </p15:guide>
        <p15:guide id="4" orient="horz" pos="981">
          <p15:clr>
            <a:srgbClr val="A4A3A4"/>
          </p15:clr>
        </p15:guide>
        <p15:guide id="5" orient="horz" pos="4327">
          <p15:clr>
            <a:srgbClr val="A4A3A4"/>
          </p15:clr>
        </p15:guide>
        <p15:guide id="6" orient="horz" pos="145">
          <p15:clr>
            <a:srgbClr val="A4A3A4"/>
          </p15:clr>
        </p15:guide>
        <p15:guide id="7" pos="5282">
          <p15:clr>
            <a:srgbClr val="A4A3A4"/>
          </p15:clr>
        </p15:guide>
        <p15:guide id="8" pos="126">
          <p15:clr>
            <a:srgbClr val="A4A3A4"/>
          </p15:clr>
        </p15:guide>
        <p15:guide id="9" pos="5046">
          <p15:clr>
            <a:srgbClr val="A4A3A4"/>
          </p15:clr>
        </p15:guide>
        <p15:guide id="10" pos="1973">
          <p15:clr>
            <a:srgbClr val="A4A3A4"/>
          </p15:clr>
        </p15:guide>
        <p15:guide id="11" pos="3396">
          <p15:clr>
            <a:srgbClr val="A4A3A4"/>
          </p15:clr>
        </p15:guide>
        <p15:guide id="12" pos="3165">
          <p15:clr>
            <a:srgbClr val="A4A3A4"/>
          </p15:clr>
        </p15:guide>
        <p15:guide id="13" pos="1575">
          <p15:clr>
            <a:srgbClr val="A4A3A4"/>
          </p15:clr>
        </p15:guide>
        <p15:guide id="14" pos="1055">
          <p15:clr>
            <a:srgbClr val="A4A3A4"/>
          </p15:clr>
        </p15:guide>
      </p15:sldGuideLst>
    </p:ext>
    <p:ext uri="{2D200454-40CA-4A62-9FC3-DE9A4176ACB9}">
      <p15:notesGuideLst xmlns="" xmlns:p15="http://schemas.microsoft.com/office/powerpoint/2012/main">
        <p15:guide id="1" orient="horz" pos="2905" userDrawn="1">
          <p15:clr>
            <a:srgbClr val="A4A3A4"/>
          </p15:clr>
        </p15:guide>
        <p15:guide id="2" pos="2185"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732D"/>
    <a:srgbClr val="2E398A"/>
    <a:srgbClr val="74B629"/>
    <a:srgbClr val="000000"/>
    <a:srgbClr val="968880"/>
    <a:srgbClr val="203353"/>
    <a:srgbClr val="533D2D"/>
    <a:srgbClr val="533D23"/>
    <a:srgbClr val="996633"/>
    <a:srgbClr val="8C2B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30" autoAdjust="0"/>
    <p:restoredTop sz="95005" autoAdjust="0"/>
  </p:normalViewPr>
  <p:slideViewPr>
    <p:cSldViewPr snapToGrid="0" snapToObjects="1">
      <p:cViewPr>
        <p:scale>
          <a:sx n="80" d="100"/>
          <a:sy n="80" d="100"/>
        </p:scale>
        <p:origin x="-2046" y="-1224"/>
      </p:cViewPr>
      <p:guideLst>
        <p:guide orient="horz" pos="3872"/>
        <p:guide orient="horz" pos="1976"/>
        <p:guide orient="horz" pos="797"/>
        <p:guide orient="horz" pos="981"/>
        <p:guide orient="horz" pos="4327"/>
        <p:guide orient="horz" pos="145"/>
        <p:guide pos="5282"/>
        <p:guide pos="12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6.xml"/><Relationship Id="rId3" Type="http://schemas.openxmlformats.org/officeDocument/2006/relationships/slideMaster" Target="slideMasters/slideMaster3.xml"/><Relationship Id="rId21" Type="http://schemas.openxmlformats.org/officeDocument/2006/relationships/slide" Target="slides/slide1.xml"/><Relationship Id="rId34"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5.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Master" Target="slideMasters/slideMaster20.xml"/><Relationship Id="rId29" Type="http://schemas.openxmlformats.org/officeDocument/2006/relationships/slide" Target="slides/slide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4.xml"/><Relationship Id="rId32"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3.xml"/><Relationship Id="rId28" Type="http://schemas.openxmlformats.org/officeDocument/2006/relationships/slide" Target="slides/slide8.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2.xml"/><Relationship Id="rId27" Type="http://schemas.openxmlformats.org/officeDocument/2006/relationships/slide" Target="slides/slide7.xml"/><Relationship Id="rId30" Type="http://schemas.openxmlformats.org/officeDocument/2006/relationships/notesMaster" Target="notesMasters/notesMaster1.xml"/><Relationship Id="rId3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file:///\\ccmnydc1\research$\Jumbo%20Mortgage%20Rates\Jumbo%20Conforming%20Mortgage%20Rates.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cmnydc1\research$\Jumbo%20Mortgage%20Rates\Jumbo%20Conforming%20Mortgage%20Rates.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cmnydc1\research$\Jumbo%20Mortgage%20Rates\Jumbo%20Conforming%20Mortgage%20Rates.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Users\sharad.chaudhary\Desktop\Jumbo%20Rate%20vs%20PMMS.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cmnydc1\research$\Jumbo%20Mortgage%20Rates\Jumbo%20Conforming%20Mortgage%20Rate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2"/>
          <c:order val="0"/>
          <c:tx>
            <c:strRef>
              <c:f>'WAC Differences'!$N$2</c:f>
              <c:strCache>
                <c:ptCount val="1"/>
                <c:pt idx="0">
                  <c:v>Diff</c:v>
                </c:pt>
              </c:strCache>
            </c:strRef>
          </c:tx>
          <c:spPr>
            <a:ln>
              <a:solidFill>
                <a:schemeClr val="bg2">
                  <a:lumMod val="50000"/>
                </a:schemeClr>
              </a:solidFill>
            </a:ln>
          </c:spPr>
          <c:marker>
            <c:symbol val="none"/>
          </c:marker>
          <c:cat>
            <c:numRef>
              <c:f>'WAC Differences'!$K$3:$K$92</c:f>
              <c:numCache>
                <c:formatCode>m/d/yyyy</c:formatCode>
                <c:ptCount val="90"/>
                <c:pt idx="0">
                  <c:v>39569</c:v>
                </c:pt>
                <c:pt idx="1">
                  <c:v>39600</c:v>
                </c:pt>
                <c:pt idx="2">
                  <c:v>39630</c:v>
                </c:pt>
                <c:pt idx="3">
                  <c:v>39661</c:v>
                </c:pt>
                <c:pt idx="4">
                  <c:v>39692</c:v>
                </c:pt>
                <c:pt idx="5">
                  <c:v>39722</c:v>
                </c:pt>
                <c:pt idx="6">
                  <c:v>39783</c:v>
                </c:pt>
                <c:pt idx="7">
                  <c:v>39845</c:v>
                </c:pt>
                <c:pt idx="8">
                  <c:v>39873</c:v>
                </c:pt>
                <c:pt idx="9">
                  <c:v>39904</c:v>
                </c:pt>
                <c:pt idx="10">
                  <c:v>39934</c:v>
                </c:pt>
                <c:pt idx="11">
                  <c:v>39965</c:v>
                </c:pt>
                <c:pt idx="12">
                  <c:v>39995</c:v>
                </c:pt>
                <c:pt idx="13">
                  <c:v>40026</c:v>
                </c:pt>
                <c:pt idx="14">
                  <c:v>40057</c:v>
                </c:pt>
                <c:pt idx="15">
                  <c:v>40087</c:v>
                </c:pt>
                <c:pt idx="16">
                  <c:v>40118</c:v>
                </c:pt>
                <c:pt idx="17">
                  <c:v>40148</c:v>
                </c:pt>
                <c:pt idx="18">
                  <c:v>40179</c:v>
                </c:pt>
                <c:pt idx="19">
                  <c:v>40210</c:v>
                </c:pt>
                <c:pt idx="20">
                  <c:v>40238</c:v>
                </c:pt>
                <c:pt idx="21">
                  <c:v>40269</c:v>
                </c:pt>
                <c:pt idx="22">
                  <c:v>40299</c:v>
                </c:pt>
                <c:pt idx="23">
                  <c:v>40330</c:v>
                </c:pt>
                <c:pt idx="24">
                  <c:v>40360</c:v>
                </c:pt>
                <c:pt idx="25">
                  <c:v>40391</c:v>
                </c:pt>
                <c:pt idx="26">
                  <c:v>40422</c:v>
                </c:pt>
                <c:pt idx="27">
                  <c:v>40452</c:v>
                </c:pt>
                <c:pt idx="28">
                  <c:v>40483</c:v>
                </c:pt>
                <c:pt idx="29">
                  <c:v>40513</c:v>
                </c:pt>
                <c:pt idx="30">
                  <c:v>40544</c:v>
                </c:pt>
                <c:pt idx="31">
                  <c:v>40575</c:v>
                </c:pt>
                <c:pt idx="32">
                  <c:v>40603</c:v>
                </c:pt>
                <c:pt idx="33">
                  <c:v>40634</c:v>
                </c:pt>
                <c:pt idx="34">
                  <c:v>40664</c:v>
                </c:pt>
                <c:pt idx="35">
                  <c:v>40695</c:v>
                </c:pt>
                <c:pt idx="36">
                  <c:v>40725</c:v>
                </c:pt>
                <c:pt idx="37">
                  <c:v>40756</c:v>
                </c:pt>
                <c:pt idx="38">
                  <c:v>40787</c:v>
                </c:pt>
                <c:pt idx="39">
                  <c:v>40817</c:v>
                </c:pt>
                <c:pt idx="40">
                  <c:v>40848</c:v>
                </c:pt>
                <c:pt idx="41">
                  <c:v>40878</c:v>
                </c:pt>
                <c:pt idx="42">
                  <c:v>40909</c:v>
                </c:pt>
                <c:pt idx="43">
                  <c:v>40940</c:v>
                </c:pt>
                <c:pt idx="44">
                  <c:v>40969</c:v>
                </c:pt>
                <c:pt idx="45">
                  <c:v>41000</c:v>
                </c:pt>
                <c:pt idx="46">
                  <c:v>41030</c:v>
                </c:pt>
                <c:pt idx="47">
                  <c:v>41061</c:v>
                </c:pt>
                <c:pt idx="48">
                  <c:v>41091</c:v>
                </c:pt>
                <c:pt idx="49">
                  <c:v>41122</c:v>
                </c:pt>
                <c:pt idx="50">
                  <c:v>41153</c:v>
                </c:pt>
                <c:pt idx="51">
                  <c:v>41183</c:v>
                </c:pt>
                <c:pt idx="52">
                  <c:v>41214</c:v>
                </c:pt>
                <c:pt idx="53">
                  <c:v>41244</c:v>
                </c:pt>
                <c:pt idx="54">
                  <c:v>41275</c:v>
                </c:pt>
                <c:pt idx="55">
                  <c:v>41306</c:v>
                </c:pt>
                <c:pt idx="56">
                  <c:v>41334</c:v>
                </c:pt>
                <c:pt idx="57">
                  <c:v>41365</c:v>
                </c:pt>
                <c:pt idx="58">
                  <c:v>41395</c:v>
                </c:pt>
                <c:pt idx="59">
                  <c:v>41426</c:v>
                </c:pt>
                <c:pt idx="60">
                  <c:v>41456</c:v>
                </c:pt>
                <c:pt idx="61">
                  <c:v>41487</c:v>
                </c:pt>
                <c:pt idx="62">
                  <c:v>41518</c:v>
                </c:pt>
                <c:pt idx="63">
                  <c:v>41548</c:v>
                </c:pt>
                <c:pt idx="64">
                  <c:v>41579</c:v>
                </c:pt>
                <c:pt idx="65">
                  <c:v>41609</c:v>
                </c:pt>
                <c:pt idx="66">
                  <c:v>41640</c:v>
                </c:pt>
                <c:pt idx="67">
                  <c:v>41671</c:v>
                </c:pt>
                <c:pt idx="68">
                  <c:v>41699</c:v>
                </c:pt>
                <c:pt idx="69">
                  <c:v>41730</c:v>
                </c:pt>
                <c:pt idx="70">
                  <c:v>41760</c:v>
                </c:pt>
                <c:pt idx="71">
                  <c:v>41791</c:v>
                </c:pt>
                <c:pt idx="72">
                  <c:v>41821</c:v>
                </c:pt>
                <c:pt idx="73">
                  <c:v>41852</c:v>
                </c:pt>
                <c:pt idx="74">
                  <c:v>41883</c:v>
                </c:pt>
                <c:pt idx="75">
                  <c:v>41913</c:v>
                </c:pt>
                <c:pt idx="76">
                  <c:v>41944</c:v>
                </c:pt>
                <c:pt idx="77">
                  <c:v>41974</c:v>
                </c:pt>
                <c:pt idx="78">
                  <c:v>42005</c:v>
                </c:pt>
                <c:pt idx="79">
                  <c:v>42036</c:v>
                </c:pt>
                <c:pt idx="80">
                  <c:v>42064</c:v>
                </c:pt>
                <c:pt idx="81">
                  <c:v>42095</c:v>
                </c:pt>
                <c:pt idx="82">
                  <c:v>42125</c:v>
                </c:pt>
                <c:pt idx="83">
                  <c:v>42156</c:v>
                </c:pt>
                <c:pt idx="84">
                  <c:v>42186</c:v>
                </c:pt>
                <c:pt idx="85">
                  <c:v>42217</c:v>
                </c:pt>
                <c:pt idx="86">
                  <c:v>42248</c:v>
                </c:pt>
                <c:pt idx="87">
                  <c:v>42278</c:v>
                </c:pt>
                <c:pt idx="88">
                  <c:v>42309</c:v>
                </c:pt>
                <c:pt idx="89">
                  <c:v>42339</c:v>
                </c:pt>
              </c:numCache>
            </c:numRef>
          </c:cat>
          <c:val>
            <c:numRef>
              <c:f>'WAC Differences'!$N$3:$N$92</c:f>
              <c:numCache>
                <c:formatCode>General</c:formatCode>
                <c:ptCount val="90"/>
                <c:pt idx="0">
                  <c:v>28.526506881109981</c:v>
                </c:pt>
                <c:pt idx="1">
                  <c:v>15.081553997819963</c:v>
                </c:pt>
                <c:pt idx="2">
                  <c:v>-4.2281843973039912</c:v>
                </c:pt>
                <c:pt idx="3">
                  <c:v>-7.9017460862709221</c:v>
                </c:pt>
                <c:pt idx="4">
                  <c:v>-7.6730342103129345</c:v>
                </c:pt>
                <c:pt idx="5">
                  <c:v>-2.7540397921160142</c:v>
                </c:pt>
                <c:pt idx="6">
                  <c:v>64.004815714393004</c:v>
                </c:pt>
                <c:pt idx="7">
                  <c:v>47.683750220801002</c:v>
                </c:pt>
                <c:pt idx="8">
                  <c:v>34.474911503874054</c:v>
                </c:pt>
                <c:pt idx="9">
                  <c:v>15.892520755487993</c:v>
                </c:pt>
                <c:pt idx="10">
                  <c:v>51.890263686452002</c:v>
                </c:pt>
                <c:pt idx="11">
                  <c:v>97.024332753450977</c:v>
                </c:pt>
                <c:pt idx="12">
                  <c:v>37.819079350448973</c:v>
                </c:pt>
                <c:pt idx="13">
                  <c:v>29.018398525484024</c:v>
                </c:pt>
                <c:pt idx="14">
                  <c:v>3.2549493785089645</c:v>
                </c:pt>
                <c:pt idx="15">
                  <c:v>2.9969575324510167</c:v>
                </c:pt>
                <c:pt idx="16">
                  <c:v>29.790311898565047</c:v>
                </c:pt>
                <c:pt idx="17">
                  <c:v>24.076027247460008</c:v>
                </c:pt>
                <c:pt idx="18">
                  <c:v>19.148365886630003</c:v>
                </c:pt>
                <c:pt idx="19">
                  <c:v>18.972731718594993</c:v>
                </c:pt>
                <c:pt idx="20">
                  <c:v>17.783458334599</c:v>
                </c:pt>
                <c:pt idx="21">
                  <c:v>7.2192301163470418</c:v>
                </c:pt>
                <c:pt idx="22">
                  <c:v>5.8563012857030472</c:v>
                </c:pt>
                <c:pt idx="23">
                  <c:v>4.6801109649400097</c:v>
                </c:pt>
                <c:pt idx="24">
                  <c:v>-2.3106121091389653</c:v>
                </c:pt>
                <c:pt idx="25">
                  <c:v>5.9839197742530104</c:v>
                </c:pt>
                <c:pt idx="26">
                  <c:v>7.8251246985439948</c:v>
                </c:pt>
                <c:pt idx="27">
                  <c:v>9.7660875946080417</c:v>
                </c:pt>
                <c:pt idx="28">
                  <c:v>7.00154175090697</c:v>
                </c:pt>
                <c:pt idx="29">
                  <c:v>7.131768293259011</c:v>
                </c:pt>
                <c:pt idx="30">
                  <c:v>1.0359678759369828</c:v>
                </c:pt>
                <c:pt idx="31">
                  <c:v>-5.7629456631369536</c:v>
                </c:pt>
                <c:pt idx="32">
                  <c:v>-9.9919634317360284</c:v>
                </c:pt>
                <c:pt idx="33">
                  <c:v>-12.758765483719969</c:v>
                </c:pt>
                <c:pt idx="34">
                  <c:v>-12.093593427514016</c:v>
                </c:pt>
                <c:pt idx="35">
                  <c:v>-12.933808628950061</c:v>
                </c:pt>
                <c:pt idx="36">
                  <c:v>-7.868374565704972</c:v>
                </c:pt>
                <c:pt idx="37">
                  <c:v>-14.963671761221953</c:v>
                </c:pt>
                <c:pt idx="38">
                  <c:v>-7.0890798033260261</c:v>
                </c:pt>
                <c:pt idx="39">
                  <c:v>-3.6907664330060541</c:v>
                </c:pt>
                <c:pt idx="40">
                  <c:v>4.7875578513440153</c:v>
                </c:pt>
                <c:pt idx="41">
                  <c:v>7.4737964294190107</c:v>
                </c:pt>
                <c:pt idx="42">
                  <c:v>6.4236258407110114</c:v>
                </c:pt>
                <c:pt idx="43">
                  <c:v>8.3218260459620552</c:v>
                </c:pt>
                <c:pt idx="44">
                  <c:v>6.6962570812370004</c:v>
                </c:pt>
                <c:pt idx="45">
                  <c:v>2.8063660212310104</c:v>
                </c:pt>
                <c:pt idx="46">
                  <c:v>-2.4107298719620474</c:v>
                </c:pt>
                <c:pt idx="47">
                  <c:v>-5.9091151998780234</c:v>
                </c:pt>
                <c:pt idx="48">
                  <c:v>-0.29866363109096739</c:v>
                </c:pt>
                <c:pt idx="49">
                  <c:v>5.952745713801999</c:v>
                </c:pt>
                <c:pt idx="50">
                  <c:v>6.1268363729380049</c:v>
                </c:pt>
                <c:pt idx="51">
                  <c:v>4.2052222705100117</c:v>
                </c:pt>
                <c:pt idx="52">
                  <c:v>4.0662413149899823</c:v>
                </c:pt>
                <c:pt idx="53">
                  <c:v>2.1860355422850031</c:v>
                </c:pt>
                <c:pt idx="54">
                  <c:v>6.033045914396995</c:v>
                </c:pt>
                <c:pt idx="55">
                  <c:v>5.7154816781920026</c:v>
                </c:pt>
                <c:pt idx="56">
                  <c:v>4.7405713542880257</c:v>
                </c:pt>
                <c:pt idx="57">
                  <c:v>-2.1220765081309878</c:v>
                </c:pt>
                <c:pt idx="58">
                  <c:v>2.8400675657580088</c:v>
                </c:pt>
                <c:pt idx="59">
                  <c:v>-3.1891975799499761</c:v>
                </c:pt>
                <c:pt idx="60">
                  <c:v>-2.7580090049760031</c:v>
                </c:pt>
                <c:pt idx="61">
                  <c:v>-3.9830386684979402</c:v>
                </c:pt>
                <c:pt idx="62">
                  <c:v>-8.9640679217029451</c:v>
                </c:pt>
                <c:pt idx="63">
                  <c:v>-2.3190680206229608</c:v>
                </c:pt>
                <c:pt idx="64">
                  <c:v>-3.0285722596440579</c:v>
                </c:pt>
                <c:pt idx="65">
                  <c:v>-6.4541610020770079</c:v>
                </c:pt>
                <c:pt idx="66">
                  <c:v>-7.1845008721879822</c:v>
                </c:pt>
                <c:pt idx="67">
                  <c:v>0.53532965589999648</c:v>
                </c:pt>
                <c:pt idx="68">
                  <c:v>-4.3081076381650263</c:v>
                </c:pt>
                <c:pt idx="69">
                  <c:v>-4.7809568240909428</c:v>
                </c:pt>
                <c:pt idx="70">
                  <c:v>-5.707377220848997</c:v>
                </c:pt>
                <c:pt idx="71">
                  <c:v>-5.7116284001199169</c:v>
                </c:pt>
                <c:pt idx="72">
                  <c:v>-9.1304794048300053</c:v>
                </c:pt>
                <c:pt idx="73">
                  <c:v>-7.2601712339780633</c:v>
                </c:pt>
                <c:pt idx="74">
                  <c:v>-0.38331974956999915</c:v>
                </c:pt>
                <c:pt idx="75">
                  <c:v>-11.619695971341049</c:v>
                </c:pt>
                <c:pt idx="76">
                  <c:v>-14.169789919533038</c:v>
                </c:pt>
                <c:pt idx="77">
                  <c:v>-8.9475996205020003</c:v>
                </c:pt>
                <c:pt idx="78">
                  <c:v>-8.9621029618989212</c:v>
                </c:pt>
                <c:pt idx="79">
                  <c:v>-15.363618902200038</c:v>
                </c:pt>
                <c:pt idx="80">
                  <c:v>-7.2877185558079649</c:v>
                </c:pt>
                <c:pt idx="81">
                  <c:v>-3.7638844613600231</c:v>
                </c:pt>
                <c:pt idx="82">
                  <c:v>-5.9953505675820029</c:v>
                </c:pt>
                <c:pt idx="83">
                  <c:v>-9.235885836339941</c:v>
                </c:pt>
                <c:pt idx="84">
                  <c:v>-5.5343245628310278</c:v>
                </c:pt>
                <c:pt idx="85">
                  <c:v>-18.593606363739035</c:v>
                </c:pt>
                <c:pt idx="86">
                  <c:v>-10.305755201872024</c:v>
                </c:pt>
                <c:pt idx="87">
                  <c:v>-10.070879546685951</c:v>
                </c:pt>
                <c:pt idx="88">
                  <c:v>-13.529088637247</c:v>
                </c:pt>
                <c:pt idx="89">
                  <c:v>-5.0505814093889434</c:v>
                </c:pt>
              </c:numCache>
            </c:numRef>
          </c:val>
          <c:smooth val="0"/>
        </c:ser>
        <c:dLbls>
          <c:showLegendKey val="0"/>
          <c:showVal val="0"/>
          <c:showCatName val="0"/>
          <c:showSerName val="0"/>
          <c:showPercent val="0"/>
          <c:showBubbleSize val="0"/>
        </c:dLbls>
        <c:marker val="1"/>
        <c:smooth val="0"/>
        <c:axId val="138480640"/>
        <c:axId val="138490624"/>
      </c:lineChart>
      <c:lineChart>
        <c:grouping val="standard"/>
        <c:varyColors val="0"/>
        <c:ser>
          <c:idx val="0"/>
          <c:order val="1"/>
          <c:tx>
            <c:strRef>
              <c:f>'WAC Differences'!$O$2</c:f>
              <c:strCache>
                <c:ptCount val="1"/>
                <c:pt idx="0">
                  <c:v>Mkt Share</c:v>
                </c:pt>
              </c:strCache>
            </c:strRef>
          </c:tx>
          <c:spPr>
            <a:ln>
              <a:prstDash val="dash"/>
            </a:ln>
          </c:spPr>
          <c:marker>
            <c:symbol val="none"/>
          </c:marker>
          <c:cat>
            <c:numRef>
              <c:f>'WAC Differences'!$K$3:$K$92</c:f>
              <c:numCache>
                <c:formatCode>m/d/yyyy</c:formatCode>
                <c:ptCount val="90"/>
                <c:pt idx="0">
                  <c:v>39569</c:v>
                </c:pt>
                <c:pt idx="1">
                  <c:v>39600</c:v>
                </c:pt>
                <c:pt idx="2">
                  <c:v>39630</c:v>
                </c:pt>
                <c:pt idx="3">
                  <c:v>39661</c:v>
                </c:pt>
                <c:pt idx="4">
                  <c:v>39692</c:v>
                </c:pt>
                <c:pt idx="5">
                  <c:v>39722</c:v>
                </c:pt>
                <c:pt idx="6">
                  <c:v>39783</c:v>
                </c:pt>
                <c:pt idx="7">
                  <c:v>39845</c:v>
                </c:pt>
                <c:pt idx="8">
                  <c:v>39873</c:v>
                </c:pt>
                <c:pt idx="9">
                  <c:v>39904</c:v>
                </c:pt>
                <c:pt idx="10">
                  <c:v>39934</c:v>
                </c:pt>
                <c:pt idx="11">
                  <c:v>39965</c:v>
                </c:pt>
                <c:pt idx="12">
                  <c:v>39995</c:v>
                </c:pt>
                <c:pt idx="13">
                  <c:v>40026</c:v>
                </c:pt>
                <c:pt idx="14">
                  <c:v>40057</c:v>
                </c:pt>
                <c:pt idx="15">
                  <c:v>40087</c:v>
                </c:pt>
                <c:pt idx="16">
                  <c:v>40118</c:v>
                </c:pt>
                <c:pt idx="17">
                  <c:v>40148</c:v>
                </c:pt>
                <c:pt idx="18">
                  <c:v>40179</c:v>
                </c:pt>
                <c:pt idx="19">
                  <c:v>40210</c:v>
                </c:pt>
                <c:pt idx="20">
                  <c:v>40238</c:v>
                </c:pt>
                <c:pt idx="21">
                  <c:v>40269</c:v>
                </c:pt>
                <c:pt idx="22">
                  <c:v>40299</c:v>
                </c:pt>
                <c:pt idx="23">
                  <c:v>40330</c:v>
                </c:pt>
                <c:pt idx="24">
                  <c:v>40360</c:v>
                </c:pt>
                <c:pt idx="25">
                  <c:v>40391</c:v>
                </c:pt>
                <c:pt idx="26">
                  <c:v>40422</c:v>
                </c:pt>
                <c:pt idx="27">
                  <c:v>40452</c:v>
                </c:pt>
                <c:pt idx="28">
                  <c:v>40483</c:v>
                </c:pt>
                <c:pt idx="29">
                  <c:v>40513</c:v>
                </c:pt>
                <c:pt idx="30">
                  <c:v>40544</c:v>
                </c:pt>
                <c:pt idx="31">
                  <c:v>40575</c:v>
                </c:pt>
                <c:pt idx="32">
                  <c:v>40603</c:v>
                </c:pt>
                <c:pt idx="33">
                  <c:v>40634</c:v>
                </c:pt>
                <c:pt idx="34">
                  <c:v>40664</c:v>
                </c:pt>
                <c:pt idx="35">
                  <c:v>40695</c:v>
                </c:pt>
                <c:pt idx="36">
                  <c:v>40725</c:v>
                </c:pt>
                <c:pt idx="37">
                  <c:v>40756</c:v>
                </c:pt>
                <c:pt idx="38">
                  <c:v>40787</c:v>
                </c:pt>
                <c:pt idx="39">
                  <c:v>40817</c:v>
                </c:pt>
                <c:pt idx="40">
                  <c:v>40848</c:v>
                </c:pt>
                <c:pt idx="41">
                  <c:v>40878</c:v>
                </c:pt>
                <c:pt idx="42">
                  <c:v>40909</c:v>
                </c:pt>
                <c:pt idx="43">
                  <c:v>40940</c:v>
                </c:pt>
                <c:pt idx="44">
                  <c:v>40969</c:v>
                </c:pt>
                <c:pt idx="45">
                  <c:v>41000</c:v>
                </c:pt>
                <c:pt idx="46">
                  <c:v>41030</c:v>
                </c:pt>
                <c:pt idx="47">
                  <c:v>41061</c:v>
                </c:pt>
                <c:pt idx="48">
                  <c:v>41091</c:v>
                </c:pt>
                <c:pt idx="49">
                  <c:v>41122</c:v>
                </c:pt>
                <c:pt idx="50">
                  <c:v>41153</c:v>
                </c:pt>
                <c:pt idx="51">
                  <c:v>41183</c:v>
                </c:pt>
                <c:pt idx="52">
                  <c:v>41214</c:v>
                </c:pt>
                <c:pt idx="53">
                  <c:v>41244</c:v>
                </c:pt>
                <c:pt idx="54">
                  <c:v>41275</c:v>
                </c:pt>
                <c:pt idx="55">
                  <c:v>41306</c:v>
                </c:pt>
                <c:pt idx="56">
                  <c:v>41334</c:v>
                </c:pt>
                <c:pt idx="57">
                  <c:v>41365</c:v>
                </c:pt>
                <c:pt idx="58">
                  <c:v>41395</c:v>
                </c:pt>
                <c:pt idx="59">
                  <c:v>41426</c:v>
                </c:pt>
                <c:pt idx="60">
                  <c:v>41456</c:v>
                </c:pt>
                <c:pt idx="61">
                  <c:v>41487</c:v>
                </c:pt>
                <c:pt idx="62">
                  <c:v>41518</c:v>
                </c:pt>
                <c:pt idx="63">
                  <c:v>41548</c:v>
                </c:pt>
                <c:pt idx="64">
                  <c:v>41579</c:v>
                </c:pt>
                <c:pt idx="65">
                  <c:v>41609</c:v>
                </c:pt>
                <c:pt idx="66">
                  <c:v>41640</c:v>
                </c:pt>
                <c:pt idx="67">
                  <c:v>41671</c:v>
                </c:pt>
                <c:pt idx="68">
                  <c:v>41699</c:v>
                </c:pt>
                <c:pt idx="69">
                  <c:v>41730</c:v>
                </c:pt>
                <c:pt idx="70">
                  <c:v>41760</c:v>
                </c:pt>
                <c:pt idx="71">
                  <c:v>41791</c:v>
                </c:pt>
                <c:pt idx="72">
                  <c:v>41821</c:v>
                </c:pt>
                <c:pt idx="73">
                  <c:v>41852</c:v>
                </c:pt>
                <c:pt idx="74">
                  <c:v>41883</c:v>
                </c:pt>
                <c:pt idx="75">
                  <c:v>41913</c:v>
                </c:pt>
                <c:pt idx="76">
                  <c:v>41944</c:v>
                </c:pt>
                <c:pt idx="77">
                  <c:v>41974</c:v>
                </c:pt>
                <c:pt idx="78">
                  <c:v>42005</c:v>
                </c:pt>
                <c:pt idx="79">
                  <c:v>42036</c:v>
                </c:pt>
                <c:pt idx="80">
                  <c:v>42064</c:v>
                </c:pt>
                <c:pt idx="81">
                  <c:v>42095</c:v>
                </c:pt>
                <c:pt idx="82">
                  <c:v>42125</c:v>
                </c:pt>
                <c:pt idx="83">
                  <c:v>42156</c:v>
                </c:pt>
                <c:pt idx="84">
                  <c:v>42186</c:v>
                </c:pt>
                <c:pt idx="85">
                  <c:v>42217</c:v>
                </c:pt>
                <c:pt idx="86">
                  <c:v>42248</c:v>
                </c:pt>
                <c:pt idx="87">
                  <c:v>42278</c:v>
                </c:pt>
                <c:pt idx="88">
                  <c:v>42309</c:v>
                </c:pt>
                <c:pt idx="89">
                  <c:v>42339</c:v>
                </c:pt>
              </c:numCache>
            </c:numRef>
          </c:cat>
          <c:val>
            <c:numRef>
              <c:f>'WAC Differences'!$O$3:$O$92</c:f>
              <c:numCache>
                <c:formatCode>0.00%</c:formatCode>
                <c:ptCount val="90"/>
                <c:pt idx="0">
                  <c:v>2.9165871398595167E-4</c:v>
                </c:pt>
                <c:pt idx="1">
                  <c:v>1.0583837708653275E-2</c:v>
                </c:pt>
                <c:pt idx="2">
                  <c:v>6.4944641105330547E-2</c:v>
                </c:pt>
                <c:pt idx="3">
                  <c:v>9.2590993222294665E-2</c:v>
                </c:pt>
                <c:pt idx="4">
                  <c:v>8.3133750535719697E-2</c:v>
                </c:pt>
                <c:pt idx="5">
                  <c:v>6.1816447022908318E-2</c:v>
                </c:pt>
                <c:pt idx="6">
                  <c:v>3.5490679374334898E-4</c:v>
                </c:pt>
                <c:pt idx="7">
                  <c:v>1.5250839249050558E-2</c:v>
                </c:pt>
                <c:pt idx="8">
                  <c:v>8.139954075242194E-3</c:v>
                </c:pt>
                <c:pt idx="9">
                  <c:v>1.0957839710351944E-2</c:v>
                </c:pt>
                <c:pt idx="10">
                  <c:v>6.5335356111700729E-2</c:v>
                </c:pt>
                <c:pt idx="11">
                  <c:v>2.4668686175981558E-2</c:v>
                </c:pt>
                <c:pt idx="12">
                  <c:v>2.5640931383379272E-2</c:v>
                </c:pt>
                <c:pt idx="13">
                  <c:v>5.0619804086324681E-2</c:v>
                </c:pt>
                <c:pt idx="14">
                  <c:v>8.6720315539991488E-2</c:v>
                </c:pt>
                <c:pt idx="15">
                  <c:v>0.19388769396695821</c:v>
                </c:pt>
                <c:pt idx="16">
                  <c:v>0.12281276126308358</c:v>
                </c:pt>
                <c:pt idx="17">
                  <c:v>8.9618259017496912E-2</c:v>
                </c:pt>
                <c:pt idx="18">
                  <c:v>0.10271581239762505</c:v>
                </c:pt>
                <c:pt idx="19">
                  <c:v>9.7957271276644484E-2</c:v>
                </c:pt>
                <c:pt idx="20">
                  <c:v>0.12330188931480089</c:v>
                </c:pt>
                <c:pt idx="21">
                  <c:v>8.0616790293127405E-2</c:v>
                </c:pt>
                <c:pt idx="22">
                  <c:v>8.4148722824238742E-2</c:v>
                </c:pt>
                <c:pt idx="23">
                  <c:v>6.4072806140162031E-2</c:v>
                </c:pt>
                <c:pt idx="24">
                  <c:v>0.13968968264700857</c:v>
                </c:pt>
                <c:pt idx="25">
                  <c:v>0.12714417739454253</c:v>
                </c:pt>
                <c:pt idx="26">
                  <c:v>0.11188284220550029</c:v>
                </c:pt>
                <c:pt idx="27">
                  <c:v>0.10726848859242477</c:v>
                </c:pt>
                <c:pt idx="28">
                  <c:v>0.11528515040528932</c:v>
                </c:pt>
                <c:pt idx="29">
                  <c:v>0.11547432300014933</c:v>
                </c:pt>
                <c:pt idx="30">
                  <c:v>0.12575351130932561</c:v>
                </c:pt>
                <c:pt idx="31">
                  <c:v>9.9747275006174391E-2</c:v>
                </c:pt>
                <c:pt idx="32">
                  <c:v>7.1708042263663854E-2</c:v>
                </c:pt>
                <c:pt idx="33">
                  <c:v>7.5750445158143109E-2</c:v>
                </c:pt>
                <c:pt idx="34">
                  <c:v>6.7986387631479739E-2</c:v>
                </c:pt>
                <c:pt idx="35">
                  <c:v>7.3976690219158731E-2</c:v>
                </c:pt>
                <c:pt idx="36">
                  <c:v>0.11598394825001339</c:v>
                </c:pt>
                <c:pt idx="37">
                  <c:v>0.1103454584128272</c:v>
                </c:pt>
                <c:pt idx="38">
                  <c:v>0.11974209374914661</c:v>
                </c:pt>
                <c:pt idx="39">
                  <c:v>0.19177279735194777</c:v>
                </c:pt>
                <c:pt idx="40">
                  <c:v>0.14820120215482879</c:v>
                </c:pt>
                <c:pt idx="41">
                  <c:v>4.7502048406932021E-2</c:v>
                </c:pt>
                <c:pt idx="42">
                  <c:v>4.6978842036904625E-2</c:v>
                </c:pt>
                <c:pt idx="43">
                  <c:v>4.5112761341461208E-2</c:v>
                </c:pt>
                <c:pt idx="44">
                  <c:v>4.9814105840484242E-2</c:v>
                </c:pt>
                <c:pt idx="45">
                  <c:v>3.11783018031998E-2</c:v>
                </c:pt>
                <c:pt idx="46">
                  <c:v>3.8173350457004866E-2</c:v>
                </c:pt>
                <c:pt idx="47">
                  <c:v>5.8878731880906053E-2</c:v>
                </c:pt>
                <c:pt idx="48">
                  <c:v>6.7486381490393876E-2</c:v>
                </c:pt>
                <c:pt idx="49">
                  <c:v>7.0083696565919618E-2</c:v>
                </c:pt>
                <c:pt idx="50">
                  <c:v>6.057320211684613E-2</c:v>
                </c:pt>
                <c:pt idx="51">
                  <c:v>6.2290784501129584E-2</c:v>
                </c:pt>
                <c:pt idx="52">
                  <c:v>5.8328897495237605E-2</c:v>
                </c:pt>
                <c:pt idx="53">
                  <c:v>3.2757091383272104E-2</c:v>
                </c:pt>
                <c:pt idx="54">
                  <c:v>6.558295534343514E-2</c:v>
                </c:pt>
                <c:pt idx="55">
                  <c:v>3.9851926171040795E-2</c:v>
                </c:pt>
                <c:pt idx="56">
                  <c:v>5.6369696008458016E-2</c:v>
                </c:pt>
                <c:pt idx="57">
                  <c:v>5.3573421455493431E-2</c:v>
                </c:pt>
                <c:pt idx="58">
                  <c:v>4.4413837811272519E-2</c:v>
                </c:pt>
                <c:pt idx="59">
                  <c:v>5.9075810216759131E-2</c:v>
                </c:pt>
                <c:pt idx="60">
                  <c:v>4.1505470991041966E-2</c:v>
                </c:pt>
                <c:pt idx="61">
                  <c:v>3.9097590282544954E-2</c:v>
                </c:pt>
                <c:pt idx="62">
                  <c:v>2.8184905638979525E-2</c:v>
                </c:pt>
                <c:pt idx="63">
                  <c:v>2.7027325398194746E-2</c:v>
                </c:pt>
                <c:pt idx="64">
                  <c:v>2.9951467012610311E-2</c:v>
                </c:pt>
                <c:pt idx="65">
                  <c:v>2.8139244206623254E-2</c:v>
                </c:pt>
                <c:pt idx="66">
                  <c:v>2.2170581957836197E-2</c:v>
                </c:pt>
                <c:pt idx="67">
                  <c:v>2.0310582416310088E-2</c:v>
                </c:pt>
                <c:pt idx="68">
                  <c:v>1.4979353778191594E-2</c:v>
                </c:pt>
                <c:pt idx="69">
                  <c:v>1.5303886589454318E-2</c:v>
                </c:pt>
                <c:pt idx="70">
                  <c:v>1.8572409158052878E-2</c:v>
                </c:pt>
                <c:pt idx="71">
                  <c:v>1.4926694347252236E-2</c:v>
                </c:pt>
                <c:pt idx="72">
                  <c:v>2.2695480917624123E-2</c:v>
                </c:pt>
                <c:pt idx="73">
                  <c:v>1.9106390175511863E-2</c:v>
                </c:pt>
                <c:pt idx="74">
                  <c:v>2.7283775412606494E-2</c:v>
                </c:pt>
                <c:pt idx="75">
                  <c:v>1.9456325502446078E-2</c:v>
                </c:pt>
                <c:pt idx="76">
                  <c:v>2.5615777783813829E-2</c:v>
                </c:pt>
                <c:pt idx="77">
                  <c:v>2.5004838925815627E-2</c:v>
                </c:pt>
                <c:pt idx="78">
                  <c:v>2.6127057963396365E-2</c:v>
                </c:pt>
                <c:pt idx="79">
                  <c:v>3.3560735280295476E-2</c:v>
                </c:pt>
                <c:pt idx="80">
                  <c:v>3.2710942586512019E-2</c:v>
                </c:pt>
                <c:pt idx="81">
                  <c:v>3.2920895192787715E-2</c:v>
                </c:pt>
                <c:pt idx="82">
                  <c:v>2.5247300078463802E-2</c:v>
                </c:pt>
                <c:pt idx="83">
                  <c:v>5.2812628619025921E-2</c:v>
                </c:pt>
                <c:pt idx="84">
                  <c:v>2.5687590443477702E-2</c:v>
                </c:pt>
                <c:pt idx="85">
                  <c:v>3.2841933586379102E-2</c:v>
                </c:pt>
                <c:pt idx="86">
                  <c:v>1.9307365695388944E-2</c:v>
                </c:pt>
                <c:pt idx="87">
                  <c:v>2.0052139326341676E-2</c:v>
                </c:pt>
                <c:pt idx="88">
                  <c:v>3.2346047248457382E-2</c:v>
                </c:pt>
                <c:pt idx="89">
                  <c:v>5.4609199851666877E-3</c:v>
                </c:pt>
              </c:numCache>
            </c:numRef>
          </c:val>
          <c:smooth val="0"/>
        </c:ser>
        <c:dLbls>
          <c:showLegendKey val="0"/>
          <c:showVal val="0"/>
          <c:showCatName val="0"/>
          <c:showSerName val="0"/>
          <c:showPercent val="0"/>
          <c:showBubbleSize val="0"/>
        </c:dLbls>
        <c:marker val="1"/>
        <c:smooth val="0"/>
        <c:axId val="138498816"/>
        <c:axId val="138492544"/>
      </c:lineChart>
      <c:dateAx>
        <c:axId val="138480640"/>
        <c:scaling>
          <c:orientation val="minMax"/>
        </c:scaling>
        <c:delete val="0"/>
        <c:axPos val="b"/>
        <c:numFmt formatCode="m/d/yyyy" sourceLinked="1"/>
        <c:majorTickMark val="out"/>
        <c:minorTickMark val="none"/>
        <c:tickLblPos val="nextTo"/>
        <c:crossAx val="138490624"/>
        <c:crosses val="autoZero"/>
        <c:auto val="1"/>
        <c:lblOffset val="100"/>
        <c:baseTimeUnit val="months"/>
        <c:majorUnit val="6"/>
        <c:majorTimeUnit val="months"/>
      </c:dateAx>
      <c:valAx>
        <c:axId val="138490624"/>
        <c:scaling>
          <c:orientation val="minMax"/>
          <c:max val="100"/>
          <c:min val="-20"/>
        </c:scaling>
        <c:delete val="0"/>
        <c:axPos val="l"/>
        <c:title>
          <c:tx>
            <c:rich>
              <a:bodyPr rot="-5400000" vert="horz"/>
              <a:lstStyle/>
              <a:p>
                <a:pPr>
                  <a:defRPr/>
                </a:pPr>
                <a:r>
                  <a:rPr lang="en-US"/>
                  <a:t>CK - CL WAC (bps)</a:t>
                </a:r>
              </a:p>
            </c:rich>
          </c:tx>
          <c:layout/>
          <c:overlay val="0"/>
        </c:title>
        <c:numFmt formatCode="General" sourceLinked="1"/>
        <c:majorTickMark val="out"/>
        <c:minorTickMark val="none"/>
        <c:tickLblPos val="nextTo"/>
        <c:crossAx val="138480640"/>
        <c:crosses val="autoZero"/>
        <c:crossBetween val="between"/>
      </c:valAx>
      <c:valAx>
        <c:axId val="138492544"/>
        <c:scaling>
          <c:orientation val="minMax"/>
          <c:max val="0.2"/>
        </c:scaling>
        <c:delete val="0"/>
        <c:axPos val="r"/>
        <c:title>
          <c:tx>
            <c:rich>
              <a:bodyPr rot="-5400000" vert="horz"/>
              <a:lstStyle/>
              <a:p>
                <a:pPr>
                  <a:defRPr/>
                </a:pPr>
                <a:r>
                  <a:rPr lang="en-US"/>
                  <a:t>CK Market Share (%)</a:t>
                </a:r>
              </a:p>
            </c:rich>
          </c:tx>
          <c:layout/>
          <c:overlay val="0"/>
        </c:title>
        <c:numFmt formatCode="0%" sourceLinked="0"/>
        <c:majorTickMark val="out"/>
        <c:minorTickMark val="none"/>
        <c:tickLblPos val="nextTo"/>
        <c:crossAx val="138498816"/>
        <c:crosses val="max"/>
        <c:crossBetween val="between"/>
      </c:valAx>
      <c:dateAx>
        <c:axId val="138498816"/>
        <c:scaling>
          <c:orientation val="minMax"/>
        </c:scaling>
        <c:delete val="1"/>
        <c:axPos val="b"/>
        <c:numFmt formatCode="m/d/yyyy" sourceLinked="1"/>
        <c:majorTickMark val="out"/>
        <c:minorTickMark val="none"/>
        <c:tickLblPos val="nextTo"/>
        <c:crossAx val="138492544"/>
        <c:crosses val="autoZero"/>
        <c:auto val="1"/>
        <c:lblOffset val="100"/>
        <c:baseTimeUnit val="months"/>
        <c:majorUnit val="1"/>
        <c:minorUnit val="1"/>
      </c:dateAx>
      <c:spPr>
        <a:ln>
          <a:noFill/>
        </a:ln>
      </c:spPr>
    </c:plotArea>
    <c:legend>
      <c:legendPos val="b"/>
      <c:layout/>
      <c:overlay val="0"/>
    </c:legend>
    <c:plotVisOnly val="1"/>
    <c:dispBlanksAs val="gap"/>
    <c:showDLblsOverMax val="0"/>
  </c:chart>
  <c:spPr>
    <a:ln>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'LLPA Differences'!$E$1</c:f>
              <c:strCache>
                <c:ptCount val="1"/>
                <c:pt idx="0">
                  <c:v>Jumbo Conforming LLPA</c:v>
                </c:pt>
              </c:strCache>
            </c:strRef>
          </c:tx>
          <c:spPr>
            <a:ln w="28575" cap="rnd">
              <a:solidFill>
                <a:schemeClr val="accent1"/>
              </a:solidFill>
              <a:round/>
            </a:ln>
            <a:effectLst/>
          </c:spPr>
          <c:marker>
            <c:symbol val="none"/>
          </c:marker>
          <c:cat>
            <c:numRef>
              <c:f>'LLPA Differences'!$A$2:$A$92</c:f>
              <c:numCache>
                <c:formatCode>m/d/yyyy</c:formatCode>
                <c:ptCount val="91"/>
                <c:pt idx="0">
                  <c:v>39630</c:v>
                </c:pt>
                <c:pt idx="1">
                  <c:v>39661</c:v>
                </c:pt>
                <c:pt idx="2">
                  <c:v>39692</c:v>
                </c:pt>
                <c:pt idx="3">
                  <c:v>39722</c:v>
                </c:pt>
                <c:pt idx="4">
                  <c:v>39753</c:v>
                </c:pt>
                <c:pt idx="5">
                  <c:v>39783</c:v>
                </c:pt>
                <c:pt idx="6">
                  <c:v>39814</c:v>
                </c:pt>
                <c:pt idx="7">
                  <c:v>39845</c:v>
                </c:pt>
                <c:pt idx="8">
                  <c:v>39873</c:v>
                </c:pt>
                <c:pt idx="9">
                  <c:v>39904</c:v>
                </c:pt>
                <c:pt idx="10">
                  <c:v>39934</c:v>
                </c:pt>
                <c:pt idx="11">
                  <c:v>39965</c:v>
                </c:pt>
                <c:pt idx="12">
                  <c:v>39995</c:v>
                </c:pt>
                <c:pt idx="13">
                  <c:v>40026</c:v>
                </c:pt>
                <c:pt idx="14">
                  <c:v>40057</c:v>
                </c:pt>
                <c:pt idx="15">
                  <c:v>40087</c:v>
                </c:pt>
                <c:pt idx="16">
                  <c:v>40118</c:v>
                </c:pt>
                <c:pt idx="17">
                  <c:v>40148</c:v>
                </c:pt>
                <c:pt idx="18">
                  <c:v>40179</c:v>
                </c:pt>
                <c:pt idx="19">
                  <c:v>40210</c:v>
                </c:pt>
                <c:pt idx="20">
                  <c:v>40238</c:v>
                </c:pt>
                <c:pt idx="21">
                  <c:v>40269</c:v>
                </c:pt>
                <c:pt idx="22">
                  <c:v>40299</c:v>
                </c:pt>
                <c:pt idx="23">
                  <c:v>40330</c:v>
                </c:pt>
                <c:pt idx="24">
                  <c:v>40360</c:v>
                </c:pt>
                <c:pt idx="25">
                  <c:v>40391</c:v>
                </c:pt>
                <c:pt idx="26">
                  <c:v>40422</c:v>
                </c:pt>
                <c:pt idx="27">
                  <c:v>40452</c:v>
                </c:pt>
                <c:pt idx="28">
                  <c:v>40483</c:v>
                </c:pt>
                <c:pt idx="29">
                  <c:v>40513</c:v>
                </c:pt>
                <c:pt idx="30">
                  <c:v>40544</c:v>
                </c:pt>
                <c:pt idx="31">
                  <c:v>40575</c:v>
                </c:pt>
                <c:pt idx="32">
                  <c:v>40603</c:v>
                </c:pt>
                <c:pt idx="33">
                  <c:v>40634</c:v>
                </c:pt>
                <c:pt idx="34">
                  <c:v>40664</c:v>
                </c:pt>
                <c:pt idx="35">
                  <c:v>40695</c:v>
                </c:pt>
                <c:pt idx="36">
                  <c:v>40725</c:v>
                </c:pt>
                <c:pt idx="37">
                  <c:v>40756</c:v>
                </c:pt>
                <c:pt idx="38">
                  <c:v>40787</c:v>
                </c:pt>
                <c:pt idx="39">
                  <c:v>40817</c:v>
                </c:pt>
                <c:pt idx="40">
                  <c:v>40848</c:v>
                </c:pt>
                <c:pt idx="41">
                  <c:v>40878</c:v>
                </c:pt>
                <c:pt idx="42">
                  <c:v>40909</c:v>
                </c:pt>
                <c:pt idx="43">
                  <c:v>40940</c:v>
                </c:pt>
                <c:pt idx="44">
                  <c:v>40969</c:v>
                </c:pt>
                <c:pt idx="45">
                  <c:v>41000</c:v>
                </c:pt>
                <c:pt idx="46">
                  <c:v>41030</c:v>
                </c:pt>
                <c:pt idx="47">
                  <c:v>41061</c:v>
                </c:pt>
                <c:pt idx="48">
                  <c:v>41091</c:v>
                </c:pt>
                <c:pt idx="49">
                  <c:v>41122</c:v>
                </c:pt>
                <c:pt idx="50">
                  <c:v>41153</c:v>
                </c:pt>
                <c:pt idx="51">
                  <c:v>41183</c:v>
                </c:pt>
                <c:pt idx="52">
                  <c:v>41214</c:v>
                </c:pt>
                <c:pt idx="53">
                  <c:v>41244</c:v>
                </c:pt>
                <c:pt idx="54">
                  <c:v>41275</c:v>
                </c:pt>
                <c:pt idx="55">
                  <c:v>41306</c:v>
                </c:pt>
                <c:pt idx="56">
                  <c:v>41334</c:v>
                </c:pt>
                <c:pt idx="57">
                  <c:v>41365</c:v>
                </c:pt>
                <c:pt idx="58">
                  <c:v>41395</c:v>
                </c:pt>
                <c:pt idx="59">
                  <c:v>41426</c:v>
                </c:pt>
                <c:pt idx="60">
                  <c:v>41456</c:v>
                </c:pt>
                <c:pt idx="61">
                  <c:v>41487</c:v>
                </c:pt>
                <c:pt idx="62">
                  <c:v>41518</c:v>
                </c:pt>
                <c:pt idx="63">
                  <c:v>41548</c:v>
                </c:pt>
                <c:pt idx="64">
                  <c:v>41579</c:v>
                </c:pt>
                <c:pt idx="65">
                  <c:v>41609</c:v>
                </c:pt>
                <c:pt idx="66">
                  <c:v>41640</c:v>
                </c:pt>
                <c:pt idx="67">
                  <c:v>41671</c:v>
                </c:pt>
                <c:pt idx="68">
                  <c:v>41699</c:v>
                </c:pt>
                <c:pt idx="69">
                  <c:v>41730</c:v>
                </c:pt>
                <c:pt idx="70">
                  <c:v>41760</c:v>
                </c:pt>
                <c:pt idx="71">
                  <c:v>41791</c:v>
                </c:pt>
                <c:pt idx="72">
                  <c:v>41821</c:v>
                </c:pt>
                <c:pt idx="73">
                  <c:v>41852</c:v>
                </c:pt>
                <c:pt idx="74">
                  <c:v>41883</c:v>
                </c:pt>
                <c:pt idx="75">
                  <c:v>41913</c:v>
                </c:pt>
                <c:pt idx="76">
                  <c:v>41944</c:v>
                </c:pt>
                <c:pt idx="77">
                  <c:v>41974</c:v>
                </c:pt>
                <c:pt idx="78">
                  <c:v>42005</c:v>
                </c:pt>
                <c:pt idx="79">
                  <c:v>42036</c:v>
                </c:pt>
                <c:pt idx="80">
                  <c:v>42064</c:v>
                </c:pt>
                <c:pt idx="81">
                  <c:v>42095</c:v>
                </c:pt>
                <c:pt idx="82">
                  <c:v>42125</c:v>
                </c:pt>
                <c:pt idx="83">
                  <c:v>42156</c:v>
                </c:pt>
                <c:pt idx="84">
                  <c:v>42186</c:v>
                </c:pt>
                <c:pt idx="85">
                  <c:v>42217</c:v>
                </c:pt>
                <c:pt idx="86">
                  <c:v>42248</c:v>
                </c:pt>
                <c:pt idx="87">
                  <c:v>42278</c:v>
                </c:pt>
                <c:pt idx="88">
                  <c:v>42309</c:v>
                </c:pt>
                <c:pt idx="89">
                  <c:v>42339</c:v>
                </c:pt>
              </c:numCache>
            </c:numRef>
          </c:cat>
          <c:val>
            <c:numRef>
              <c:f>'LLPA Differences'!$E$2:$E$92</c:f>
              <c:numCache>
                <c:formatCode>General</c:formatCode>
                <c:ptCount val="91"/>
                <c:pt idx="0">
                  <c:v>0.1135</c:v>
                </c:pt>
                <c:pt idx="1">
                  <c:v>0.1082</c:v>
                </c:pt>
                <c:pt idx="2">
                  <c:v>0.1047</c:v>
                </c:pt>
                <c:pt idx="3">
                  <c:v>0.10730000000000001</c:v>
                </c:pt>
                <c:pt idx="4">
                  <c:v>0.1079</c:v>
                </c:pt>
                <c:pt idx="5">
                  <c:v>0.111</c:v>
                </c:pt>
                <c:pt idx="6">
                  <c:v>0.1119</c:v>
                </c:pt>
                <c:pt idx="7">
                  <c:v>0.1158</c:v>
                </c:pt>
                <c:pt idx="8">
                  <c:v>0.1163</c:v>
                </c:pt>
                <c:pt idx="9">
                  <c:v>0.1159</c:v>
                </c:pt>
                <c:pt idx="10">
                  <c:v>0.1158</c:v>
                </c:pt>
                <c:pt idx="11">
                  <c:v>0.1159</c:v>
                </c:pt>
                <c:pt idx="12">
                  <c:v>0.1157</c:v>
                </c:pt>
                <c:pt idx="13">
                  <c:v>0.11609999999999999</c:v>
                </c:pt>
                <c:pt idx="14">
                  <c:v>0.1143</c:v>
                </c:pt>
                <c:pt idx="15">
                  <c:v>0.1149</c:v>
                </c:pt>
                <c:pt idx="16">
                  <c:v>0.1153</c:v>
                </c:pt>
                <c:pt idx="17">
                  <c:v>0.11550000000000001</c:v>
                </c:pt>
                <c:pt idx="18">
                  <c:v>0.11600000000000001</c:v>
                </c:pt>
                <c:pt idx="19">
                  <c:v>0.1178</c:v>
                </c:pt>
                <c:pt idx="20">
                  <c:v>0.1182</c:v>
                </c:pt>
                <c:pt idx="21">
                  <c:v>0.1162</c:v>
                </c:pt>
                <c:pt idx="22">
                  <c:v>0.1157</c:v>
                </c:pt>
                <c:pt idx="23">
                  <c:v>0.115</c:v>
                </c:pt>
                <c:pt idx="24">
                  <c:v>0.1168</c:v>
                </c:pt>
                <c:pt idx="25">
                  <c:v>0.1183</c:v>
                </c:pt>
                <c:pt idx="26">
                  <c:v>0.11890000000000001</c:v>
                </c:pt>
                <c:pt idx="27">
                  <c:v>0.1216</c:v>
                </c:pt>
                <c:pt idx="28">
                  <c:v>0.12379999999999999</c:v>
                </c:pt>
                <c:pt idx="29">
                  <c:v>0.1244</c:v>
                </c:pt>
                <c:pt idx="30">
                  <c:v>0.1275</c:v>
                </c:pt>
                <c:pt idx="31">
                  <c:v>0.1273</c:v>
                </c:pt>
                <c:pt idx="32">
                  <c:v>0.1198</c:v>
                </c:pt>
                <c:pt idx="33">
                  <c:v>0.1163</c:v>
                </c:pt>
                <c:pt idx="34">
                  <c:v>0.1152</c:v>
                </c:pt>
                <c:pt idx="35">
                  <c:v>0.11269999999999999</c:v>
                </c:pt>
                <c:pt idx="36">
                  <c:v>0.1123</c:v>
                </c:pt>
                <c:pt idx="37">
                  <c:v>0.11219999999999999</c:v>
                </c:pt>
                <c:pt idx="38">
                  <c:v>0.1125</c:v>
                </c:pt>
                <c:pt idx="39">
                  <c:v>0.11600000000000001</c:v>
                </c:pt>
                <c:pt idx="40">
                  <c:v>0.1179</c:v>
                </c:pt>
                <c:pt idx="41">
                  <c:v>0.11849999999999999</c:v>
                </c:pt>
                <c:pt idx="42">
                  <c:v>0.11600000000000001</c:v>
                </c:pt>
                <c:pt idx="43">
                  <c:v>0.11219999999999999</c:v>
                </c:pt>
                <c:pt idx="44">
                  <c:v>0.1094</c:v>
                </c:pt>
                <c:pt idx="45">
                  <c:v>0.1042</c:v>
                </c:pt>
                <c:pt idx="46">
                  <c:v>9.9400000000000002E-2</c:v>
                </c:pt>
                <c:pt idx="47">
                  <c:v>9.5399999999999999E-2</c:v>
                </c:pt>
                <c:pt idx="48">
                  <c:v>9.06E-2</c:v>
                </c:pt>
                <c:pt idx="49">
                  <c:v>8.9800000000000005E-2</c:v>
                </c:pt>
                <c:pt idx="50">
                  <c:v>9.0399999999999994E-2</c:v>
                </c:pt>
                <c:pt idx="51">
                  <c:v>9.0300000000000005E-2</c:v>
                </c:pt>
                <c:pt idx="52">
                  <c:v>8.8800000000000004E-2</c:v>
                </c:pt>
                <c:pt idx="53">
                  <c:v>8.6599999999999996E-2</c:v>
                </c:pt>
                <c:pt idx="54">
                  <c:v>8.4400000000000003E-2</c:v>
                </c:pt>
                <c:pt idx="55">
                  <c:v>8.3000000000000004E-2</c:v>
                </c:pt>
                <c:pt idx="56">
                  <c:v>8.2299999999999998E-2</c:v>
                </c:pt>
                <c:pt idx="57">
                  <c:v>7.8399999999999997E-2</c:v>
                </c:pt>
                <c:pt idx="58">
                  <c:v>7.51E-2</c:v>
                </c:pt>
                <c:pt idx="59">
                  <c:v>7.1999999999999995E-2</c:v>
                </c:pt>
                <c:pt idx="60">
                  <c:v>7.1300000000000002E-2</c:v>
                </c:pt>
                <c:pt idx="61">
                  <c:v>7.1499999999999994E-2</c:v>
                </c:pt>
                <c:pt idx="62">
                  <c:v>6.9900000000000004E-2</c:v>
                </c:pt>
                <c:pt idx="63">
                  <c:v>7.2499999999999995E-2</c:v>
                </c:pt>
                <c:pt idx="64">
                  <c:v>7.3599999999999999E-2</c:v>
                </c:pt>
                <c:pt idx="65">
                  <c:v>9.2299999999999993E-2</c:v>
                </c:pt>
                <c:pt idx="66">
                  <c:v>9.3799999999999994E-2</c:v>
                </c:pt>
                <c:pt idx="67">
                  <c:v>8.2000000000000003E-2</c:v>
                </c:pt>
                <c:pt idx="68">
                  <c:v>8.2199999999999995E-2</c:v>
                </c:pt>
                <c:pt idx="69">
                  <c:v>7.7299999999999994E-2</c:v>
                </c:pt>
                <c:pt idx="70">
                  <c:v>7.6600000000000001E-2</c:v>
                </c:pt>
                <c:pt idx="71">
                  <c:v>7.6499999999999999E-2</c:v>
                </c:pt>
                <c:pt idx="72">
                  <c:v>7.7100000000000002E-2</c:v>
                </c:pt>
                <c:pt idx="73">
                  <c:v>7.8600000000000003E-2</c:v>
                </c:pt>
                <c:pt idx="74">
                  <c:v>8.0399999999999999E-2</c:v>
                </c:pt>
                <c:pt idx="75">
                  <c:v>8.3099999999999993E-2</c:v>
                </c:pt>
                <c:pt idx="76">
                  <c:v>8.5099999999999995E-2</c:v>
                </c:pt>
                <c:pt idx="77">
                  <c:v>8.7599999999999997E-2</c:v>
                </c:pt>
                <c:pt idx="78">
                  <c:v>7.3599999999999999E-2</c:v>
                </c:pt>
                <c:pt idx="79">
                  <c:v>7.51E-2</c:v>
                </c:pt>
                <c:pt idx="80">
                  <c:v>7.6399999999999996E-2</c:v>
                </c:pt>
                <c:pt idx="81">
                  <c:v>7.7399999999999997E-2</c:v>
                </c:pt>
                <c:pt idx="82">
                  <c:v>7.7899999999999997E-2</c:v>
                </c:pt>
                <c:pt idx="83">
                  <c:v>7.8200000000000006E-2</c:v>
                </c:pt>
                <c:pt idx="84">
                  <c:v>7.9299999999999995E-2</c:v>
                </c:pt>
                <c:pt idx="85">
                  <c:v>8.0699999999999994E-2</c:v>
                </c:pt>
                <c:pt idx="86">
                  <c:v>0.1371</c:v>
                </c:pt>
                <c:pt idx="87">
                  <c:v>0.1386</c:v>
                </c:pt>
                <c:pt idx="88">
                  <c:v>0.1396</c:v>
                </c:pt>
                <c:pt idx="89">
                  <c:v>0.1482</c:v>
                </c:pt>
              </c:numCache>
            </c:numRef>
          </c:val>
          <c:smooth val="0"/>
        </c:ser>
        <c:ser>
          <c:idx val="1"/>
          <c:order val="1"/>
          <c:tx>
            <c:strRef>
              <c:f>'LLPA Differences'!$R$1</c:f>
              <c:strCache>
                <c:ptCount val="1"/>
                <c:pt idx="0">
                  <c:v>Conforming LLPA</c:v>
                </c:pt>
              </c:strCache>
            </c:strRef>
          </c:tx>
          <c:spPr>
            <a:ln w="28575" cap="rnd">
              <a:solidFill>
                <a:schemeClr val="accent2"/>
              </a:solidFill>
              <a:round/>
            </a:ln>
            <a:effectLst/>
          </c:spPr>
          <c:marker>
            <c:symbol val="none"/>
          </c:marker>
          <c:cat>
            <c:numRef>
              <c:f>'LLPA Differences'!$A$2:$A$92</c:f>
              <c:numCache>
                <c:formatCode>m/d/yyyy</c:formatCode>
                <c:ptCount val="91"/>
                <c:pt idx="0">
                  <c:v>39630</c:v>
                </c:pt>
                <c:pt idx="1">
                  <c:v>39661</c:v>
                </c:pt>
                <c:pt idx="2">
                  <c:v>39692</c:v>
                </c:pt>
                <c:pt idx="3">
                  <c:v>39722</c:v>
                </c:pt>
                <c:pt idx="4">
                  <c:v>39753</c:v>
                </c:pt>
                <c:pt idx="5">
                  <c:v>39783</c:v>
                </c:pt>
                <c:pt idx="6">
                  <c:v>39814</c:v>
                </c:pt>
                <c:pt idx="7">
                  <c:v>39845</c:v>
                </c:pt>
                <c:pt idx="8">
                  <c:v>39873</c:v>
                </c:pt>
                <c:pt idx="9">
                  <c:v>39904</c:v>
                </c:pt>
                <c:pt idx="10">
                  <c:v>39934</c:v>
                </c:pt>
                <c:pt idx="11">
                  <c:v>39965</c:v>
                </c:pt>
                <c:pt idx="12">
                  <c:v>39995</c:v>
                </c:pt>
                <c:pt idx="13">
                  <c:v>40026</c:v>
                </c:pt>
                <c:pt idx="14">
                  <c:v>40057</c:v>
                </c:pt>
                <c:pt idx="15">
                  <c:v>40087</c:v>
                </c:pt>
                <c:pt idx="16">
                  <c:v>40118</c:v>
                </c:pt>
                <c:pt idx="17">
                  <c:v>40148</c:v>
                </c:pt>
                <c:pt idx="18">
                  <c:v>40179</c:v>
                </c:pt>
                <c:pt idx="19">
                  <c:v>40210</c:v>
                </c:pt>
                <c:pt idx="20">
                  <c:v>40238</c:v>
                </c:pt>
                <c:pt idx="21">
                  <c:v>40269</c:v>
                </c:pt>
                <c:pt idx="22">
                  <c:v>40299</c:v>
                </c:pt>
                <c:pt idx="23">
                  <c:v>40330</c:v>
                </c:pt>
                <c:pt idx="24">
                  <c:v>40360</c:v>
                </c:pt>
                <c:pt idx="25">
                  <c:v>40391</c:v>
                </c:pt>
                <c:pt idx="26">
                  <c:v>40422</c:v>
                </c:pt>
                <c:pt idx="27">
                  <c:v>40452</c:v>
                </c:pt>
                <c:pt idx="28">
                  <c:v>40483</c:v>
                </c:pt>
                <c:pt idx="29">
                  <c:v>40513</c:v>
                </c:pt>
                <c:pt idx="30">
                  <c:v>40544</c:v>
                </c:pt>
                <c:pt idx="31">
                  <c:v>40575</c:v>
                </c:pt>
                <c:pt idx="32">
                  <c:v>40603</c:v>
                </c:pt>
                <c:pt idx="33">
                  <c:v>40634</c:v>
                </c:pt>
                <c:pt idx="34">
                  <c:v>40664</c:v>
                </c:pt>
                <c:pt idx="35">
                  <c:v>40695</c:v>
                </c:pt>
                <c:pt idx="36">
                  <c:v>40725</c:v>
                </c:pt>
                <c:pt idx="37">
                  <c:v>40756</c:v>
                </c:pt>
                <c:pt idx="38">
                  <c:v>40787</c:v>
                </c:pt>
                <c:pt idx="39">
                  <c:v>40817</c:v>
                </c:pt>
                <c:pt idx="40">
                  <c:v>40848</c:v>
                </c:pt>
                <c:pt idx="41">
                  <c:v>40878</c:v>
                </c:pt>
                <c:pt idx="42">
                  <c:v>40909</c:v>
                </c:pt>
                <c:pt idx="43">
                  <c:v>40940</c:v>
                </c:pt>
                <c:pt idx="44">
                  <c:v>40969</c:v>
                </c:pt>
                <c:pt idx="45">
                  <c:v>41000</c:v>
                </c:pt>
                <c:pt idx="46">
                  <c:v>41030</c:v>
                </c:pt>
                <c:pt idx="47">
                  <c:v>41061</c:v>
                </c:pt>
                <c:pt idx="48">
                  <c:v>41091</c:v>
                </c:pt>
                <c:pt idx="49">
                  <c:v>41122</c:v>
                </c:pt>
                <c:pt idx="50">
                  <c:v>41153</c:v>
                </c:pt>
                <c:pt idx="51">
                  <c:v>41183</c:v>
                </c:pt>
                <c:pt idx="52">
                  <c:v>41214</c:v>
                </c:pt>
                <c:pt idx="53">
                  <c:v>41244</c:v>
                </c:pt>
                <c:pt idx="54">
                  <c:v>41275</c:v>
                </c:pt>
                <c:pt idx="55">
                  <c:v>41306</c:v>
                </c:pt>
                <c:pt idx="56">
                  <c:v>41334</c:v>
                </c:pt>
                <c:pt idx="57">
                  <c:v>41365</c:v>
                </c:pt>
                <c:pt idx="58">
                  <c:v>41395</c:v>
                </c:pt>
                <c:pt idx="59">
                  <c:v>41426</c:v>
                </c:pt>
                <c:pt idx="60">
                  <c:v>41456</c:v>
                </c:pt>
                <c:pt idx="61">
                  <c:v>41487</c:v>
                </c:pt>
                <c:pt idx="62">
                  <c:v>41518</c:v>
                </c:pt>
                <c:pt idx="63">
                  <c:v>41548</c:v>
                </c:pt>
                <c:pt idx="64">
                  <c:v>41579</c:v>
                </c:pt>
                <c:pt idx="65">
                  <c:v>41609</c:v>
                </c:pt>
                <c:pt idx="66">
                  <c:v>41640</c:v>
                </c:pt>
                <c:pt idx="67">
                  <c:v>41671</c:v>
                </c:pt>
                <c:pt idx="68">
                  <c:v>41699</c:v>
                </c:pt>
                <c:pt idx="69">
                  <c:v>41730</c:v>
                </c:pt>
                <c:pt idx="70">
                  <c:v>41760</c:v>
                </c:pt>
                <c:pt idx="71">
                  <c:v>41791</c:v>
                </c:pt>
                <c:pt idx="72">
                  <c:v>41821</c:v>
                </c:pt>
                <c:pt idx="73">
                  <c:v>41852</c:v>
                </c:pt>
                <c:pt idx="74">
                  <c:v>41883</c:v>
                </c:pt>
                <c:pt idx="75">
                  <c:v>41913</c:v>
                </c:pt>
                <c:pt idx="76">
                  <c:v>41944</c:v>
                </c:pt>
                <c:pt idx="77">
                  <c:v>41974</c:v>
                </c:pt>
                <c:pt idx="78">
                  <c:v>42005</c:v>
                </c:pt>
                <c:pt idx="79">
                  <c:v>42036</c:v>
                </c:pt>
                <c:pt idx="80">
                  <c:v>42064</c:v>
                </c:pt>
                <c:pt idx="81">
                  <c:v>42095</c:v>
                </c:pt>
                <c:pt idx="82">
                  <c:v>42125</c:v>
                </c:pt>
                <c:pt idx="83">
                  <c:v>42156</c:v>
                </c:pt>
                <c:pt idx="84">
                  <c:v>42186</c:v>
                </c:pt>
                <c:pt idx="85">
                  <c:v>42217</c:v>
                </c:pt>
                <c:pt idx="86">
                  <c:v>42248</c:v>
                </c:pt>
                <c:pt idx="87">
                  <c:v>42278</c:v>
                </c:pt>
                <c:pt idx="88">
                  <c:v>42309</c:v>
                </c:pt>
                <c:pt idx="89">
                  <c:v>42339</c:v>
                </c:pt>
              </c:numCache>
            </c:numRef>
          </c:cat>
          <c:val>
            <c:numRef>
              <c:f>'LLPA Differences'!$R$2:$R$92</c:f>
              <c:numCache>
                <c:formatCode>General</c:formatCode>
                <c:ptCount val="91"/>
                <c:pt idx="0">
                  <c:v>0.14030000000000001</c:v>
                </c:pt>
                <c:pt idx="1">
                  <c:v>0.1399</c:v>
                </c:pt>
                <c:pt idx="2">
                  <c:v>0.1404</c:v>
                </c:pt>
                <c:pt idx="3">
                  <c:v>0.1416</c:v>
                </c:pt>
                <c:pt idx="4">
                  <c:v>0.14280000000000001</c:v>
                </c:pt>
                <c:pt idx="5">
                  <c:v>0.1439</c:v>
                </c:pt>
                <c:pt idx="6">
                  <c:v>0.14360000000000001</c:v>
                </c:pt>
                <c:pt idx="7">
                  <c:v>0.14360000000000001</c:v>
                </c:pt>
                <c:pt idx="8">
                  <c:v>0.14380000000000001</c:v>
                </c:pt>
                <c:pt idx="9">
                  <c:v>0.14269999999999999</c:v>
                </c:pt>
                <c:pt idx="10">
                  <c:v>0.13850000000000001</c:v>
                </c:pt>
                <c:pt idx="11">
                  <c:v>0.1363</c:v>
                </c:pt>
                <c:pt idx="12">
                  <c:v>0.13400000000000001</c:v>
                </c:pt>
                <c:pt idx="13">
                  <c:v>0.13239999999999999</c:v>
                </c:pt>
                <c:pt idx="14">
                  <c:v>0.1341</c:v>
                </c:pt>
                <c:pt idx="15">
                  <c:v>0.13600000000000001</c:v>
                </c:pt>
                <c:pt idx="16">
                  <c:v>0.13750000000000001</c:v>
                </c:pt>
                <c:pt idx="17">
                  <c:v>0.13950000000000001</c:v>
                </c:pt>
                <c:pt idx="18">
                  <c:v>0.1416</c:v>
                </c:pt>
                <c:pt idx="19">
                  <c:v>0.14449999999999999</c:v>
                </c:pt>
                <c:pt idx="20">
                  <c:v>0.1482</c:v>
                </c:pt>
                <c:pt idx="21">
                  <c:v>0.14610000000000001</c:v>
                </c:pt>
                <c:pt idx="22">
                  <c:v>0.1452</c:v>
                </c:pt>
                <c:pt idx="23">
                  <c:v>0.1447</c:v>
                </c:pt>
                <c:pt idx="24">
                  <c:v>0.1474</c:v>
                </c:pt>
                <c:pt idx="25">
                  <c:v>0.1515</c:v>
                </c:pt>
                <c:pt idx="26">
                  <c:v>0.15509999999999999</c:v>
                </c:pt>
                <c:pt idx="27">
                  <c:v>0.1598</c:v>
                </c:pt>
                <c:pt idx="28">
                  <c:v>0.16420000000000001</c:v>
                </c:pt>
                <c:pt idx="29">
                  <c:v>0.16889999999999999</c:v>
                </c:pt>
                <c:pt idx="30">
                  <c:v>0.1754</c:v>
                </c:pt>
                <c:pt idx="31">
                  <c:v>0.1825</c:v>
                </c:pt>
                <c:pt idx="32">
                  <c:v>0.19040000000000001</c:v>
                </c:pt>
                <c:pt idx="33">
                  <c:v>0.1875</c:v>
                </c:pt>
                <c:pt idx="34">
                  <c:v>0.18529999999999999</c:v>
                </c:pt>
                <c:pt idx="35">
                  <c:v>0.1827</c:v>
                </c:pt>
                <c:pt idx="36">
                  <c:v>0.18190000000000001</c:v>
                </c:pt>
                <c:pt idx="37">
                  <c:v>0.18099999999999999</c:v>
                </c:pt>
                <c:pt idx="38">
                  <c:v>0.18</c:v>
                </c:pt>
                <c:pt idx="39">
                  <c:v>0.18329999999999999</c:v>
                </c:pt>
                <c:pt idx="40">
                  <c:v>0.1865</c:v>
                </c:pt>
                <c:pt idx="41">
                  <c:v>0.1905</c:v>
                </c:pt>
                <c:pt idx="42">
                  <c:v>0.19120000000000001</c:v>
                </c:pt>
                <c:pt idx="43">
                  <c:v>0.1928</c:v>
                </c:pt>
                <c:pt idx="44">
                  <c:v>0.19400000000000001</c:v>
                </c:pt>
                <c:pt idx="45">
                  <c:v>0.18579999999999999</c:v>
                </c:pt>
                <c:pt idx="46">
                  <c:v>0.17810000000000001</c:v>
                </c:pt>
                <c:pt idx="47">
                  <c:v>0.1709</c:v>
                </c:pt>
                <c:pt idx="48">
                  <c:v>0.17</c:v>
                </c:pt>
                <c:pt idx="49">
                  <c:v>0.16900000000000001</c:v>
                </c:pt>
                <c:pt idx="50">
                  <c:v>0.16789999999999999</c:v>
                </c:pt>
                <c:pt idx="51">
                  <c:v>0.16969999999999999</c:v>
                </c:pt>
                <c:pt idx="52">
                  <c:v>0.1706</c:v>
                </c:pt>
                <c:pt idx="53">
                  <c:v>0.1734</c:v>
                </c:pt>
                <c:pt idx="54">
                  <c:v>0.1721</c:v>
                </c:pt>
                <c:pt idx="55">
                  <c:v>0.1724</c:v>
                </c:pt>
                <c:pt idx="56">
                  <c:v>0.17219999999999999</c:v>
                </c:pt>
                <c:pt idx="57">
                  <c:v>0.16500000000000001</c:v>
                </c:pt>
                <c:pt idx="58">
                  <c:v>0.1593</c:v>
                </c:pt>
                <c:pt idx="59">
                  <c:v>0.1547</c:v>
                </c:pt>
                <c:pt idx="60">
                  <c:v>0.15490000000000001</c:v>
                </c:pt>
                <c:pt idx="61">
                  <c:v>0.1532</c:v>
                </c:pt>
                <c:pt idx="62">
                  <c:v>0.15160000000000001</c:v>
                </c:pt>
                <c:pt idx="63">
                  <c:v>0.1545</c:v>
                </c:pt>
                <c:pt idx="64">
                  <c:v>0.15670000000000001</c:v>
                </c:pt>
                <c:pt idx="65">
                  <c:v>0.18820000000000001</c:v>
                </c:pt>
                <c:pt idx="66">
                  <c:v>0.18870000000000001</c:v>
                </c:pt>
                <c:pt idx="67">
                  <c:v>0.1948</c:v>
                </c:pt>
                <c:pt idx="68">
                  <c:v>0.19600000000000001</c:v>
                </c:pt>
                <c:pt idx="69">
                  <c:v>0.19589999999999999</c:v>
                </c:pt>
                <c:pt idx="70">
                  <c:v>0.1933</c:v>
                </c:pt>
                <c:pt idx="71">
                  <c:v>0.1913</c:v>
                </c:pt>
                <c:pt idx="72">
                  <c:v>0.19170000000000001</c:v>
                </c:pt>
                <c:pt idx="73">
                  <c:v>0.193</c:v>
                </c:pt>
                <c:pt idx="74">
                  <c:v>0.19389999999999999</c:v>
                </c:pt>
                <c:pt idx="75">
                  <c:v>0.19589999999999999</c:v>
                </c:pt>
                <c:pt idx="76">
                  <c:v>0.1983</c:v>
                </c:pt>
                <c:pt idx="77">
                  <c:v>0.19939999999999999</c:v>
                </c:pt>
                <c:pt idx="78">
                  <c:v>0.16400000000000001</c:v>
                </c:pt>
                <c:pt idx="79">
                  <c:v>0.16470000000000001</c:v>
                </c:pt>
                <c:pt idx="80">
                  <c:v>0.16539999999999999</c:v>
                </c:pt>
                <c:pt idx="81">
                  <c:v>0.16309999999999999</c:v>
                </c:pt>
                <c:pt idx="82">
                  <c:v>0.1618</c:v>
                </c:pt>
                <c:pt idx="83">
                  <c:v>0.16039999999999999</c:v>
                </c:pt>
                <c:pt idx="84">
                  <c:v>0.1608</c:v>
                </c:pt>
                <c:pt idx="85">
                  <c:v>0.1615</c:v>
                </c:pt>
                <c:pt idx="86">
                  <c:v>0.15440000000000001</c:v>
                </c:pt>
                <c:pt idx="87">
                  <c:v>0.15529999999999999</c:v>
                </c:pt>
                <c:pt idx="88">
                  <c:v>0.1565</c:v>
                </c:pt>
                <c:pt idx="89">
                  <c:v>0.1348</c:v>
                </c:pt>
              </c:numCache>
            </c:numRef>
          </c:val>
          <c:smooth val="0"/>
        </c:ser>
        <c:dLbls>
          <c:showLegendKey val="0"/>
          <c:showVal val="0"/>
          <c:showCatName val="0"/>
          <c:showSerName val="0"/>
          <c:showPercent val="0"/>
          <c:showBubbleSize val="0"/>
        </c:dLbls>
        <c:marker val="1"/>
        <c:smooth val="0"/>
        <c:axId val="138239360"/>
        <c:axId val="138241152"/>
      </c:lineChart>
      <c:dateAx>
        <c:axId val="138239360"/>
        <c:scaling>
          <c:orientation val="minMax"/>
        </c:scaling>
        <c:delete val="0"/>
        <c:axPos val="b"/>
        <c:numFmt formatCode="m/d/yy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241152"/>
        <c:crosses val="autoZero"/>
        <c:auto val="1"/>
        <c:lblOffset val="100"/>
        <c:baseTimeUnit val="months"/>
      </c:dateAx>
      <c:valAx>
        <c:axId val="138241152"/>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239360"/>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6"/>
          <c:order val="0"/>
          <c:tx>
            <c:strRef>
              <c:f>Issuance!$I$2</c:f>
              <c:strCache>
                <c:ptCount val="1"/>
                <c:pt idx="0">
                  <c:v>TBA Share of Jumbo</c:v>
                </c:pt>
              </c:strCache>
            </c:strRef>
          </c:tx>
          <c:spPr>
            <a:ln>
              <a:solidFill>
                <a:schemeClr val="bg2">
                  <a:lumMod val="25000"/>
                </a:schemeClr>
              </a:solidFill>
            </a:ln>
          </c:spPr>
          <c:marker>
            <c:symbol val="none"/>
          </c:marker>
          <c:cat>
            <c:numRef>
              <c:f>Issuance!$B$3:$B$92</c:f>
              <c:numCache>
                <c:formatCode>m/d/yyyy</c:formatCode>
                <c:ptCount val="90"/>
                <c:pt idx="0">
                  <c:v>39569</c:v>
                </c:pt>
                <c:pt idx="1">
                  <c:v>39600</c:v>
                </c:pt>
                <c:pt idx="2">
                  <c:v>39630</c:v>
                </c:pt>
                <c:pt idx="3">
                  <c:v>39661</c:v>
                </c:pt>
                <c:pt idx="4">
                  <c:v>39692</c:v>
                </c:pt>
                <c:pt idx="5">
                  <c:v>39722</c:v>
                </c:pt>
                <c:pt idx="6">
                  <c:v>39783</c:v>
                </c:pt>
                <c:pt idx="7">
                  <c:v>39845</c:v>
                </c:pt>
                <c:pt idx="8">
                  <c:v>39873</c:v>
                </c:pt>
                <c:pt idx="9">
                  <c:v>39904</c:v>
                </c:pt>
                <c:pt idx="10">
                  <c:v>39934</c:v>
                </c:pt>
                <c:pt idx="11">
                  <c:v>39965</c:v>
                </c:pt>
                <c:pt idx="12">
                  <c:v>39995</c:v>
                </c:pt>
                <c:pt idx="13">
                  <c:v>40026</c:v>
                </c:pt>
                <c:pt idx="14">
                  <c:v>40057</c:v>
                </c:pt>
                <c:pt idx="15">
                  <c:v>40087</c:v>
                </c:pt>
                <c:pt idx="16">
                  <c:v>40118</c:v>
                </c:pt>
                <c:pt idx="17">
                  <c:v>40148</c:v>
                </c:pt>
                <c:pt idx="18">
                  <c:v>40179</c:v>
                </c:pt>
                <c:pt idx="19">
                  <c:v>40210</c:v>
                </c:pt>
                <c:pt idx="20">
                  <c:v>40238</c:v>
                </c:pt>
                <c:pt idx="21">
                  <c:v>40269</c:v>
                </c:pt>
                <c:pt idx="22">
                  <c:v>40299</c:v>
                </c:pt>
                <c:pt idx="23">
                  <c:v>40330</c:v>
                </c:pt>
                <c:pt idx="24">
                  <c:v>40360</c:v>
                </c:pt>
                <c:pt idx="25">
                  <c:v>40391</c:v>
                </c:pt>
                <c:pt idx="26">
                  <c:v>40422</c:v>
                </c:pt>
                <c:pt idx="27">
                  <c:v>40452</c:v>
                </c:pt>
                <c:pt idx="28">
                  <c:v>40483</c:v>
                </c:pt>
                <c:pt idx="29">
                  <c:v>40513</c:v>
                </c:pt>
                <c:pt idx="30">
                  <c:v>40544</c:v>
                </c:pt>
                <c:pt idx="31">
                  <c:v>40575</c:v>
                </c:pt>
                <c:pt idx="32">
                  <c:v>40603</c:v>
                </c:pt>
                <c:pt idx="33">
                  <c:v>40634</c:v>
                </c:pt>
                <c:pt idx="34">
                  <c:v>40664</c:v>
                </c:pt>
                <c:pt idx="35">
                  <c:v>40695</c:v>
                </c:pt>
                <c:pt idx="36">
                  <c:v>40725</c:v>
                </c:pt>
                <c:pt idx="37">
                  <c:v>40756</c:v>
                </c:pt>
                <c:pt idx="38">
                  <c:v>40787</c:v>
                </c:pt>
                <c:pt idx="39">
                  <c:v>40817</c:v>
                </c:pt>
                <c:pt idx="40">
                  <c:v>40848</c:v>
                </c:pt>
                <c:pt idx="41">
                  <c:v>40878</c:v>
                </c:pt>
                <c:pt idx="42">
                  <c:v>40909</c:v>
                </c:pt>
                <c:pt idx="43">
                  <c:v>40940</c:v>
                </c:pt>
                <c:pt idx="44">
                  <c:v>40969</c:v>
                </c:pt>
                <c:pt idx="45">
                  <c:v>41000</c:v>
                </c:pt>
                <c:pt idx="46">
                  <c:v>41030</c:v>
                </c:pt>
                <c:pt idx="47">
                  <c:v>41061</c:v>
                </c:pt>
                <c:pt idx="48">
                  <c:v>41091</c:v>
                </c:pt>
                <c:pt idx="49">
                  <c:v>41122</c:v>
                </c:pt>
                <c:pt idx="50">
                  <c:v>41153</c:v>
                </c:pt>
                <c:pt idx="51">
                  <c:v>41183</c:v>
                </c:pt>
                <c:pt idx="52">
                  <c:v>41214</c:v>
                </c:pt>
                <c:pt idx="53">
                  <c:v>41244</c:v>
                </c:pt>
                <c:pt idx="54">
                  <c:v>41275</c:v>
                </c:pt>
                <c:pt idx="55">
                  <c:v>41306</c:v>
                </c:pt>
                <c:pt idx="56">
                  <c:v>41334</c:v>
                </c:pt>
                <c:pt idx="57">
                  <c:v>41365</c:v>
                </c:pt>
                <c:pt idx="58">
                  <c:v>41395</c:v>
                </c:pt>
                <c:pt idx="59">
                  <c:v>41426</c:v>
                </c:pt>
                <c:pt idx="60">
                  <c:v>41456</c:v>
                </c:pt>
                <c:pt idx="61">
                  <c:v>41487</c:v>
                </c:pt>
                <c:pt idx="62">
                  <c:v>41518</c:v>
                </c:pt>
                <c:pt idx="63">
                  <c:v>41548</c:v>
                </c:pt>
                <c:pt idx="64">
                  <c:v>41579</c:v>
                </c:pt>
                <c:pt idx="65">
                  <c:v>41609</c:v>
                </c:pt>
                <c:pt idx="66">
                  <c:v>41640</c:v>
                </c:pt>
                <c:pt idx="67">
                  <c:v>41671</c:v>
                </c:pt>
                <c:pt idx="68">
                  <c:v>41699</c:v>
                </c:pt>
                <c:pt idx="69">
                  <c:v>41730</c:v>
                </c:pt>
                <c:pt idx="70">
                  <c:v>41760</c:v>
                </c:pt>
                <c:pt idx="71">
                  <c:v>41791</c:v>
                </c:pt>
                <c:pt idx="72">
                  <c:v>41821</c:v>
                </c:pt>
                <c:pt idx="73">
                  <c:v>41852</c:v>
                </c:pt>
                <c:pt idx="74">
                  <c:v>41883</c:v>
                </c:pt>
                <c:pt idx="75">
                  <c:v>41913</c:v>
                </c:pt>
                <c:pt idx="76">
                  <c:v>41944</c:v>
                </c:pt>
                <c:pt idx="77">
                  <c:v>41974</c:v>
                </c:pt>
                <c:pt idx="78">
                  <c:v>42005</c:v>
                </c:pt>
                <c:pt idx="79">
                  <c:v>42036</c:v>
                </c:pt>
                <c:pt idx="80">
                  <c:v>42064</c:v>
                </c:pt>
                <c:pt idx="81">
                  <c:v>42095</c:v>
                </c:pt>
                <c:pt idx="82">
                  <c:v>42125</c:v>
                </c:pt>
                <c:pt idx="83">
                  <c:v>42156</c:v>
                </c:pt>
                <c:pt idx="84">
                  <c:v>42186</c:v>
                </c:pt>
                <c:pt idx="85">
                  <c:v>42217</c:v>
                </c:pt>
                <c:pt idx="86">
                  <c:v>42248</c:v>
                </c:pt>
                <c:pt idx="87">
                  <c:v>42278</c:v>
                </c:pt>
                <c:pt idx="88">
                  <c:v>42309</c:v>
                </c:pt>
                <c:pt idx="89">
                  <c:v>42339</c:v>
                </c:pt>
              </c:numCache>
            </c:numRef>
          </c:cat>
          <c:val>
            <c:numRef>
              <c:f>Issuance!$I$3:$I$92</c:f>
              <c:numCache>
                <c:formatCode>0%</c:formatCode>
                <c:ptCount val="90"/>
                <c:pt idx="0">
                  <c:v>0.81152940224084558</c:v>
                </c:pt>
                <c:pt idx="1">
                  <c:v>0.67326924257355591</c:v>
                </c:pt>
                <c:pt idx="2">
                  <c:v>0.48727993484670984</c:v>
                </c:pt>
                <c:pt idx="3">
                  <c:v>0.5668296676234611</c:v>
                </c:pt>
                <c:pt idx="4">
                  <c:v>0.69265506662382681</c:v>
                </c:pt>
                <c:pt idx="5">
                  <c:v>0.57970342202929859</c:v>
                </c:pt>
                <c:pt idx="6">
                  <c:v>0.75578484470211826</c:v>
                </c:pt>
                <c:pt idx="7">
                  <c:v>0.94265940803048287</c:v>
                </c:pt>
                <c:pt idx="8">
                  <c:v>0.97039015780037552</c:v>
                </c:pt>
                <c:pt idx="9">
                  <c:v>0.9692819752132269</c:v>
                </c:pt>
                <c:pt idx="10">
                  <c:v>0.88134850001936738</c:v>
                </c:pt>
                <c:pt idx="11">
                  <c:v>0.95592107970207263</c:v>
                </c:pt>
                <c:pt idx="12">
                  <c:v>0.91427253461165725</c:v>
                </c:pt>
                <c:pt idx="13">
                  <c:v>0.87493577258513489</c:v>
                </c:pt>
                <c:pt idx="14">
                  <c:v>0.77504932803482174</c:v>
                </c:pt>
                <c:pt idx="15">
                  <c:v>0.67782694531442478</c:v>
                </c:pt>
                <c:pt idx="16">
                  <c:v>0.76713813534167308</c:v>
                </c:pt>
                <c:pt idx="17">
                  <c:v>0.81191657371366999</c:v>
                </c:pt>
                <c:pt idx="18">
                  <c:v>0.77239943006190526</c:v>
                </c:pt>
                <c:pt idx="19">
                  <c:v>0.78356308463963764</c:v>
                </c:pt>
                <c:pt idx="20">
                  <c:v>0.79328578684150264</c:v>
                </c:pt>
                <c:pt idx="21">
                  <c:v>0.79117160951261567</c:v>
                </c:pt>
                <c:pt idx="22">
                  <c:v>0.78429548891446887</c:v>
                </c:pt>
                <c:pt idx="23">
                  <c:v>0.83209874091734215</c:v>
                </c:pt>
                <c:pt idx="24">
                  <c:v>0.69943629202373281</c:v>
                </c:pt>
                <c:pt idx="25">
                  <c:v>0.6545925675431975</c:v>
                </c:pt>
                <c:pt idx="26">
                  <c:v>0.65280093698241803</c:v>
                </c:pt>
                <c:pt idx="27">
                  <c:v>0.61157127140158951</c:v>
                </c:pt>
                <c:pt idx="28">
                  <c:v>0.59345327487566435</c:v>
                </c:pt>
                <c:pt idx="29">
                  <c:v>0.53152113119108313</c:v>
                </c:pt>
                <c:pt idx="30">
                  <c:v>0.51596551000826407</c:v>
                </c:pt>
                <c:pt idx="31">
                  <c:v>0.49412871827781496</c:v>
                </c:pt>
                <c:pt idx="32">
                  <c:v>0.56702025510941734</c:v>
                </c:pt>
                <c:pt idx="33">
                  <c:v>0.54363219493693171</c:v>
                </c:pt>
                <c:pt idx="34">
                  <c:v>0.51010535335399143</c:v>
                </c:pt>
                <c:pt idx="35">
                  <c:v>0.49290568176074984</c:v>
                </c:pt>
                <c:pt idx="36">
                  <c:v>0.44600911881164601</c:v>
                </c:pt>
                <c:pt idx="37">
                  <c:v>0.48835820805351088</c:v>
                </c:pt>
                <c:pt idx="38">
                  <c:v>0.43865311362633991</c:v>
                </c:pt>
                <c:pt idx="39">
                  <c:v>0.36966572049832164</c:v>
                </c:pt>
                <c:pt idx="40">
                  <c:v>0.38848743038825828</c:v>
                </c:pt>
                <c:pt idx="41">
                  <c:v>0.61790192220427309</c:v>
                </c:pt>
                <c:pt idx="42">
                  <c:v>0.54205917740341047</c:v>
                </c:pt>
                <c:pt idx="43">
                  <c:v>0.6176703873542424</c:v>
                </c:pt>
                <c:pt idx="44">
                  <c:v>0.55865731475366442</c:v>
                </c:pt>
                <c:pt idx="45">
                  <c:v>0.64545290151758983</c:v>
                </c:pt>
                <c:pt idx="46">
                  <c:v>0.59765791153961467</c:v>
                </c:pt>
                <c:pt idx="47">
                  <c:v>0.53381791456267214</c:v>
                </c:pt>
                <c:pt idx="48">
                  <c:v>0.49802376560439537</c:v>
                </c:pt>
                <c:pt idx="49">
                  <c:v>0.51661004479920392</c:v>
                </c:pt>
                <c:pt idx="50">
                  <c:v>0.51141143235420061</c:v>
                </c:pt>
                <c:pt idx="51">
                  <c:v>0.52610917330733464</c:v>
                </c:pt>
                <c:pt idx="52">
                  <c:v>0.54825725730571206</c:v>
                </c:pt>
                <c:pt idx="53">
                  <c:v>0.67719507767577714</c:v>
                </c:pt>
                <c:pt idx="54">
                  <c:v>0.50785132949202838</c:v>
                </c:pt>
                <c:pt idx="55">
                  <c:v>0.63431886951196292</c:v>
                </c:pt>
                <c:pt idx="56">
                  <c:v>0.58284397268873589</c:v>
                </c:pt>
                <c:pt idx="57">
                  <c:v>0.62207337399926277</c:v>
                </c:pt>
                <c:pt idx="58">
                  <c:v>0.64259378346484575</c:v>
                </c:pt>
                <c:pt idx="59">
                  <c:v>0.61484598595082107</c:v>
                </c:pt>
                <c:pt idx="60">
                  <c:v>0.6700251670071351</c:v>
                </c:pt>
                <c:pt idx="61">
                  <c:v>0.67936950884835845</c:v>
                </c:pt>
                <c:pt idx="62">
                  <c:v>0.71776274743220547</c:v>
                </c:pt>
                <c:pt idx="63">
                  <c:v>0.71039878654782773</c:v>
                </c:pt>
                <c:pt idx="64">
                  <c:v>0.70761582607796825</c:v>
                </c:pt>
                <c:pt idx="65">
                  <c:v>0.7089302663107232</c:v>
                </c:pt>
                <c:pt idx="66">
                  <c:v>0.75686308617788522</c:v>
                </c:pt>
                <c:pt idx="67">
                  <c:v>0.79295259247278227</c:v>
                </c:pt>
                <c:pt idx="68">
                  <c:v>0.76630262331587196</c:v>
                </c:pt>
                <c:pt idx="69">
                  <c:v>0.77525613938221749</c:v>
                </c:pt>
                <c:pt idx="70">
                  <c:v>0.75878391177619575</c:v>
                </c:pt>
                <c:pt idx="71">
                  <c:v>0.78820293876918956</c:v>
                </c:pt>
                <c:pt idx="72">
                  <c:v>0.73725834946180591</c:v>
                </c:pt>
                <c:pt idx="73">
                  <c:v>0.78526659120774389</c:v>
                </c:pt>
                <c:pt idx="74">
                  <c:v>0.7339798906164835</c:v>
                </c:pt>
                <c:pt idx="75">
                  <c:v>0.77300455277135904</c:v>
                </c:pt>
                <c:pt idx="76">
                  <c:v>0.72051975014707892</c:v>
                </c:pt>
                <c:pt idx="77">
                  <c:v>0.72927785018136615</c:v>
                </c:pt>
                <c:pt idx="78">
                  <c:v>0.72692893919963308</c:v>
                </c:pt>
                <c:pt idx="79">
                  <c:v>0.66560190918131146</c:v>
                </c:pt>
                <c:pt idx="80">
                  <c:v>0.66939001089356454</c:v>
                </c:pt>
                <c:pt idx="81">
                  <c:v>0.71768643641311214</c:v>
                </c:pt>
                <c:pt idx="82">
                  <c:v>0.69865209808982753</c:v>
                </c:pt>
                <c:pt idx="83">
                  <c:v>0.61894514819599866</c:v>
                </c:pt>
                <c:pt idx="84">
                  <c:v>0.68337513429636554</c:v>
                </c:pt>
                <c:pt idx="85">
                  <c:v>0.66307314154550301</c:v>
                </c:pt>
                <c:pt idx="86">
                  <c:v>0.77631499688667527</c:v>
                </c:pt>
                <c:pt idx="87">
                  <c:v>0.77544988153247507</c:v>
                </c:pt>
                <c:pt idx="88">
                  <c:v>0.74226732821585761</c:v>
                </c:pt>
                <c:pt idx="89">
                  <c:v>0.8417481478822203</c:v>
                </c:pt>
              </c:numCache>
            </c:numRef>
          </c:val>
          <c:smooth val="0"/>
        </c:ser>
        <c:dLbls>
          <c:showLegendKey val="0"/>
          <c:showVal val="0"/>
          <c:showCatName val="0"/>
          <c:showSerName val="0"/>
          <c:showPercent val="0"/>
          <c:showBubbleSize val="0"/>
        </c:dLbls>
        <c:marker val="1"/>
        <c:smooth val="0"/>
        <c:axId val="138318976"/>
        <c:axId val="138320512"/>
      </c:lineChart>
      <c:dateAx>
        <c:axId val="138318976"/>
        <c:scaling>
          <c:orientation val="minMax"/>
        </c:scaling>
        <c:delete val="0"/>
        <c:axPos val="b"/>
        <c:numFmt formatCode="m/d/yyyy" sourceLinked="1"/>
        <c:majorTickMark val="out"/>
        <c:minorTickMark val="none"/>
        <c:tickLblPos val="nextTo"/>
        <c:crossAx val="138320512"/>
        <c:crosses val="autoZero"/>
        <c:auto val="1"/>
        <c:lblOffset val="100"/>
        <c:baseTimeUnit val="months"/>
      </c:dateAx>
      <c:valAx>
        <c:axId val="138320512"/>
        <c:scaling>
          <c:orientation val="minMax"/>
          <c:max val="1"/>
          <c:min val="0.30000000000000004"/>
        </c:scaling>
        <c:delete val="0"/>
        <c:axPos val="l"/>
        <c:majorGridlines>
          <c:spPr>
            <a:ln>
              <a:solidFill>
                <a:schemeClr val="tx1">
                  <a:tint val="75000"/>
                  <a:shade val="95000"/>
                  <a:satMod val="105000"/>
                </a:schemeClr>
              </a:solidFill>
              <a:prstDash val="sysDash"/>
            </a:ln>
          </c:spPr>
        </c:majorGridlines>
        <c:numFmt formatCode="0%" sourceLinked="1"/>
        <c:majorTickMark val="out"/>
        <c:minorTickMark val="none"/>
        <c:tickLblPos val="nextTo"/>
        <c:crossAx val="138318976"/>
        <c:crosses val="autoZero"/>
        <c:crossBetween val="between"/>
      </c:valAx>
      <c:spPr>
        <a:noFill/>
        <a:ln w="25400">
          <a:noFill/>
        </a:ln>
      </c:spPr>
    </c:plotArea>
    <c:plotVisOnly val="1"/>
    <c:dispBlanksAs val="gap"/>
    <c:showDLblsOverMax val="0"/>
  </c:chart>
  <c:spPr>
    <a:ln>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'[Jumbo Rate vs PMMS.xlsx]Sheet1'!$B$1</c:f>
              <c:strCache>
                <c:ptCount val="1"/>
                <c:pt idx="0">
                  <c:v>PMMS Rate</c:v>
                </c:pt>
              </c:strCache>
            </c:strRef>
          </c:tx>
          <c:marker>
            <c:symbol val="none"/>
          </c:marker>
          <c:cat>
            <c:numRef>
              <c:f>'[Jumbo Rate vs PMMS.xlsx]Sheet1'!$A$2:$A$88</c:f>
              <c:numCache>
                <c:formatCode>m/d/yyyy</c:formatCode>
                <c:ptCount val="87"/>
                <c:pt idx="0">
                  <c:v>39722</c:v>
                </c:pt>
                <c:pt idx="1">
                  <c:v>39753</c:v>
                </c:pt>
                <c:pt idx="2">
                  <c:v>39783</c:v>
                </c:pt>
                <c:pt idx="3">
                  <c:v>39814</c:v>
                </c:pt>
                <c:pt idx="4">
                  <c:v>39845</c:v>
                </c:pt>
                <c:pt idx="5">
                  <c:v>39873</c:v>
                </c:pt>
                <c:pt idx="6">
                  <c:v>39904</c:v>
                </c:pt>
                <c:pt idx="7">
                  <c:v>39934</c:v>
                </c:pt>
                <c:pt idx="8">
                  <c:v>39965</c:v>
                </c:pt>
                <c:pt idx="9">
                  <c:v>39995</c:v>
                </c:pt>
                <c:pt idx="10">
                  <c:v>40026</c:v>
                </c:pt>
                <c:pt idx="11">
                  <c:v>40057</c:v>
                </c:pt>
                <c:pt idx="12">
                  <c:v>40087</c:v>
                </c:pt>
                <c:pt idx="13">
                  <c:v>40118</c:v>
                </c:pt>
                <c:pt idx="14">
                  <c:v>40148</c:v>
                </c:pt>
                <c:pt idx="15">
                  <c:v>40179</c:v>
                </c:pt>
                <c:pt idx="16">
                  <c:v>40210</c:v>
                </c:pt>
                <c:pt idx="17">
                  <c:v>40238</c:v>
                </c:pt>
                <c:pt idx="18">
                  <c:v>40269</c:v>
                </c:pt>
                <c:pt idx="19">
                  <c:v>40299</c:v>
                </c:pt>
                <c:pt idx="20">
                  <c:v>40330</c:v>
                </c:pt>
                <c:pt idx="21">
                  <c:v>40360</c:v>
                </c:pt>
                <c:pt idx="22">
                  <c:v>40391</c:v>
                </c:pt>
                <c:pt idx="23">
                  <c:v>40422</c:v>
                </c:pt>
                <c:pt idx="24">
                  <c:v>40452</c:v>
                </c:pt>
                <c:pt idx="25">
                  <c:v>40483</c:v>
                </c:pt>
                <c:pt idx="26">
                  <c:v>40513</c:v>
                </c:pt>
                <c:pt idx="27">
                  <c:v>40544</c:v>
                </c:pt>
                <c:pt idx="28">
                  <c:v>40575</c:v>
                </c:pt>
                <c:pt idx="29">
                  <c:v>40603</c:v>
                </c:pt>
                <c:pt idx="30">
                  <c:v>40634</c:v>
                </c:pt>
                <c:pt idx="31">
                  <c:v>40664</c:v>
                </c:pt>
                <c:pt idx="32">
                  <c:v>40695</c:v>
                </c:pt>
                <c:pt idx="33">
                  <c:v>40725</c:v>
                </c:pt>
                <c:pt idx="34">
                  <c:v>40756</c:v>
                </c:pt>
                <c:pt idx="35">
                  <c:v>40787</c:v>
                </c:pt>
                <c:pt idx="36">
                  <c:v>40817</c:v>
                </c:pt>
                <c:pt idx="37">
                  <c:v>40848</c:v>
                </c:pt>
                <c:pt idx="38">
                  <c:v>40878</c:v>
                </c:pt>
                <c:pt idx="39">
                  <c:v>40909</c:v>
                </c:pt>
                <c:pt idx="40">
                  <c:v>40940</c:v>
                </c:pt>
                <c:pt idx="41">
                  <c:v>40969</c:v>
                </c:pt>
                <c:pt idx="42">
                  <c:v>41000</c:v>
                </c:pt>
                <c:pt idx="43">
                  <c:v>41030</c:v>
                </c:pt>
                <c:pt idx="44">
                  <c:v>41061</c:v>
                </c:pt>
                <c:pt idx="45">
                  <c:v>41091</c:v>
                </c:pt>
                <c:pt idx="46">
                  <c:v>41122</c:v>
                </c:pt>
                <c:pt idx="47">
                  <c:v>41153</c:v>
                </c:pt>
                <c:pt idx="48">
                  <c:v>41183</c:v>
                </c:pt>
                <c:pt idx="49">
                  <c:v>41214</c:v>
                </c:pt>
                <c:pt idx="50">
                  <c:v>41244</c:v>
                </c:pt>
                <c:pt idx="51">
                  <c:v>41275</c:v>
                </c:pt>
                <c:pt idx="52">
                  <c:v>41306</c:v>
                </c:pt>
                <c:pt idx="53">
                  <c:v>41334</c:v>
                </c:pt>
                <c:pt idx="54">
                  <c:v>41365</c:v>
                </c:pt>
                <c:pt idx="55">
                  <c:v>41395</c:v>
                </c:pt>
                <c:pt idx="56">
                  <c:v>41426</c:v>
                </c:pt>
                <c:pt idx="57">
                  <c:v>41456</c:v>
                </c:pt>
                <c:pt idx="58">
                  <c:v>41487</c:v>
                </c:pt>
                <c:pt idx="59">
                  <c:v>41518</c:v>
                </c:pt>
                <c:pt idx="60">
                  <c:v>41548</c:v>
                </c:pt>
                <c:pt idx="61">
                  <c:v>41579</c:v>
                </c:pt>
                <c:pt idx="62">
                  <c:v>41609</c:v>
                </c:pt>
                <c:pt idx="63">
                  <c:v>41640</c:v>
                </c:pt>
                <c:pt idx="64">
                  <c:v>41671</c:v>
                </c:pt>
                <c:pt idx="65">
                  <c:v>41699</c:v>
                </c:pt>
                <c:pt idx="66">
                  <c:v>41730</c:v>
                </c:pt>
                <c:pt idx="67">
                  <c:v>41760</c:v>
                </c:pt>
                <c:pt idx="68">
                  <c:v>41791</c:v>
                </c:pt>
                <c:pt idx="69">
                  <c:v>41821</c:v>
                </c:pt>
                <c:pt idx="70">
                  <c:v>41852</c:v>
                </c:pt>
                <c:pt idx="71">
                  <c:v>41883</c:v>
                </c:pt>
                <c:pt idx="72">
                  <c:v>41913</c:v>
                </c:pt>
                <c:pt idx="73">
                  <c:v>41944</c:v>
                </c:pt>
                <c:pt idx="74">
                  <c:v>41974</c:v>
                </c:pt>
                <c:pt idx="75">
                  <c:v>42005</c:v>
                </c:pt>
                <c:pt idx="76">
                  <c:v>42036</c:v>
                </c:pt>
                <c:pt idx="77">
                  <c:v>42064</c:v>
                </c:pt>
                <c:pt idx="78">
                  <c:v>42095</c:v>
                </c:pt>
                <c:pt idx="79">
                  <c:v>42125</c:v>
                </c:pt>
                <c:pt idx="80">
                  <c:v>42156</c:v>
                </c:pt>
                <c:pt idx="81">
                  <c:v>42186</c:v>
                </c:pt>
                <c:pt idx="82">
                  <c:v>42217</c:v>
                </c:pt>
                <c:pt idx="83">
                  <c:v>42248</c:v>
                </c:pt>
                <c:pt idx="84">
                  <c:v>42278</c:v>
                </c:pt>
                <c:pt idx="85">
                  <c:v>42309</c:v>
                </c:pt>
                <c:pt idx="86">
                  <c:v>42339</c:v>
                </c:pt>
              </c:numCache>
            </c:numRef>
          </c:cat>
          <c:val>
            <c:numRef>
              <c:f>'[Jumbo Rate vs PMMS.xlsx]Sheet1'!$B$2:$B$88</c:f>
              <c:numCache>
                <c:formatCode>General</c:formatCode>
                <c:ptCount val="87"/>
                <c:pt idx="0">
                  <c:v>6.1050000000000004</c:v>
                </c:pt>
                <c:pt idx="1">
                  <c:v>6.0125000000000002</c:v>
                </c:pt>
                <c:pt idx="2">
                  <c:v>5.2159999999999904</c:v>
                </c:pt>
                <c:pt idx="3">
                  <c:v>4.9662499999999996</c:v>
                </c:pt>
                <c:pt idx="4">
                  <c:v>5.0612500000000002</c:v>
                </c:pt>
                <c:pt idx="5">
                  <c:v>4.9275000000000002</c:v>
                </c:pt>
                <c:pt idx="6">
                  <c:v>4.7300000000000004</c:v>
                </c:pt>
                <c:pt idx="7">
                  <c:v>4.7762500000000001</c:v>
                </c:pt>
                <c:pt idx="8">
                  <c:v>5.3449999999999998</c:v>
                </c:pt>
                <c:pt idx="9">
                  <c:v>5.1470000000000002</c:v>
                </c:pt>
                <c:pt idx="10">
                  <c:v>5.1112500000000001</c:v>
                </c:pt>
                <c:pt idx="11">
                  <c:v>4.9539999999999997</c:v>
                </c:pt>
                <c:pt idx="12">
                  <c:v>4.88</c:v>
                </c:pt>
                <c:pt idx="13">
                  <c:v>4.8</c:v>
                </c:pt>
                <c:pt idx="14">
                  <c:v>4.8550000000000004</c:v>
                </c:pt>
                <c:pt idx="15">
                  <c:v>4.9487500000000004</c:v>
                </c:pt>
                <c:pt idx="16">
                  <c:v>4.9149999999999903</c:v>
                </c:pt>
                <c:pt idx="17">
                  <c:v>4.91</c:v>
                </c:pt>
                <c:pt idx="18">
                  <c:v>5.0149999999999997</c:v>
                </c:pt>
                <c:pt idx="19">
                  <c:v>4.8125</c:v>
                </c:pt>
                <c:pt idx="20">
                  <c:v>4.6359999999999904</c:v>
                </c:pt>
                <c:pt idx="21">
                  <c:v>4.4849999999999897</c:v>
                </c:pt>
                <c:pt idx="22">
                  <c:v>4.3525</c:v>
                </c:pt>
                <c:pt idx="23">
                  <c:v>4.2759999999999998</c:v>
                </c:pt>
                <c:pt idx="24">
                  <c:v>4.1749999999999998</c:v>
                </c:pt>
                <c:pt idx="25">
                  <c:v>4.2562499999999996</c:v>
                </c:pt>
                <c:pt idx="26">
                  <c:v>4.6489999999999903</c:v>
                </c:pt>
                <c:pt idx="27">
                  <c:v>4.6987500000000004</c:v>
                </c:pt>
                <c:pt idx="28">
                  <c:v>4.8775000000000004</c:v>
                </c:pt>
                <c:pt idx="29">
                  <c:v>4.7610000000000001</c:v>
                </c:pt>
                <c:pt idx="30">
                  <c:v>4.75875</c:v>
                </c:pt>
                <c:pt idx="31">
                  <c:v>4.5625</c:v>
                </c:pt>
                <c:pt idx="32">
                  <c:v>4.4349999999999996</c:v>
                </c:pt>
                <c:pt idx="33">
                  <c:v>4.4762499999999896</c:v>
                </c:pt>
                <c:pt idx="34">
                  <c:v>4.1900000000000004</c:v>
                </c:pt>
                <c:pt idx="35">
                  <c:v>4.0025000000000004</c:v>
                </c:pt>
                <c:pt idx="36">
                  <c:v>4.0175000000000001</c:v>
                </c:pt>
                <c:pt idx="37">
                  <c:v>3.919</c:v>
                </c:pt>
                <c:pt idx="38">
                  <c:v>3.8787500000000001</c:v>
                </c:pt>
                <c:pt idx="39">
                  <c:v>3.8525</c:v>
                </c:pt>
                <c:pt idx="40">
                  <c:v>3.8420000000000001</c:v>
                </c:pt>
                <c:pt idx="41">
                  <c:v>3.9112499999999999</c:v>
                </c:pt>
                <c:pt idx="42">
                  <c:v>3.8412500000000001</c:v>
                </c:pt>
                <c:pt idx="43">
                  <c:v>3.738</c:v>
                </c:pt>
                <c:pt idx="44">
                  <c:v>3.6</c:v>
                </c:pt>
                <c:pt idx="45">
                  <c:v>3.4812500000000002</c:v>
                </c:pt>
                <c:pt idx="46">
                  <c:v>3.512</c:v>
                </c:pt>
                <c:pt idx="47">
                  <c:v>3.4037500000000001</c:v>
                </c:pt>
                <c:pt idx="48">
                  <c:v>3.3039999999999998</c:v>
                </c:pt>
                <c:pt idx="49">
                  <c:v>3.2737500000000002</c:v>
                </c:pt>
                <c:pt idx="50">
                  <c:v>3.27</c:v>
                </c:pt>
                <c:pt idx="51">
                  <c:v>3.339</c:v>
                </c:pt>
                <c:pt idx="52">
                  <c:v>3.4824999999999999</c:v>
                </c:pt>
                <c:pt idx="53">
                  <c:v>3.50875</c:v>
                </c:pt>
                <c:pt idx="54">
                  <c:v>3.3887499999999999</c:v>
                </c:pt>
                <c:pt idx="55">
                  <c:v>3.4660000000000002</c:v>
                </c:pt>
                <c:pt idx="56">
                  <c:v>4.0075000000000003</c:v>
                </c:pt>
                <c:pt idx="57">
                  <c:v>4.3090000000000002</c:v>
                </c:pt>
                <c:pt idx="58">
                  <c:v>4.4037499999999996</c:v>
                </c:pt>
                <c:pt idx="59">
                  <c:v>4.4212499999999997</c:v>
                </c:pt>
                <c:pt idx="60">
                  <c:v>4.1219999999999999</c:v>
                </c:pt>
                <c:pt idx="61">
                  <c:v>4.1862499999999896</c:v>
                </c:pt>
                <c:pt idx="62">
                  <c:v>4.37</c:v>
                </c:pt>
                <c:pt idx="63">
                  <c:v>4.3620000000000001</c:v>
                </c:pt>
                <c:pt idx="64">
                  <c:v>4.2274999999999903</c:v>
                </c:pt>
                <c:pt idx="65">
                  <c:v>4.2487500000000002</c:v>
                </c:pt>
                <c:pt idx="66">
                  <c:v>4.2479999999999896</c:v>
                </c:pt>
                <c:pt idx="67">
                  <c:v>4.0674999999999999</c:v>
                </c:pt>
                <c:pt idx="68">
                  <c:v>4.05</c:v>
                </c:pt>
                <c:pt idx="69">
                  <c:v>4.03</c:v>
                </c:pt>
                <c:pt idx="70">
                  <c:v>4.00875</c:v>
                </c:pt>
                <c:pt idx="71">
                  <c:v>4.0374999999999996</c:v>
                </c:pt>
                <c:pt idx="72">
                  <c:v>3.9060000000000001</c:v>
                </c:pt>
                <c:pt idx="73">
                  <c:v>3.8725000000000001</c:v>
                </c:pt>
                <c:pt idx="74">
                  <c:v>3.754</c:v>
                </c:pt>
                <c:pt idx="75">
                  <c:v>3.5762499999999999</c:v>
                </c:pt>
                <c:pt idx="76">
                  <c:v>3.61625</c:v>
                </c:pt>
                <c:pt idx="77">
                  <c:v>3.67</c:v>
                </c:pt>
                <c:pt idx="78">
                  <c:v>3.577</c:v>
                </c:pt>
                <c:pt idx="79">
                  <c:v>3.7462499999999999</c:v>
                </c:pt>
                <c:pt idx="80">
                  <c:v>3.895</c:v>
                </c:pt>
                <c:pt idx="81">
                  <c:v>3.9460000000000002</c:v>
                </c:pt>
                <c:pt idx="82">
                  <c:v>3.8050000000000002</c:v>
                </c:pt>
                <c:pt idx="83">
                  <c:v>3.7869999999999999</c:v>
                </c:pt>
                <c:pt idx="84">
                  <c:v>3.6825000000000001</c:v>
                </c:pt>
                <c:pt idx="85">
                  <c:v>3.8487499999999999</c:v>
                </c:pt>
                <c:pt idx="86">
                  <c:v>3.83</c:v>
                </c:pt>
              </c:numCache>
            </c:numRef>
          </c:val>
          <c:smooth val="0"/>
        </c:ser>
        <c:ser>
          <c:idx val="1"/>
          <c:order val="1"/>
          <c:tx>
            <c:strRef>
              <c:f>'[Jumbo Rate vs PMMS.xlsx]Sheet1'!$C$1</c:f>
              <c:strCache>
                <c:ptCount val="1"/>
                <c:pt idx="0">
                  <c:v>Jumbo Rate</c:v>
                </c:pt>
              </c:strCache>
            </c:strRef>
          </c:tx>
          <c:marker>
            <c:symbol val="none"/>
          </c:marker>
          <c:cat>
            <c:numRef>
              <c:f>'[Jumbo Rate vs PMMS.xlsx]Sheet1'!$A$2:$A$88</c:f>
              <c:numCache>
                <c:formatCode>m/d/yyyy</c:formatCode>
                <c:ptCount val="87"/>
                <c:pt idx="0">
                  <c:v>39722</c:v>
                </c:pt>
                <c:pt idx="1">
                  <c:v>39753</c:v>
                </c:pt>
                <c:pt idx="2">
                  <c:v>39783</c:v>
                </c:pt>
                <c:pt idx="3">
                  <c:v>39814</c:v>
                </c:pt>
                <c:pt idx="4">
                  <c:v>39845</c:v>
                </c:pt>
                <c:pt idx="5">
                  <c:v>39873</c:v>
                </c:pt>
                <c:pt idx="6">
                  <c:v>39904</c:v>
                </c:pt>
                <c:pt idx="7">
                  <c:v>39934</c:v>
                </c:pt>
                <c:pt idx="8">
                  <c:v>39965</c:v>
                </c:pt>
                <c:pt idx="9">
                  <c:v>39995</c:v>
                </c:pt>
                <c:pt idx="10">
                  <c:v>40026</c:v>
                </c:pt>
                <c:pt idx="11">
                  <c:v>40057</c:v>
                </c:pt>
                <c:pt idx="12">
                  <c:v>40087</c:v>
                </c:pt>
                <c:pt idx="13">
                  <c:v>40118</c:v>
                </c:pt>
                <c:pt idx="14">
                  <c:v>40148</c:v>
                </c:pt>
                <c:pt idx="15">
                  <c:v>40179</c:v>
                </c:pt>
                <c:pt idx="16">
                  <c:v>40210</c:v>
                </c:pt>
                <c:pt idx="17">
                  <c:v>40238</c:v>
                </c:pt>
                <c:pt idx="18">
                  <c:v>40269</c:v>
                </c:pt>
                <c:pt idx="19">
                  <c:v>40299</c:v>
                </c:pt>
                <c:pt idx="20">
                  <c:v>40330</c:v>
                </c:pt>
                <c:pt idx="21">
                  <c:v>40360</c:v>
                </c:pt>
                <c:pt idx="22">
                  <c:v>40391</c:v>
                </c:pt>
                <c:pt idx="23">
                  <c:v>40422</c:v>
                </c:pt>
                <c:pt idx="24">
                  <c:v>40452</c:v>
                </c:pt>
                <c:pt idx="25">
                  <c:v>40483</c:v>
                </c:pt>
                <c:pt idx="26">
                  <c:v>40513</c:v>
                </c:pt>
                <c:pt idx="27">
                  <c:v>40544</c:v>
                </c:pt>
                <c:pt idx="28">
                  <c:v>40575</c:v>
                </c:pt>
                <c:pt idx="29">
                  <c:v>40603</c:v>
                </c:pt>
                <c:pt idx="30">
                  <c:v>40634</c:v>
                </c:pt>
                <c:pt idx="31">
                  <c:v>40664</c:v>
                </c:pt>
                <c:pt idx="32">
                  <c:v>40695</c:v>
                </c:pt>
                <c:pt idx="33">
                  <c:v>40725</c:v>
                </c:pt>
                <c:pt idx="34">
                  <c:v>40756</c:v>
                </c:pt>
                <c:pt idx="35">
                  <c:v>40787</c:v>
                </c:pt>
                <c:pt idx="36">
                  <c:v>40817</c:v>
                </c:pt>
                <c:pt idx="37">
                  <c:v>40848</c:v>
                </c:pt>
                <c:pt idx="38">
                  <c:v>40878</c:v>
                </c:pt>
                <c:pt idx="39">
                  <c:v>40909</c:v>
                </c:pt>
                <c:pt idx="40">
                  <c:v>40940</c:v>
                </c:pt>
                <c:pt idx="41">
                  <c:v>40969</c:v>
                </c:pt>
                <c:pt idx="42">
                  <c:v>41000</c:v>
                </c:pt>
                <c:pt idx="43">
                  <c:v>41030</c:v>
                </c:pt>
                <c:pt idx="44">
                  <c:v>41061</c:v>
                </c:pt>
                <c:pt idx="45">
                  <c:v>41091</c:v>
                </c:pt>
                <c:pt idx="46">
                  <c:v>41122</c:v>
                </c:pt>
                <c:pt idx="47">
                  <c:v>41153</c:v>
                </c:pt>
                <c:pt idx="48">
                  <c:v>41183</c:v>
                </c:pt>
                <c:pt idx="49">
                  <c:v>41214</c:v>
                </c:pt>
                <c:pt idx="50">
                  <c:v>41244</c:v>
                </c:pt>
                <c:pt idx="51">
                  <c:v>41275</c:v>
                </c:pt>
                <c:pt idx="52">
                  <c:v>41306</c:v>
                </c:pt>
                <c:pt idx="53">
                  <c:v>41334</c:v>
                </c:pt>
                <c:pt idx="54">
                  <c:v>41365</c:v>
                </c:pt>
                <c:pt idx="55">
                  <c:v>41395</c:v>
                </c:pt>
                <c:pt idx="56">
                  <c:v>41426</c:v>
                </c:pt>
                <c:pt idx="57">
                  <c:v>41456</c:v>
                </c:pt>
                <c:pt idx="58">
                  <c:v>41487</c:v>
                </c:pt>
                <c:pt idx="59">
                  <c:v>41518</c:v>
                </c:pt>
                <c:pt idx="60">
                  <c:v>41548</c:v>
                </c:pt>
                <c:pt idx="61">
                  <c:v>41579</c:v>
                </c:pt>
                <c:pt idx="62">
                  <c:v>41609</c:v>
                </c:pt>
                <c:pt idx="63">
                  <c:v>41640</c:v>
                </c:pt>
                <c:pt idx="64">
                  <c:v>41671</c:v>
                </c:pt>
                <c:pt idx="65">
                  <c:v>41699</c:v>
                </c:pt>
                <c:pt idx="66">
                  <c:v>41730</c:v>
                </c:pt>
                <c:pt idx="67">
                  <c:v>41760</c:v>
                </c:pt>
                <c:pt idx="68">
                  <c:v>41791</c:v>
                </c:pt>
                <c:pt idx="69">
                  <c:v>41821</c:v>
                </c:pt>
                <c:pt idx="70">
                  <c:v>41852</c:v>
                </c:pt>
                <c:pt idx="71">
                  <c:v>41883</c:v>
                </c:pt>
                <c:pt idx="72">
                  <c:v>41913</c:v>
                </c:pt>
                <c:pt idx="73">
                  <c:v>41944</c:v>
                </c:pt>
                <c:pt idx="74">
                  <c:v>41974</c:v>
                </c:pt>
                <c:pt idx="75">
                  <c:v>42005</c:v>
                </c:pt>
                <c:pt idx="76">
                  <c:v>42036</c:v>
                </c:pt>
                <c:pt idx="77">
                  <c:v>42064</c:v>
                </c:pt>
                <c:pt idx="78">
                  <c:v>42095</c:v>
                </c:pt>
                <c:pt idx="79">
                  <c:v>42125</c:v>
                </c:pt>
                <c:pt idx="80">
                  <c:v>42156</c:v>
                </c:pt>
                <c:pt idx="81">
                  <c:v>42186</c:v>
                </c:pt>
                <c:pt idx="82">
                  <c:v>42217</c:v>
                </c:pt>
                <c:pt idx="83">
                  <c:v>42248</c:v>
                </c:pt>
                <c:pt idx="84">
                  <c:v>42278</c:v>
                </c:pt>
                <c:pt idx="85">
                  <c:v>42309</c:v>
                </c:pt>
                <c:pt idx="86">
                  <c:v>42339</c:v>
                </c:pt>
              </c:numCache>
            </c:numRef>
          </c:cat>
          <c:val>
            <c:numRef>
              <c:f>'[Jumbo Rate vs PMMS.xlsx]Sheet1'!$C$2:$C$88</c:f>
              <c:numCache>
                <c:formatCode>General</c:formatCode>
                <c:ptCount val="87"/>
                <c:pt idx="0">
                  <c:v>6.2120830074751696</c:v>
                </c:pt>
                <c:pt idx="1">
                  <c:v>6.0449934798132903</c:v>
                </c:pt>
                <c:pt idx="2">
                  <c:v>5.3956309748460596</c:v>
                </c:pt>
                <c:pt idx="3">
                  <c:v>5.1525802006855397</c:v>
                </c:pt>
                <c:pt idx="4">
                  <c:v>5.3384231571682301</c:v>
                </c:pt>
                <c:pt idx="5">
                  <c:v>5.2418526098352896</c:v>
                </c:pt>
                <c:pt idx="6">
                  <c:v>5.0419526810643296</c:v>
                </c:pt>
                <c:pt idx="7">
                  <c:v>5.1807310195560596</c:v>
                </c:pt>
                <c:pt idx="8">
                  <c:v>5.6971207267755704</c:v>
                </c:pt>
                <c:pt idx="9">
                  <c:v>5.5546057532600104</c:v>
                </c:pt>
                <c:pt idx="10">
                  <c:v>5.4686735039534504</c:v>
                </c:pt>
                <c:pt idx="11">
                  <c:v>5.2861124173272396</c:v>
                </c:pt>
                <c:pt idx="12">
                  <c:v>5.2019100525212698</c:v>
                </c:pt>
                <c:pt idx="13">
                  <c:v>5.07876627166221</c:v>
                </c:pt>
                <c:pt idx="14">
                  <c:v>5.0466136363993703</c:v>
                </c:pt>
                <c:pt idx="15">
                  <c:v>5.1146041678810299</c:v>
                </c:pt>
                <c:pt idx="16">
                  <c:v>5.0727193305039799</c:v>
                </c:pt>
                <c:pt idx="17">
                  <c:v>5.0756795268804904</c:v>
                </c:pt>
                <c:pt idx="18">
                  <c:v>5.1918191013729498</c:v>
                </c:pt>
                <c:pt idx="19">
                  <c:v>4.9507729307363402</c:v>
                </c:pt>
                <c:pt idx="20">
                  <c:v>4.7449397808713503</c:v>
                </c:pt>
                <c:pt idx="21">
                  <c:v>4.5646013588973204</c:v>
                </c:pt>
                <c:pt idx="22">
                  <c:v>4.4194439533094299</c:v>
                </c:pt>
                <c:pt idx="23">
                  <c:v>4.3383997014559803</c:v>
                </c:pt>
                <c:pt idx="24">
                  <c:v>4.2380927211069404</c:v>
                </c:pt>
                <c:pt idx="25">
                  <c:v>4.3217021600346897</c:v>
                </c:pt>
                <c:pt idx="26">
                  <c:v>4.7224447860714998</c:v>
                </c:pt>
                <c:pt idx="27">
                  <c:v>4.7762678708668203</c:v>
                </c:pt>
                <c:pt idx="28">
                  <c:v>4.9324800180571602</c:v>
                </c:pt>
                <c:pt idx="29">
                  <c:v>4.7824779026591404</c:v>
                </c:pt>
                <c:pt idx="30">
                  <c:v>4.7335144039638797</c:v>
                </c:pt>
                <c:pt idx="31">
                  <c:v>4.5055538676710301</c:v>
                </c:pt>
                <c:pt idx="32">
                  <c:v>4.3432217306994598</c:v>
                </c:pt>
                <c:pt idx="33">
                  <c:v>4.3716474258097202</c:v>
                </c:pt>
                <c:pt idx="34">
                  <c:v>4.0722275307457698</c:v>
                </c:pt>
                <c:pt idx="35">
                  <c:v>3.8965008685552198</c:v>
                </c:pt>
                <c:pt idx="36">
                  <c:v>3.9404376364006901</c:v>
                </c:pt>
                <c:pt idx="37">
                  <c:v>3.8732765776790701</c:v>
                </c:pt>
                <c:pt idx="38">
                  <c:v>3.8778210839776999</c:v>
                </c:pt>
                <c:pt idx="39">
                  <c:v>3.8790750336573501</c:v>
                </c:pt>
                <c:pt idx="40">
                  <c:v>3.9108175007338501</c:v>
                </c:pt>
                <c:pt idx="41">
                  <c:v>4.0047235772367697</c:v>
                </c:pt>
                <c:pt idx="42">
                  <c:v>3.9467437331526498</c:v>
                </c:pt>
                <c:pt idx="43">
                  <c:v>3.8381818565535601</c:v>
                </c:pt>
                <c:pt idx="44">
                  <c:v>3.67245427665677</c:v>
                </c:pt>
                <c:pt idx="45">
                  <c:v>3.5414071551156598</c:v>
                </c:pt>
                <c:pt idx="46">
                  <c:v>3.5681726577671999</c:v>
                </c:pt>
                <c:pt idx="47">
                  <c:v>3.4657369605024702</c:v>
                </c:pt>
                <c:pt idx="48">
                  <c:v>3.3690583349368701</c:v>
                </c:pt>
                <c:pt idx="49">
                  <c:v>3.34367330554951</c:v>
                </c:pt>
                <c:pt idx="50">
                  <c:v>3.35409771334038</c:v>
                </c:pt>
                <c:pt idx="51">
                  <c:v>3.4330043102427901</c:v>
                </c:pt>
                <c:pt idx="52">
                  <c:v>3.57699487263285</c:v>
                </c:pt>
                <c:pt idx="53">
                  <c:v>3.59603114309088</c:v>
                </c:pt>
                <c:pt idx="54">
                  <c:v>3.4655269480099999</c:v>
                </c:pt>
                <c:pt idx="55">
                  <c:v>3.53895047597736</c:v>
                </c:pt>
                <c:pt idx="56">
                  <c:v>4.0693267260012602</c:v>
                </c:pt>
                <c:pt idx="57">
                  <c:v>4.3571972071547904</c:v>
                </c:pt>
                <c:pt idx="58">
                  <c:v>4.4332666736445603</c:v>
                </c:pt>
                <c:pt idx="59">
                  <c:v>4.4275749019395096</c:v>
                </c:pt>
                <c:pt idx="60">
                  <c:v>4.1296081182439597</c:v>
                </c:pt>
                <c:pt idx="61">
                  <c:v>4.1839223885830599</c:v>
                </c:pt>
                <c:pt idx="62">
                  <c:v>4.3622263196340496</c:v>
                </c:pt>
                <c:pt idx="63">
                  <c:v>4.3456507382677696</c:v>
                </c:pt>
                <c:pt idx="64">
                  <c:v>4.2176853665775003</c:v>
                </c:pt>
                <c:pt idx="65">
                  <c:v>4.2446502584699397</c:v>
                </c:pt>
                <c:pt idx="66">
                  <c:v>4.2391278128867604</c:v>
                </c:pt>
                <c:pt idx="67">
                  <c:v>4.0554996591999197</c:v>
                </c:pt>
                <c:pt idx="68">
                  <c:v>4.04090661510185</c:v>
                </c:pt>
                <c:pt idx="69">
                  <c:v>4.02030722420945</c:v>
                </c:pt>
                <c:pt idx="70">
                  <c:v>3.98771540548183</c:v>
                </c:pt>
                <c:pt idx="71">
                  <c:v>4.0262541846448503</c:v>
                </c:pt>
                <c:pt idx="72">
                  <c:v>3.8862305355441</c:v>
                </c:pt>
                <c:pt idx="73">
                  <c:v>3.8366546532383499</c:v>
                </c:pt>
                <c:pt idx="74">
                  <c:v>3.7136077354555002</c:v>
                </c:pt>
                <c:pt idx="75">
                  <c:v>3.5361851060963501</c:v>
                </c:pt>
                <c:pt idx="76">
                  <c:v>3.5679843266399001</c:v>
                </c:pt>
                <c:pt idx="77">
                  <c:v>3.6109384304935399</c:v>
                </c:pt>
                <c:pt idx="78">
                  <c:v>3.5285237157778</c:v>
                </c:pt>
                <c:pt idx="79">
                  <c:v>3.7180163093762002</c:v>
                </c:pt>
                <c:pt idx="80">
                  <c:v>3.8677106347465</c:v>
                </c:pt>
                <c:pt idx="81">
                  <c:v>3.92242920615546</c:v>
                </c:pt>
                <c:pt idx="82">
                  <c:v>3.7698427881356</c:v>
                </c:pt>
                <c:pt idx="83">
                  <c:v>3.7415268696059201</c:v>
                </c:pt>
                <c:pt idx="84">
                  <c:v>3.6240012099730698</c:v>
                </c:pt>
                <c:pt idx="85">
                  <c:v>3.7726245840750301</c:v>
                </c:pt>
                <c:pt idx="86">
                  <c:v>3.7009960786874401</c:v>
                </c:pt>
              </c:numCache>
            </c:numRef>
          </c:val>
          <c:smooth val="0"/>
        </c:ser>
        <c:dLbls>
          <c:showLegendKey val="0"/>
          <c:showVal val="0"/>
          <c:showCatName val="0"/>
          <c:showSerName val="0"/>
          <c:showPercent val="0"/>
          <c:showBubbleSize val="0"/>
        </c:dLbls>
        <c:marker val="1"/>
        <c:smooth val="0"/>
        <c:axId val="138390912"/>
        <c:axId val="138396800"/>
      </c:lineChart>
      <c:dateAx>
        <c:axId val="138390912"/>
        <c:scaling>
          <c:orientation val="minMax"/>
        </c:scaling>
        <c:delete val="0"/>
        <c:axPos val="b"/>
        <c:numFmt formatCode="m/d/yyyy" sourceLinked="1"/>
        <c:majorTickMark val="out"/>
        <c:minorTickMark val="none"/>
        <c:tickLblPos val="nextTo"/>
        <c:crossAx val="138396800"/>
        <c:crosses val="autoZero"/>
        <c:auto val="1"/>
        <c:lblOffset val="100"/>
        <c:baseTimeUnit val="months"/>
      </c:dateAx>
      <c:valAx>
        <c:axId val="138396800"/>
        <c:scaling>
          <c:orientation val="minMax"/>
          <c:min val="3"/>
        </c:scaling>
        <c:delete val="0"/>
        <c:axPos val="l"/>
        <c:majorGridlines>
          <c:spPr>
            <a:ln>
              <a:prstDash val="sysDash"/>
            </a:ln>
          </c:spPr>
        </c:majorGridlines>
        <c:numFmt formatCode="#,##0.00" sourceLinked="0"/>
        <c:majorTickMark val="out"/>
        <c:minorTickMark val="none"/>
        <c:tickLblPos val="nextTo"/>
        <c:crossAx val="138390912"/>
        <c:crosses val="autoZero"/>
        <c:crossBetween val="between"/>
      </c:valAx>
    </c:plotArea>
    <c:legend>
      <c:legendPos val="b"/>
      <c:layout/>
      <c:overlay val="0"/>
    </c:legend>
    <c:plotVisOnly val="1"/>
    <c:dispBlanksAs val="gap"/>
    <c:showDLblsOverMax val="0"/>
  </c:chart>
  <c:spPr>
    <a:ln>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marker>
            <c:symbol val="none"/>
          </c:marker>
          <c:cat>
            <c:numRef>
              <c:f>'Rate Differences - Credit'!$Q$66:$Q$155</c:f>
              <c:numCache>
                <c:formatCode>m/d/yyyy</c:formatCode>
                <c:ptCount val="90"/>
                <c:pt idx="0">
                  <c:v>39630</c:v>
                </c:pt>
                <c:pt idx="1">
                  <c:v>39661</c:v>
                </c:pt>
                <c:pt idx="2">
                  <c:v>39692</c:v>
                </c:pt>
                <c:pt idx="3">
                  <c:v>39722</c:v>
                </c:pt>
                <c:pt idx="4">
                  <c:v>39753</c:v>
                </c:pt>
                <c:pt idx="5">
                  <c:v>39783</c:v>
                </c:pt>
                <c:pt idx="6">
                  <c:v>39814</c:v>
                </c:pt>
                <c:pt idx="7">
                  <c:v>39845</c:v>
                </c:pt>
                <c:pt idx="8">
                  <c:v>39873</c:v>
                </c:pt>
                <c:pt idx="9">
                  <c:v>39904</c:v>
                </c:pt>
                <c:pt idx="10">
                  <c:v>39934</c:v>
                </c:pt>
                <c:pt idx="11">
                  <c:v>39965</c:v>
                </c:pt>
                <c:pt idx="12">
                  <c:v>39995</c:v>
                </c:pt>
                <c:pt idx="13">
                  <c:v>40026</c:v>
                </c:pt>
                <c:pt idx="14">
                  <c:v>40057</c:v>
                </c:pt>
                <c:pt idx="15">
                  <c:v>40087</c:v>
                </c:pt>
                <c:pt idx="16">
                  <c:v>40118</c:v>
                </c:pt>
                <c:pt idx="17">
                  <c:v>40148</c:v>
                </c:pt>
                <c:pt idx="18">
                  <c:v>40179</c:v>
                </c:pt>
                <c:pt idx="19">
                  <c:v>40210</c:v>
                </c:pt>
                <c:pt idx="20">
                  <c:v>40238</c:v>
                </c:pt>
                <c:pt idx="21">
                  <c:v>40269</c:v>
                </c:pt>
                <c:pt idx="22">
                  <c:v>40299</c:v>
                </c:pt>
                <c:pt idx="23">
                  <c:v>40330</c:v>
                </c:pt>
                <c:pt idx="24">
                  <c:v>40360</c:v>
                </c:pt>
                <c:pt idx="25">
                  <c:v>40391</c:v>
                </c:pt>
                <c:pt idx="26">
                  <c:v>40422</c:v>
                </c:pt>
                <c:pt idx="27">
                  <c:v>40452</c:v>
                </c:pt>
                <c:pt idx="28">
                  <c:v>40483</c:v>
                </c:pt>
                <c:pt idx="29">
                  <c:v>40513</c:v>
                </c:pt>
                <c:pt idx="30">
                  <c:v>40544</c:v>
                </c:pt>
                <c:pt idx="31">
                  <c:v>40575</c:v>
                </c:pt>
                <c:pt idx="32">
                  <c:v>40603</c:v>
                </c:pt>
                <c:pt idx="33">
                  <c:v>40634</c:v>
                </c:pt>
                <c:pt idx="34">
                  <c:v>40664</c:v>
                </c:pt>
                <c:pt idx="35">
                  <c:v>40695</c:v>
                </c:pt>
                <c:pt idx="36">
                  <c:v>40725</c:v>
                </c:pt>
                <c:pt idx="37">
                  <c:v>40756</c:v>
                </c:pt>
                <c:pt idx="38">
                  <c:v>40787</c:v>
                </c:pt>
                <c:pt idx="39">
                  <c:v>40817</c:v>
                </c:pt>
                <c:pt idx="40">
                  <c:v>40848</c:v>
                </c:pt>
                <c:pt idx="41">
                  <c:v>40878</c:v>
                </c:pt>
                <c:pt idx="42">
                  <c:v>40909</c:v>
                </c:pt>
                <c:pt idx="43">
                  <c:v>40940</c:v>
                </c:pt>
                <c:pt idx="44">
                  <c:v>40969</c:v>
                </c:pt>
                <c:pt idx="45">
                  <c:v>41000</c:v>
                </c:pt>
                <c:pt idx="46">
                  <c:v>41030</c:v>
                </c:pt>
                <c:pt idx="47">
                  <c:v>41061</c:v>
                </c:pt>
                <c:pt idx="48">
                  <c:v>41091</c:v>
                </c:pt>
                <c:pt idx="49">
                  <c:v>41122</c:v>
                </c:pt>
                <c:pt idx="50">
                  <c:v>41153</c:v>
                </c:pt>
                <c:pt idx="51">
                  <c:v>41183</c:v>
                </c:pt>
                <c:pt idx="52">
                  <c:v>41214</c:v>
                </c:pt>
                <c:pt idx="53">
                  <c:v>41244</c:v>
                </c:pt>
                <c:pt idx="54">
                  <c:v>41275</c:v>
                </c:pt>
                <c:pt idx="55">
                  <c:v>41306</c:v>
                </c:pt>
                <c:pt idx="56">
                  <c:v>41334</c:v>
                </c:pt>
                <c:pt idx="57">
                  <c:v>41365</c:v>
                </c:pt>
                <c:pt idx="58">
                  <c:v>41395</c:v>
                </c:pt>
                <c:pt idx="59">
                  <c:v>41426</c:v>
                </c:pt>
                <c:pt idx="60">
                  <c:v>41456</c:v>
                </c:pt>
                <c:pt idx="61">
                  <c:v>41487</c:v>
                </c:pt>
                <c:pt idx="62">
                  <c:v>41518</c:v>
                </c:pt>
                <c:pt idx="63">
                  <c:v>41548</c:v>
                </c:pt>
                <c:pt idx="64">
                  <c:v>41579</c:v>
                </c:pt>
                <c:pt idx="65">
                  <c:v>41609</c:v>
                </c:pt>
                <c:pt idx="66">
                  <c:v>41640</c:v>
                </c:pt>
                <c:pt idx="67">
                  <c:v>41671</c:v>
                </c:pt>
                <c:pt idx="68">
                  <c:v>41699</c:v>
                </c:pt>
                <c:pt idx="69">
                  <c:v>41730</c:v>
                </c:pt>
                <c:pt idx="70">
                  <c:v>41760</c:v>
                </c:pt>
                <c:pt idx="71">
                  <c:v>41791</c:v>
                </c:pt>
                <c:pt idx="72">
                  <c:v>41821</c:v>
                </c:pt>
                <c:pt idx="73">
                  <c:v>41852</c:v>
                </c:pt>
                <c:pt idx="74">
                  <c:v>41883</c:v>
                </c:pt>
                <c:pt idx="75">
                  <c:v>41913</c:v>
                </c:pt>
                <c:pt idx="76">
                  <c:v>41944</c:v>
                </c:pt>
                <c:pt idx="77">
                  <c:v>41974</c:v>
                </c:pt>
                <c:pt idx="78">
                  <c:v>42005</c:v>
                </c:pt>
                <c:pt idx="79">
                  <c:v>42036</c:v>
                </c:pt>
                <c:pt idx="80">
                  <c:v>42064</c:v>
                </c:pt>
                <c:pt idx="81">
                  <c:v>42095</c:v>
                </c:pt>
                <c:pt idx="82">
                  <c:v>42125</c:v>
                </c:pt>
                <c:pt idx="83">
                  <c:v>42156</c:v>
                </c:pt>
                <c:pt idx="84">
                  <c:v>42186</c:v>
                </c:pt>
                <c:pt idx="85">
                  <c:v>42217</c:v>
                </c:pt>
                <c:pt idx="86">
                  <c:v>42248</c:v>
                </c:pt>
                <c:pt idx="87">
                  <c:v>42278</c:v>
                </c:pt>
                <c:pt idx="88">
                  <c:v>42309</c:v>
                </c:pt>
                <c:pt idx="89">
                  <c:v>42339</c:v>
                </c:pt>
              </c:numCache>
            </c:numRef>
          </c:cat>
          <c:val>
            <c:numRef>
              <c:f>'Rate Differences - Credit'!$AB$66:$AB$155</c:f>
              <c:numCache>
                <c:formatCode>_(* #,##0_);_(* \(#,##0\);_(* "-"??_);_(@_)</c:formatCode>
                <c:ptCount val="90"/>
                <c:pt idx="0">
                  <c:v>-5.8071206633372618</c:v>
                </c:pt>
                <c:pt idx="1">
                  <c:v>-4.2974718038072623</c:v>
                </c:pt>
                <c:pt idx="2">
                  <c:v>-9.5444016099049733</c:v>
                </c:pt>
                <c:pt idx="3">
                  <c:v>-7.8494802085590898</c:v>
                </c:pt>
                <c:pt idx="4">
                  <c:v>-15.217390133580988</c:v>
                </c:pt>
                <c:pt idx="5">
                  <c:v>-10.80087303705719</c:v>
                </c:pt>
                <c:pt idx="6">
                  <c:v>-15.966345832676865</c:v>
                </c:pt>
                <c:pt idx="7">
                  <c:v>-9.928646137858621</c:v>
                </c:pt>
                <c:pt idx="8">
                  <c:v>-4.162828598996704</c:v>
                </c:pt>
                <c:pt idx="9">
                  <c:v>-7.2813994234024015</c:v>
                </c:pt>
                <c:pt idx="10">
                  <c:v>-16.64411252933915</c:v>
                </c:pt>
                <c:pt idx="11">
                  <c:v>-12.408473831946765</c:v>
                </c:pt>
                <c:pt idx="12">
                  <c:v>-9.4805486011098061</c:v>
                </c:pt>
                <c:pt idx="13">
                  <c:v>-9.1601808904803406</c:v>
                </c:pt>
                <c:pt idx="14">
                  <c:v>-10.944170478664983</c:v>
                </c:pt>
                <c:pt idx="15">
                  <c:v>-6.4900091387820602</c:v>
                </c:pt>
                <c:pt idx="16">
                  <c:v>-13.012448543787958</c:v>
                </c:pt>
                <c:pt idx="17">
                  <c:v>-11.638978031627634</c:v>
                </c:pt>
                <c:pt idx="18">
                  <c:v>-10.4711992836096</c:v>
                </c:pt>
                <c:pt idx="19">
                  <c:v>-10.290192051460512</c:v>
                </c:pt>
                <c:pt idx="20">
                  <c:v>-12.089847154236377</c:v>
                </c:pt>
                <c:pt idx="21">
                  <c:v>-8.5893414733147821</c:v>
                </c:pt>
                <c:pt idx="22">
                  <c:v>-8.1837237831443588</c:v>
                </c:pt>
                <c:pt idx="23">
                  <c:v>-10.296106011187334</c:v>
                </c:pt>
                <c:pt idx="24">
                  <c:v>-7.5327663498928388</c:v>
                </c:pt>
                <c:pt idx="25">
                  <c:v>-8.9588505366472226</c:v>
                </c:pt>
                <c:pt idx="26">
                  <c:v>-10.486378374323291</c:v>
                </c:pt>
                <c:pt idx="27">
                  <c:v>-9.7634788440698728</c:v>
                </c:pt>
                <c:pt idx="28">
                  <c:v>-8.3012644179340178</c:v>
                </c:pt>
                <c:pt idx="29">
                  <c:v>-12.016539854336195</c:v>
                </c:pt>
                <c:pt idx="30">
                  <c:v>-10.175071823553061</c:v>
                </c:pt>
                <c:pt idx="31">
                  <c:v>-10.942454040571814</c:v>
                </c:pt>
                <c:pt idx="32">
                  <c:v>-10.302696120874444</c:v>
                </c:pt>
                <c:pt idx="33">
                  <c:v>-9.8939733718188982</c:v>
                </c:pt>
                <c:pt idx="34">
                  <c:v>-7.6714323170119059</c:v>
                </c:pt>
                <c:pt idx="35">
                  <c:v>-10.065047750133349</c:v>
                </c:pt>
                <c:pt idx="36">
                  <c:v>-12.047749187629009</c:v>
                </c:pt>
                <c:pt idx="37">
                  <c:v>-12.614714668433624</c:v>
                </c:pt>
                <c:pt idx="38">
                  <c:v>-13.036367635126744</c:v>
                </c:pt>
                <c:pt idx="39">
                  <c:v>-13.681019238411452</c:v>
                </c:pt>
                <c:pt idx="40">
                  <c:v>-9.5820633180734305</c:v>
                </c:pt>
                <c:pt idx="41">
                  <c:v>-13.345720407462469</c:v>
                </c:pt>
                <c:pt idx="42">
                  <c:v>-11.391125243130951</c:v>
                </c:pt>
                <c:pt idx="43">
                  <c:v>-12.442356795349685</c:v>
                </c:pt>
                <c:pt idx="44">
                  <c:v>-13.323704137680714</c:v>
                </c:pt>
                <c:pt idx="45">
                  <c:v>-10.763111559995764</c:v>
                </c:pt>
                <c:pt idx="46">
                  <c:v>-12.719013489022402</c:v>
                </c:pt>
                <c:pt idx="47">
                  <c:v>-12.488101052612066</c:v>
                </c:pt>
                <c:pt idx="48">
                  <c:v>-10.26052457117328</c:v>
                </c:pt>
                <c:pt idx="49">
                  <c:v>-11.458283807819791</c:v>
                </c:pt>
                <c:pt idx="50">
                  <c:v>-10.345206481692948</c:v>
                </c:pt>
                <c:pt idx="51">
                  <c:v>-11.452897920989047</c:v>
                </c:pt>
                <c:pt idx="52">
                  <c:v>-11.56920109898083</c:v>
                </c:pt>
                <c:pt idx="53">
                  <c:v>-10.012068865524393</c:v>
                </c:pt>
                <c:pt idx="54">
                  <c:v>-8.9458990103569835</c:v>
                </c:pt>
                <c:pt idx="55">
                  <c:v>-10.423595091764337</c:v>
                </c:pt>
                <c:pt idx="56">
                  <c:v>-8.99826270347579</c:v>
                </c:pt>
                <c:pt idx="57">
                  <c:v>-9.7355740801877921</c:v>
                </c:pt>
                <c:pt idx="58">
                  <c:v>-11.1010121705998</c:v>
                </c:pt>
                <c:pt idx="59">
                  <c:v>-12.045092853877115</c:v>
                </c:pt>
                <c:pt idx="60">
                  <c:v>-12.655842994745203</c:v>
                </c:pt>
                <c:pt idx="61">
                  <c:v>-15.053428851779138</c:v>
                </c:pt>
                <c:pt idx="62">
                  <c:v>-11.902460087543787</c:v>
                </c:pt>
                <c:pt idx="63">
                  <c:v>-15.23919952800421</c:v>
                </c:pt>
                <c:pt idx="64">
                  <c:v>-15.704770058526663</c:v>
                </c:pt>
                <c:pt idx="65">
                  <c:v>-15.855736405552001</c:v>
                </c:pt>
                <c:pt idx="66">
                  <c:v>-14.768578984915504</c:v>
                </c:pt>
                <c:pt idx="67">
                  <c:v>-14.742579695150138</c:v>
                </c:pt>
                <c:pt idx="68">
                  <c:v>-13.815444362163998</c:v>
                </c:pt>
                <c:pt idx="69">
                  <c:v>-14.939496468823954</c:v>
                </c:pt>
                <c:pt idx="70">
                  <c:v>-15.543019698244365</c:v>
                </c:pt>
                <c:pt idx="71">
                  <c:v>-16.192099258307291</c:v>
                </c:pt>
                <c:pt idx="72">
                  <c:v>-16.258776859138102</c:v>
                </c:pt>
                <c:pt idx="73">
                  <c:v>-16.438381206561736</c:v>
                </c:pt>
                <c:pt idx="74">
                  <c:v>-15.967042905953477</c:v>
                </c:pt>
                <c:pt idx="75">
                  <c:v>-16.112549776462881</c:v>
                </c:pt>
                <c:pt idx="76">
                  <c:v>-13.389959624690917</c:v>
                </c:pt>
                <c:pt idx="77">
                  <c:v>-17.577982915664325</c:v>
                </c:pt>
                <c:pt idx="78">
                  <c:v>-17.195842477996859</c:v>
                </c:pt>
                <c:pt idx="79">
                  <c:v>-19.965100391355151</c:v>
                </c:pt>
                <c:pt idx="80">
                  <c:v>-18.810943748430596</c:v>
                </c:pt>
                <c:pt idx="81">
                  <c:v>-18.127289310460348</c:v>
                </c:pt>
                <c:pt idx="82">
                  <c:v>-16.425844307403416</c:v>
                </c:pt>
                <c:pt idx="83">
                  <c:v>-17.191084165791448</c:v>
                </c:pt>
                <c:pt idx="84">
                  <c:v>-17.007998456071682</c:v>
                </c:pt>
                <c:pt idx="85">
                  <c:v>-18.364111636423619</c:v>
                </c:pt>
                <c:pt idx="86">
                  <c:v>-18.388669174817895</c:v>
                </c:pt>
                <c:pt idx="87">
                  <c:v>-17.90597316621918</c:v>
                </c:pt>
                <c:pt idx="88">
                  <c:v>-18.498170723701168</c:v>
                </c:pt>
                <c:pt idx="89">
                  <c:v>-22.330059252324652</c:v>
                </c:pt>
              </c:numCache>
            </c:numRef>
          </c:val>
          <c:smooth val="0"/>
        </c:ser>
        <c:dLbls>
          <c:showLegendKey val="0"/>
          <c:showVal val="0"/>
          <c:showCatName val="0"/>
          <c:showSerName val="0"/>
          <c:showPercent val="0"/>
          <c:showBubbleSize val="0"/>
        </c:dLbls>
        <c:marker val="1"/>
        <c:smooth val="0"/>
        <c:axId val="5041152"/>
        <c:axId val="33800192"/>
      </c:lineChart>
      <c:dateAx>
        <c:axId val="5041152"/>
        <c:scaling>
          <c:orientation val="minMax"/>
        </c:scaling>
        <c:delete val="0"/>
        <c:axPos val="b"/>
        <c:numFmt formatCode="m/d/yyyy" sourceLinked="1"/>
        <c:majorTickMark val="out"/>
        <c:minorTickMark val="out"/>
        <c:tickLblPos val="low"/>
        <c:crossAx val="33800192"/>
        <c:crosses val="autoZero"/>
        <c:auto val="1"/>
        <c:lblOffset val="100"/>
        <c:baseTimeUnit val="months"/>
        <c:majorUnit val="6"/>
        <c:majorTimeUnit val="months"/>
      </c:dateAx>
      <c:valAx>
        <c:axId val="33800192"/>
        <c:scaling>
          <c:orientation val="minMax"/>
        </c:scaling>
        <c:delete val="0"/>
        <c:axPos val="l"/>
        <c:majorGridlines>
          <c:spPr>
            <a:ln>
              <a:solidFill>
                <a:schemeClr val="tx1">
                  <a:tint val="75000"/>
                  <a:shade val="95000"/>
                  <a:satMod val="105000"/>
                </a:schemeClr>
              </a:solidFill>
              <a:prstDash val="dash"/>
            </a:ln>
          </c:spPr>
        </c:majorGridlines>
        <c:numFmt formatCode="_(* #,##0_);_(* \(#,##0\);_(* &quot;-&quot;??_);_(@_)" sourceLinked="1"/>
        <c:majorTickMark val="out"/>
        <c:minorTickMark val="none"/>
        <c:tickLblPos val="nextTo"/>
        <c:crossAx val="5041152"/>
        <c:crosses val="autoZero"/>
        <c:crossBetween val="between"/>
      </c:valAx>
      <c:spPr>
        <a:ln>
          <a:noFill/>
        </a:ln>
      </c:spPr>
    </c:plotArea>
    <c:plotVisOnly val="1"/>
    <c:dispBlanksAs val="gap"/>
    <c:showDLblsOverMax val="0"/>
  </c:chart>
  <c:spPr>
    <a:ln>
      <a:noFill/>
    </a:ln>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2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defTabSz="912844">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27481"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algn="r" defTabSz="912844">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defTabSz="912844">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27481"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algn="r" defTabSz="912844">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defTabSz="912844">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27481"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algn="r" defTabSz="912844">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30313" y="692150"/>
            <a:ext cx="4473575" cy="3457575"/>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693739" y="4380237"/>
            <a:ext cx="5546725" cy="4147189"/>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defTabSz="912844">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27481"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algn="r" defTabSz="912844">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1268"/>
            <a:fld id="{1FE077EC-684A-4FD9-A6C3-9AE90D8B81D6}" type="slidenum">
              <a:rPr lang="en-US" smtClean="0"/>
              <a:pPr defTabSz="911268"/>
              <a:t>1</a:t>
            </a:fld>
            <a:endParaRPr lang="en-US" dirty="0" smtClean="0"/>
          </a:p>
        </p:txBody>
      </p:sp>
    </p:spTree>
    <p:extLst>
      <p:ext uri="{BB962C8B-B14F-4D97-AF65-F5344CB8AC3E}">
        <p14:creationId xmlns:p14="http://schemas.microsoft.com/office/powerpoint/2010/main" val="3006772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2</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3</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4</a:t>
            </a:fld>
            <a:endParaRPr lang="en-US" dirty="0"/>
          </a:p>
        </p:txBody>
      </p:sp>
    </p:spTree>
    <p:extLst>
      <p:ext uri="{BB962C8B-B14F-4D97-AF65-F5344CB8AC3E}">
        <p14:creationId xmlns:p14="http://schemas.microsoft.com/office/powerpoint/2010/main" val="24520624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5</a:t>
            </a:fld>
            <a:endParaRPr lang="en-US" dirty="0"/>
          </a:p>
        </p:txBody>
      </p:sp>
    </p:spTree>
    <p:extLst>
      <p:ext uri="{BB962C8B-B14F-4D97-AF65-F5344CB8AC3E}">
        <p14:creationId xmlns:p14="http://schemas.microsoft.com/office/powerpoint/2010/main" val="24520624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6</a:t>
            </a:fld>
            <a:endParaRPr lang="en-US" dirty="0"/>
          </a:p>
        </p:txBody>
      </p:sp>
    </p:spTree>
    <p:extLst>
      <p:ext uri="{BB962C8B-B14F-4D97-AF65-F5344CB8AC3E}">
        <p14:creationId xmlns:p14="http://schemas.microsoft.com/office/powerpoint/2010/main" val="24520624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7</a:t>
            </a:fld>
            <a:endParaRPr lang="en-US" dirty="0"/>
          </a:p>
        </p:txBody>
      </p:sp>
    </p:spTree>
    <p:extLst>
      <p:ext uri="{BB962C8B-B14F-4D97-AF65-F5344CB8AC3E}">
        <p14:creationId xmlns:p14="http://schemas.microsoft.com/office/powerpoint/2010/main" val="24520624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8</a:t>
            </a:fld>
            <a:endParaRPr lang="en-US" dirty="0"/>
          </a:p>
        </p:txBody>
      </p:sp>
    </p:spTree>
    <p:extLst>
      <p:ext uri="{BB962C8B-B14F-4D97-AF65-F5344CB8AC3E}">
        <p14:creationId xmlns:p14="http://schemas.microsoft.com/office/powerpoint/2010/main" val="2452062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3.jpeg"/><Relationship Id="rId1" Type="http://schemas.openxmlformats.org/officeDocument/2006/relationships/slideMaster" Target="../slideMasters/slideMaster20.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0.xml"/><Relationship Id="rId5" Type="http://schemas.openxmlformats.org/officeDocument/2006/relationships/image" Target="../media/image8.emf"/><Relationship Id="rId4" Type="http://schemas.openxmlformats.org/officeDocument/2006/relationships/image" Target="../media/image4.gif"/></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0.xml"/><Relationship Id="rId5" Type="http://schemas.openxmlformats.org/officeDocument/2006/relationships/image" Target="../media/image8.emf"/><Relationship Id="rId4" Type="http://schemas.openxmlformats.org/officeDocument/2006/relationships/image" Target="../media/image4.gif"/></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slideMaster" Target="../slideMasters/slideMaster20.xml"/><Relationship Id="rId4" Type="http://schemas.openxmlformats.org/officeDocument/2006/relationships/image" Target="../media/image8.emf"/></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5.jpeg"/><Relationship Id="rId1" Type="http://schemas.openxmlformats.org/officeDocument/2006/relationships/slideMaster" Target="../slideMasters/slideMaster2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jpeg"/><Relationship Id="rId1" Type="http://schemas.openxmlformats.org/officeDocument/2006/relationships/slideMaster" Target="../slideMasters/slideMaster20.xml"/><Relationship Id="rId4" Type="http://schemas.openxmlformats.org/officeDocument/2006/relationships/image" Target="../media/image8.emf"/></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3.jpeg"/><Relationship Id="rId1" Type="http://schemas.openxmlformats.org/officeDocument/2006/relationships/slideMaster" Target="../slideMasters/slideMaster20.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2453" indent="0" algn="ctr">
              <a:buNone/>
              <a:defRPr/>
            </a:lvl2pPr>
            <a:lvl3pPr marL="1004905" indent="0" algn="ctr">
              <a:buNone/>
              <a:defRPr/>
            </a:lvl3pPr>
            <a:lvl4pPr marL="1507356" indent="0" algn="ctr">
              <a:buNone/>
              <a:defRPr/>
            </a:lvl4pPr>
            <a:lvl5pPr marL="2009808" indent="0" algn="ctr">
              <a:buNone/>
              <a:defRPr/>
            </a:lvl5pPr>
            <a:lvl6pPr marL="2512261" indent="0" algn="ctr">
              <a:buNone/>
              <a:defRPr/>
            </a:lvl6pPr>
            <a:lvl7pPr marL="3014714" indent="0" algn="ctr">
              <a:buNone/>
              <a:defRPr/>
            </a:lvl7pPr>
            <a:lvl8pPr marL="3517168" indent="0" algn="ctr">
              <a:buNone/>
              <a:defRPr/>
            </a:lvl8pPr>
            <a:lvl9pPr marL="401961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35719005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10">
                <a:latin typeface="+mn-lt"/>
              </a:defRPr>
            </a:lvl1pPr>
            <a:lvl2pPr>
              <a:defRPr sz="1210">
                <a:latin typeface="+mn-lt"/>
              </a:defRPr>
            </a:lvl2pPr>
            <a:lvl3pPr>
              <a:defRPr sz="1210">
                <a:latin typeface="+mn-lt"/>
              </a:defRPr>
            </a:lvl3pPr>
            <a:lvl4pPr marL="792389" indent="-231766">
              <a:defRPr sz="1210">
                <a:latin typeface="+mn-lt"/>
              </a:defRPr>
            </a:lvl4pPr>
            <a:lvl5pPr marL="1011627" indent="-219237">
              <a:defRPr sz="121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883693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6"/>
            <a:ext cx="8549640" cy="1543685"/>
          </a:xfrm>
        </p:spPr>
        <p:txBody>
          <a:bodyPr/>
          <a:lstStyle>
            <a:lvl1pPr algn="l">
              <a:defRPr sz="44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2453" indent="0">
              <a:buNone/>
              <a:defRPr sz="1980"/>
            </a:lvl2pPr>
            <a:lvl3pPr marL="1004905" indent="0">
              <a:buNone/>
              <a:defRPr sz="1760"/>
            </a:lvl3pPr>
            <a:lvl4pPr marL="1507356" indent="0">
              <a:buNone/>
              <a:defRPr sz="1540"/>
            </a:lvl4pPr>
            <a:lvl5pPr marL="2009808" indent="0">
              <a:buNone/>
              <a:defRPr sz="1540"/>
            </a:lvl5pPr>
            <a:lvl6pPr marL="2512261" indent="0">
              <a:buNone/>
              <a:defRPr sz="1540"/>
            </a:lvl6pPr>
            <a:lvl7pPr marL="3014714" indent="0">
              <a:buNone/>
              <a:defRPr sz="1540"/>
            </a:lvl7pPr>
            <a:lvl8pPr marL="3517168" indent="0">
              <a:buNone/>
              <a:defRPr sz="1540"/>
            </a:lvl8pPr>
            <a:lvl9pPr marL="4019617" indent="0">
              <a:buNone/>
              <a:defRPr sz="1540"/>
            </a:lvl9pPr>
          </a:lstStyle>
          <a:p>
            <a:pPr lvl="0"/>
            <a:r>
              <a:rPr lang="en-US" smtClean="0"/>
              <a:t>Click to edit Master text styles</a:t>
            </a:r>
          </a:p>
        </p:txBody>
      </p:sp>
    </p:spTree>
    <p:extLst>
      <p:ext uri="{BB962C8B-B14F-4D97-AF65-F5344CB8AC3E}">
        <p14:creationId xmlns:p14="http://schemas.microsoft.com/office/powerpoint/2010/main" val="8391447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3"/>
            <a:ext cx="4716784"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3"/>
            <a:ext cx="4716776"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5322527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33333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487702" indent="0" algn="ctr">
              <a:buNone/>
              <a:defRPr/>
            </a:lvl2pPr>
            <a:lvl3pPr marL="975401" indent="0" algn="ctr">
              <a:buNone/>
              <a:defRPr/>
            </a:lvl3pPr>
            <a:lvl4pPr marL="1463100" indent="0" algn="ctr">
              <a:buNone/>
              <a:defRPr/>
            </a:lvl4pPr>
            <a:lvl5pPr marL="1950801" indent="0" algn="ctr">
              <a:buNone/>
              <a:defRPr/>
            </a:lvl5pPr>
            <a:lvl6pPr marL="2438501" indent="0" algn="ctr">
              <a:buNone/>
              <a:defRPr/>
            </a:lvl6pPr>
            <a:lvl7pPr marL="2926202" indent="0" algn="ctr">
              <a:buNone/>
              <a:defRPr/>
            </a:lvl7pPr>
            <a:lvl8pPr marL="3413904" indent="0" algn="ctr">
              <a:buNone/>
              <a:defRPr/>
            </a:lvl8pPr>
            <a:lvl9pPr marL="3901601"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6878901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75">
                <a:latin typeface="+mn-lt"/>
              </a:defRPr>
            </a:lvl1pPr>
            <a:lvl2pPr>
              <a:defRPr sz="1175">
                <a:latin typeface="+mn-lt"/>
              </a:defRPr>
            </a:lvl2pPr>
            <a:lvl3pPr>
              <a:defRPr sz="1175">
                <a:latin typeface="+mn-lt"/>
              </a:defRPr>
            </a:lvl3pPr>
            <a:lvl4pPr marL="769124" indent="-224961">
              <a:defRPr sz="1175">
                <a:latin typeface="+mn-lt"/>
              </a:defRPr>
            </a:lvl4pPr>
            <a:lvl5pPr marL="981926" indent="-212801">
              <a:defRPr sz="1175">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8786079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7"/>
            <a:ext cx="8549640" cy="1543685"/>
          </a:xfrm>
        </p:spPr>
        <p:txBody>
          <a:bodyPr/>
          <a:lstStyle>
            <a:lvl1pPr algn="l">
              <a:defRPr sz="4271"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135"/>
            </a:lvl1pPr>
            <a:lvl2pPr marL="487702" indent="0">
              <a:buNone/>
              <a:defRPr sz="1922"/>
            </a:lvl2pPr>
            <a:lvl3pPr marL="975401" indent="0">
              <a:buNone/>
              <a:defRPr sz="1708"/>
            </a:lvl3pPr>
            <a:lvl4pPr marL="1463100" indent="0">
              <a:buNone/>
              <a:defRPr sz="1495"/>
            </a:lvl4pPr>
            <a:lvl5pPr marL="1950801" indent="0">
              <a:buNone/>
              <a:defRPr sz="1495"/>
            </a:lvl5pPr>
            <a:lvl6pPr marL="2438501" indent="0">
              <a:buNone/>
              <a:defRPr sz="1495"/>
            </a:lvl6pPr>
            <a:lvl7pPr marL="2926202" indent="0">
              <a:buNone/>
              <a:defRPr sz="1495"/>
            </a:lvl7pPr>
            <a:lvl8pPr marL="3413904" indent="0">
              <a:buNone/>
              <a:defRPr sz="1495"/>
            </a:lvl8pPr>
            <a:lvl9pPr marL="3901601" indent="0">
              <a:buNone/>
              <a:defRPr sz="1495"/>
            </a:lvl9pPr>
          </a:lstStyle>
          <a:p>
            <a:pPr lvl="0"/>
            <a:r>
              <a:rPr lang="en-US" smtClean="0"/>
              <a:t>Click to edit Master text styles</a:t>
            </a:r>
          </a:p>
        </p:txBody>
      </p:sp>
    </p:spTree>
    <p:extLst>
      <p:ext uri="{BB962C8B-B14F-4D97-AF65-F5344CB8AC3E}">
        <p14:creationId xmlns:p14="http://schemas.microsoft.com/office/powerpoint/2010/main" val="31981658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4"/>
            <a:ext cx="4716784"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4"/>
            <a:ext cx="4716776"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53157126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17509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2453" indent="0" algn="ctr">
              <a:buNone/>
              <a:defRPr/>
            </a:lvl2pPr>
            <a:lvl3pPr marL="1004905" indent="0" algn="ctr">
              <a:buNone/>
              <a:defRPr/>
            </a:lvl3pPr>
            <a:lvl4pPr marL="1507356" indent="0" algn="ctr">
              <a:buNone/>
              <a:defRPr/>
            </a:lvl4pPr>
            <a:lvl5pPr marL="2009808" indent="0" algn="ctr">
              <a:buNone/>
              <a:defRPr/>
            </a:lvl5pPr>
            <a:lvl6pPr marL="2512261" indent="0" algn="ctr">
              <a:buNone/>
              <a:defRPr/>
            </a:lvl6pPr>
            <a:lvl7pPr marL="3014714" indent="0" algn="ctr">
              <a:buNone/>
              <a:defRPr/>
            </a:lvl7pPr>
            <a:lvl8pPr marL="3517168" indent="0" algn="ctr">
              <a:buNone/>
              <a:defRPr/>
            </a:lvl8pPr>
            <a:lvl9pPr marL="401961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0461596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10">
                <a:latin typeface="+mn-lt"/>
              </a:defRPr>
            </a:lvl1pPr>
            <a:lvl2pPr>
              <a:defRPr sz="1210">
                <a:latin typeface="+mn-lt"/>
              </a:defRPr>
            </a:lvl2pPr>
            <a:lvl3pPr>
              <a:defRPr sz="1210">
                <a:latin typeface="+mn-lt"/>
              </a:defRPr>
            </a:lvl3pPr>
            <a:lvl4pPr marL="792389" indent="-231766">
              <a:defRPr sz="1210">
                <a:latin typeface="+mn-lt"/>
              </a:defRPr>
            </a:lvl4pPr>
            <a:lvl5pPr marL="1011627" indent="-219237">
              <a:defRPr sz="121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2835017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6"/>
            <a:ext cx="8549640" cy="1543685"/>
          </a:xfrm>
        </p:spPr>
        <p:txBody>
          <a:bodyPr/>
          <a:lstStyle>
            <a:lvl1pPr algn="l">
              <a:defRPr sz="44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2453" indent="0">
              <a:buNone/>
              <a:defRPr sz="1980"/>
            </a:lvl2pPr>
            <a:lvl3pPr marL="1004905" indent="0">
              <a:buNone/>
              <a:defRPr sz="1760"/>
            </a:lvl3pPr>
            <a:lvl4pPr marL="1507356" indent="0">
              <a:buNone/>
              <a:defRPr sz="1540"/>
            </a:lvl4pPr>
            <a:lvl5pPr marL="2009808" indent="0">
              <a:buNone/>
              <a:defRPr sz="1540"/>
            </a:lvl5pPr>
            <a:lvl6pPr marL="2512261" indent="0">
              <a:buNone/>
              <a:defRPr sz="1540"/>
            </a:lvl6pPr>
            <a:lvl7pPr marL="3014714" indent="0">
              <a:buNone/>
              <a:defRPr sz="1540"/>
            </a:lvl7pPr>
            <a:lvl8pPr marL="3517168" indent="0">
              <a:buNone/>
              <a:defRPr sz="1540"/>
            </a:lvl8pPr>
            <a:lvl9pPr marL="4019617" indent="0">
              <a:buNone/>
              <a:defRPr sz="1540"/>
            </a:lvl9pPr>
          </a:lstStyle>
          <a:p>
            <a:pPr lvl="0"/>
            <a:r>
              <a:rPr lang="en-US" smtClean="0"/>
              <a:t>Click to edit Master text styles</a:t>
            </a:r>
          </a:p>
        </p:txBody>
      </p:sp>
    </p:spTree>
    <p:extLst>
      <p:ext uri="{BB962C8B-B14F-4D97-AF65-F5344CB8AC3E}">
        <p14:creationId xmlns:p14="http://schemas.microsoft.com/office/powerpoint/2010/main" val="64367200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3"/>
            <a:ext cx="4716784"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3"/>
            <a:ext cx="4716776"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4013545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38293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94194" y="1569432"/>
            <a:ext cx="9051028" cy="5499298"/>
          </a:xfrm>
        </p:spPr>
        <p:txBody>
          <a:bodyPr/>
          <a:lstStyle>
            <a:lvl1pPr marL="195564" indent="-195564">
              <a:lnSpc>
                <a:spcPct val="100000"/>
              </a:lnSpc>
              <a:spcAft>
                <a:spcPts val="649"/>
              </a:spcAft>
              <a:buClr>
                <a:schemeClr val="bg2"/>
              </a:buClr>
              <a:buFont typeface="Arial" pitchFamily="34" charset="0"/>
              <a:buChar char="•"/>
              <a:defRPr>
                <a:latin typeface="Calisto MT" pitchFamily="18" charset="0"/>
                <a:cs typeface="Arial" pitchFamily="34" charset="0"/>
              </a:defRPr>
            </a:lvl1pPr>
            <a:lvl2pPr marL="478612" indent="-185270">
              <a:lnSpc>
                <a:spcPct val="100000"/>
              </a:lnSpc>
              <a:spcAft>
                <a:spcPts val="649"/>
              </a:spcAft>
              <a:buClr>
                <a:schemeClr val="bg2"/>
              </a:buClr>
              <a:buFont typeface="Arial" pitchFamily="34" charset="0"/>
              <a:buChar char="−"/>
              <a:tabLst>
                <a:tab pos="478612" algn="l"/>
              </a:tabLst>
              <a:defRPr sz="1262">
                <a:latin typeface="Calisto MT" pitchFamily="18" charset="0"/>
                <a:cs typeface="Arial" pitchFamily="34" charset="0"/>
              </a:defRPr>
            </a:lvl2pPr>
            <a:lvl3pPr marL="576396" indent="-97782">
              <a:lnSpc>
                <a:spcPct val="100000"/>
              </a:lnSpc>
              <a:buClr>
                <a:schemeClr val="bg2"/>
              </a:buClr>
              <a:buFont typeface="Arial" pitchFamily="34" charset="0"/>
              <a:buChar char="•"/>
              <a:defRPr>
                <a:latin typeface="Calisto MT" pitchFamily="18" charset="0"/>
                <a:cs typeface="Arial" pitchFamily="34" charset="0"/>
              </a:defRPr>
            </a:lvl3pPr>
            <a:lvl4pPr marL="773671" indent="-197277">
              <a:lnSpc>
                <a:spcPct val="100000"/>
              </a:lnSpc>
              <a:buClr>
                <a:schemeClr val="bg2"/>
              </a:buClr>
              <a:buFont typeface="Arial" pitchFamily="34" charset="0"/>
              <a:buChar char="•"/>
              <a:defRPr>
                <a:latin typeface="Calisto MT" pitchFamily="18" charset="0"/>
                <a:cs typeface="Arial" pitchFamily="34" charset="0"/>
              </a:defRPr>
            </a:lvl4pPr>
            <a:lvl5pPr marL="746224" indent="-130375">
              <a:lnSpc>
                <a:spcPct val="100000"/>
              </a:lnSpc>
              <a:buClr>
                <a:schemeClr val="bg2"/>
              </a:buClr>
              <a:buFont typeface="Arial" pitchFamily="34" charset="0"/>
              <a:buChar char="•"/>
              <a:defRPr>
                <a:latin typeface="Calisto MT" pitchFamily="18" charset="0"/>
                <a:cs typeface="Arial" pitchFamily="34" charset="0"/>
              </a:defRPr>
            </a:lvl5pPr>
          </a:lstStyle>
          <a:p>
            <a:pPr lvl="0"/>
            <a:r>
              <a:rPr lang="en-US" dirty="0" smtClean="0"/>
              <a:t>Click to edit Master text styles</a:t>
            </a:r>
          </a:p>
          <a:p>
            <a:pPr lvl="1"/>
            <a:r>
              <a:rPr lang="en-US" dirty="0" smtClean="0"/>
              <a:t>Second level</a:t>
            </a:r>
          </a:p>
          <a:p>
            <a:pPr lvl="0"/>
            <a:r>
              <a:rPr lang="en-US" dirty="0" smtClean="0"/>
              <a:t>Test</a:t>
            </a:r>
          </a:p>
          <a:p>
            <a:pPr lvl="0"/>
            <a:r>
              <a:rPr lang="en-US" dirty="0" smtClean="0"/>
              <a:t>Test</a:t>
            </a:r>
          </a:p>
          <a:p>
            <a:pPr lvl="2"/>
            <a:r>
              <a:rPr lang="en-US" dirty="0" smtClean="0"/>
              <a:t>Third level</a:t>
            </a:r>
          </a:p>
          <a:p>
            <a:pPr lvl="3"/>
            <a:r>
              <a:rPr lang="en-US" dirty="0" smtClean="0"/>
              <a:t>Fourth level</a:t>
            </a:r>
          </a:p>
          <a:p>
            <a:pPr lvl="4"/>
            <a:r>
              <a:rPr lang="en-US" dirty="0" smtClean="0"/>
              <a:t>Fifth level</a:t>
            </a:r>
          </a:p>
        </p:txBody>
      </p:sp>
      <p:sp>
        <p:nvSpPr>
          <p:cNvPr id="4" name="AutoShape 4"/>
          <p:cNvSpPr>
            <a:spLocks noChangeAspect="1" noChangeArrowheads="1" noTextEdit="1"/>
          </p:cNvSpPr>
          <p:nvPr userDrawn="1"/>
        </p:nvSpPr>
        <p:spPr bwMode="auto">
          <a:xfrm>
            <a:off x="-434817" y="3474195"/>
            <a:ext cx="10928034" cy="829415"/>
          </a:xfrm>
          <a:prstGeom prst="rect">
            <a:avLst/>
          </a:prstGeom>
          <a:noFill/>
          <a:ln w="9525">
            <a:noFill/>
            <a:miter lim="800000"/>
            <a:headEnd/>
            <a:tailEnd/>
          </a:ln>
        </p:spPr>
        <p:txBody>
          <a:bodyPr vert="horz" wrap="square" lIns="98805" tIns="49403" rIns="98805" bIns="49403" numCol="1" anchor="t" anchorCtr="0" compatLnSpc="1">
            <a:prstTxWarp prst="textNoShape">
              <a:avLst/>
            </a:prstTxWarp>
          </a:bodyPr>
          <a:lstStyle/>
          <a:p>
            <a:pPr defTabSz="1005134" fontAlgn="auto">
              <a:spcBef>
                <a:spcPts val="0"/>
              </a:spcBef>
              <a:spcAft>
                <a:spcPts val="0"/>
              </a:spcAft>
            </a:pPr>
            <a:endParaRPr lang="en-US" sz="1747">
              <a:solidFill>
                <a:srgbClr val="FFFFFF"/>
              </a:solidFill>
              <a:latin typeface="Calibri"/>
            </a:endParaRPr>
          </a:p>
        </p:txBody>
      </p:sp>
      <p:sp>
        <p:nvSpPr>
          <p:cNvPr id="7" name="Rectangle 27"/>
          <p:cNvSpPr>
            <a:spLocks noGrp="1" noChangeArrowheads="1"/>
          </p:cNvSpPr>
          <p:nvPr>
            <p:ph type="sldNum" sz="quarter" idx="4"/>
          </p:nvPr>
        </p:nvSpPr>
        <p:spPr>
          <a:xfrm>
            <a:off x="8670716" y="7404219"/>
            <a:ext cx="975207" cy="256673"/>
          </a:xfrm>
          <a:prstGeom prst="rect">
            <a:avLst/>
          </a:prstGeom>
          <a:noFill/>
          <a:ln/>
        </p:spPr>
        <p:txBody>
          <a:bodyPr anchor="ctr" anchorCtr="0">
            <a:spAutoFit/>
          </a:bodyPr>
          <a:lstStyle>
            <a:lvl1pPr>
              <a:defRPr lang="en-US" sz="1068" cap="small" baseline="0" smtClean="0">
                <a:solidFill>
                  <a:schemeClr val="tx1"/>
                </a:solidFill>
                <a:latin typeface="Calisto MT" pitchFamily="18" charset="0"/>
              </a:defRPr>
            </a:lvl1pPr>
          </a:lstStyle>
          <a:p>
            <a:pPr defTabSz="1005134" fontAlgn="auto">
              <a:spcBef>
                <a:spcPts val="0"/>
              </a:spcBef>
              <a:spcAft>
                <a:spcPts val="0"/>
              </a:spcAft>
              <a:defRPr/>
            </a:pPr>
            <a:r>
              <a:rPr lang="en-US" smtClean="0">
                <a:solidFill>
                  <a:srgbClr val="FFFFFF"/>
                </a:solidFill>
              </a:rPr>
              <a:t>Page  </a:t>
            </a:r>
            <a:fld id="{0775E3CF-EE10-42C1-A25E-4F7232B469D5}" type="slidenum">
              <a:rPr smtClean="0">
                <a:solidFill>
                  <a:srgbClr val="FFFFFF"/>
                </a:solidFill>
              </a:rPr>
              <a:pPr defTabSz="1005134" fontAlgn="auto">
                <a:spcBef>
                  <a:spcPts val="0"/>
                </a:spcBef>
                <a:spcAft>
                  <a:spcPts val="0"/>
                </a:spcAft>
                <a:defRPr/>
              </a:pPr>
              <a:t>‹#›</a:t>
            </a:fld>
            <a:endParaRPr dirty="0">
              <a:solidFill>
                <a:srgbClr val="FFFFFF"/>
              </a:solidFill>
            </a:endParaRPr>
          </a:p>
        </p:txBody>
      </p:sp>
      <p:sp>
        <p:nvSpPr>
          <p:cNvPr id="8" name="Rectangle 2"/>
          <p:cNvSpPr>
            <a:spLocks noGrp="1" noChangeArrowheads="1"/>
          </p:cNvSpPr>
          <p:nvPr>
            <p:ph type="title"/>
          </p:nvPr>
        </p:nvSpPr>
        <p:spPr bwMode="auto">
          <a:xfrm>
            <a:off x="103617" y="1135062"/>
            <a:ext cx="9051028" cy="256724"/>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defRPr sz="1553" baseline="0"/>
            </a:lvl1pPr>
          </a:lstStyle>
          <a:p>
            <a:pPr lvl="0"/>
            <a:endParaRPr lang="en-US" dirty="0" smtClean="0"/>
          </a:p>
        </p:txBody>
      </p:sp>
      <p:sp>
        <p:nvSpPr>
          <p:cNvPr id="6" name="Text Placeholder 8"/>
          <p:cNvSpPr>
            <a:spLocks noGrp="1"/>
          </p:cNvSpPr>
          <p:nvPr>
            <p:ph type="body" sz="quarter" idx="10" hasCustomPrompt="1"/>
          </p:nvPr>
        </p:nvSpPr>
        <p:spPr>
          <a:xfrm>
            <a:off x="187100" y="6981679"/>
            <a:ext cx="9629154" cy="226580"/>
          </a:xfrm>
        </p:spPr>
        <p:txBody>
          <a:bodyPr wrap="square" anchor="b" anchorCtr="0">
            <a:spAutoFit/>
          </a:bodyPr>
          <a:lstStyle>
            <a:lvl1pPr marL="0" indent="0">
              <a:buNone/>
              <a:defRPr sz="873"/>
            </a:lvl1pPr>
          </a:lstStyle>
          <a:p>
            <a:pPr lvl="0"/>
            <a:r>
              <a:rPr lang="en-US" dirty="0" smtClean="0"/>
              <a:t>Click to add footnote</a:t>
            </a:r>
            <a:endParaRPr lang="en-US" dirty="0"/>
          </a:p>
        </p:txBody>
      </p:sp>
    </p:spTree>
    <p:extLst>
      <p:ext uri="{BB962C8B-B14F-4D97-AF65-F5344CB8AC3E}">
        <p14:creationId xmlns:p14="http://schemas.microsoft.com/office/powerpoint/2010/main" val="1179749059"/>
      </p:ext>
    </p:extLst>
  </p:cSld>
  <p:clrMapOvr>
    <a:masterClrMapping/>
  </p:clrMapOvr>
  <p:transition>
    <p:fade/>
  </p:transition>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487702" indent="0" algn="ctr">
              <a:buNone/>
              <a:defRPr/>
            </a:lvl2pPr>
            <a:lvl3pPr marL="975401" indent="0" algn="ctr">
              <a:buNone/>
              <a:defRPr/>
            </a:lvl3pPr>
            <a:lvl4pPr marL="1463100" indent="0" algn="ctr">
              <a:buNone/>
              <a:defRPr/>
            </a:lvl4pPr>
            <a:lvl5pPr marL="1950801" indent="0" algn="ctr">
              <a:buNone/>
              <a:defRPr/>
            </a:lvl5pPr>
            <a:lvl6pPr marL="2438501" indent="0" algn="ctr">
              <a:buNone/>
              <a:defRPr/>
            </a:lvl6pPr>
            <a:lvl7pPr marL="2926202" indent="0" algn="ctr">
              <a:buNone/>
              <a:defRPr/>
            </a:lvl7pPr>
            <a:lvl8pPr marL="3413904" indent="0" algn="ctr">
              <a:buNone/>
              <a:defRPr/>
            </a:lvl8pPr>
            <a:lvl9pPr marL="3901601"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26303785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75">
                <a:latin typeface="+mn-lt"/>
              </a:defRPr>
            </a:lvl1pPr>
            <a:lvl2pPr>
              <a:defRPr sz="1175">
                <a:latin typeface="+mn-lt"/>
              </a:defRPr>
            </a:lvl2pPr>
            <a:lvl3pPr>
              <a:defRPr sz="1175">
                <a:latin typeface="+mn-lt"/>
              </a:defRPr>
            </a:lvl3pPr>
            <a:lvl4pPr marL="769124" indent="-224961">
              <a:defRPr sz="1175">
                <a:latin typeface="+mn-lt"/>
              </a:defRPr>
            </a:lvl4pPr>
            <a:lvl5pPr marL="981926" indent="-212801">
              <a:defRPr sz="1175">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5668439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7"/>
            <a:ext cx="8549640" cy="1543685"/>
          </a:xfrm>
        </p:spPr>
        <p:txBody>
          <a:bodyPr/>
          <a:lstStyle>
            <a:lvl1pPr algn="l">
              <a:defRPr sz="4271"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135"/>
            </a:lvl1pPr>
            <a:lvl2pPr marL="487702" indent="0">
              <a:buNone/>
              <a:defRPr sz="1922"/>
            </a:lvl2pPr>
            <a:lvl3pPr marL="975401" indent="0">
              <a:buNone/>
              <a:defRPr sz="1708"/>
            </a:lvl3pPr>
            <a:lvl4pPr marL="1463100" indent="0">
              <a:buNone/>
              <a:defRPr sz="1495"/>
            </a:lvl4pPr>
            <a:lvl5pPr marL="1950801" indent="0">
              <a:buNone/>
              <a:defRPr sz="1495"/>
            </a:lvl5pPr>
            <a:lvl6pPr marL="2438501" indent="0">
              <a:buNone/>
              <a:defRPr sz="1495"/>
            </a:lvl6pPr>
            <a:lvl7pPr marL="2926202" indent="0">
              <a:buNone/>
              <a:defRPr sz="1495"/>
            </a:lvl7pPr>
            <a:lvl8pPr marL="3413904" indent="0">
              <a:buNone/>
              <a:defRPr sz="1495"/>
            </a:lvl8pPr>
            <a:lvl9pPr marL="3901601" indent="0">
              <a:buNone/>
              <a:defRPr sz="1495"/>
            </a:lvl9pPr>
          </a:lstStyle>
          <a:p>
            <a:pPr lvl="0"/>
            <a:r>
              <a:rPr lang="en-US" smtClean="0"/>
              <a:t>Click to edit Master text styles</a:t>
            </a:r>
          </a:p>
        </p:txBody>
      </p:sp>
    </p:spTree>
    <p:extLst>
      <p:ext uri="{BB962C8B-B14F-4D97-AF65-F5344CB8AC3E}">
        <p14:creationId xmlns:p14="http://schemas.microsoft.com/office/powerpoint/2010/main" val="48332136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4"/>
            <a:ext cx="4716784"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4"/>
            <a:ext cx="4716776"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24819015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13148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94194" y="1569432"/>
            <a:ext cx="9051028" cy="5499298"/>
          </a:xfrm>
        </p:spPr>
        <p:txBody>
          <a:bodyPr/>
          <a:lstStyle>
            <a:lvl1pPr marL="189823" indent="-189823">
              <a:lnSpc>
                <a:spcPct val="100000"/>
              </a:lnSpc>
              <a:spcAft>
                <a:spcPts val="630"/>
              </a:spcAft>
              <a:buClr>
                <a:schemeClr val="bg2"/>
              </a:buClr>
              <a:buFont typeface="Arial" pitchFamily="34" charset="0"/>
              <a:buChar char="•"/>
              <a:defRPr>
                <a:latin typeface="Calisto MT" pitchFamily="18" charset="0"/>
                <a:cs typeface="Arial" pitchFamily="34" charset="0"/>
              </a:defRPr>
            </a:lvl1pPr>
            <a:lvl2pPr marL="464560" indent="-179830">
              <a:lnSpc>
                <a:spcPct val="100000"/>
              </a:lnSpc>
              <a:spcAft>
                <a:spcPts val="630"/>
              </a:spcAft>
              <a:buClr>
                <a:schemeClr val="bg2"/>
              </a:buClr>
              <a:buFont typeface="Arial" pitchFamily="34" charset="0"/>
              <a:buChar char="−"/>
              <a:tabLst>
                <a:tab pos="464560" algn="l"/>
              </a:tabLst>
              <a:defRPr sz="1225">
                <a:latin typeface="Calisto MT" pitchFamily="18" charset="0"/>
                <a:cs typeface="Arial" pitchFamily="34" charset="0"/>
              </a:defRPr>
            </a:lvl2pPr>
            <a:lvl3pPr marL="559473" indent="-94911">
              <a:lnSpc>
                <a:spcPct val="100000"/>
              </a:lnSpc>
              <a:buClr>
                <a:schemeClr val="bg2"/>
              </a:buClr>
              <a:buFont typeface="Arial" pitchFamily="34" charset="0"/>
              <a:buChar char="•"/>
              <a:defRPr>
                <a:latin typeface="Calisto MT" pitchFamily="18" charset="0"/>
                <a:cs typeface="Arial" pitchFamily="34" charset="0"/>
              </a:defRPr>
            </a:lvl3pPr>
            <a:lvl4pPr marL="750956" indent="-191485">
              <a:lnSpc>
                <a:spcPct val="100000"/>
              </a:lnSpc>
              <a:buClr>
                <a:schemeClr val="bg2"/>
              </a:buClr>
              <a:buFont typeface="Arial" pitchFamily="34" charset="0"/>
              <a:buChar char="•"/>
              <a:defRPr>
                <a:latin typeface="Calisto MT" pitchFamily="18" charset="0"/>
                <a:cs typeface="Arial" pitchFamily="34" charset="0"/>
              </a:defRPr>
            </a:lvl4pPr>
            <a:lvl5pPr marL="724315" indent="-126547">
              <a:lnSpc>
                <a:spcPct val="100000"/>
              </a:lnSpc>
              <a:buClr>
                <a:schemeClr val="bg2"/>
              </a:buClr>
              <a:buFont typeface="Arial" pitchFamily="34" charset="0"/>
              <a:buChar char="•"/>
              <a:defRPr>
                <a:latin typeface="Calisto MT" pitchFamily="18" charset="0"/>
                <a:cs typeface="Arial" pitchFamily="34" charset="0"/>
              </a:defRPr>
            </a:lvl5pPr>
          </a:lstStyle>
          <a:p>
            <a:pPr lvl="0"/>
            <a:r>
              <a:rPr lang="en-US" dirty="0" smtClean="0"/>
              <a:t>Click to edit Master text styles</a:t>
            </a:r>
          </a:p>
          <a:p>
            <a:pPr lvl="1"/>
            <a:r>
              <a:rPr lang="en-US" dirty="0" smtClean="0"/>
              <a:t>Second level</a:t>
            </a:r>
          </a:p>
          <a:p>
            <a:pPr lvl="0"/>
            <a:r>
              <a:rPr lang="en-US" dirty="0" smtClean="0"/>
              <a:t>Test</a:t>
            </a:r>
          </a:p>
          <a:p>
            <a:pPr lvl="0"/>
            <a:r>
              <a:rPr lang="en-US" dirty="0" smtClean="0"/>
              <a:t>Test</a:t>
            </a:r>
          </a:p>
          <a:p>
            <a:pPr lvl="2"/>
            <a:r>
              <a:rPr lang="en-US" dirty="0" smtClean="0"/>
              <a:t>Third level</a:t>
            </a:r>
          </a:p>
          <a:p>
            <a:pPr lvl="3"/>
            <a:r>
              <a:rPr lang="en-US" dirty="0" smtClean="0"/>
              <a:t>Fourth level</a:t>
            </a:r>
          </a:p>
          <a:p>
            <a:pPr lvl="4"/>
            <a:r>
              <a:rPr lang="en-US" dirty="0" smtClean="0"/>
              <a:t>Fifth level</a:t>
            </a:r>
          </a:p>
        </p:txBody>
      </p:sp>
      <p:sp>
        <p:nvSpPr>
          <p:cNvPr id="4" name="AutoShape 4"/>
          <p:cNvSpPr>
            <a:spLocks noChangeAspect="1" noChangeArrowheads="1" noTextEdit="1"/>
          </p:cNvSpPr>
          <p:nvPr userDrawn="1"/>
        </p:nvSpPr>
        <p:spPr bwMode="auto">
          <a:xfrm>
            <a:off x="-434817" y="3474195"/>
            <a:ext cx="10928034" cy="829415"/>
          </a:xfrm>
          <a:prstGeom prst="rect">
            <a:avLst/>
          </a:prstGeom>
          <a:noFill/>
          <a:ln w="9525">
            <a:noFill/>
            <a:miter lim="800000"/>
            <a:headEnd/>
            <a:tailEnd/>
          </a:ln>
        </p:spPr>
        <p:txBody>
          <a:bodyPr vert="horz" wrap="square" lIns="95899" tIns="47950" rIns="95899" bIns="47950" numCol="1" anchor="t" anchorCtr="0" compatLnSpc="1">
            <a:prstTxWarp prst="textNoShape">
              <a:avLst/>
            </a:prstTxWarp>
          </a:bodyPr>
          <a:lstStyle/>
          <a:p>
            <a:pPr defTabSz="975623" fontAlgn="auto">
              <a:spcBef>
                <a:spcPts val="0"/>
              </a:spcBef>
              <a:spcAft>
                <a:spcPts val="0"/>
              </a:spcAft>
            </a:pPr>
            <a:endParaRPr lang="en-US" sz="1696">
              <a:solidFill>
                <a:srgbClr val="FFFFFF"/>
              </a:solidFill>
              <a:latin typeface="Calibri"/>
            </a:endParaRPr>
          </a:p>
        </p:txBody>
      </p:sp>
      <p:sp>
        <p:nvSpPr>
          <p:cNvPr id="7" name="Rectangle 27"/>
          <p:cNvSpPr>
            <a:spLocks noGrp="1" noChangeArrowheads="1"/>
          </p:cNvSpPr>
          <p:nvPr>
            <p:ph type="sldNum" sz="quarter" idx="4"/>
          </p:nvPr>
        </p:nvSpPr>
        <p:spPr>
          <a:xfrm>
            <a:off x="8670716" y="7406689"/>
            <a:ext cx="975207" cy="251736"/>
          </a:xfrm>
          <a:prstGeom prst="rect">
            <a:avLst/>
          </a:prstGeom>
          <a:noFill/>
          <a:ln/>
        </p:spPr>
        <p:txBody>
          <a:bodyPr anchor="ctr" anchorCtr="0">
            <a:spAutoFit/>
          </a:bodyPr>
          <a:lstStyle>
            <a:lvl1pPr>
              <a:defRPr lang="en-US" sz="1036" cap="small" baseline="0" smtClean="0">
                <a:solidFill>
                  <a:schemeClr val="tx1"/>
                </a:solidFill>
                <a:latin typeface="Calisto MT" pitchFamily="18" charset="0"/>
              </a:defRPr>
            </a:lvl1pPr>
          </a:lstStyle>
          <a:p>
            <a:pPr defTabSz="975623" fontAlgn="auto">
              <a:spcBef>
                <a:spcPts val="0"/>
              </a:spcBef>
              <a:spcAft>
                <a:spcPts val="0"/>
              </a:spcAft>
              <a:defRPr/>
            </a:pPr>
            <a:r>
              <a:rPr lang="en-US" smtClean="0">
                <a:solidFill>
                  <a:srgbClr val="FFFFFF"/>
                </a:solidFill>
              </a:rPr>
              <a:t>Page  </a:t>
            </a:r>
            <a:fld id="{0775E3CF-EE10-42C1-A25E-4F7232B469D5}" type="slidenum">
              <a:rPr smtClean="0">
                <a:solidFill>
                  <a:srgbClr val="FFFFFF"/>
                </a:solidFill>
              </a:rPr>
              <a:pPr defTabSz="975623" fontAlgn="auto">
                <a:spcBef>
                  <a:spcPts val="0"/>
                </a:spcBef>
                <a:spcAft>
                  <a:spcPts val="0"/>
                </a:spcAft>
                <a:defRPr/>
              </a:pPr>
              <a:t>‹#›</a:t>
            </a:fld>
            <a:endParaRPr dirty="0">
              <a:solidFill>
                <a:srgbClr val="FFFFFF"/>
              </a:solidFill>
            </a:endParaRPr>
          </a:p>
        </p:txBody>
      </p:sp>
      <p:sp>
        <p:nvSpPr>
          <p:cNvPr id="8" name="Rectangle 2"/>
          <p:cNvSpPr>
            <a:spLocks noGrp="1" noChangeArrowheads="1"/>
          </p:cNvSpPr>
          <p:nvPr>
            <p:ph type="title"/>
          </p:nvPr>
        </p:nvSpPr>
        <p:spPr bwMode="auto">
          <a:xfrm>
            <a:off x="103617" y="1135062"/>
            <a:ext cx="9051028" cy="256724"/>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defRPr sz="1507" baseline="0"/>
            </a:lvl1pPr>
          </a:lstStyle>
          <a:p>
            <a:pPr lvl="0"/>
            <a:endParaRPr lang="en-US" dirty="0" smtClean="0"/>
          </a:p>
        </p:txBody>
      </p:sp>
      <p:sp>
        <p:nvSpPr>
          <p:cNvPr id="6" name="Text Placeholder 8"/>
          <p:cNvSpPr>
            <a:spLocks noGrp="1"/>
          </p:cNvSpPr>
          <p:nvPr>
            <p:ph type="body" sz="quarter" idx="10" hasCustomPrompt="1"/>
          </p:nvPr>
        </p:nvSpPr>
        <p:spPr>
          <a:xfrm>
            <a:off x="187100" y="6985655"/>
            <a:ext cx="9629154" cy="222605"/>
          </a:xfrm>
        </p:spPr>
        <p:txBody>
          <a:bodyPr wrap="square" anchor="b" anchorCtr="0">
            <a:spAutoFit/>
          </a:bodyPr>
          <a:lstStyle>
            <a:lvl1pPr marL="0" indent="0">
              <a:buNone/>
              <a:defRPr sz="847"/>
            </a:lvl1pPr>
          </a:lstStyle>
          <a:p>
            <a:pPr lvl="0"/>
            <a:r>
              <a:rPr lang="en-US" dirty="0" smtClean="0"/>
              <a:t>Click to add footnote</a:t>
            </a:r>
            <a:endParaRPr lang="en-US" dirty="0"/>
          </a:p>
        </p:txBody>
      </p:sp>
    </p:spTree>
    <p:extLst>
      <p:ext uri="{BB962C8B-B14F-4D97-AF65-F5344CB8AC3E}">
        <p14:creationId xmlns:p14="http://schemas.microsoft.com/office/powerpoint/2010/main" val="2524172039"/>
      </p:ext>
    </p:extLst>
  </p:cSld>
  <p:clrMapOvr>
    <a:masterClrMapping/>
  </p:clrMapOvr>
  <p:transition>
    <p:fade/>
  </p:transition>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sp>
        <p:nvSpPr>
          <p:cNvPr id="8"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pPr defTabSz="1018824" fontAlgn="auto">
              <a:spcBef>
                <a:spcPts val="0"/>
              </a:spcBef>
              <a:spcAft>
                <a:spcPts val="0"/>
              </a:spcAft>
            </a:pPr>
            <a:endParaRPr lang="en-US" sz="2000" dirty="0">
              <a:solidFill>
                <a:srgbClr val="000000"/>
              </a:solidFill>
              <a:latin typeface="Calibri"/>
            </a:endParaRPr>
          </a:p>
        </p:txBody>
      </p:sp>
      <p:sp>
        <p:nvSpPr>
          <p:cNvPr id="9"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pPr defTabSz="1018824" fontAlgn="auto">
              <a:spcBef>
                <a:spcPts val="0"/>
              </a:spcBef>
              <a:spcAft>
                <a:spcPts val="0"/>
              </a:spcAft>
            </a:pPr>
            <a:endParaRPr lang="en-US" sz="2000" dirty="0">
              <a:solidFill>
                <a:srgbClr val="000000"/>
              </a:solidFill>
              <a:latin typeface="Calibri"/>
            </a:endParaRPr>
          </a:p>
        </p:txBody>
      </p:sp>
      <p:sp>
        <p:nvSpPr>
          <p:cNvPr id="21"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defTabSz="1018824" fontAlgn="auto">
              <a:spcBef>
                <a:spcPts val="0"/>
              </a:spcBef>
              <a:spcAft>
                <a:spcPts val="0"/>
              </a:spcAft>
              <a:defRPr/>
            </a:pPr>
            <a:endParaRPr lang="en-US" sz="2000" dirty="0">
              <a:solidFill>
                <a:srgbClr val="000000"/>
              </a:solidFill>
              <a:latin typeface="Calibri"/>
            </a:endParaRPr>
          </a:p>
        </p:txBody>
      </p:sp>
      <p:sp>
        <p:nvSpPr>
          <p:cNvPr id="2" name="Title 1"/>
          <p:cNvSpPr>
            <a:spLocks noGrp="1"/>
          </p:cNvSpPr>
          <p:nvPr>
            <p:ph type="ctrTitle"/>
          </p:nvPr>
        </p:nvSpPr>
        <p:spPr>
          <a:xfrm>
            <a:off x="3352800" y="6299200"/>
            <a:ext cx="6248400" cy="330200"/>
          </a:xfrm>
        </p:spPr>
        <p:txBody>
          <a:bodyPr/>
          <a:lstStyle>
            <a:lvl1pPr algn="r">
              <a:defRPr sz="2000" b="0" baseline="0">
                <a:solidFill>
                  <a:schemeClr val="accent3"/>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3352800" y="6639560"/>
            <a:ext cx="6248400" cy="457200"/>
          </a:xfrm>
        </p:spPr>
        <p:txBody>
          <a:bodyPr/>
          <a:lstStyle>
            <a:lvl1pPr marL="0" indent="0" algn="r">
              <a:buNone/>
              <a:defRPr sz="1700" b="0">
                <a:solidFill>
                  <a:schemeClr val="tx2"/>
                </a:solidFill>
              </a:defRPr>
            </a:lvl1pPr>
            <a:lvl2pPr marL="509412" indent="0" algn="ctr">
              <a:buNone/>
              <a:defRPr>
                <a:solidFill>
                  <a:schemeClr val="tx1">
                    <a:tint val="75000"/>
                  </a:schemeClr>
                </a:solidFill>
              </a:defRPr>
            </a:lvl2pPr>
            <a:lvl3pPr marL="1018824" indent="0" algn="ctr">
              <a:buNone/>
              <a:defRPr>
                <a:solidFill>
                  <a:schemeClr val="tx1">
                    <a:tint val="75000"/>
                  </a:schemeClr>
                </a:solidFill>
              </a:defRPr>
            </a:lvl3pPr>
            <a:lvl4pPr marL="1528237" indent="0" algn="ctr">
              <a:buNone/>
              <a:defRPr>
                <a:solidFill>
                  <a:schemeClr val="tx1">
                    <a:tint val="75000"/>
                  </a:schemeClr>
                </a:solidFill>
              </a:defRPr>
            </a:lvl4pPr>
            <a:lvl5pPr marL="2037649" indent="0" algn="ctr">
              <a:buNone/>
              <a:defRPr>
                <a:solidFill>
                  <a:schemeClr val="tx1">
                    <a:tint val="75000"/>
                  </a:schemeClr>
                </a:solidFill>
              </a:defRPr>
            </a:lvl5pPr>
            <a:lvl6pPr marL="2547061" indent="0" algn="ctr">
              <a:buNone/>
              <a:defRPr>
                <a:solidFill>
                  <a:schemeClr val="tx1">
                    <a:tint val="75000"/>
                  </a:schemeClr>
                </a:solidFill>
              </a:defRPr>
            </a:lvl6pPr>
            <a:lvl7pPr marL="3056473" indent="0" algn="ctr">
              <a:buNone/>
              <a:defRPr>
                <a:solidFill>
                  <a:schemeClr val="tx1">
                    <a:tint val="75000"/>
                  </a:schemeClr>
                </a:solidFill>
              </a:defRPr>
            </a:lvl7pPr>
            <a:lvl8pPr marL="3565886" indent="0" algn="ctr">
              <a:buNone/>
              <a:defRPr>
                <a:solidFill>
                  <a:schemeClr val="tx1">
                    <a:tint val="75000"/>
                  </a:schemeClr>
                </a:solidFill>
              </a:defRPr>
            </a:lvl8pPr>
            <a:lvl9pPr marL="4075298" indent="0" algn="ctr">
              <a:buNone/>
              <a:defRPr>
                <a:solidFill>
                  <a:schemeClr val="tx1">
                    <a:tint val="75000"/>
                  </a:schemeClr>
                </a:solidFill>
              </a:defRPr>
            </a:lvl9pPr>
          </a:lstStyle>
          <a:p>
            <a:r>
              <a:rPr lang="en-US" dirty="0" smtClean="0"/>
              <a:t>Click to edit Master subtitle style</a:t>
            </a:r>
            <a:endParaRPr lang="en-US" dirty="0"/>
          </a:p>
        </p:txBody>
      </p:sp>
      <p:pic>
        <p:nvPicPr>
          <p:cNvPr id="22" name="Picture 21"/>
          <p:cNvPicPr>
            <a:picLocks noChangeAspect="1"/>
          </p:cNvPicPr>
          <p:nvPr userDrawn="1"/>
        </p:nvPicPr>
        <p:blipFill>
          <a:blip r:embed="rId3"/>
          <a:stretch>
            <a:fillRect/>
          </a:stretch>
        </p:blipFill>
        <p:spPr>
          <a:xfrm>
            <a:off x="1011082" y="3986954"/>
            <a:ext cx="2202628" cy="2880360"/>
          </a:xfrm>
          <a:prstGeom prst="rect">
            <a:avLst/>
          </a:prstGeom>
        </p:spPr>
      </p:pic>
    </p:spTree>
    <p:extLst>
      <p:ext uri="{BB962C8B-B14F-4D97-AF65-F5344CB8AC3E}">
        <p14:creationId xmlns:p14="http://schemas.microsoft.com/office/powerpoint/2010/main" val="388438962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defTabSz="1018824" fontAlgn="auto">
              <a:spcBef>
                <a:spcPts val="0"/>
              </a:spcBef>
              <a:spcAft>
                <a:spcPts val="0"/>
              </a:spcAft>
              <a:defRPr/>
            </a:pPr>
            <a:endParaRPr lang="en-US" sz="2000" dirty="0">
              <a:solidFill>
                <a:srgbClr val="000000"/>
              </a:solidFill>
              <a:latin typeface="Calibri"/>
            </a:endParaRPr>
          </a:p>
        </p:txBody>
      </p:sp>
    </p:spTree>
    <p:extLst>
      <p:ext uri="{BB962C8B-B14F-4D97-AF65-F5344CB8AC3E}">
        <p14:creationId xmlns:p14="http://schemas.microsoft.com/office/powerpoint/2010/main" val="422931550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5" name="Rectangle 24"/>
          <p:cNvSpPr/>
          <p:nvPr userDrawn="1"/>
        </p:nvSpPr>
        <p:spPr>
          <a:xfrm>
            <a:off x="228600" y="228600"/>
            <a:ext cx="9601200" cy="7315200"/>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defTabSz="1018824" fontAlgn="auto">
              <a:spcBef>
                <a:spcPts val="0"/>
              </a:spcBef>
              <a:spcAft>
                <a:spcPts val="0"/>
              </a:spcAft>
            </a:pPr>
            <a:endParaRPr lang="en-US" sz="2000" dirty="0">
              <a:solidFill>
                <a:srgbClr val="FFFFFF"/>
              </a:solidFill>
            </a:endParaRPr>
          </a:p>
        </p:txBody>
      </p:sp>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63977453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defTabSz="1018824" fontAlgn="auto">
              <a:spcBef>
                <a:spcPts val="0"/>
              </a:spcBef>
              <a:spcAft>
                <a:spcPts val="0"/>
              </a:spcAft>
              <a:defRPr/>
            </a:pPr>
            <a:endParaRPr lang="en-US" sz="2000" dirty="0">
              <a:solidFill>
                <a:srgbClr val="000000"/>
              </a:solidFill>
              <a:latin typeface="Calibri"/>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defTabSz="1018824" fontAlgn="auto">
              <a:spcBef>
                <a:spcPts val="0"/>
              </a:spcBef>
              <a:spcAft>
                <a:spcPts val="0"/>
              </a:spcAft>
              <a:defRPr/>
            </a:pPr>
            <a:endParaRPr lang="en-US" sz="2000" dirty="0">
              <a:solidFill>
                <a:srgbClr val="000000"/>
              </a:solidFill>
              <a:latin typeface="Calibri"/>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defTabSz="1018824" fontAlgn="auto">
              <a:spcBef>
                <a:spcPts val="0"/>
              </a:spcBef>
              <a:spcAft>
                <a:spcPts val="0"/>
              </a:spcAft>
            </a:pPr>
            <a:endParaRPr lang="en-US" sz="2000" dirty="0">
              <a:solidFill>
                <a:srgbClr val="FFFFFF"/>
              </a:solidFill>
            </a:endParaRPr>
          </a:p>
        </p:txBody>
      </p:sp>
      <p:pic>
        <p:nvPicPr>
          <p:cNvPr id="26" name="Picture 25" descr="GUGG_logo_262.gif"/>
          <p:cNvPicPr>
            <a:picLocks noChangeAspect="1"/>
          </p:cNvPicPr>
          <p:nvPr userDrawn="1"/>
        </p:nvPicPr>
        <p:blipFill>
          <a:blip r:embed="rId3"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42177207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4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defTabSz="1018824" fontAlgn="auto">
              <a:spcBef>
                <a:spcPts val="0"/>
              </a:spcBef>
              <a:spcAft>
                <a:spcPts val="0"/>
              </a:spcAft>
              <a:defRPr/>
            </a:pPr>
            <a:endParaRPr lang="en-US" sz="2000" dirty="0">
              <a:solidFill>
                <a:srgbClr val="000000"/>
              </a:solidFill>
              <a:latin typeface="Calibri"/>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defTabSz="1018824" fontAlgn="auto">
              <a:spcBef>
                <a:spcPts val="0"/>
              </a:spcBef>
              <a:spcAft>
                <a:spcPts val="0"/>
              </a:spcAft>
              <a:defRPr/>
            </a:pPr>
            <a:endParaRPr lang="en-US" sz="2000" dirty="0">
              <a:solidFill>
                <a:srgbClr val="000000"/>
              </a:solidFill>
              <a:latin typeface="Calibri"/>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defTabSz="1018824" fontAlgn="auto">
              <a:spcBef>
                <a:spcPts val="0"/>
              </a:spcBef>
              <a:spcAft>
                <a:spcPts val="0"/>
              </a:spcAft>
            </a:pPr>
            <a:endParaRPr lang="en-US" sz="2000" dirty="0">
              <a:solidFill>
                <a:srgbClr val="FFFFFF"/>
              </a:solidFill>
            </a:endParaRPr>
          </a:p>
        </p:txBody>
      </p:sp>
      <p:pic>
        <p:nvPicPr>
          <p:cNvPr id="27" name="Picture 26"/>
          <p:cNvPicPr>
            <a:picLocks noChangeAspect="1"/>
          </p:cNvPicPr>
          <p:nvPr userDrawn="1"/>
        </p:nvPicPr>
        <p:blipFill>
          <a:blip r:embed="rId3"/>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32884271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5_Title Slide">
    <p:spTree>
      <p:nvGrpSpPr>
        <p:cNvPr id="1" name=""/>
        <p:cNvGrpSpPr/>
        <p:nvPr/>
      </p:nvGrpSpPr>
      <p:grpSpPr>
        <a:xfrm>
          <a:off x="0" y="0"/>
          <a:ext cx="0" cy="0"/>
          <a:chOff x="0" y="0"/>
          <a:chExt cx="0" cy="0"/>
        </a:xfrm>
      </p:grpSpPr>
      <p:pic>
        <p:nvPicPr>
          <p:cNvPr id="7" name="Picture 31" descr="Cello_CoverDesigns_FINAL_3and4-01"/>
          <p:cNvPicPr>
            <a:picLocks noChangeAspect="1" noChangeArrowheads="1"/>
          </p:cNvPicPr>
          <p:nvPr userDrawn="1"/>
        </p:nvPicPr>
        <p:blipFill>
          <a:blip r:embed="rId2" cstate="print"/>
          <a:srcRect t="88849"/>
          <a:stretch>
            <a:fillRect/>
          </a:stretch>
        </p:blipFill>
        <p:spPr bwMode="auto">
          <a:xfrm>
            <a:off x="228600" y="4769721"/>
            <a:ext cx="9601200" cy="482373"/>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defTabSz="1018824" fontAlgn="auto">
              <a:spcBef>
                <a:spcPts val="0"/>
              </a:spcBef>
              <a:spcAft>
                <a:spcPts val="0"/>
              </a:spcAft>
              <a:defRPr/>
            </a:pPr>
            <a:endParaRPr lang="en-US" sz="2000" dirty="0">
              <a:solidFill>
                <a:srgbClr val="000000"/>
              </a:solidFill>
              <a:latin typeface="Calibri"/>
            </a:endParaRPr>
          </a:p>
        </p:txBody>
      </p:sp>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229801602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6_Title Slide">
    <p:spTree>
      <p:nvGrpSpPr>
        <p:cNvPr id="1" name=""/>
        <p:cNvGrpSpPr/>
        <p:nvPr/>
      </p:nvGrpSpPr>
      <p:grpSpPr>
        <a:xfrm>
          <a:off x="0" y="0"/>
          <a:ext cx="0" cy="0"/>
          <a:chOff x="0" y="0"/>
          <a:chExt cx="0" cy="0"/>
        </a:xfrm>
      </p:grpSpPr>
      <p:pic>
        <p:nvPicPr>
          <p:cNvPr id="20" name="Picture 33" descr="Cello_CoverDesigns_FINAL_2-02"/>
          <p:cNvPicPr>
            <a:picLocks noChangeAspect="1" noChangeArrowheads="1"/>
          </p:cNvPicPr>
          <p:nvPr userDrawn="1"/>
        </p:nvPicPr>
        <p:blipFill>
          <a:blip r:embed="rId2" cstate="print"/>
          <a:srcRect t="88007" b="1381"/>
          <a:stretch>
            <a:fillRect/>
          </a:stretch>
        </p:blipFill>
        <p:spPr bwMode="auto">
          <a:xfrm>
            <a:off x="228600" y="4781954"/>
            <a:ext cx="9601200" cy="470140"/>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2"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defTabSz="1018824" fontAlgn="auto">
              <a:spcBef>
                <a:spcPts val="0"/>
              </a:spcBef>
              <a:spcAft>
                <a:spcPts val="0"/>
              </a:spcAft>
              <a:defRPr/>
            </a:pPr>
            <a:endParaRPr lang="en-US" sz="2000" dirty="0">
              <a:solidFill>
                <a:srgbClr val="000000"/>
              </a:solidFill>
              <a:latin typeface="Calibri"/>
            </a:endParaRPr>
          </a:p>
        </p:txBody>
      </p:sp>
      <p:pic>
        <p:nvPicPr>
          <p:cNvPr id="34" name="Picture 33"/>
          <p:cNvPicPr>
            <a:picLocks noChangeAspect="1"/>
          </p:cNvPicPr>
          <p:nvPr userDrawn="1"/>
        </p:nvPicPr>
        <p:blipFill>
          <a:blip r:embed="rId3"/>
          <a:stretch>
            <a:fillRect/>
          </a:stretch>
        </p:blipFill>
        <p:spPr>
          <a:xfrm>
            <a:off x="4487283" y="4495800"/>
            <a:ext cx="1083833" cy="1417320"/>
          </a:xfrm>
          <a:prstGeom prst="rect">
            <a:avLst/>
          </a:prstGeom>
        </p:spPr>
      </p:pic>
      <p:sp>
        <p:nvSpPr>
          <p:cNvPr id="3" name="Content Placeholder 2"/>
          <p:cNvSpPr>
            <a:spLocks noGrp="1"/>
          </p:cNvSpPr>
          <p:nvPr>
            <p:ph sz="quarter" idx="10"/>
          </p:nvPr>
        </p:nvSpPr>
        <p:spPr>
          <a:xfrm>
            <a:off x="293688" y="6400800"/>
            <a:ext cx="9469437" cy="1001713"/>
          </a:xfrm>
        </p:spPr>
        <p:txBody>
          <a:bodyPr/>
          <a:lstStyle>
            <a:lvl1pPr algn="ctr">
              <a:defRPr sz="2600" b="0"/>
            </a:lvl1pPr>
          </a:lstStyle>
          <a:p>
            <a:pPr lvl="0"/>
            <a:r>
              <a:rPr lang="en-US" dirty="0" smtClean="0"/>
              <a:t>Click to edit Master text styles</a:t>
            </a:r>
          </a:p>
        </p:txBody>
      </p:sp>
    </p:spTree>
    <p:extLst>
      <p:ext uri="{BB962C8B-B14F-4D97-AF65-F5344CB8AC3E}">
        <p14:creationId xmlns:p14="http://schemas.microsoft.com/office/powerpoint/2010/main" val="146040236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00430601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isclosur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lgn="just">
              <a:spcBef>
                <a:spcPts val="1200"/>
              </a:spcBef>
              <a:defRPr sz="1100"/>
            </a:lvl1pPr>
            <a:lvl2pPr algn="just">
              <a:spcBef>
                <a:spcPts val="900"/>
              </a:spcBef>
              <a:defRPr sz="1100"/>
            </a:lvl2pPr>
            <a:lvl3pPr algn="just">
              <a:spcBef>
                <a:spcPts val="600"/>
              </a:spcBef>
              <a:defRPr sz="1100"/>
            </a:lvl3pPr>
            <a:lvl4pPr algn="just">
              <a:spcBef>
                <a:spcPts val="0"/>
              </a:spcBef>
              <a:defRPr sz="1100"/>
            </a:lvl4pPr>
            <a:lvl5pPr algn="just">
              <a:spcBef>
                <a:spcPts val="0"/>
              </a:spcBef>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20309327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7406" y="3881120"/>
            <a:ext cx="8925718" cy="914400"/>
          </a:xfrm>
        </p:spPr>
        <p:txBody>
          <a:bodyPr anchor="t"/>
          <a:lstStyle>
            <a:lvl1pPr algn="l">
              <a:defRPr sz="3200" b="0" cap="all">
                <a:solidFill>
                  <a:schemeClr val="accent3"/>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838200" y="4800600"/>
            <a:ext cx="8925718" cy="914400"/>
          </a:xfrm>
        </p:spPr>
        <p:txBody>
          <a:bodyPr anchor="t"/>
          <a:lstStyle>
            <a:lvl1pPr marL="0" indent="0" algn="l">
              <a:buNone/>
              <a:defRPr sz="2200" b="0">
                <a:solidFill>
                  <a:schemeClr val="accent1"/>
                </a:solidFill>
              </a:defRPr>
            </a:lvl1pPr>
            <a:lvl2pPr marL="509412" indent="0">
              <a:buNone/>
              <a:defRPr sz="2000">
                <a:solidFill>
                  <a:schemeClr val="tx1">
                    <a:tint val="75000"/>
                  </a:schemeClr>
                </a:solidFill>
              </a:defRPr>
            </a:lvl2pPr>
            <a:lvl3pPr marL="1018824" indent="0">
              <a:buNone/>
              <a:defRPr sz="1800">
                <a:solidFill>
                  <a:schemeClr val="tx1">
                    <a:tint val="75000"/>
                  </a:schemeClr>
                </a:solidFill>
              </a:defRPr>
            </a:lvl3pPr>
            <a:lvl4pPr marL="1528237" indent="0">
              <a:buNone/>
              <a:defRPr sz="1600">
                <a:solidFill>
                  <a:schemeClr val="tx1">
                    <a:tint val="75000"/>
                  </a:schemeClr>
                </a:solidFill>
              </a:defRPr>
            </a:lvl4pPr>
            <a:lvl5pPr marL="2037649" indent="0">
              <a:buNone/>
              <a:defRPr sz="1600">
                <a:solidFill>
                  <a:schemeClr val="tx1">
                    <a:tint val="75000"/>
                  </a:schemeClr>
                </a:solidFill>
              </a:defRPr>
            </a:lvl5pPr>
            <a:lvl6pPr marL="2547061" indent="0">
              <a:buNone/>
              <a:defRPr sz="1600">
                <a:solidFill>
                  <a:schemeClr val="tx1">
                    <a:tint val="75000"/>
                  </a:schemeClr>
                </a:solidFill>
              </a:defRPr>
            </a:lvl6pPr>
            <a:lvl7pPr marL="3056473" indent="0">
              <a:buNone/>
              <a:defRPr sz="1600">
                <a:solidFill>
                  <a:schemeClr val="tx1">
                    <a:tint val="75000"/>
                  </a:schemeClr>
                </a:solidFill>
              </a:defRPr>
            </a:lvl7pPr>
            <a:lvl8pPr marL="3565886" indent="0">
              <a:buNone/>
              <a:defRPr sz="1600">
                <a:solidFill>
                  <a:schemeClr val="tx1">
                    <a:tint val="75000"/>
                  </a:schemeClr>
                </a:solidFill>
              </a:defRPr>
            </a:lvl8pPr>
            <a:lvl9pPr marL="4075298" indent="0">
              <a:buNone/>
              <a:defRPr sz="1600">
                <a:solidFill>
                  <a:schemeClr val="tx1">
                    <a:tint val="75000"/>
                  </a:schemeClr>
                </a:solidFill>
              </a:defRPr>
            </a:lvl9pPr>
          </a:lstStyle>
          <a:p>
            <a:pPr lvl="0"/>
            <a:r>
              <a:rPr lang="en-US" smtClean="0"/>
              <a:t>Click to edit Master text styles</a:t>
            </a:r>
          </a:p>
        </p:txBody>
      </p:sp>
      <p:sp>
        <p:nvSpPr>
          <p:cNvPr id="4" name="Line 31"/>
          <p:cNvSpPr>
            <a:spLocks noChangeShapeType="1"/>
          </p:cNvSpPr>
          <p:nvPr userDrawn="1"/>
        </p:nvSpPr>
        <p:spPr bwMode="auto">
          <a:xfrm>
            <a:off x="695960" y="3886200"/>
            <a:ext cx="0" cy="3411346"/>
          </a:xfrm>
          <a:prstGeom prst="line">
            <a:avLst/>
          </a:prstGeom>
          <a:noFill/>
          <a:ln w="6350">
            <a:solidFill>
              <a:schemeClr val="accent1"/>
            </a:solidFill>
            <a:round/>
            <a:headEnd/>
            <a:tailEnd/>
          </a:ln>
          <a:effectLst/>
        </p:spPr>
        <p:txBody>
          <a:bodyPr lIns="101858" tIns="50929" rIns="101858" bIns="50929"/>
          <a:lstStyle/>
          <a:p>
            <a:pPr defTabSz="1018824" fontAlgn="auto">
              <a:spcBef>
                <a:spcPts val="0"/>
              </a:spcBef>
              <a:spcAft>
                <a:spcPts val="0"/>
              </a:spcAft>
              <a:defRPr/>
            </a:pPr>
            <a:endParaRPr lang="en-US" sz="2000" dirty="0">
              <a:solidFill>
                <a:srgbClr val="000000"/>
              </a:solidFill>
              <a:latin typeface="Calibri"/>
            </a:endParaRPr>
          </a:p>
        </p:txBody>
      </p:sp>
    </p:spTree>
    <p:extLst>
      <p:ext uri="{BB962C8B-B14F-4D97-AF65-F5344CB8AC3E}">
        <p14:creationId xmlns:p14="http://schemas.microsoft.com/office/powerpoint/2010/main" val="355974700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ios 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spcBef>
                <a:spcPts val="2400"/>
              </a:spcBef>
              <a:defRPr sz="1300"/>
            </a:lvl1pPr>
            <a:lvl2pPr algn="just">
              <a:spcBef>
                <a:spcPts val="0"/>
              </a:spcBef>
              <a:defRPr sz="1100"/>
            </a:lvl2pPr>
            <a:lvl3pPr algn="just">
              <a:spcBef>
                <a:spcPts val="300"/>
              </a:spcBef>
              <a:defRPr sz="1100"/>
            </a:lvl3pPr>
            <a:lvl4pPr algn="just">
              <a:spcBef>
                <a:spcPts val="300"/>
              </a:spcBef>
              <a:defRPr sz="1100"/>
            </a:lvl4pPr>
            <a:lvl5pPr algn="just">
              <a:spcBef>
                <a:spcPts val="300"/>
              </a:spcBef>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spcBef>
                <a:spcPts val="2400"/>
              </a:spcBef>
              <a:defRPr sz="1300"/>
            </a:lvl1pPr>
            <a:lvl2pPr algn="just">
              <a:spcBef>
                <a:spcPts val="0"/>
              </a:spcBef>
              <a:defRPr sz="1100"/>
            </a:lvl2pPr>
            <a:lvl3pPr algn="just">
              <a:defRPr sz="1100"/>
            </a:lvl3pPr>
            <a:lvl4pPr algn="just">
              <a:defRPr sz="1100"/>
            </a:lvl4pPr>
            <a:lvl5pPr algn="just">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71652458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59802461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93688"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4" name="Content Placeholder 3"/>
          <p:cNvSpPr>
            <a:spLocks noGrp="1"/>
          </p:cNvSpPr>
          <p:nvPr>
            <p:ph sz="half" idx="2"/>
          </p:nvPr>
        </p:nvSpPr>
        <p:spPr>
          <a:xfrm>
            <a:off x="293688"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5208270"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6" name="Content Placeholder 5"/>
          <p:cNvSpPr>
            <a:spLocks noGrp="1"/>
          </p:cNvSpPr>
          <p:nvPr>
            <p:ph sz="quarter" idx="4"/>
          </p:nvPr>
        </p:nvSpPr>
        <p:spPr>
          <a:xfrm>
            <a:off x="5208270"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03381405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allou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235075"/>
            <a:ext cx="1839913" cy="5938837"/>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235075"/>
            <a:ext cx="7214616" cy="59388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235074"/>
            <a:ext cx="0" cy="6062472"/>
          </a:xfrm>
          <a:prstGeom prst="line">
            <a:avLst/>
          </a:prstGeom>
          <a:noFill/>
          <a:ln w="6350">
            <a:solidFill>
              <a:schemeClr val="accent1"/>
            </a:solidFill>
            <a:round/>
            <a:headEnd/>
            <a:tailEnd/>
          </a:ln>
          <a:effectLst/>
        </p:spPr>
        <p:txBody>
          <a:bodyPr lIns="101858" tIns="50929" rIns="101858" bIns="50929"/>
          <a:lstStyle/>
          <a:p>
            <a:pPr defTabSz="1018824" fontAlgn="auto">
              <a:spcBef>
                <a:spcPts val="0"/>
              </a:spcBef>
              <a:spcAft>
                <a:spcPts val="0"/>
              </a:spcAft>
              <a:defRPr/>
            </a:pPr>
            <a:endParaRPr lang="en-US" sz="2000" dirty="0">
              <a:solidFill>
                <a:srgbClr val="000000"/>
              </a:solidFill>
              <a:latin typeface="Calibri"/>
            </a:endParaRPr>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196195670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llout Sho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874838"/>
            <a:ext cx="1839913" cy="5299074"/>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874837"/>
            <a:ext cx="7214616" cy="529907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905000"/>
            <a:ext cx="0" cy="5392546"/>
          </a:xfrm>
          <a:prstGeom prst="line">
            <a:avLst/>
          </a:prstGeom>
          <a:noFill/>
          <a:ln w="6350">
            <a:solidFill>
              <a:schemeClr val="accent1"/>
            </a:solidFill>
            <a:round/>
            <a:headEnd/>
            <a:tailEnd/>
          </a:ln>
          <a:effectLst/>
        </p:spPr>
        <p:txBody>
          <a:bodyPr lIns="101858" tIns="50929" rIns="101858" bIns="50929"/>
          <a:lstStyle/>
          <a:p>
            <a:pPr defTabSz="1018824" fontAlgn="auto">
              <a:spcBef>
                <a:spcPts val="0"/>
              </a:spcBef>
              <a:spcAft>
                <a:spcPts val="0"/>
              </a:spcAft>
              <a:defRPr/>
            </a:pPr>
            <a:endParaRPr lang="en-US" sz="2000" dirty="0">
              <a:solidFill>
                <a:srgbClr val="000000"/>
              </a:solidFill>
              <a:latin typeface="Calibri"/>
            </a:endParaRPr>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78450009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83674045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719268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_rels/slideMaster16.xml.rels><?xml version="1.0" encoding="UTF-8" standalone="yes"?>
<Relationships xmlns="http://schemas.openxmlformats.org/package/2006/relationships"><Relationship Id="rId3" Type="http://schemas.openxmlformats.org/officeDocument/2006/relationships/slideLayout" Target="../slideLayouts/slideLayout28.xml"/><Relationship Id="rId7"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theme" Target="../theme/theme16.xml"/><Relationship Id="rId5" Type="http://schemas.openxmlformats.org/officeDocument/2006/relationships/slideLayout" Target="../slideLayouts/slideLayout30.xml"/><Relationship Id="rId4" Type="http://schemas.openxmlformats.org/officeDocument/2006/relationships/slideLayout" Target="../slideLayouts/slideLayout29.xml"/></Relationships>
</file>

<file path=ppt/slideMasters/_rels/slideMaster17.xml.rels><?xml version="1.0" encoding="UTF-8" standalone="yes"?>
<Relationships xmlns="http://schemas.openxmlformats.org/package/2006/relationships"><Relationship Id="rId3" Type="http://schemas.openxmlformats.org/officeDocument/2006/relationships/slideLayout" Target="../slideLayouts/slideLayout33.xml"/><Relationship Id="rId7" Type="http://schemas.openxmlformats.org/officeDocument/2006/relationships/image" Target="../media/image1.png"/><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theme" Target="../theme/theme17.xml"/><Relationship Id="rId5" Type="http://schemas.openxmlformats.org/officeDocument/2006/relationships/slideLayout" Target="../slideLayouts/slideLayout35.xml"/><Relationship Id="rId4" Type="http://schemas.openxmlformats.org/officeDocument/2006/relationships/slideLayout" Target="../slideLayouts/slideLayout34.xml"/></Relationships>
</file>

<file path=ppt/slideMasters/_rels/slideMaster1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8.xml"/><Relationship Id="rId7" Type="http://schemas.openxmlformats.org/officeDocument/2006/relationships/theme" Target="../theme/theme18.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s>
</file>

<file path=ppt/slideMasters/_rels/slideMaster1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44.xml"/><Relationship Id="rId7" Type="http://schemas.openxmlformats.org/officeDocument/2006/relationships/theme" Target="../theme/theme19.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5" Type="http://schemas.openxmlformats.org/officeDocument/2006/relationships/slideLayout" Target="../slideLayouts/slideLayout46.xml"/><Relationship Id="rId4" Type="http://schemas.openxmlformats.org/officeDocument/2006/relationships/slideLayout" Target="../slideLayouts/slideLayout45.xml"/></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slideLayout" Target="../slideLayouts/slideLayout60.xml"/><Relationship Id="rId18" Type="http://schemas.openxmlformats.org/officeDocument/2006/relationships/theme" Target="../theme/theme20.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17" Type="http://schemas.openxmlformats.org/officeDocument/2006/relationships/slideLayout" Target="../slideLayouts/slideLayout64.xml"/><Relationship Id="rId2" Type="http://schemas.openxmlformats.org/officeDocument/2006/relationships/slideLayout" Target="../slideLayouts/slideLayout49.xml"/><Relationship Id="rId16" Type="http://schemas.openxmlformats.org/officeDocument/2006/relationships/slideLayout" Target="../slideLayouts/slideLayout63.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5" Type="http://schemas.openxmlformats.org/officeDocument/2006/relationships/slideLayout" Target="../slideLayouts/slideLayout62.xml"/><Relationship Id="rId10" Type="http://schemas.openxmlformats.org/officeDocument/2006/relationships/slideLayout" Target="../slideLayouts/slideLayout57.xml"/><Relationship Id="rId19" Type="http://schemas.openxmlformats.org/officeDocument/2006/relationships/image" Target="../media/image7.emf"/><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0489" tIns="50246" rIns="100489" bIns="50246" anchor="ctr"/>
          <a:lstStyle/>
          <a:p>
            <a:pPr defTabSz="1005134">
              <a:defRPr/>
            </a:pPr>
            <a:endParaRPr lang="en-US"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8" y="7333576"/>
            <a:ext cx="827723" cy="213400"/>
          </a:xfrm>
          <a:prstGeom prst="rect">
            <a:avLst/>
          </a:prstGeom>
          <a:noFill/>
          <a:ln w="9525">
            <a:noFill/>
            <a:miter lim="800000"/>
            <a:headEnd/>
            <a:tailEnd/>
          </a:ln>
          <a:effectLst/>
        </p:spPr>
        <p:txBody>
          <a:bodyPr lIns="0" tIns="0" rIns="0" bIns="0" anchor="b"/>
          <a:lstStyle/>
          <a:p>
            <a:pPr defTabSz="1005134">
              <a:defRPr/>
            </a:pPr>
            <a:r>
              <a:rPr lang="en-US" sz="880" b="1" dirty="0">
                <a:solidFill>
                  <a:srgbClr val="203353"/>
                </a:solidFill>
                <a:latin typeface="Calibri"/>
              </a:rPr>
              <a:t>PAGE </a:t>
            </a:r>
            <a:fld id="{54B17DE0-6D87-48AB-BBA0-9128AA86CC3B}" type="slidenum">
              <a:rPr lang="en-US" sz="880" b="1">
                <a:solidFill>
                  <a:srgbClr val="203353"/>
                </a:solidFill>
                <a:latin typeface="Calibri"/>
              </a:rPr>
              <a:pPr defTabSz="1005134">
                <a:defRPr/>
              </a:pPr>
              <a:t>‹#›</a:t>
            </a:fld>
            <a:endParaRPr lang="en-US" sz="88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2683468"/>
      </p:ext>
    </p:extLst>
  </p:cSld>
  <p:clrMap bg1="lt1" tx1="dk1" bg2="lt2" tx2="dk2" accent1="accent1" accent2="accent2" accent3="accent3" accent4="accent4" accent5="accent5" accent6="accent6" hlink="hlink" folHlink="folHlink"/>
  <p:sldLayoutIdLst>
    <p:sldLayoutId id="2147483861" r:id="rId1"/>
    <p:sldLayoutId id="2147483862" r:id="rId2"/>
    <p:sldLayoutId id="2147483863" r:id="rId3"/>
    <p:sldLayoutId id="2147483864" r:id="rId4"/>
    <p:sldLayoutId id="2147483865" r:id="rId5"/>
  </p:sldLayoutIdLst>
  <p:timing>
    <p:tnLst>
      <p:par>
        <p:cTn id="1" dur="indefinite" restart="never" nodeType="tmRoot"/>
      </p:par>
    </p:tnLst>
  </p:timing>
  <p:txStyles>
    <p:titleStyle>
      <a:lvl1pPr algn="r" rtl="0" eaLnBrk="0" fontAlgn="base" hangingPunct="0">
        <a:spcBef>
          <a:spcPct val="0"/>
        </a:spcBef>
        <a:spcAft>
          <a:spcPct val="0"/>
        </a:spcAft>
        <a:defRPr sz="1430" b="1">
          <a:solidFill>
            <a:schemeClr val="bg1"/>
          </a:solidFill>
          <a:latin typeface="Calibri" pitchFamily="34" charset="0"/>
          <a:ea typeface="+mj-ea"/>
          <a:cs typeface="+mj-cs"/>
        </a:defRPr>
      </a:lvl1pPr>
      <a:lvl2pPr algn="r" rtl="0" eaLnBrk="0" fontAlgn="base" hangingPunct="0">
        <a:spcBef>
          <a:spcPct val="0"/>
        </a:spcBef>
        <a:spcAft>
          <a:spcPct val="0"/>
        </a:spcAft>
        <a:defRPr sz="1430" b="1">
          <a:solidFill>
            <a:schemeClr val="bg1"/>
          </a:solidFill>
          <a:latin typeface="Calibri" pitchFamily="34" charset="0"/>
        </a:defRPr>
      </a:lvl2pPr>
      <a:lvl3pPr algn="r" rtl="0" eaLnBrk="0" fontAlgn="base" hangingPunct="0">
        <a:spcBef>
          <a:spcPct val="0"/>
        </a:spcBef>
        <a:spcAft>
          <a:spcPct val="0"/>
        </a:spcAft>
        <a:defRPr sz="1430" b="1">
          <a:solidFill>
            <a:schemeClr val="bg1"/>
          </a:solidFill>
          <a:latin typeface="Calibri" pitchFamily="34" charset="0"/>
        </a:defRPr>
      </a:lvl3pPr>
      <a:lvl4pPr algn="r" rtl="0" eaLnBrk="0" fontAlgn="base" hangingPunct="0">
        <a:spcBef>
          <a:spcPct val="0"/>
        </a:spcBef>
        <a:spcAft>
          <a:spcPct val="0"/>
        </a:spcAft>
        <a:defRPr sz="1430" b="1">
          <a:solidFill>
            <a:schemeClr val="bg1"/>
          </a:solidFill>
          <a:latin typeface="Calibri" pitchFamily="34" charset="0"/>
        </a:defRPr>
      </a:lvl4pPr>
      <a:lvl5pPr algn="r" rtl="0" eaLnBrk="0" fontAlgn="base" hangingPunct="0">
        <a:spcBef>
          <a:spcPct val="0"/>
        </a:spcBef>
        <a:spcAft>
          <a:spcPct val="0"/>
        </a:spcAft>
        <a:defRPr sz="1430" b="1">
          <a:solidFill>
            <a:schemeClr val="bg1"/>
          </a:solidFill>
          <a:latin typeface="Calibri" pitchFamily="34" charset="0"/>
        </a:defRPr>
      </a:lvl5pPr>
      <a:lvl6pPr marL="502453" algn="r" rtl="0" fontAlgn="base">
        <a:spcBef>
          <a:spcPct val="0"/>
        </a:spcBef>
        <a:spcAft>
          <a:spcPct val="0"/>
        </a:spcAft>
        <a:defRPr sz="1870">
          <a:solidFill>
            <a:schemeClr val="bg1"/>
          </a:solidFill>
          <a:latin typeface="Calisto MT" pitchFamily="18" charset="0"/>
        </a:defRPr>
      </a:lvl6pPr>
      <a:lvl7pPr marL="1004905" algn="r" rtl="0" fontAlgn="base">
        <a:spcBef>
          <a:spcPct val="0"/>
        </a:spcBef>
        <a:spcAft>
          <a:spcPct val="0"/>
        </a:spcAft>
        <a:defRPr sz="1870">
          <a:solidFill>
            <a:schemeClr val="bg1"/>
          </a:solidFill>
          <a:latin typeface="Calisto MT" pitchFamily="18" charset="0"/>
        </a:defRPr>
      </a:lvl7pPr>
      <a:lvl8pPr marL="1507356" algn="r" rtl="0" fontAlgn="base">
        <a:spcBef>
          <a:spcPct val="0"/>
        </a:spcBef>
        <a:spcAft>
          <a:spcPct val="0"/>
        </a:spcAft>
        <a:defRPr sz="1870">
          <a:solidFill>
            <a:schemeClr val="bg1"/>
          </a:solidFill>
          <a:latin typeface="Calisto MT" pitchFamily="18" charset="0"/>
        </a:defRPr>
      </a:lvl8pPr>
      <a:lvl9pPr marL="2009808" algn="r" rtl="0" fontAlgn="base">
        <a:spcBef>
          <a:spcPct val="0"/>
        </a:spcBef>
        <a:spcAft>
          <a:spcPct val="0"/>
        </a:spcAft>
        <a:defRPr sz="1870">
          <a:solidFill>
            <a:schemeClr val="bg1"/>
          </a:solidFill>
          <a:latin typeface="Calisto MT" pitchFamily="18" charset="0"/>
        </a:defRPr>
      </a:lvl9pPr>
    </p:titleStyle>
    <p:bodyStyle>
      <a:lvl1pPr marL="184953" indent="-184953" algn="l" rtl="0" eaLnBrk="0" fontAlgn="base" hangingPunct="0">
        <a:spcBef>
          <a:spcPct val="110000"/>
        </a:spcBef>
        <a:spcAft>
          <a:spcPct val="0"/>
        </a:spcAft>
        <a:buClr>
          <a:schemeClr val="tx2"/>
        </a:buClr>
        <a:buChar char="•"/>
        <a:defRPr sz="1210">
          <a:solidFill>
            <a:schemeClr val="tx1"/>
          </a:solidFill>
          <a:latin typeface="+mn-lt"/>
          <a:ea typeface="+mn-ea"/>
          <a:cs typeface="+mn-cs"/>
        </a:defRPr>
      </a:lvl1pPr>
      <a:lvl2pPr marL="371647" indent="-183208" algn="l" rtl="0" eaLnBrk="0" fontAlgn="base" hangingPunct="0">
        <a:spcBef>
          <a:spcPct val="47000"/>
        </a:spcBef>
        <a:spcAft>
          <a:spcPct val="0"/>
        </a:spcAft>
        <a:buClr>
          <a:schemeClr val="tx2"/>
        </a:buClr>
        <a:buFont typeface="Times" pitchFamily="18" charset="0"/>
        <a:buChar char="–"/>
        <a:defRPr sz="1210">
          <a:solidFill>
            <a:schemeClr val="tx1"/>
          </a:solidFill>
          <a:latin typeface="+mn-lt"/>
        </a:defRPr>
      </a:lvl2pPr>
      <a:lvl3pPr marL="558345" indent="-183208" algn="l" rtl="0" eaLnBrk="0" fontAlgn="base" hangingPunct="0">
        <a:spcBef>
          <a:spcPct val="20000"/>
        </a:spcBef>
        <a:spcAft>
          <a:spcPct val="0"/>
        </a:spcAft>
        <a:buClr>
          <a:schemeClr val="tx2"/>
        </a:buClr>
        <a:buFont typeface="Times" pitchFamily="18" charset="0"/>
        <a:buChar char="–"/>
        <a:defRPr sz="1210">
          <a:solidFill>
            <a:schemeClr val="tx1"/>
          </a:solidFill>
          <a:latin typeface="+mn-lt"/>
        </a:defRPr>
      </a:lvl3pPr>
      <a:lvl4pPr marL="1757037" indent="-249513" algn="l" rtl="0" eaLnBrk="0" fontAlgn="base" hangingPunct="0">
        <a:spcBef>
          <a:spcPct val="20000"/>
        </a:spcBef>
        <a:spcAft>
          <a:spcPct val="0"/>
        </a:spcAft>
        <a:buChar char="–"/>
        <a:defRPr sz="1540">
          <a:solidFill>
            <a:schemeClr val="tx1"/>
          </a:solidFill>
          <a:latin typeface="Arial" charset="0"/>
        </a:defRPr>
      </a:lvl4pPr>
      <a:lvl5pPr marL="2259545" indent="-249513" algn="l" rtl="0" eaLnBrk="0" fontAlgn="base" hangingPunct="0">
        <a:spcBef>
          <a:spcPct val="20000"/>
        </a:spcBef>
        <a:spcAft>
          <a:spcPct val="0"/>
        </a:spcAft>
        <a:buChar char="»"/>
        <a:defRPr sz="1540">
          <a:solidFill>
            <a:schemeClr val="tx1"/>
          </a:solidFill>
          <a:latin typeface="Arial" charset="0"/>
        </a:defRPr>
      </a:lvl5pPr>
      <a:lvl6pPr marL="2763487" indent="-251226" algn="l" rtl="0" fontAlgn="base">
        <a:spcBef>
          <a:spcPct val="20000"/>
        </a:spcBef>
        <a:spcAft>
          <a:spcPct val="0"/>
        </a:spcAft>
        <a:buChar char="»"/>
        <a:defRPr sz="1540">
          <a:solidFill>
            <a:schemeClr val="tx1"/>
          </a:solidFill>
          <a:latin typeface="Arial" charset="0"/>
        </a:defRPr>
      </a:lvl6pPr>
      <a:lvl7pPr marL="3265941" indent="-251226" algn="l" rtl="0" fontAlgn="base">
        <a:spcBef>
          <a:spcPct val="20000"/>
        </a:spcBef>
        <a:spcAft>
          <a:spcPct val="0"/>
        </a:spcAft>
        <a:buChar char="»"/>
        <a:defRPr sz="1540">
          <a:solidFill>
            <a:schemeClr val="tx1"/>
          </a:solidFill>
          <a:latin typeface="Arial" charset="0"/>
        </a:defRPr>
      </a:lvl7pPr>
      <a:lvl8pPr marL="3768391" indent="-251226" algn="l" rtl="0" fontAlgn="base">
        <a:spcBef>
          <a:spcPct val="20000"/>
        </a:spcBef>
        <a:spcAft>
          <a:spcPct val="0"/>
        </a:spcAft>
        <a:buChar char="»"/>
        <a:defRPr sz="1540">
          <a:solidFill>
            <a:schemeClr val="tx1"/>
          </a:solidFill>
          <a:latin typeface="Arial" charset="0"/>
        </a:defRPr>
      </a:lvl8pPr>
      <a:lvl9pPr marL="4270841" indent="-251226" algn="l" rtl="0" fontAlgn="base">
        <a:spcBef>
          <a:spcPct val="20000"/>
        </a:spcBef>
        <a:spcAft>
          <a:spcPct val="0"/>
        </a:spcAft>
        <a:buChar char="»"/>
        <a:defRPr sz="1540">
          <a:solidFill>
            <a:schemeClr val="tx1"/>
          </a:solidFill>
          <a:latin typeface="Arial" charset="0"/>
        </a:defRPr>
      </a:lvl9pPr>
    </p:bodyStyle>
    <p:otherStyle>
      <a:defPPr>
        <a:defRPr lang="en-US"/>
      </a:defPPr>
      <a:lvl1pPr marL="0" algn="l" defTabSz="1004905" rtl="0" eaLnBrk="1" latinLnBrk="0" hangingPunct="1">
        <a:defRPr sz="1980" kern="1200">
          <a:solidFill>
            <a:schemeClr val="tx1"/>
          </a:solidFill>
          <a:latin typeface="+mn-lt"/>
          <a:ea typeface="+mn-ea"/>
          <a:cs typeface="+mn-cs"/>
        </a:defRPr>
      </a:lvl1pPr>
      <a:lvl2pPr marL="502453" algn="l" defTabSz="1004905" rtl="0" eaLnBrk="1" latinLnBrk="0" hangingPunct="1">
        <a:defRPr sz="1980" kern="1200">
          <a:solidFill>
            <a:schemeClr val="tx1"/>
          </a:solidFill>
          <a:latin typeface="+mn-lt"/>
          <a:ea typeface="+mn-ea"/>
          <a:cs typeface="+mn-cs"/>
        </a:defRPr>
      </a:lvl2pPr>
      <a:lvl3pPr marL="1004905" algn="l" defTabSz="1004905" rtl="0" eaLnBrk="1" latinLnBrk="0" hangingPunct="1">
        <a:defRPr sz="1980" kern="1200">
          <a:solidFill>
            <a:schemeClr val="tx1"/>
          </a:solidFill>
          <a:latin typeface="+mn-lt"/>
          <a:ea typeface="+mn-ea"/>
          <a:cs typeface="+mn-cs"/>
        </a:defRPr>
      </a:lvl3pPr>
      <a:lvl4pPr marL="1507356" algn="l" defTabSz="1004905" rtl="0" eaLnBrk="1" latinLnBrk="0" hangingPunct="1">
        <a:defRPr sz="1980" kern="1200">
          <a:solidFill>
            <a:schemeClr val="tx1"/>
          </a:solidFill>
          <a:latin typeface="+mn-lt"/>
          <a:ea typeface="+mn-ea"/>
          <a:cs typeface="+mn-cs"/>
        </a:defRPr>
      </a:lvl4pPr>
      <a:lvl5pPr marL="2009808" algn="l" defTabSz="1004905" rtl="0" eaLnBrk="1" latinLnBrk="0" hangingPunct="1">
        <a:defRPr sz="1980" kern="1200">
          <a:solidFill>
            <a:schemeClr val="tx1"/>
          </a:solidFill>
          <a:latin typeface="+mn-lt"/>
          <a:ea typeface="+mn-ea"/>
          <a:cs typeface="+mn-cs"/>
        </a:defRPr>
      </a:lvl5pPr>
      <a:lvl6pPr marL="2512261" algn="l" defTabSz="1004905" rtl="0" eaLnBrk="1" latinLnBrk="0" hangingPunct="1">
        <a:defRPr sz="1980" kern="1200">
          <a:solidFill>
            <a:schemeClr val="tx1"/>
          </a:solidFill>
          <a:latin typeface="+mn-lt"/>
          <a:ea typeface="+mn-ea"/>
          <a:cs typeface="+mn-cs"/>
        </a:defRPr>
      </a:lvl6pPr>
      <a:lvl7pPr marL="3014714" algn="l" defTabSz="1004905" rtl="0" eaLnBrk="1" latinLnBrk="0" hangingPunct="1">
        <a:defRPr sz="1980" kern="1200">
          <a:solidFill>
            <a:schemeClr val="tx1"/>
          </a:solidFill>
          <a:latin typeface="+mn-lt"/>
          <a:ea typeface="+mn-ea"/>
          <a:cs typeface="+mn-cs"/>
        </a:defRPr>
      </a:lvl7pPr>
      <a:lvl8pPr marL="3517168" algn="l" defTabSz="1004905" rtl="0" eaLnBrk="1" latinLnBrk="0" hangingPunct="1">
        <a:defRPr sz="1980" kern="1200">
          <a:solidFill>
            <a:schemeClr val="tx1"/>
          </a:solidFill>
          <a:latin typeface="+mn-lt"/>
          <a:ea typeface="+mn-ea"/>
          <a:cs typeface="+mn-cs"/>
        </a:defRPr>
      </a:lvl8pPr>
      <a:lvl9pPr marL="4019617" algn="l" defTabSz="1004905" rtl="0" eaLnBrk="1" latinLnBrk="0" hangingPunct="1">
        <a:defRPr sz="198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97534" tIns="48769" rIns="97534" bIns="48769" anchor="ctr"/>
          <a:lstStyle/>
          <a:p>
            <a:pPr defTabSz="975623">
              <a:defRPr/>
            </a:pPr>
            <a:endParaRPr lang="en-US" sz="1747" dirty="0">
              <a:solidFill>
                <a:srgbClr val="000000"/>
              </a:solidFill>
            </a:endParaRPr>
          </a:p>
        </p:txBody>
      </p:sp>
      <p:sp>
        <p:nvSpPr>
          <p:cNvPr id="1029" name="Rectangle 2"/>
          <p:cNvSpPr>
            <a:spLocks noGrp="1" noChangeArrowheads="1"/>
          </p:cNvSpPr>
          <p:nvPr>
            <p:ph type="title"/>
          </p:nvPr>
        </p:nvSpPr>
        <p:spPr bwMode="auto">
          <a:xfrm>
            <a:off x="2518975" y="220862"/>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9" y="7333576"/>
            <a:ext cx="827723" cy="213400"/>
          </a:xfrm>
          <a:prstGeom prst="rect">
            <a:avLst/>
          </a:prstGeom>
          <a:noFill/>
          <a:ln w="9525">
            <a:noFill/>
            <a:miter lim="800000"/>
            <a:headEnd/>
            <a:tailEnd/>
          </a:ln>
          <a:effectLst/>
        </p:spPr>
        <p:txBody>
          <a:bodyPr lIns="0" tIns="0" rIns="0" bIns="0" anchor="b"/>
          <a:lstStyle/>
          <a:p>
            <a:pPr defTabSz="975623">
              <a:defRPr/>
            </a:pPr>
            <a:r>
              <a:rPr lang="en-US" sz="855" b="1" dirty="0">
                <a:solidFill>
                  <a:srgbClr val="203353"/>
                </a:solidFill>
                <a:latin typeface="Calibri"/>
              </a:rPr>
              <a:t>PAGE </a:t>
            </a:r>
            <a:fld id="{54B17DE0-6D87-48AB-BBA0-9128AA86CC3B}" type="slidenum">
              <a:rPr lang="en-US" sz="855" b="1">
                <a:solidFill>
                  <a:srgbClr val="203353"/>
                </a:solidFill>
                <a:latin typeface="Calibri"/>
              </a:rPr>
              <a:pPr defTabSz="975623">
                <a:defRPr/>
              </a:pPr>
              <a:t>‹#›</a:t>
            </a:fld>
            <a:endParaRPr lang="en-US" sz="855"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7365761"/>
      </p:ext>
    </p:extLst>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Lst>
  <p:timing>
    <p:tnLst>
      <p:par>
        <p:cTn id="1" dur="indefinite" restart="never" nodeType="tmRoot"/>
      </p:par>
    </p:tnLst>
  </p:timing>
  <p:txStyles>
    <p:titleStyle>
      <a:lvl1pPr algn="r" rtl="0" eaLnBrk="0" fontAlgn="base" hangingPunct="0">
        <a:spcBef>
          <a:spcPct val="0"/>
        </a:spcBef>
        <a:spcAft>
          <a:spcPct val="0"/>
        </a:spcAft>
        <a:defRPr sz="1388" b="1">
          <a:solidFill>
            <a:schemeClr val="bg1"/>
          </a:solidFill>
          <a:latin typeface="Calibri" pitchFamily="34" charset="0"/>
          <a:ea typeface="+mj-ea"/>
          <a:cs typeface="+mj-cs"/>
        </a:defRPr>
      </a:lvl1pPr>
      <a:lvl2pPr algn="r" rtl="0" eaLnBrk="0" fontAlgn="base" hangingPunct="0">
        <a:spcBef>
          <a:spcPct val="0"/>
        </a:spcBef>
        <a:spcAft>
          <a:spcPct val="0"/>
        </a:spcAft>
        <a:defRPr sz="1388" b="1">
          <a:solidFill>
            <a:schemeClr val="bg1"/>
          </a:solidFill>
          <a:latin typeface="Calibri" pitchFamily="34" charset="0"/>
        </a:defRPr>
      </a:lvl2pPr>
      <a:lvl3pPr algn="r" rtl="0" eaLnBrk="0" fontAlgn="base" hangingPunct="0">
        <a:spcBef>
          <a:spcPct val="0"/>
        </a:spcBef>
        <a:spcAft>
          <a:spcPct val="0"/>
        </a:spcAft>
        <a:defRPr sz="1388" b="1">
          <a:solidFill>
            <a:schemeClr val="bg1"/>
          </a:solidFill>
          <a:latin typeface="Calibri" pitchFamily="34" charset="0"/>
        </a:defRPr>
      </a:lvl3pPr>
      <a:lvl4pPr algn="r" rtl="0" eaLnBrk="0" fontAlgn="base" hangingPunct="0">
        <a:spcBef>
          <a:spcPct val="0"/>
        </a:spcBef>
        <a:spcAft>
          <a:spcPct val="0"/>
        </a:spcAft>
        <a:defRPr sz="1388" b="1">
          <a:solidFill>
            <a:schemeClr val="bg1"/>
          </a:solidFill>
          <a:latin typeface="Calibri" pitchFamily="34" charset="0"/>
        </a:defRPr>
      </a:lvl4pPr>
      <a:lvl5pPr algn="r" rtl="0" eaLnBrk="0" fontAlgn="base" hangingPunct="0">
        <a:spcBef>
          <a:spcPct val="0"/>
        </a:spcBef>
        <a:spcAft>
          <a:spcPct val="0"/>
        </a:spcAft>
        <a:defRPr sz="1388" b="1">
          <a:solidFill>
            <a:schemeClr val="bg1"/>
          </a:solidFill>
          <a:latin typeface="Calibri" pitchFamily="34" charset="0"/>
        </a:defRPr>
      </a:lvl5pPr>
      <a:lvl6pPr marL="487702" algn="r" rtl="0" fontAlgn="base">
        <a:spcBef>
          <a:spcPct val="0"/>
        </a:spcBef>
        <a:spcAft>
          <a:spcPct val="0"/>
        </a:spcAft>
        <a:defRPr sz="1815">
          <a:solidFill>
            <a:schemeClr val="bg1"/>
          </a:solidFill>
          <a:latin typeface="Calisto MT" pitchFamily="18" charset="0"/>
        </a:defRPr>
      </a:lvl6pPr>
      <a:lvl7pPr marL="975401" algn="r" rtl="0" fontAlgn="base">
        <a:spcBef>
          <a:spcPct val="0"/>
        </a:spcBef>
        <a:spcAft>
          <a:spcPct val="0"/>
        </a:spcAft>
        <a:defRPr sz="1815">
          <a:solidFill>
            <a:schemeClr val="bg1"/>
          </a:solidFill>
          <a:latin typeface="Calisto MT" pitchFamily="18" charset="0"/>
        </a:defRPr>
      </a:lvl7pPr>
      <a:lvl8pPr marL="1463100" algn="r" rtl="0" fontAlgn="base">
        <a:spcBef>
          <a:spcPct val="0"/>
        </a:spcBef>
        <a:spcAft>
          <a:spcPct val="0"/>
        </a:spcAft>
        <a:defRPr sz="1815">
          <a:solidFill>
            <a:schemeClr val="bg1"/>
          </a:solidFill>
          <a:latin typeface="Calisto MT" pitchFamily="18" charset="0"/>
        </a:defRPr>
      </a:lvl8pPr>
      <a:lvl9pPr marL="1950801" algn="r" rtl="0" fontAlgn="base">
        <a:spcBef>
          <a:spcPct val="0"/>
        </a:spcBef>
        <a:spcAft>
          <a:spcPct val="0"/>
        </a:spcAft>
        <a:defRPr sz="1815">
          <a:solidFill>
            <a:schemeClr val="bg1"/>
          </a:solidFill>
          <a:latin typeface="Calisto MT" pitchFamily="18" charset="0"/>
        </a:defRPr>
      </a:lvl9pPr>
    </p:titleStyle>
    <p:bodyStyle>
      <a:lvl1pPr marL="179523" indent="-179523" algn="l" rtl="0" eaLnBrk="0" fontAlgn="base" hangingPunct="0">
        <a:spcBef>
          <a:spcPct val="110000"/>
        </a:spcBef>
        <a:spcAft>
          <a:spcPct val="0"/>
        </a:spcAft>
        <a:buClr>
          <a:schemeClr val="tx2"/>
        </a:buClr>
        <a:buChar char="•"/>
        <a:defRPr sz="1175">
          <a:solidFill>
            <a:schemeClr val="tx1"/>
          </a:solidFill>
          <a:latin typeface="+mn-lt"/>
          <a:ea typeface="+mn-ea"/>
          <a:cs typeface="+mn-cs"/>
        </a:defRPr>
      </a:lvl1pPr>
      <a:lvl2pPr marL="360735" indent="-177829" algn="l" rtl="0" eaLnBrk="0" fontAlgn="base" hangingPunct="0">
        <a:spcBef>
          <a:spcPct val="47000"/>
        </a:spcBef>
        <a:spcAft>
          <a:spcPct val="0"/>
        </a:spcAft>
        <a:buClr>
          <a:schemeClr val="tx2"/>
        </a:buClr>
        <a:buFont typeface="Times" pitchFamily="18" charset="0"/>
        <a:buChar char="–"/>
        <a:defRPr sz="1175">
          <a:solidFill>
            <a:schemeClr val="tx1"/>
          </a:solidFill>
          <a:latin typeface="+mn-lt"/>
        </a:defRPr>
      </a:lvl2pPr>
      <a:lvl3pPr marL="541952" indent="-177829" algn="l" rtl="0" eaLnBrk="0" fontAlgn="base" hangingPunct="0">
        <a:spcBef>
          <a:spcPct val="20000"/>
        </a:spcBef>
        <a:spcAft>
          <a:spcPct val="0"/>
        </a:spcAft>
        <a:buClr>
          <a:schemeClr val="tx2"/>
        </a:buClr>
        <a:buFont typeface="Times" pitchFamily="18" charset="0"/>
        <a:buChar char="–"/>
        <a:defRPr sz="1175">
          <a:solidFill>
            <a:schemeClr val="tx1"/>
          </a:solidFill>
          <a:latin typeface="+mn-lt"/>
        </a:defRPr>
      </a:lvl3pPr>
      <a:lvl4pPr marL="1705450" indent="-242187" algn="l" rtl="0" eaLnBrk="0" fontAlgn="base" hangingPunct="0">
        <a:spcBef>
          <a:spcPct val="20000"/>
        </a:spcBef>
        <a:spcAft>
          <a:spcPct val="0"/>
        </a:spcAft>
        <a:buChar char="–"/>
        <a:defRPr sz="1495">
          <a:solidFill>
            <a:schemeClr val="tx1"/>
          </a:solidFill>
          <a:latin typeface="Arial" charset="0"/>
        </a:defRPr>
      </a:lvl4pPr>
      <a:lvl5pPr marL="2193205" indent="-242187" algn="l" rtl="0" eaLnBrk="0" fontAlgn="base" hangingPunct="0">
        <a:spcBef>
          <a:spcPct val="20000"/>
        </a:spcBef>
        <a:spcAft>
          <a:spcPct val="0"/>
        </a:spcAft>
        <a:buChar char="»"/>
        <a:defRPr sz="1495">
          <a:solidFill>
            <a:schemeClr val="tx1"/>
          </a:solidFill>
          <a:latin typeface="Arial" charset="0"/>
        </a:defRPr>
      </a:lvl5pPr>
      <a:lvl6pPr marL="2682351" indent="-243850" algn="l" rtl="0" fontAlgn="base">
        <a:spcBef>
          <a:spcPct val="20000"/>
        </a:spcBef>
        <a:spcAft>
          <a:spcPct val="0"/>
        </a:spcAft>
        <a:buChar char="»"/>
        <a:defRPr sz="1495">
          <a:solidFill>
            <a:schemeClr val="tx1"/>
          </a:solidFill>
          <a:latin typeface="Arial" charset="0"/>
        </a:defRPr>
      </a:lvl6pPr>
      <a:lvl7pPr marL="3170053" indent="-243850" algn="l" rtl="0" fontAlgn="base">
        <a:spcBef>
          <a:spcPct val="20000"/>
        </a:spcBef>
        <a:spcAft>
          <a:spcPct val="0"/>
        </a:spcAft>
        <a:buChar char="»"/>
        <a:defRPr sz="1495">
          <a:solidFill>
            <a:schemeClr val="tx1"/>
          </a:solidFill>
          <a:latin typeface="Arial" charset="0"/>
        </a:defRPr>
      </a:lvl7pPr>
      <a:lvl8pPr marL="3657751" indent="-243850" algn="l" rtl="0" fontAlgn="base">
        <a:spcBef>
          <a:spcPct val="20000"/>
        </a:spcBef>
        <a:spcAft>
          <a:spcPct val="0"/>
        </a:spcAft>
        <a:buChar char="»"/>
        <a:defRPr sz="1495">
          <a:solidFill>
            <a:schemeClr val="tx1"/>
          </a:solidFill>
          <a:latin typeface="Arial" charset="0"/>
        </a:defRPr>
      </a:lvl8pPr>
      <a:lvl9pPr marL="4145449" indent="-243850" algn="l" rtl="0" fontAlgn="base">
        <a:spcBef>
          <a:spcPct val="20000"/>
        </a:spcBef>
        <a:spcAft>
          <a:spcPct val="0"/>
        </a:spcAft>
        <a:buChar char="»"/>
        <a:defRPr sz="1495">
          <a:solidFill>
            <a:schemeClr val="tx1"/>
          </a:solidFill>
          <a:latin typeface="Arial" charset="0"/>
        </a:defRPr>
      </a:lvl9pPr>
    </p:bodyStyle>
    <p:otherStyle>
      <a:defPPr>
        <a:defRPr lang="en-US"/>
      </a:defPPr>
      <a:lvl1pPr marL="0" algn="l" defTabSz="975401" rtl="0" eaLnBrk="1" latinLnBrk="0" hangingPunct="1">
        <a:defRPr sz="1922" kern="1200">
          <a:solidFill>
            <a:schemeClr val="tx1"/>
          </a:solidFill>
          <a:latin typeface="+mn-lt"/>
          <a:ea typeface="+mn-ea"/>
          <a:cs typeface="+mn-cs"/>
        </a:defRPr>
      </a:lvl1pPr>
      <a:lvl2pPr marL="487702" algn="l" defTabSz="975401" rtl="0" eaLnBrk="1" latinLnBrk="0" hangingPunct="1">
        <a:defRPr sz="1922" kern="1200">
          <a:solidFill>
            <a:schemeClr val="tx1"/>
          </a:solidFill>
          <a:latin typeface="+mn-lt"/>
          <a:ea typeface="+mn-ea"/>
          <a:cs typeface="+mn-cs"/>
        </a:defRPr>
      </a:lvl2pPr>
      <a:lvl3pPr marL="975401" algn="l" defTabSz="975401" rtl="0" eaLnBrk="1" latinLnBrk="0" hangingPunct="1">
        <a:defRPr sz="1922" kern="1200">
          <a:solidFill>
            <a:schemeClr val="tx1"/>
          </a:solidFill>
          <a:latin typeface="+mn-lt"/>
          <a:ea typeface="+mn-ea"/>
          <a:cs typeface="+mn-cs"/>
        </a:defRPr>
      </a:lvl3pPr>
      <a:lvl4pPr marL="1463100" algn="l" defTabSz="975401" rtl="0" eaLnBrk="1" latinLnBrk="0" hangingPunct="1">
        <a:defRPr sz="1922" kern="1200">
          <a:solidFill>
            <a:schemeClr val="tx1"/>
          </a:solidFill>
          <a:latin typeface="+mn-lt"/>
          <a:ea typeface="+mn-ea"/>
          <a:cs typeface="+mn-cs"/>
        </a:defRPr>
      </a:lvl4pPr>
      <a:lvl5pPr marL="1950801" algn="l" defTabSz="975401" rtl="0" eaLnBrk="1" latinLnBrk="0" hangingPunct="1">
        <a:defRPr sz="1922" kern="1200">
          <a:solidFill>
            <a:schemeClr val="tx1"/>
          </a:solidFill>
          <a:latin typeface="+mn-lt"/>
          <a:ea typeface="+mn-ea"/>
          <a:cs typeface="+mn-cs"/>
        </a:defRPr>
      </a:lvl5pPr>
      <a:lvl6pPr marL="2438501" algn="l" defTabSz="975401" rtl="0" eaLnBrk="1" latinLnBrk="0" hangingPunct="1">
        <a:defRPr sz="1922" kern="1200">
          <a:solidFill>
            <a:schemeClr val="tx1"/>
          </a:solidFill>
          <a:latin typeface="+mn-lt"/>
          <a:ea typeface="+mn-ea"/>
          <a:cs typeface="+mn-cs"/>
        </a:defRPr>
      </a:lvl6pPr>
      <a:lvl7pPr marL="2926202" algn="l" defTabSz="975401" rtl="0" eaLnBrk="1" latinLnBrk="0" hangingPunct="1">
        <a:defRPr sz="1922" kern="1200">
          <a:solidFill>
            <a:schemeClr val="tx1"/>
          </a:solidFill>
          <a:latin typeface="+mn-lt"/>
          <a:ea typeface="+mn-ea"/>
          <a:cs typeface="+mn-cs"/>
        </a:defRPr>
      </a:lvl7pPr>
      <a:lvl8pPr marL="3413904" algn="l" defTabSz="975401" rtl="0" eaLnBrk="1" latinLnBrk="0" hangingPunct="1">
        <a:defRPr sz="1922" kern="1200">
          <a:solidFill>
            <a:schemeClr val="tx1"/>
          </a:solidFill>
          <a:latin typeface="+mn-lt"/>
          <a:ea typeface="+mn-ea"/>
          <a:cs typeface="+mn-cs"/>
        </a:defRPr>
      </a:lvl8pPr>
      <a:lvl9pPr marL="3901601" algn="l" defTabSz="975401" rtl="0" eaLnBrk="1" latinLnBrk="0" hangingPunct="1">
        <a:defRPr sz="1922"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0489" tIns="50246" rIns="100489" bIns="50246" anchor="ctr"/>
          <a:lstStyle/>
          <a:p>
            <a:pPr defTabSz="1005134">
              <a:defRPr/>
            </a:pPr>
            <a:endParaRPr lang="en-US"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8" y="7333576"/>
            <a:ext cx="827723" cy="213400"/>
          </a:xfrm>
          <a:prstGeom prst="rect">
            <a:avLst/>
          </a:prstGeom>
          <a:noFill/>
          <a:ln w="9525">
            <a:noFill/>
            <a:miter lim="800000"/>
            <a:headEnd/>
            <a:tailEnd/>
          </a:ln>
          <a:effectLst/>
        </p:spPr>
        <p:txBody>
          <a:bodyPr lIns="0" tIns="0" rIns="0" bIns="0" anchor="b"/>
          <a:lstStyle/>
          <a:p>
            <a:pPr defTabSz="1005134">
              <a:defRPr/>
            </a:pPr>
            <a:r>
              <a:rPr lang="en-US" sz="880" b="1" dirty="0">
                <a:solidFill>
                  <a:srgbClr val="203353"/>
                </a:solidFill>
                <a:latin typeface="Calibri"/>
              </a:rPr>
              <a:t>PAGE </a:t>
            </a:r>
            <a:fld id="{54B17DE0-6D87-48AB-BBA0-9128AA86CC3B}" type="slidenum">
              <a:rPr lang="en-US" sz="880" b="1">
                <a:solidFill>
                  <a:srgbClr val="203353"/>
                </a:solidFill>
                <a:latin typeface="Calibri"/>
              </a:rPr>
              <a:pPr defTabSz="1005134">
                <a:defRPr/>
              </a:pPr>
              <a:t>‹#›</a:t>
            </a:fld>
            <a:endParaRPr lang="en-US" sz="880" b="1" dirty="0">
              <a:solidFill>
                <a:srgbClr val="203353"/>
              </a:solidFill>
              <a:latin typeface="Calibri"/>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92751"/>
      </p:ext>
    </p:extLst>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Lst>
  <p:timing>
    <p:tnLst>
      <p:par>
        <p:cTn id="1" dur="indefinite" restart="never" nodeType="tmRoot"/>
      </p:par>
    </p:tnLst>
  </p:timing>
  <p:txStyles>
    <p:titleStyle>
      <a:lvl1pPr algn="r" rtl="0" eaLnBrk="0" fontAlgn="base" hangingPunct="0">
        <a:spcBef>
          <a:spcPct val="0"/>
        </a:spcBef>
        <a:spcAft>
          <a:spcPct val="0"/>
        </a:spcAft>
        <a:defRPr sz="1430" b="1">
          <a:solidFill>
            <a:schemeClr val="bg1"/>
          </a:solidFill>
          <a:latin typeface="Calibri" pitchFamily="34" charset="0"/>
          <a:ea typeface="+mj-ea"/>
          <a:cs typeface="+mj-cs"/>
        </a:defRPr>
      </a:lvl1pPr>
      <a:lvl2pPr algn="r" rtl="0" eaLnBrk="0" fontAlgn="base" hangingPunct="0">
        <a:spcBef>
          <a:spcPct val="0"/>
        </a:spcBef>
        <a:spcAft>
          <a:spcPct val="0"/>
        </a:spcAft>
        <a:defRPr sz="1430" b="1">
          <a:solidFill>
            <a:schemeClr val="bg1"/>
          </a:solidFill>
          <a:latin typeface="Calibri" pitchFamily="34" charset="0"/>
        </a:defRPr>
      </a:lvl2pPr>
      <a:lvl3pPr algn="r" rtl="0" eaLnBrk="0" fontAlgn="base" hangingPunct="0">
        <a:spcBef>
          <a:spcPct val="0"/>
        </a:spcBef>
        <a:spcAft>
          <a:spcPct val="0"/>
        </a:spcAft>
        <a:defRPr sz="1430" b="1">
          <a:solidFill>
            <a:schemeClr val="bg1"/>
          </a:solidFill>
          <a:latin typeface="Calibri" pitchFamily="34" charset="0"/>
        </a:defRPr>
      </a:lvl3pPr>
      <a:lvl4pPr algn="r" rtl="0" eaLnBrk="0" fontAlgn="base" hangingPunct="0">
        <a:spcBef>
          <a:spcPct val="0"/>
        </a:spcBef>
        <a:spcAft>
          <a:spcPct val="0"/>
        </a:spcAft>
        <a:defRPr sz="1430" b="1">
          <a:solidFill>
            <a:schemeClr val="bg1"/>
          </a:solidFill>
          <a:latin typeface="Calibri" pitchFamily="34" charset="0"/>
        </a:defRPr>
      </a:lvl4pPr>
      <a:lvl5pPr algn="r" rtl="0" eaLnBrk="0" fontAlgn="base" hangingPunct="0">
        <a:spcBef>
          <a:spcPct val="0"/>
        </a:spcBef>
        <a:spcAft>
          <a:spcPct val="0"/>
        </a:spcAft>
        <a:defRPr sz="1430" b="1">
          <a:solidFill>
            <a:schemeClr val="bg1"/>
          </a:solidFill>
          <a:latin typeface="Calibri" pitchFamily="34" charset="0"/>
        </a:defRPr>
      </a:lvl5pPr>
      <a:lvl6pPr marL="502453" algn="r" rtl="0" fontAlgn="base">
        <a:spcBef>
          <a:spcPct val="0"/>
        </a:spcBef>
        <a:spcAft>
          <a:spcPct val="0"/>
        </a:spcAft>
        <a:defRPr sz="1870">
          <a:solidFill>
            <a:schemeClr val="bg1"/>
          </a:solidFill>
          <a:latin typeface="Calisto MT" pitchFamily="18" charset="0"/>
        </a:defRPr>
      </a:lvl6pPr>
      <a:lvl7pPr marL="1004905" algn="r" rtl="0" fontAlgn="base">
        <a:spcBef>
          <a:spcPct val="0"/>
        </a:spcBef>
        <a:spcAft>
          <a:spcPct val="0"/>
        </a:spcAft>
        <a:defRPr sz="1870">
          <a:solidFill>
            <a:schemeClr val="bg1"/>
          </a:solidFill>
          <a:latin typeface="Calisto MT" pitchFamily="18" charset="0"/>
        </a:defRPr>
      </a:lvl7pPr>
      <a:lvl8pPr marL="1507356" algn="r" rtl="0" fontAlgn="base">
        <a:spcBef>
          <a:spcPct val="0"/>
        </a:spcBef>
        <a:spcAft>
          <a:spcPct val="0"/>
        </a:spcAft>
        <a:defRPr sz="1870">
          <a:solidFill>
            <a:schemeClr val="bg1"/>
          </a:solidFill>
          <a:latin typeface="Calisto MT" pitchFamily="18" charset="0"/>
        </a:defRPr>
      </a:lvl8pPr>
      <a:lvl9pPr marL="2009808" algn="r" rtl="0" fontAlgn="base">
        <a:spcBef>
          <a:spcPct val="0"/>
        </a:spcBef>
        <a:spcAft>
          <a:spcPct val="0"/>
        </a:spcAft>
        <a:defRPr sz="1870">
          <a:solidFill>
            <a:schemeClr val="bg1"/>
          </a:solidFill>
          <a:latin typeface="Calisto MT" pitchFamily="18" charset="0"/>
        </a:defRPr>
      </a:lvl9pPr>
    </p:titleStyle>
    <p:bodyStyle>
      <a:lvl1pPr marL="184953" indent="-184953" algn="l" rtl="0" eaLnBrk="0" fontAlgn="base" hangingPunct="0">
        <a:spcBef>
          <a:spcPct val="110000"/>
        </a:spcBef>
        <a:spcAft>
          <a:spcPct val="0"/>
        </a:spcAft>
        <a:buClr>
          <a:schemeClr val="tx2"/>
        </a:buClr>
        <a:buChar char="•"/>
        <a:defRPr sz="1210">
          <a:solidFill>
            <a:schemeClr val="tx1"/>
          </a:solidFill>
          <a:latin typeface="+mn-lt"/>
          <a:ea typeface="+mn-ea"/>
          <a:cs typeface="+mn-cs"/>
        </a:defRPr>
      </a:lvl1pPr>
      <a:lvl2pPr marL="371647" indent="-183208" algn="l" rtl="0" eaLnBrk="0" fontAlgn="base" hangingPunct="0">
        <a:spcBef>
          <a:spcPct val="47000"/>
        </a:spcBef>
        <a:spcAft>
          <a:spcPct val="0"/>
        </a:spcAft>
        <a:buClr>
          <a:schemeClr val="tx2"/>
        </a:buClr>
        <a:buFont typeface="Times" pitchFamily="18" charset="0"/>
        <a:buChar char="–"/>
        <a:defRPr sz="1210">
          <a:solidFill>
            <a:schemeClr val="tx1"/>
          </a:solidFill>
          <a:latin typeface="+mn-lt"/>
        </a:defRPr>
      </a:lvl2pPr>
      <a:lvl3pPr marL="558345" indent="-183208" algn="l" rtl="0" eaLnBrk="0" fontAlgn="base" hangingPunct="0">
        <a:spcBef>
          <a:spcPct val="20000"/>
        </a:spcBef>
        <a:spcAft>
          <a:spcPct val="0"/>
        </a:spcAft>
        <a:buClr>
          <a:schemeClr val="tx2"/>
        </a:buClr>
        <a:buFont typeface="Times" pitchFamily="18" charset="0"/>
        <a:buChar char="–"/>
        <a:defRPr sz="1210">
          <a:solidFill>
            <a:schemeClr val="tx1"/>
          </a:solidFill>
          <a:latin typeface="+mn-lt"/>
        </a:defRPr>
      </a:lvl3pPr>
      <a:lvl4pPr marL="1757037" indent="-249513" algn="l" rtl="0" eaLnBrk="0" fontAlgn="base" hangingPunct="0">
        <a:spcBef>
          <a:spcPct val="20000"/>
        </a:spcBef>
        <a:spcAft>
          <a:spcPct val="0"/>
        </a:spcAft>
        <a:buChar char="–"/>
        <a:defRPr sz="1540">
          <a:solidFill>
            <a:schemeClr val="tx1"/>
          </a:solidFill>
          <a:latin typeface="Arial" charset="0"/>
        </a:defRPr>
      </a:lvl4pPr>
      <a:lvl5pPr marL="2259545" indent="-249513" algn="l" rtl="0" eaLnBrk="0" fontAlgn="base" hangingPunct="0">
        <a:spcBef>
          <a:spcPct val="20000"/>
        </a:spcBef>
        <a:spcAft>
          <a:spcPct val="0"/>
        </a:spcAft>
        <a:buChar char="»"/>
        <a:defRPr sz="1540">
          <a:solidFill>
            <a:schemeClr val="tx1"/>
          </a:solidFill>
          <a:latin typeface="Arial" charset="0"/>
        </a:defRPr>
      </a:lvl5pPr>
      <a:lvl6pPr marL="2763487" indent="-251226" algn="l" rtl="0" fontAlgn="base">
        <a:spcBef>
          <a:spcPct val="20000"/>
        </a:spcBef>
        <a:spcAft>
          <a:spcPct val="0"/>
        </a:spcAft>
        <a:buChar char="»"/>
        <a:defRPr sz="1540">
          <a:solidFill>
            <a:schemeClr val="tx1"/>
          </a:solidFill>
          <a:latin typeface="Arial" charset="0"/>
        </a:defRPr>
      </a:lvl6pPr>
      <a:lvl7pPr marL="3265941" indent="-251226" algn="l" rtl="0" fontAlgn="base">
        <a:spcBef>
          <a:spcPct val="20000"/>
        </a:spcBef>
        <a:spcAft>
          <a:spcPct val="0"/>
        </a:spcAft>
        <a:buChar char="»"/>
        <a:defRPr sz="1540">
          <a:solidFill>
            <a:schemeClr val="tx1"/>
          </a:solidFill>
          <a:latin typeface="Arial" charset="0"/>
        </a:defRPr>
      </a:lvl7pPr>
      <a:lvl8pPr marL="3768391" indent="-251226" algn="l" rtl="0" fontAlgn="base">
        <a:spcBef>
          <a:spcPct val="20000"/>
        </a:spcBef>
        <a:spcAft>
          <a:spcPct val="0"/>
        </a:spcAft>
        <a:buChar char="»"/>
        <a:defRPr sz="1540">
          <a:solidFill>
            <a:schemeClr val="tx1"/>
          </a:solidFill>
          <a:latin typeface="Arial" charset="0"/>
        </a:defRPr>
      </a:lvl8pPr>
      <a:lvl9pPr marL="4270841" indent="-251226" algn="l" rtl="0" fontAlgn="base">
        <a:spcBef>
          <a:spcPct val="20000"/>
        </a:spcBef>
        <a:spcAft>
          <a:spcPct val="0"/>
        </a:spcAft>
        <a:buChar char="»"/>
        <a:defRPr sz="1540">
          <a:solidFill>
            <a:schemeClr val="tx1"/>
          </a:solidFill>
          <a:latin typeface="Arial" charset="0"/>
        </a:defRPr>
      </a:lvl9pPr>
    </p:bodyStyle>
    <p:otherStyle>
      <a:defPPr>
        <a:defRPr lang="en-US"/>
      </a:defPPr>
      <a:lvl1pPr marL="0" algn="l" defTabSz="1004905" rtl="0" eaLnBrk="1" latinLnBrk="0" hangingPunct="1">
        <a:defRPr sz="1980" kern="1200">
          <a:solidFill>
            <a:schemeClr val="tx1"/>
          </a:solidFill>
          <a:latin typeface="+mn-lt"/>
          <a:ea typeface="+mn-ea"/>
          <a:cs typeface="+mn-cs"/>
        </a:defRPr>
      </a:lvl1pPr>
      <a:lvl2pPr marL="502453" algn="l" defTabSz="1004905" rtl="0" eaLnBrk="1" latinLnBrk="0" hangingPunct="1">
        <a:defRPr sz="1980" kern="1200">
          <a:solidFill>
            <a:schemeClr val="tx1"/>
          </a:solidFill>
          <a:latin typeface="+mn-lt"/>
          <a:ea typeface="+mn-ea"/>
          <a:cs typeface="+mn-cs"/>
        </a:defRPr>
      </a:lvl2pPr>
      <a:lvl3pPr marL="1004905" algn="l" defTabSz="1004905" rtl="0" eaLnBrk="1" latinLnBrk="0" hangingPunct="1">
        <a:defRPr sz="1980" kern="1200">
          <a:solidFill>
            <a:schemeClr val="tx1"/>
          </a:solidFill>
          <a:latin typeface="+mn-lt"/>
          <a:ea typeface="+mn-ea"/>
          <a:cs typeface="+mn-cs"/>
        </a:defRPr>
      </a:lvl3pPr>
      <a:lvl4pPr marL="1507356" algn="l" defTabSz="1004905" rtl="0" eaLnBrk="1" latinLnBrk="0" hangingPunct="1">
        <a:defRPr sz="1980" kern="1200">
          <a:solidFill>
            <a:schemeClr val="tx1"/>
          </a:solidFill>
          <a:latin typeface="+mn-lt"/>
          <a:ea typeface="+mn-ea"/>
          <a:cs typeface="+mn-cs"/>
        </a:defRPr>
      </a:lvl4pPr>
      <a:lvl5pPr marL="2009808" algn="l" defTabSz="1004905" rtl="0" eaLnBrk="1" latinLnBrk="0" hangingPunct="1">
        <a:defRPr sz="1980" kern="1200">
          <a:solidFill>
            <a:schemeClr val="tx1"/>
          </a:solidFill>
          <a:latin typeface="+mn-lt"/>
          <a:ea typeface="+mn-ea"/>
          <a:cs typeface="+mn-cs"/>
        </a:defRPr>
      </a:lvl5pPr>
      <a:lvl6pPr marL="2512261" algn="l" defTabSz="1004905" rtl="0" eaLnBrk="1" latinLnBrk="0" hangingPunct="1">
        <a:defRPr sz="1980" kern="1200">
          <a:solidFill>
            <a:schemeClr val="tx1"/>
          </a:solidFill>
          <a:latin typeface="+mn-lt"/>
          <a:ea typeface="+mn-ea"/>
          <a:cs typeface="+mn-cs"/>
        </a:defRPr>
      </a:lvl6pPr>
      <a:lvl7pPr marL="3014714" algn="l" defTabSz="1004905" rtl="0" eaLnBrk="1" latinLnBrk="0" hangingPunct="1">
        <a:defRPr sz="1980" kern="1200">
          <a:solidFill>
            <a:schemeClr val="tx1"/>
          </a:solidFill>
          <a:latin typeface="+mn-lt"/>
          <a:ea typeface="+mn-ea"/>
          <a:cs typeface="+mn-cs"/>
        </a:defRPr>
      </a:lvl7pPr>
      <a:lvl8pPr marL="3517168" algn="l" defTabSz="1004905" rtl="0" eaLnBrk="1" latinLnBrk="0" hangingPunct="1">
        <a:defRPr sz="1980" kern="1200">
          <a:solidFill>
            <a:schemeClr val="tx1"/>
          </a:solidFill>
          <a:latin typeface="+mn-lt"/>
          <a:ea typeface="+mn-ea"/>
          <a:cs typeface="+mn-cs"/>
        </a:defRPr>
      </a:lvl8pPr>
      <a:lvl9pPr marL="4019617" algn="l" defTabSz="1004905" rtl="0" eaLnBrk="1" latinLnBrk="0" hangingPunct="1">
        <a:defRPr sz="198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97534" tIns="48769" rIns="97534" bIns="48769" anchor="ctr"/>
          <a:lstStyle/>
          <a:p>
            <a:pPr defTabSz="975623">
              <a:defRPr/>
            </a:pPr>
            <a:endParaRPr lang="en-US" sz="1747" dirty="0">
              <a:solidFill>
                <a:srgbClr val="000000"/>
              </a:solidFill>
            </a:endParaRPr>
          </a:p>
        </p:txBody>
      </p:sp>
      <p:sp>
        <p:nvSpPr>
          <p:cNvPr id="1029" name="Rectangle 2"/>
          <p:cNvSpPr>
            <a:spLocks noGrp="1" noChangeArrowheads="1"/>
          </p:cNvSpPr>
          <p:nvPr>
            <p:ph type="title"/>
          </p:nvPr>
        </p:nvSpPr>
        <p:spPr bwMode="auto">
          <a:xfrm>
            <a:off x="2518975" y="220862"/>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9" y="7333576"/>
            <a:ext cx="827723" cy="213400"/>
          </a:xfrm>
          <a:prstGeom prst="rect">
            <a:avLst/>
          </a:prstGeom>
          <a:noFill/>
          <a:ln w="9525">
            <a:noFill/>
            <a:miter lim="800000"/>
            <a:headEnd/>
            <a:tailEnd/>
          </a:ln>
          <a:effectLst/>
        </p:spPr>
        <p:txBody>
          <a:bodyPr lIns="0" tIns="0" rIns="0" bIns="0" anchor="b"/>
          <a:lstStyle/>
          <a:p>
            <a:pPr defTabSz="975623">
              <a:defRPr/>
            </a:pPr>
            <a:r>
              <a:rPr lang="en-US" sz="855" b="1" dirty="0">
                <a:solidFill>
                  <a:srgbClr val="203353"/>
                </a:solidFill>
                <a:latin typeface="Calibri"/>
              </a:rPr>
              <a:t>PAGE </a:t>
            </a:r>
            <a:fld id="{54B17DE0-6D87-48AB-BBA0-9128AA86CC3B}" type="slidenum">
              <a:rPr lang="en-US" sz="855" b="1">
                <a:solidFill>
                  <a:srgbClr val="203353"/>
                </a:solidFill>
                <a:latin typeface="Calibri"/>
              </a:rPr>
              <a:pPr defTabSz="975623">
                <a:defRPr/>
              </a:pPr>
              <a:t>‹#›</a:t>
            </a:fld>
            <a:endParaRPr lang="en-US" sz="855" b="1" dirty="0">
              <a:solidFill>
                <a:srgbClr val="203353"/>
              </a:solidFill>
              <a:latin typeface="Calibri"/>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6436001"/>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Lst>
  <p:timing>
    <p:tnLst>
      <p:par>
        <p:cTn id="1" dur="indefinite" restart="never" nodeType="tmRoot"/>
      </p:par>
    </p:tnLst>
  </p:timing>
  <p:txStyles>
    <p:titleStyle>
      <a:lvl1pPr algn="r" rtl="0" eaLnBrk="0" fontAlgn="base" hangingPunct="0">
        <a:spcBef>
          <a:spcPct val="0"/>
        </a:spcBef>
        <a:spcAft>
          <a:spcPct val="0"/>
        </a:spcAft>
        <a:defRPr sz="1388" b="1">
          <a:solidFill>
            <a:schemeClr val="bg1"/>
          </a:solidFill>
          <a:latin typeface="Calibri" pitchFamily="34" charset="0"/>
          <a:ea typeface="+mj-ea"/>
          <a:cs typeface="+mj-cs"/>
        </a:defRPr>
      </a:lvl1pPr>
      <a:lvl2pPr algn="r" rtl="0" eaLnBrk="0" fontAlgn="base" hangingPunct="0">
        <a:spcBef>
          <a:spcPct val="0"/>
        </a:spcBef>
        <a:spcAft>
          <a:spcPct val="0"/>
        </a:spcAft>
        <a:defRPr sz="1388" b="1">
          <a:solidFill>
            <a:schemeClr val="bg1"/>
          </a:solidFill>
          <a:latin typeface="Calibri" pitchFamily="34" charset="0"/>
        </a:defRPr>
      </a:lvl2pPr>
      <a:lvl3pPr algn="r" rtl="0" eaLnBrk="0" fontAlgn="base" hangingPunct="0">
        <a:spcBef>
          <a:spcPct val="0"/>
        </a:spcBef>
        <a:spcAft>
          <a:spcPct val="0"/>
        </a:spcAft>
        <a:defRPr sz="1388" b="1">
          <a:solidFill>
            <a:schemeClr val="bg1"/>
          </a:solidFill>
          <a:latin typeface="Calibri" pitchFamily="34" charset="0"/>
        </a:defRPr>
      </a:lvl3pPr>
      <a:lvl4pPr algn="r" rtl="0" eaLnBrk="0" fontAlgn="base" hangingPunct="0">
        <a:spcBef>
          <a:spcPct val="0"/>
        </a:spcBef>
        <a:spcAft>
          <a:spcPct val="0"/>
        </a:spcAft>
        <a:defRPr sz="1388" b="1">
          <a:solidFill>
            <a:schemeClr val="bg1"/>
          </a:solidFill>
          <a:latin typeface="Calibri" pitchFamily="34" charset="0"/>
        </a:defRPr>
      </a:lvl4pPr>
      <a:lvl5pPr algn="r" rtl="0" eaLnBrk="0" fontAlgn="base" hangingPunct="0">
        <a:spcBef>
          <a:spcPct val="0"/>
        </a:spcBef>
        <a:spcAft>
          <a:spcPct val="0"/>
        </a:spcAft>
        <a:defRPr sz="1388" b="1">
          <a:solidFill>
            <a:schemeClr val="bg1"/>
          </a:solidFill>
          <a:latin typeface="Calibri" pitchFamily="34" charset="0"/>
        </a:defRPr>
      </a:lvl5pPr>
      <a:lvl6pPr marL="487702" algn="r" rtl="0" fontAlgn="base">
        <a:spcBef>
          <a:spcPct val="0"/>
        </a:spcBef>
        <a:spcAft>
          <a:spcPct val="0"/>
        </a:spcAft>
        <a:defRPr sz="1815">
          <a:solidFill>
            <a:schemeClr val="bg1"/>
          </a:solidFill>
          <a:latin typeface="Calisto MT" pitchFamily="18" charset="0"/>
        </a:defRPr>
      </a:lvl6pPr>
      <a:lvl7pPr marL="975401" algn="r" rtl="0" fontAlgn="base">
        <a:spcBef>
          <a:spcPct val="0"/>
        </a:spcBef>
        <a:spcAft>
          <a:spcPct val="0"/>
        </a:spcAft>
        <a:defRPr sz="1815">
          <a:solidFill>
            <a:schemeClr val="bg1"/>
          </a:solidFill>
          <a:latin typeface="Calisto MT" pitchFamily="18" charset="0"/>
        </a:defRPr>
      </a:lvl7pPr>
      <a:lvl8pPr marL="1463100" algn="r" rtl="0" fontAlgn="base">
        <a:spcBef>
          <a:spcPct val="0"/>
        </a:spcBef>
        <a:spcAft>
          <a:spcPct val="0"/>
        </a:spcAft>
        <a:defRPr sz="1815">
          <a:solidFill>
            <a:schemeClr val="bg1"/>
          </a:solidFill>
          <a:latin typeface="Calisto MT" pitchFamily="18" charset="0"/>
        </a:defRPr>
      </a:lvl8pPr>
      <a:lvl9pPr marL="1950801" algn="r" rtl="0" fontAlgn="base">
        <a:spcBef>
          <a:spcPct val="0"/>
        </a:spcBef>
        <a:spcAft>
          <a:spcPct val="0"/>
        </a:spcAft>
        <a:defRPr sz="1815">
          <a:solidFill>
            <a:schemeClr val="bg1"/>
          </a:solidFill>
          <a:latin typeface="Calisto MT" pitchFamily="18" charset="0"/>
        </a:defRPr>
      </a:lvl9pPr>
    </p:titleStyle>
    <p:bodyStyle>
      <a:lvl1pPr marL="179523" indent="-179523" algn="l" rtl="0" eaLnBrk="0" fontAlgn="base" hangingPunct="0">
        <a:spcBef>
          <a:spcPct val="110000"/>
        </a:spcBef>
        <a:spcAft>
          <a:spcPct val="0"/>
        </a:spcAft>
        <a:buClr>
          <a:schemeClr val="tx2"/>
        </a:buClr>
        <a:buChar char="•"/>
        <a:defRPr sz="1175">
          <a:solidFill>
            <a:schemeClr val="tx1"/>
          </a:solidFill>
          <a:latin typeface="+mn-lt"/>
          <a:ea typeface="+mn-ea"/>
          <a:cs typeface="+mn-cs"/>
        </a:defRPr>
      </a:lvl1pPr>
      <a:lvl2pPr marL="360735" indent="-177829" algn="l" rtl="0" eaLnBrk="0" fontAlgn="base" hangingPunct="0">
        <a:spcBef>
          <a:spcPct val="47000"/>
        </a:spcBef>
        <a:spcAft>
          <a:spcPct val="0"/>
        </a:spcAft>
        <a:buClr>
          <a:schemeClr val="tx2"/>
        </a:buClr>
        <a:buFont typeface="Times" pitchFamily="18" charset="0"/>
        <a:buChar char="–"/>
        <a:defRPr sz="1175">
          <a:solidFill>
            <a:schemeClr val="tx1"/>
          </a:solidFill>
          <a:latin typeface="+mn-lt"/>
        </a:defRPr>
      </a:lvl2pPr>
      <a:lvl3pPr marL="541952" indent="-177829" algn="l" rtl="0" eaLnBrk="0" fontAlgn="base" hangingPunct="0">
        <a:spcBef>
          <a:spcPct val="20000"/>
        </a:spcBef>
        <a:spcAft>
          <a:spcPct val="0"/>
        </a:spcAft>
        <a:buClr>
          <a:schemeClr val="tx2"/>
        </a:buClr>
        <a:buFont typeface="Times" pitchFamily="18" charset="0"/>
        <a:buChar char="–"/>
        <a:defRPr sz="1175">
          <a:solidFill>
            <a:schemeClr val="tx1"/>
          </a:solidFill>
          <a:latin typeface="+mn-lt"/>
        </a:defRPr>
      </a:lvl3pPr>
      <a:lvl4pPr marL="1705450" indent="-242187" algn="l" rtl="0" eaLnBrk="0" fontAlgn="base" hangingPunct="0">
        <a:spcBef>
          <a:spcPct val="20000"/>
        </a:spcBef>
        <a:spcAft>
          <a:spcPct val="0"/>
        </a:spcAft>
        <a:buChar char="–"/>
        <a:defRPr sz="1495">
          <a:solidFill>
            <a:schemeClr val="tx1"/>
          </a:solidFill>
          <a:latin typeface="Arial" charset="0"/>
        </a:defRPr>
      </a:lvl4pPr>
      <a:lvl5pPr marL="2193205" indent="-242187" algn="l" rtl="0" eaLnBrk="0" fontAlgn="base" hangingPunct="0">
        <a:spcBef>
          <a:spcPct val="20000"/>
        </a:spcBef>
        <a:spcAft>
          <a:spcPct val="0"/>
        </a:spcAft>
        <a:buChar char="»"/>
        <a:defRPr sz="1495">
          <a:solidFill>
            <a:schemeClr val="tx1"/>
          </a:solidFill>
          <a:latin typeface="Arial" charset="0"/>
        </a:defRPr>
      </a:lvl5pPr>
      <a:lvl6pPr marL="2682351" indent="-243850" algn="l" rtl="0" fontAlgn="base">
        <a:spcBef>
          <a:spcPct val="20000"/>
        </a:spcBef>
        <a:spcAft>
          <a:spcPct val="0"/>
        </a:spcAft>
        <a:buChar char="»"/>
        <a:defRPr sz="1495">
          <a:solidFill>
            <a:schemeClr val="tx1"/>
          </a:solidFill>
          <a:latin typeface="Arial" charset="0"/>
        </a:defRPr>
      </a:lvl6pPr>
      <a:lvl7pPr marL="3170053" indent="-243850" algn="l" rtl="0" fontAlgn="base">
        <a:spcBef>
          <a:spcPct val="20000"/>
        </a:spcBef>
        <a:spcAft>
          <a:spcPct val="0"/>
        </a:spcAft>
        <a:buChar char="»"/>
        <a:defRPr sz="1495">
          <a:solidFill>
            <a:schemeClr val="tx1"/>
          </a:solidFill>
          <a:latin typeface="Arial" charset="0"/>
        </a:defRPr>
      </a:lvl7pPr>
      <a:lvl8pPr marL="3657751" indent="-243850" algn="l" rtl="0" fontAlgn="base">
        <a:spcBef>
          <a:spcPct val="20000"/>
        </a:spcBef>
        <a:spcAft>
          <a:spcPct val="0"/>
        </a:spcAft>
        <a:buChar char="»"/>
        <a:defRPr sz="1495">
          <a:solidFill>
            <a:schemeClr val="tx1"/>
          </a:solidFill>
          <a:latin typeface="Arial" charset="0"/>
        </a:defRPr>
      </a:lvl8pPr>
      <a:lvl9pPr marL="4145449" indent="-243850" algn="l" rtl="0" fontAlgn="base">
        <a:spcBef>
          <a:spcPct val="20000"/>
        </a:spcBef>
        <a:spcAft>
          <a:spcPct val="0"/>
        </a:spcAft>
        <a:buChar char="»"/>
        <a:defRPr sz="1495">
          <a:solidFill>
            <a:schemeClr val="tx1"/>
          </a:solidFill>
          <a:latin typeface="Arial" charset="0"/>
        </a:defRPr>
      </a:lvl9pPr>
    </p:bodyStyle>
    <p:otherStyle>
      <a:defPPr>
        <a:defRPr lang="en-US"/>
      </a:defPPr>
      <a:lvl1pPr marL="0" algn="l" defTabSz="975401" rtl="0" eaLnBrk="1" latinLnBrk="0" hangingPunct="1">
        <a:defRPr sz="1922" kern="1200">
          <a:solidFill>
            <a:schemeClr val="tx1"/>
          </a:solidFill>
          <a:latin typeface="+mn-lt"/>
          <a:ea typeface="+mn-ea"/>
          <a:cs typeface="+mn-cs"/>
        </a:defRPr>
      </a:lvl1pPr>
      <a:lvl2pPr marL="487702" algn="l" defTabSz="975401" rtl="0" eaLnBrk="1" latinLnBrk="0" hangingPunct="1">
        <a:defRPr sz="1922" kern="1200">
          <a:solidFill>
            <a:schemeClr val="tx1"/>
          </a:solidFill>
          <a:latin typeface="+mn-lt"/>
          <a:ea typeface="+mn-ea"/>
          <a:cs typeface="+mn-cs"/>
        </a:defRPr>
      </a:lvl2pPr>
      <a:lvl3pPr marL="975401" algn="l" defTabSz="975401" rtl="0" eaLnBrk="1" latinLnBrk="0" hangingPunct="1">
        <a:defRPr sz="1922" kern="1200">
          <a:solidFill>
            <a:schemeClr val="tx1"/>
          </a:solidFill>
          <a:latin typeface="+mn-lt"/>
          <a:ea typeface="+mn-ea"/>
          <a:cs typeface="+mn-cs"/>
        </a:defRPr>
      </a:lvl3pPr>
      <a:lvl4pPr marL="1463100" algn="l" defTabSz="975401" rtl="0" eaLnBrk="1" latinLnBrk="0" hangingPunct="1">
        <a:defRPr sz="1922" kern="1200">
          <a:solidFill>
            <a:schemeClr val="tx1"/>
          </a:solidFill>
          <a:latin typeface="+mn-lt"/>
          <a:ea typeface="+mn-ea"/>
          <a:cs typeface="+mn-cs"/>
        </a:defRPr>
      </a:lvl4pPr>
      <a:lvl5pPr marL="1950801" algn="l" defTabSz="975401" rtl="0" eaLnBrk="1" latinLnBrk="0" hangingPunct="1">
        <a:defRPr sz="1922" kern="1200">
          <a:solidFill>
            <a:schemeClr val="tx1"/>
          </a:solidFill>
          <a:latin typeface="+mn-lt"/>
          <a:ea typeface="+mn-ea"/>
          <a:cs typeface="+mn-cs"/>
        </a:defRPr>
      </a:lvl5pPr>
      <a:lvl6pPr marL="2438501" algn="l" defTabSz="975401" rtl="0" eaLnBrk="1" latinLnBrk="0" hangingPunct="1">
        <a:defRPr sz="1922" kern="1200">
          <a:solidFill>
            <a:schemeClr val="tx1"/>
          </a:solidFill>
          <a:latin typeface="+mn-lt"/>
          <a:ea typeface="+mn-ea"/>
          <a:cs typeface="+mn-cs"/>
        </a:defRPr>
      </a:lvl6pPr>
      <a:lvl7pPr marL="2926202" algn="l" defTabSz="975401" rtl="0" eaLnBrk="1" latinLnBrk="0" hangingPunct="1">
        <a:defRPr sz="1922" kern="1200">
          <a:solidFill>
            <a:schemeClr val="tx1"/>
          </a:solidFill>
          <a:latin typeface="+mn-lt"/>
          <a:ea typeface="+mn-ea"/>
          <a:cs typeface="+mn-cs"/>
        </a:defRPr>
      </a:lvl7pPr>
      <a:lvl8pPr marL="3413904" algn="l" defTabSz="975401" rtl="0" eaLnBrk="1" latinLnBrk="0" hangingPunct="1">
        <a:defRPr sz="1922" kern="1200">
          <a:solidFill>
            <a:schemeClr val="tx1"/>
          </a:solidFill>
          <a:latin typeface="+mn-lt"/>
          <a:ea typeface="+mn-ea"/>
          <a:cs typeface="+mn-cs"/>
        </a:defRPr>
      </a:lvl8pPr>
      <a:lvl9pPr marL="3901601" algn="l" defTabSz="975401" rtl="0" eaLnBrk="1" latinLnBrk="0" hangingPunct="1">
        <a:defRPr sz="1922"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51"/>
          <p:cNvSpPr>
            <a:spLocks noChangeArrowheads="1"/>
          </p:cNvSpPr>
          <p:nvPr userDrawn="1"/>
        </p:nvSpPr>
        <p:spPr bwMode="auto">
          <a:xfrm>
            <a:off x="228600" y="230122"/>
            <a:ext cx="9601200" cy="649224"/>
          </a:xfrm>
          <a:prstGeom prst="rect">
            <a:avLst/>
          </a:prstGeom>
          <a:solidFill>
            <a:schemeClr val="accent1"/>
          </a:solidFill>
          <a:ln w="9525">
            <a:noFill/>
            <a:miter lim="800000"/>
            <a:headEnd/>
            <a:tailEnd/>
          </a:ln>
          <a:effectLst/>
        </p:spPr>
        <p:txBody>
          <a:bodyPr wrap="none" lIns="101847" tIns="50923" rIns="101847" bIns="50923" anchor="ctr"/>
          <a:lstStyle/>
          <a:p>
            <a:pPr defTabSz="1018824" fontAlgn="auto">
              <a:spcBef>
                <a:spcPts val="0"/>
              </a:spcBef>
              <a:spcAft>
                <a:spcPts val="0"/>
              </a:spcAft>
              <a:defRPr/>
            </a:pPr>
            <a:endParaRPr lang="en-US" sz="2000" dirty="0">
              <a:solidFill>
                <a:srgbClr val="000000"/>
              </a:solidFill>
              <a:latin typeface="Calibri"/>
            </a:endParaRPr>
          </a:p>
        </p:txBody>
      </p:sp>
      <p:sp>
        <p:nvSpPr>
          <p:cNvPr id="2" name="Title Placeholder 1"/>
          <p:cNvSpPr>
            <a:spLocks noGrp="1"/>
          </p:cNvSpPr>
          <p:nvPr>
            <p:ph type="title"/>
          </p:nvPr>
        </p:nvSpPr>
        <p:spPr>
          <a:xfrm>
            <a:off x="2895600" y="261941"/>
            <a:ext cx="6867524" cy="609600"/>
          </a:xfrm>
          <a:prstGeom prst="rect">
            <a:avLst/>
          </a:prstGeom>
        </p:spPr>
        <p:txBody>
          <a:bodyPr vert="horz" lIns="0" tIns="0" rIns="0" bIns="0" rtlCol="0" anchor="t" anchorCtr="0">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293687" y="1235075"/>
            <a:ext cx="9469437" cy="5938837"/>
          </a:xfrm>
          <a:prstGeom prst="rect">
            <a:avLst/>
          </a:prstGeom>
        </p:spPr>
        <p:txBody>
          <a:bodyPr vert="horz" lIns="0" tIns="0" rIns="0" bIns="0" rtlCol="0" anchor="t" anchorCtr="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Rectangle 200"/>
          <p:cNvSpPr>
            <a:spLocks noChangeArrowheads="1"/>
          </p:cNvSpPr>
          <p:nvPr userDrawn="1"/>
        </p:nvSpPr>
        <p:spPr bwMode="auto">
          <a:xfrm>
            <a:off x="228600" y="7323416"/>
            <a:ext cx="827723" cy="213400"/>
          </a:xfrm>
          <a:prstGeom prst="rect">
            <a:avLst/>
          </a:prstGeom>
          <a:noFill/>
          <a:ln w="9525">
            <a:noFill/>
            <a:miter lim="800000"/>
            <a:headEnd/>
            <a:tailEnd/>
          </a:ln>
          <a:effectLst/>
        </p:spPr>
        <p:txBody>
          <a:bodyPr lIns="0" tIns="0" rIns="0" bIns="0" anchor="b"/>
          <a:lstStyle/>
          <a:p>
            <a:pPr defTabSz="1018824" fontAlgn="auto">
              <a:spcBef>
                <a:spcPts val="0"/>
              </a:spcBef>
              <a:spcAft>
                <a:spcPts val="0"/>
              </a:spcAft>
              <a:defRPr/>
            </a:pPr>
            <a:r>
              <a:rPr lang="en-US" sz="900" b="1" dirty="0" smtClean="0">
                <a:solidFill>
                  <a:srgbClr val="203353"/>
                </a:solidFill>
                <a:latin typeface="Calibri" pitchFamily="34" charset="0"/>
              </a:rPr>
              <a:t>PAGE </a:t>
            </a:r>
            <a:fld id="{54B17DE0-6D87-48AB-BBA0-9128AA86CC3B}" type="slidenum">
              <a:rPr lang="en-US" sz="900" b="1">
                <a:solidFill>
                  <a:srgbClr val="203353"/>
                </a:solidFill>
                <a:latin typeface="Calibri" pitchFamily="34" charset="0"/>
              </a:rPr>
              <a:pPr defTabSz="1018824" fontAlgn="auto">
                <a:spcBef>
                  <a:spcPts val="0"/>
                </a:spcBef>
                <a:spcAft>
                  <a:spcPts val="0"/>
                </a:spcAft>
                <a:defRPr/>
              </a:pPr>
              <a:t>‹#›</a:t>
            </a:fld>
            <a:endParaRPr lang="en-US" sz="900" b="1" dirty="0">
              <a:solidFill>
                <a:srgbClr val="203353"/>
              </a:solidFill>
              <a:latin typeface="Calibri" pitchFamily="34" charset="0"/>
            </a:endParaRPr>
          </a:p>
        </p:txBody>
      </p:sp>
      <p:cxnSp>
        <p:nvCxnSpPr>
          <p:cNvPr id="10" name="Straight Connector 9"/>
          <p:cNvCxnSpPr/>
          <p:nvPr userDrawn="1"/>
        </p:nvCxnSpPr>
        <p:spPr>
          <a:xfrm>
            <a:off x="228600" y="7291071"/>
            <a:ext cx="9601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19"/>
          <a:stretch>
            <a:fillRect/>
          </a:stretch>
        </p:blipFill>
        <p:spPr>
          <a:xfrm>
            <a:off x="283529" y="320040"/>
            <a:ext cx="2478795" cy="457200"/>
          </a:xfrm>
          <a:prstGeom prst="rect">
            <a:avLst/>
          </a:prstGeom>
        </p:spPr>
      </p:pic>
    </p:spTree>
    <p:extLst>
      <p:ext uri="{BB962C8B-B14F-4D97-AF65-F5344CB8AC3E}">
        <p14:creationId xmlns:p14="http://schemas.microsoft.com/office/powerpoint/2010/main" val="584685491"/>
      </p:ext>
    </p:extLst>
  </p:cSld>
  <p:clrMap bg1="lt1" tx1="dk1" bg2="lt2" tx2="dk2" accent1="accent1" accent2="accent2" accent3="accent3" accent4="accent4" accent5="accent5" accent6="accent6" hlink="hlink" folHlink="folHlink"/>
  <p:sldLayoutIdLst>
    <p:sldLayoutId id="2147483888" r:id="rId1"/>
    <p:sldLayoutId id="2147483889" r:id="rId2"/>
    <p:sldLayoutId id="2147483890" r:id="rId3"/>
    <p:sldLayoutId id="2147483891" r:id="rId4"/>
    <p:sldLayoutId id="2147483892" r:id="rId5"/>
    <p:sldLayoutId id="2147483893" r:id="rId6"/>
    <p:sldLayoutId id="2147483894" r:id="rId7"/>
    <p:sldLayoutId id="2147483895" r:id="rId8"/>
    <p:sldLayoutId id="2147483896" r:id="rId9"/>
    <p:sldLayoutId id="2147483897" r:id="rId10"/>
    <p:sldLayoutId id="2147483898" r:id="rId11"/>
    <p:sldLayoutId id="2147483899" r:id="rId12"/>
    <p:sldLayoutId id="2147483900" r:id="rId13"/>
    <p:sldLayoutId id="2147483901" r:id="rId14"/>
    <p:sldLayoutId id="2147483902" r:id="rId15"/>
    <p:sldLayoutId id="2147483903" r:id="rId16"/>
    <p:sldLayoutId id="2147483904" r:id="rId17"/>
  </p:sldLayoutIdLst>
  <p:txStyles>
    <p:titleStyle>
      <a:lvl1pPr algn="r" defTabSz="1018824" rtl="0" eaLnBrk="1" latinLnBrk="0" hangingPunct="1">
        <a:lnSpc>
          <a:spcPct val="110000"/>
        </a:lnSpc>
        <a:spcBef>
          <a:spcPct val="0"/>
        </a:spcBef>
        <a:buNone/>
        <a:defRPr sz="1400" b="1" kern="1200" cap="all" baseline="0">
          <a:solidFill>
            <a:schemeClr val="bg1"/>
          </a:solidFill>
          <a:latin typeface="+mj-lt"/>
          <a:ea typeface="+mj-ea"/>
          <a:cs typeface="+mj-cs"/>
        </a:defRPr>
      </a:lvl1pPr>
    </p:titleStyle>
    <p:body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chart" Target="../charts/char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chart" Target="../charts/char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3321171" y="6084608"/>
            <a:ext cx="6370526" cy="856893"/>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3100" dirty="0" smtClean="0">
                <a:solidFill>
                  <a:srgbClr val="968880"/>
                </a:solidFill>
                <a:latin typeface="Calibri" pitchFamily="34" charset="0"/>
              </a:rPr>
              <a:t>Jumbo Conforming Mortgage Rates</a:t>
            </a:r>
            <a:endParaRPr lang="en-US" sz="3100" dirty="0">
              <a:solidFill>
                <a:srgbClr val="968880"/>
              </a:solidFill>
              <a:latin typeface="Calibri" pitchFamily="34" charset="0"/>
            </a:endParaRPr>
          </a:p>
          <a:p>
            <a:pPr algn="r" defTabSz="1018586"/>
            <a:r>
              <a:rPr lang="en-US" dirty="0" smtClean="0">
                <a:solidFill>
                  <a:schemeClr val="tx2"/>
                </a:solidFill>
                <a:latin typeface="Calibri" pitchFamily="34" charset="0"/>
              </a:rPr>
              <a:t>December 2015</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p:cNvSpPr/>
          <p:nvPr/>
        </p:nvSpPr>
        <p:spPr>
          <a:xfrm>
            <a:off x="2829640" y="3133703"/>
            <a:ext cx="6709063" cy="120649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018824" fontAlgn="auto">
              <a:spcBef>
                <a:spcPts val="0"/>
              </a:spcBef>
              <a:spcAft>
                <a:spcPts val="0"/>
              </a:spcAft>
            </a:pPr>
            <a:endParaRPr lang="en-US" sz="1400" dirty="0" smtClean="0">
              <a:solidFill>
                <a:srgbClr val="000000"/>
              </a:solidFill>
            </a:endParaRPr>
          </a:p>
        </p:txBody>
      </p:sp>
      <p:sp>
        <p:nvSpPr>
          <p:cNvPr id="50" name="Rectangle 49"/>
          <p:cNvSpPr/>
          <p:nvPr/>
        </p:nvSpPr>
        <p:spPr>
          <a:xfrm>
            <a:off x="2822714" y="1595459"/>
            <a:ext cx="6702286" cy="103504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018824" fontAlgn="auto">
              <a:spcBef>
                <a:spcPts val="0"/>
              </a:spcBef>
              <a:spcAft>
                <a:spcPts val="0"/>
              </a:spcAft>
            </a:pPr>
            <a:endParaRPr lang="en-US" sz="1400" dirty="0" smtClean="0">
              <a:solidFill>
                <a:srgbClr val="000000"/>
              </a:solidFill>
            </a:endParaRPr>
          </a:p>
        </p:txBody>
      </p:sp>
      <p:sp>
        <p:nvSpPr>
          <p:cNvPr id="2" name="Title 1"/>
          <p:cNvSpPr>
            <a:spLocks noGrp="1"/>
          </p:cNvSpPr>
          <p:nvPr>
            <p:ph type="title"/>
          </p:nvPr>
        </p:nvSpPr>
        <p:spPr/>
        <p:txBody>
          <a:bodyPr/>
          <a:lstStyle/>
          <a:p>
            <a:r>
              <a:rPr lang="en-US" dirty="0" smtClean="0"/>
              <a:t>CONFORMING LOAN LIMITS</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Fannie Mae and Freddie Mac are prohibited from purchasing mortgages that have balances greater than a specific amount called the </a:t>
            </a:r>
            <a:r>
              <a:rPr lang="en-US" sz="1200" dirty="0" smtClean="0">
                <a:solidFill>
                  <a:schemeClr val="tx1"/>
                </a:solidFill>
                <a:latin typeface="+mn-lt"/>
              </a:rPr>
              <a:t>conforming loan limit</a:t>
            </a:r>
            <a:r>
              <a:rPr lang="en-US" sz="1200" b="0" dirty="0" smtClean="0">
                <a:solidFill>
                  <a:schemeClr val="tx1"/>
                </a:solidFill>
                <a:latin typeface="+mn-lt"/>
              </a:rPr>
              <a:t>. </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The housing crisis of 2007-2009 resulted in temporary increases in loan limits so that the GSEs could support a broader range of residential mortgages, particularly the prime jumbo market.</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Regulation passed in 2008 created a two-tier system of conforming loan limits – a </a:t>
            </a:r>
            <a:r>
              <a:rPr lang="en-US" sz="1200" dirty="0" smtClean="0">
                <a:solidFill>
                  <a:schemeClr val="tx1"/>
                </a:solidFill>
                <a:latin typeface="+mn-lt"/>
              </a:rPr>
              <a:t>Baseline</a:t>
            </a:r>
            <a:r>
              <a:rPr lang="en-US" sz="1200" b="0" dirty="0" smtClean="0">
                <a:solidFill>
                  <a:schemeClr val="tx1"/>
                </a:solidFill>
                <a:latin typeface="+mn-lt"/>
              </a:rPr>
              <a:t> and a </a:t>
            </a:r>
            <a:r>
              <a:rPr lang="en-US" sz="1200" dirty="0" smtClean="0">
                <a:solidFill>
                  <a:schemeClr val="tx1"/>
                </a:solidFill>
                <a:latin typeface="+mn-lt"/>
              </a:rPr>
              <a:t>High-Cost</a:t>
            </a:r>
            <a:r>
              <a:rPr lang="en-US" sz="1200" b="0" dirty="0" smtClean="0">
                <a:solidFill>
                  <a:schemeClr val="tx1"/>
                </a:solidFill>
                <a:latin typeface="+mn-lt"/>
              </a:rPr>
              <a:t> limit. </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Mortgages that meet GSE underwriting guidelines and that have loan balances between the Baseline and a High-Cost limit are known as </a:t>
            </a:r>
            <a:r>
              <a:rPr lang="en-US" sz="1200" dirty="0" smtClean="0">
                <a:solidFill>
                  <a:schemeClr val="tx1"/>
                </a:solidFill>
                <a:latin typeface="+mn-lt"/>
              </a:rPr>
              <a:t>jumbo-conforming mortgages</a:t>
            </a:r>
            <a:r>
              <a:rPr lang="en-US" sz="1200" b="0" dirty="0" smtClean="0">
                <a:solidFill>
                  <a:schemeClr val="tx1"/>
                </a:solidFill>
                <a:latin typeface="+mn-lt"/>
              </a:rPr>
              <a:t>.  </a:t>
            </a:r>
          </a:p>
          <a:p>
            <a:pPr>
              <a:lnSpc>
                <a:spcPct val="100000"/>
              </a:lnSpc>
              <a:spcBef>
                <a:spcPts val="0"/>
              </a:spcBef>
            </a:pPr>
            <a:r>
              <a:rPr lang="en-US" sz="1200" b="0" dirty="0" smtClean="0">
                <a:solidFill>
                  <a:schemeClr val="tx1"/>
                </a:solidFill>
              </a:rPr>
              <a:t> </a:t>
            </a:r>
            <a:endParaRPr lang="en-US" sz="1100" b="0" dirty="0" smtClean="0">
              <a:solidFill>
                <a:schemeClr val="tx1"/>
              </a:solidFill>
            </a:endParaRPr>
          </a:p>
          <a:p>
            <a:endParaRPr lang="en-US" sz="1100" b="0" dirty="0">
              <a:solidFill>
                <a:schemeClr val="tx1"/>
              </a:solidFill>
            </a:endParaRPr>
          </a:p>
          <a:p>
            <a:endParaRPr lang="en-US" sz="1100" dirty="0" smtClean="0"/>
          </a:p>
        </p:txBody>
      </p:sp>
      <p:grpSp>
        <p:nvGrpSpPr>
          <p:cNvPr id="6" name="Group 5"/>
          <p:cNvGrpSpPr/>
          <p:nvPr/>
        </p:nvGrpSpPr>
        <p:grpSpPr>
          <a:xfrm>
            <a:off x="2819399" y="1219200"/>
            <a:ext cx="6705601" cy="1411307"/>
            <a:chOff x="2819399" y="1219200"/>
            <a:chExt cx="6705601" cy="1411307"/>
          </a:xfrm>
        </p:grpSpPr>
        <p:sp>
          <p:nvSpPr>
            <p:cNvPr id="19" name="TextBox 18"/>
            <p:cNvSpPr txBox="1"/>
            <p:nvPr/>
          </p:nvSpPr>
          <p:spPr>
            <a:xfrm>
              <a:off x="2819399" y="1219200"/>
              <a:ext cx="4068289" cy="369332"/>
            </a:xfrm>
            <a:prstGeom prst="rect">
              <a:avLst/>
            </a:prstGeom>
            <a:noFill/>
          </p:spPr>
          <p:txBody>
            <a:bodyPr wrap="square" rtlCol="0">
              <a:spAutoFit/>
            </a:bodyPr>
            <a:lstStyle/>
            <a:p>
              <a:pPr defTabSz="1018824" fontAlgn="auto">
                <a:spcBef>
                  <a:spcPts val="0"/>
                </a:spcBef>
                <a:spcAft>
                  <a:spcPts val="0"/>
                </a:spcAft>
              </a:pPr>
              <a:r>
                <a:rPr lang="en-US" b="1" dirty="0" smtClean="0">
                  <a:solidFill>
                    <a:srgbClr val="2E398A"/>
                  </a:solidFill>
                  <a:latin typeface="Calibri"/>
                </a:rPr>
                <a:t>Baseline National Conforming Loan Limit</a:t>
              </a:r>
              <a:endParaRPr lang="en-US" b="1" dirty="0">
                <a:solidFill>
                  <a:srgbClr val="2E398A"/>
                </a:solidFill>
                <a:latin typeface="Calibri"/>
              </a:endParaRPr>
            </a:p>
          </p:txBody>
        </p:sp>
        <p:cxnSp>
          <p:nvCxnSpPr>
            <p:cNvPr id="22" name="Straight Connector 21"/>
            <p:cNvCxnSpPr/>
            <p:nvPr/>
          </p:nvCxnSpPr>
          <p:spPr>
            <a:xfrm>
              <a:off x="2822714" y="1588532"/>
              <a:ext cx="670228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2971800" y="1676400"/>
              <a:ext cx="6096000" cy="954107"/>
            </a:xfrm>
            <a:prstGeom prst="rect">
              <a:avLst/>
            </a:prstGeom>
            <a:noFill/>
          </p:spPr>
          <p:txBody>
            <a:bodyPr wrap="square" rtlCol="0">
              <a:spAutoFit/>
            </a:bodyPr>
            <a:lstStyle/>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Baseline loan limit is $417,000 (as of 2016)</a:t>
              </a:r>
              <a:endParaRPr lang="en-US" sz="1400" dirty="0">
                <a:solidFill>
                  <a:srgbClr val="000000"/>
                </a:solidFill>
                <a:latin typeface="Calibri"/>
              </a:endParaRP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Adjusted annually using an HPI calculated by FHFA</a:t>
              </a: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Prior house price declines must be fully offset before a loan limit is increased</a:t>
              </a: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Current HPI is still approximately 3.7% below price levels in Q3 2007</a:t>
              </a:r>
              <a:endParaRPr lang="en-US" sz="1400" dirty="0">
                <a:solidFill>
                  <a:srgbClr val="000000"/>
                </a:solidFill>
                <a:latin typeface="Calibri"/>
              </a:endParaRPr>
            </a:p>
          </p:txBody>
        </p:sp>
      </p:grpSp>
      <p:grpSp>
        <p:nvGrpSpPr>
          <p:cNvPr id="38" name="Group 37"/>
          <p:cNvGrpSpPr/>
          <p:nvPr/>
        </p:nvGrpSpPr>
        <p:grpSpPr>
          <a:xfrm>
            <a:off x="2819400" y="2745057"/>
            <a:ext cx="6705600" cy="1411307"/>
            <a:chOff x="2819400" y="1219200"/>
            <a:chExt cx="6705600" cy="1411307"/>
          </a:xfrm>
        </p:grpSpPr>
        <p:sp>
          <p:nvSpPr>
            <p:cNvPr id="39" name="TextBox 38"/>
            <p:cNvSpPr txBox="1"/>
            <p:nvPr/>
          </p:nvSpPr>
          <p:spPr>
            <a:xfrm>
              <a:off x="2819400" y="1219200"/>
              <a:ext cx="3361384" cy="369332"/>
            </a:xfrm>
            <a:prstGeom prst="rect">
              <a:avLst/>
            </a:prstGeom>
            <a:noFill/>
          </p:spPr>
          <p:txBody>
            <a:bodyPr wrap="square" rtlCol="0">
              <a:spAutoFit/>
            </a:bodyPr>
            <a:lstStyle/>
            <a:p>
              <a:pPr defTabSz="1018824" fontAlgn="auto">
                <a:spcBef>
                  <a:spcPts val="0"/>
                </a:spcBef>
                <a:spcAft>
                  <a:spcPts val="0"/>
                </a:spcAft>
              </a:pPr>
              <a:r>
                <a:rPr lang="en-US" b="1" dirty="0" smtClean="0">
                  <a:solidFill>
                    <a:srgbClr val="968880"/>
                  </a:solidFill>
                  <a:latin typeface="Calibri"/>
                </a:rPr>
                <a:t>Loan Limits in High-Cost Areas</a:t>
              </a:r>
              <a:endParaRPr lang="en-US" b="1" dirty="0">
                <a:solidFill>
                  <a:srgbClr val="968880"/>
                </a:solidFill>
                <a:latin typeface="Calibri"/>
              </a:endParaRPr>
            </a:p>
          </p:txBody>
        </p:sp>
        <p:cxnSp>
          <p:nvCxnSpPr>
            <p:cNvPr id="40" name="Straight Connector 39"/>
            <p:cNvCxnSpPr/>
            <p:nvPr/>
          </p:nvCxnSpPr>
          <p:spPr>
            <a:xfrm>
              <a:off x="2822714" y="1588532"/>
              <a:ext cx="6702286"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2971800" y="1676400"/>
              <a:ext cx="6096000" cy="954107"/>
            </a:xfrm>
            <a:prstGeom prst="rect">
              <a:avLst/>
            </a:prstGeom>
            <a:noFill/>
          </p:spPr>
          <p:txBody>
            <a:bodyPr wrap="square" rtlCol="0">
              <a:spAutoFit/>
            </a:bodyPr>
            <a:lstStyle/>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Loan limits are a function of local-area median home values</a:t>
              </a:r>
              <a:endParaRPr lang="en-US" sz="1400" dirty="0">
                <a:solidFill>
                  <a:srgbClr val="000000"/>
                </a:solidFill>
                <a:latin typeface="Calibri"/>
              </a:endParaRP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If 115% local median home value exceeds baseline loan limit, local loan limit = 115% of the median home value</a:t>
              </a: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Cap is $625,500 (150% of $417,00)</a:t>
              </a:r>
              <a:endParaRPr lang="en-US" sz="1400" dirty="0">
                <a:solidFill>
                  <a:srgbClr val="000000"/>
                </a:solidFill>
                <a:latin typeface="Calibri"/>
              </a:endParaRPr>
            </a:p>
          </p:txBody>
        </p:sp>
      </p:grpSp>
      <p:sp>
        <p:nvSpPr>
          <p:cNvPr id="25" name="Rectangle 24"/>
          <p:cNvSpPr/>
          <p:nvPr/>
        </p:nvSpPr>
        <p:spPr>
          <a:xfrm>
            <a:off x="2822864" y="4917024"/>
            <a:ext cx="6416140" cy="984886"/>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018824" fontAlgn="auto">
              <a:spcBef>
                <a:spcPts val="0"/>
              </a:spcBef>
              <a:spcAft>
                <a:spcPts val="0"/>
              </a:spcAft>
            </a:pPr>
            <a:endParaRPr lang="en-US" sz="1400" dirty="0" smtClean="0">
              <a:solidFill>
                <a:srgbClr val="000000"/>
              </a:solidFill>
            </a:endParaRPr>
          </a:p>
        </p:txBody>
      </p:sp>
      <p:grpSp>
        <p:nvGrpSpPr>
          <p:cNvPr id="26" name="Group 25"/>
          <p:cNvGrpSpPr/>
          <p:nvPr/>
        </p:nvGrpSpPr>
        <p:grpSpPr>
          <a:xfrm>
            <a:off x="2816086" y="4600469"/>
            <a:ext cx="6705600" cy="1301440"/>
            <a:chOff x="2819400" y="1219200"/>
            <a:chExt cx="6705600" cy="1518423"/>
          </a:xfrm>
        </p:grpSpPr>
        <p:sp>
          <p:nvSpPr>
            <p:cNvPr id="27" name="TextBox 26"/>
            <p:cNvSpPr txBox="1"/>
            <p:nvPr/>
          </p:nvSpPr>
          <p:spPr>
            <a:xfrm>
              <a:off x="2819400" y="1219200"/>
              <a:ext cx="2057400" cy="430909"/>
            </a:xfrm>
            <a:prstGeom prst="rect">
              <a:avLst/>
            </a:prstGeom>
            <a:noFill/>
          </p:spPr>
          <p:txBody>
            <a:bodyPr wrap="square" rtlCol="0">
              <a:spAutoFit/>
            </a:bodyPr>
            <a:lstStyle/>
            <a:p>
              <a:pPr defTabSz="1018824" fontAlgn="auto">
                <a:spcBef>
                  <a:spcPts val="0"/>
                </a:spcBef>
                <a:spcAft>
                  <a:spcPts val="0"/>
                </a:spcAft>
              </a:pPr>
              <a:r>
                <a:rPr lang="en-US" b="1" dirty="0" smtClean="0">
                  <a:solidFill>
                    <a:srgbClr val="ADAEC4">
                      <a:lumMod val="75000"/>
                    </a:srgbClr>
                  </a:solidFill>
                  <a:latin typeface="Calibri"/>
                </a:rPr>
                <a:t>Exceptions</a:t>
              </a:r>
              <a:endParaRPr lang="en-US" b="1" dirty="0">
                <a:solidFill>
                  <a:srgbClr val="ADAEC4">
                    <a:lumMod val="75000"/>
                  </a:srgbClr>
                </a:solidFill>
                <a:latin typeface="Calibri"/>
              </a:endParaRPr>
            </a:p>
          </p:txBody>
        </p:sp>
        <p:cxnSp>
          <p:nvCxnSpPr>
            <p:cNvPr id="28" name="Straight Connector 27"/>
            <p:cNvCxnSpPr/>
            <p:nvPr/>
          </p:nvCxnSpPr>
          <p:spPr>
            <a:xfrm>
              <a:off x="2822714" y="1588532"/>
              <a:ext cx="6702286" cy="0"/>
            </a:xfrm>
            <a:prstGeom prst="line">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971800" y="1588532"/>
              <a:ext cx="6096000" cy="1149091"/>
            </a:xfrm>
            <a:prstGeom prst="rect">
              <a:avLst/>
            </a:prstGeom>
            <a:noFill/>
          </p:spPr>
          <p:txBody>
            <a:bodyPr wrap="square" rtlCol="0">
              <a:spAutoFit/>
            </a:bodyPr>
            <a:lstStyle/>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Baseline loan limits for Alaska, Hawaii, Guam and the U.S. Virgin Islands are set at 150% of the baseline limit  for the contiguous United States</a:t>
              </a: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Multifamily homes have higher loan limits</a:t>
              </a:r>
              <a:endParaRPr lang="en-US" sz="1400" dirty="0">
                <a:solidFill>
                  <a:srgbClr val="000000"/>
                </a:solidFill>
                <a:latin typeface="Calibri"/>
              </a:endParaRPr>
            </a:p>
            <a:p>
              <a:pPr defTabSz="1018824" fontAlgn="auto">
                <a:spcBef>
                  <a:spcPts val="0"/>
                </a:spcBef>
                <a:spcAft>
                  <a:spcPts val="0"/>
                </a:spcAft>
              </a:pPr>
              <a:r>
                <a:rPr lang="en-US" sz="1600" dirty="0">
                  <a:solidFill>
                    <a:srgbClr val="000000"/>
                  </a:solidFill>
                  <a:latin typeface="Calibri"/>
                </a:rPr>
                <a:t>		</a:t>
              </a:r>
            </a:p>
          </p:txBody>
        </p:sp>
      </p:grpSp>
    </p:spTree>
    <p:extLst>
      <p:ext uri="{BB962C8B-B14F-4D97-AF65-F5344CB8AC3E}">
        <p14:creationId xmlns:p14="http://schemas.microsoft.com/office/powerpoint/2010/main" val="18977386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SECURITIZATION OF JUMBO CONFORMING MORTGAGES</a:t>
            </a:r>
            <a:endParaRPr lang="en-US" dirty="0"/>
          </a:p>
        </p:txBody>
      </p:sp>
      <p:sp>
        <p:nvSpPr>
          <p:cNvPr id="16" name="Content Placeholder 12"/>
          <p:cNvSpPr>
            <a:spLocks noGrp="1"/>
          </p:cNvSpPr>
          <p:nvPr>
            <p:ph idx="1"/>
          </p:nvPr>
        </p:nvSpPr>
        <p:spPr>
          <a:xfrm>
            <a:off x="293687" y="1235075"/>
            <a:ext cx="1839913" cy="5927725"/>
          </a:xfrm>
        </p:spPr>
        <p:txBody>
          <a:bodyPr/>
          <a:lstStyle/>
          <a:p>
            <a:pPr algn="l">
              <a:lnSpc>
                <a:spcPct val="100000"/>
              </a:lnSpc>
              <a:spcBef>
                <a:spcPts val="0"/>
              </a:spcBef>
            </a:pPr>
            <a:r>
              <a:rPr lang="en-US" sz="1200" b="0" dirty="0" smtClean="0">
                <a:solidFill>
                  <a:schemeClr val="tx1"/>
                </a:solidFill>
                <a:latin typeface="+mn-lt"/>
              </a:rPr>
              <a:t>Securitization of jumbo conforming loans commenced in 2008 with the expansion of conforming loan limits. Jumbo conforming loans can currently be pooled into either TBAs (up to a maximum of 10%) or Specified Pools. </a:t>
            </a:r>
          </a:p>
        </p:txBody>
      </p:sp>
      <p:sp>
        <p:nvSpPr>
          <p:cNvPr id="7" name="Rectangle 6"/>
          <p:cNvSpPr/>
          <p:nvPr/>
        </p:nvSpPr>
        <p:spPr>
          <a:xfrm>
            <a:off x="2903220" y="1420595"/>
            <a:ext cx="6629400" cy="82295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p:nvCxnSpPr>
        <p:spPr>
          <a:xfrm>
            <a:off x="2903220" y="1420594"/>
            <a:ext cx="66294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903220" y="1066800"/>
            <a:ext cx="6629400" cy="338554"/>
          </a:xfrm>
          <a:prstGeom prst="rect">
            <a:avLst/>
          </a:prstGeom>
          <a:noFill/>
        </p:spPr>
        <p:txBody>
          <a:bodyPr wrap="square" rtlCol="0">
            <a:spAutoFit/>
          </a:bodyPr>
          <a:lstStyle/>
          <a:p>
            <a:r>
              <a:rPr lang="en-US" sz="1600" b="1" dirty="0" smtClean="0">
                <a:solidFill>
                  <a:schemeClr val="accent1"/>
                </a:solidFill>
                <a:latin typeface="Calibri" panose="020F0502020204030204" pitchFamily="34" charset="0"/>
              </a:rPr>
              <a:t>History </a:t>
            </a:r>
            <a:endParaRPr lang="en-US" sz="1600" b="1" dirty="0">
              <a:solidFill>
                <a:schemeClr val="accent1"/>
              </a:solidFill>
              <a:latin typeface="Calibri" panose="020F0502020204030204" pitchFamily="34" charset="0"/>
            </a:endParaRPr>
          </a:p>
        </p:txBody>
      </p:sp>
      <p:sp>
        <p:nvSpPr>
          <p:cNvPr id="14" name="TextBox 13"/>
          <p:cNvSpPr txBox="1"/>
          <p:nvPr/>
        </p:nvSpPr>
        <p:spPr>
          <a:xfrm>
            <a:off x="2903220" y="1420594"/>
            <a:ext cx="6629400" cy="738664"/>
          </a:xfrm>
          <a:prstGeom prst="rect">
            <a:avLst/>
          </a:prstGeom>
          <a:noFill/>
        </p:spPr>
        <p:txBody>
          <a:bodyPr wrap="square" rtlCol="0">
            <a:spAutoFit/>
          </a:bodyPr>
          <a:lstStyle/>
          <a:p>
            <a:pPr marL="285750" indent="-285750">
              <a:buFont typeface="Arial" panose="020B0604020202020204" pitchFamily="34" charset="0"/>
              <a:buChar char="•"/>
            </a:pPr>
            <a:r>
              <a:rPr lang="en-US" sz="1400" dirty="0" smtClean="0">
                <a:latin typeface="Calibri" panose="020F0502020204030204" pitchFamily="34" charset="0"/>
              </a:rPr>
              <a:t>Jumbo conforming mortgages can be pooled into TBAs (FNMA: CL, FHLMC: </a:t>
            </a:r>
            <a:r>
              <a:rPr lang="en-US" sz="1400" dirty="0" smtClean="0">
                <a:latin typeface="Calibri" panose="020F0502020204030204" pitchFamily="34" charset="0"/>
              </a:rPr>
              <a:t>FGLMC) </a:t>
            </a:r>
            <a:r>
              <a:rPr lang="en-US" sz="1400" dirty="0" smtClean="0">
                <a:latin typeface="Calibri" panose="020F0502020204030204" pitchFamily="34" charset="0"/>
              </a:rPr>
              <a:t>as of late-2008</a:t>
            </a:r>
          </a:p>
          <a:p>
            <a:pPr marL="285750" indent="-285750">
              <a:buFont typeface="Arial" panose="020B0604020202020204" pitchFamily="34" charset="0"/>
              <a:buChar char="•"/>
            </a:pPr>
            <a:r>
              <a:rPr lang="en-US" sz="1400" dirty="0" smtClean="0">
                <a:latin typeface="Calibri" panose="020F0502020204030204" pitchFamily="34" charset="0"/>
              </a:rPr>
              <a:t>Can be pooled into Agency specified pools as of mid-2008 (FNMA: CK, FHLMC: T6)</a:t>
            </a:r>
          </a:p>
        </p:txBody>
      </p:sp>
      <p:sp>
        <p:nvSpPr>
          <p:cNvPr id="26" name="Rectangle 25"/>
          <p:cNvSpPr/>
          <p:nvPr/>
        </p:nvSpPr>
        <p:spPr>
          <a:xfrm>
            <a:off x="2903220" y="2748344"/>
            <a:ext cx="6629400" cy="214429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dirty="0" smtClean="0">
                <a:solidFill>
                  <a:schemeClr val="tx1"/>
                </a:solidFill>
                <a:latin typeface="Calibri" panose="020F0502020204030204" pitchFamily="34" charset="0"/>
              </a:rPr>
              <a:t>Jumbo-conforming loans can be pooled into TBAs up to a maximum of 10% a pool. These loans are eligible for the same rate as a standard conforming borrower.</a:t>
            </a:r>
          </a:p>
          <a:p>
            <a:pPr marL="285750" indent="-285750">
              <a:buFont typeface="Arial" panose="020B0604020202020204" pitchFamily="34" charset="0"/>
              <a:buChar char="•"/>
            </a:pPr>
            <a:r>
              <a:rPr lang="en-US" sz="1400" dirty="0" smtClean="0">
                <a:solidFill>
                  <a:schemeClr val="tx1"/>
                </a:solidFill>
                <a:latin typeface="Calibri" panose="020F0502020204030204" pitchFamily="34" charset="0"/>
              </a:rPr>
              <a:t>Specified pools backed by Jumbo conforming mortgages trade about ~1 point behind TBAs (approximately 25bps in yield space)</a:t>
            </a:r>
          </a:p>
          <a:p>
            <a:pPr marL="285750" indent="-285750">
              <a:buFont typeface="Arial" panose="020B0604020202020204" pitchFamily="34" charset="0"/>
              <a:buChar char="•"/>
            </a:pPr>
            <a:r>
              <a:rPr lang="en-US" sz="1400" dirty="0" smtClean="0">
                <a:solidFill>
                  <a:schemeClr val="tx1"/>
                </a:solidFill>
                <a:latin typeface="Calibri" panose="020F0502020204030204" pitchFamily="34" charset="0"/>
              </a:rPr>
              <a:t>Jumbo-conforming loans have better credit characteristics than the standard conforming borrower.</a:t>
            </a:r>
          </a:p>
          <a:p>
            <a:pPr marL="285750" indent="-285750">
              <a:buFont typeface="Arial" panose="020B0604020202020204" pitchFamily="34" charset="0"/>
              <a:buChar char="•"/>
            </a:pPr>
            <a:r>
              <a:rPr lang="en-US" sz="1400" dirty="0" smtClean="0">
                <a:solidFill>
                  <a:schemeClr val="tx1"/>
                </a:solidFill>
                <a:latin typeface="Calibri" panose="020F0502020204030204" pitchFamily="34" charset="0"/>
              </a:rPr>
              <a:t>Jumbo-conforming loans are subject to a special LLPA charge that is specific to their loan size. This LLPA adjustment was introduced in September 2015 for purchase &amp; cash-out mortgages. It corresponds to a price adjustment of 0.25%.</a:t>
            </a:r>
          </a:p>
        </p:txBody>
      </p:sp>
      <p:cxnSp>
        <p:nvCxnSpPr>
          <p:cNvPr id="27" name="Straight Connector 26"/>
          <p:cNvCxnSpPr/>
          <p:nvPr/>
        </p:nvCxnSpPr>
        <p:spPr>
          <a:xfrm>
            <a:off x="2903220" y="2746631"/>
            <a:ext cx="6629400"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903220" y="2363230"/>
            <a:ext cx="6629400" cy="338554"/>
          </a:xfrm>
          <a:prstGeom prst="rect">
            <a:avLst/>
          </a:prstGeom>
          <a:noFill/>
        </p:spPr>
        <p:txBody>
          <a:bodyPr wrap="square" rtlCol="0">
            <a:spAutoFit/>
          </a:bodyPr>
          <a:lstStyle/>
          <a:p>
            <a:r>
              <a:rPr lang="en-US" sz="1600" b="1" dirty="0" smtClean="0">
                <a:solidFill>
                  <a:schemeClr val="accent2">
                    <a:lumMod val="75000"/>
                  </a:schemeClr>
                </a:solidFill>
                <a:latin typeface="Calibri" panose="020F0502020204030204" pitchFamily="34" charset="0"/>
              </a:rPr>
              <a:t>Factors Affecting Jumbo Conforming Mortgage Rates</a:t>
            </a:r>
            <a:endParaRPr lang="en-US" sz="1600" b="1" dirty="0">
              <a:solidFill>
                <a:schemeClr val="accent2">
                  <a:lumMod val="75000"/>
                </a:schemeClr>
              </a:solidFill>
              <a:latin typeface="Calibri" panose="020F0502020204030204" pitchFamily="34" charset="0"/>
            </a:endParaRPr>
          </a:p>
        </p:txBody>
      </p:sp>
    </p:spTree>
    <p:extLst>
      <p:ext uri="{BB962C8B-B14F-4D97-AF65-F5344CB8AC3E}">
        <p14:creationId xmlns:p14="http://schemas.microsoft.com/office/powerpoint/2010/main" val="18537539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POOL-LEVEL MORTGAGE RATE DIFFERENCES</a:t>
            </a:r>
            <a:endParaRPr lang="en-US" sz="1200" b="0" dirty="0"/>
          </a:p>
        </p:txBody>
      </p:sp>
      <p:sp>
        <p:nvSpPr>
          <p:cNvPr id="3" name="TextBox 2"/>
          <p:cNvSpPr txBox="1"/>
          <p:nvPr/>
        </p:nvSpPr>
        <p:spPr>
          <a:xfrm>
            <a:off x="145657" y="1218129"/>
            <a:ext cx="2168665" cy="4385816"/>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The spread between PMMS and Jumbo Conforming mortgage rates can be modeled as the difference between WACs on CK and CL pools.</a:t>
            </a:r>
          </a:p>
          <a:p>
            <a:pPr>
              <a:lnSpc>
                <a:spcPct val="100000"/>
              </a:lnSpc>
              <a:spcBef>
                <a:spcPts val="0"/>
              </a:spcBef>
            </a:pPr>
            <a:endParaRPr lang="en-US" sz="1200" dirty="0" smtClean="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The difference between these WACs has been negative since mid-2013 despite the fact that CK pools trade at a significant discount to TBAs. </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The implication is that jumbo conforming mortgage rates are </a:t>
            </a:r>
            <a:r>
              <a:rPr lang="en-US" sz="1200" i="1" dirty="0" smtClean="0">
                <a:latin typeface="Calibri" panose="020F0502020204030204" pitchFamily="34" charset="0"/>
              </a:rPr>
              <a:t>lower</a:t>
            </a:r>
            <a:r>
              <a:rPr lang="en-US" sz="1200" dirty="0" smtClean="0">
                <a:latin typeface="Calibri" panose="020F0502020204030204" pitchFamily="34" charset="0"/>
              </a:rPr>
              <a:t> than conforming mortgage rates.</a:t>
            </a:r>
          </a:p>
          <a:p>
            <a:pPr>
              <a:lnSpc>
                <a:spcPct val="100000"/>
              </a:lnSpc>
              <a:spcBef>
                <a:spcPts val="0"/>
              </a:spcBef>
            </a:pPr>
            <a:endParaRPr lang="en-US" sz="1200" dirty="0">
              <a:latin typeface="Calibri" panose="020F0502020204030204" pitchFamily="34" charset="0"/>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WAC DIFFERENCES: CK – CL POOLS</a:t>
            </a:r>
          </a:p>
          <a:p>
            <a:pPr algn="ctr"/>
            <a:r>
              <a:rPr lang="en-US" sz="1300" dirty="0" smtClean="0">
                <a:solidFill>
                  <a:srgbClr val="FFFFFF"/>
                </a:solidFill>
              </a:rPr>
              <a:t>(May 2008 – December 2015) </a:t>
            </a:r>
          </a:p>
        </p:txBody>
      </p:sp>
      <p:graphicFrame>
        <p:nvGraphicFramePr>
          <p:cNvPr id="16" name="Chart 15"/>
          <p:cNvGraphicFramePr>
            <a:graphicFrameLocks/>
          </p:cNvGraphicFramePr>
          <p:nvPr>
            <p:extLst>
              <p:ext uri="{D42A27DB-BD31-4B8C-83A1-F6EECF244321}">
                <p14:modId xmlns:p14="http://schemas.microsoft.com/office/powerpoint/2010/main" val="2453789690"/>
              </p:ext>
            </p:extLst>
          </p:nvPr>
        </p:nvGraphicFramePr>
        <p:xfrm>
          <a:off x="2472699" y="2576944"/>
          <a:ext cx="7134440" cy="3645725"/>
        </p:xfrm>
        <a:graphic>
          <a:graphicData uri="http://schemas.openxmlformats.org/drawingml/2006/chart">
            <c:chart xmlns:c="http://schemas.openxmlformats.org/drawingml/2006/chart" xmlns:r="http://schemas.openxmlformats.org/officeDocument/2006/relationships" r:id="rId4"/>
          </a:graphicData>
        </a:graphic>
      </p:graphicFrame>
      <p:sp>
        <p:nvSpPr>
          <p:cNvPr id="17" name="TextBox 16"/>
          <p:cNvSpPr txBox="1"/>
          <p:nvPr/>
        </p:nvSpPr>
        <p:spPr>
          <a:xfrm>
            <a:off x="2472699" y="6939687"/>
            <a:ext cx="1702486" cy="230832"/>
          </a:xfrm>
          <a:prstGeom prst="rect">
            <a:avLst/>
          </a:prstGeom>
          <a:noFill/>
        </p:spPr>
        <p:txBody>
          <a:bodyPr wrap="square" rtlCol="0">
            <a:spAutoFit/>
          </a:bodyPr>
          <a:lstStyle/>
          <a:p>
            <a:r>
              <a:rPr lang="en-US" sz="900" dirty="0" smtClean="0">
                <a:latin typeface="Calibri" panose="020F0502020204030204" pitchFamily="34" charset="0"/>
              </a:rPr>
              <a:t>Source: Cello</a:t>
            </a:r>
            <a:endParaRPr lang="en-US" sz="900" dirty="0">
              <a:latin typeface="Calibri" panose="020F0502020204030204" pitchFamily="34" charset="0"/>
            </a:endParaRPr>
          </a:p>
        </p:txBody>
      </p:sp>
    </p:spTree>
    <p:extLst>
      <p:ext uri="{BB962C8B-B14F-4D97-AF65-F5344CB8AC3E}">
        <p14:creationId xmlns:p14="http://schemas.microsoft.com/office/powerpoint/2010/main" val="342924517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BORROWER CREDIT PROFILE DIFFERENCES</a:t>
            </a:r>
            <a:endParaRPr lang="en-US" sz="1200" b="0" dirty="0"/>
          </a:p>
        </p:txBody>
      </p:sp>
      <p:sp>
        <p:nvSpPr>
          <p:cNvPr id="3" name="TextBox 2"/>
          <p:cNvSpPr txBox="1"/>
          <p:nvPr/>
        </p:nvSpPr>
        <p:spPr>
          <a:xfrm>
            <a:off x="145657" y="1218129"/>
            <a:ext cx="2168665" cy="4570482"/>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We can proxy the difference in credit profiles for the average jumbo and conforming borrower by calculating the average LLPA (by month) for borrowers in CK and CL pools.</a:t>
            </a:r>
          </a:p>
          <a:p>
            <a:pPr>
              <a:lnSpc>
                <a:spcPct val="100000"/>
              </a:lnSpc>
              <a:spcBef>
                <a:spcPts val="0"/>
              </a:spcBef>
            </a:pPr>
            <a:endParaRPr lang="en-US" sz="1200" dirty="0" smtClean="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While the LLPA charges suggest that jumbo borrowers do indeed have superior credit characteristics, the LLPA differences are not large enough to account for why jumbo conforming mortgage rates are lower than conforming mortgage rates. </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endParaRPr lang="en-US" sz="1200" dirty="0">
              <a:latin typeface="Calibri" panose="020F0502020204030204" pitchFamily="34" charset="0"/>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LLPA PRICE DIFFERENCES: CK – CL POOLS</a:t>
            </a:r>
          </a:p>
          <a:p>
            <a:pPr algn="ctr"/>
            <a:r>
              <a:rPr lang="en-US" sz="1300" dirty="0" smtClean="0">
                <a:solidFill>
                  <a:srgbClr val="FFFFFF"/>
                </a:solidFill>
              </a:rPr>
              <a:t>(July 2008 – December 2015) </a:t>
            </a:r>
          </a:p>
        </p:txBody>
      </p:sp>
      <p:graphicFrame>
        <p:nvGraphicFramePr>
          <p:cNvPr id="17" name="Chart 16"/>
          <p:cNvGraphicFramePr>
            <a:graphicFrameLocks/>
          </p:cNvGraphicFramePr>
          <p:nvPr>
            <p:extLst>
              <p:ext uri="{D42A27DB-BD31-4B8C-83A1-F6EECF244321}">
                <p14:modId xmlns:p14="http://schemas.microsoft.com/office/powerpoint/2010/main" val="853156626"/>
              </p:ext>
            </p:extLst>
          </p:nvPr>
        </p:nvGraphicFramePr>
        <p:xfrm>
          <a:off x="2473915" y="2256311"/>
          <a:ext cx="7267699" cy="4322053"/>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Box 15"/>
          <p:cNvSpPr txBox="1"/>
          <p:nvPr/>
        </p:nvSpPr>
        <p:spPr>
          <a:xfrm>
            <a:off x="2472699" y="6939687"/>
            <a:ext cx="1702486" cy="230832"/>
          </a:xfrm>
          <a:prstGeom prst="rect">
            <a:avLst/>
          </a:prstGeom>
          <a:noFill/>
        </p:spPr>
        <p:txBody>
          <a:bodyPr wrap="square" rtlCol="0">
            <a:spAutoFit/>
          </a:bodyPr>
          <a:lstStyle/>
          <a:p>
            <a:r>
              <a:rPr lang="en-US" sz="900" dirty="0" smtClean="0">
                <a:latin typeface="Calibri" panose="020F0502020204030204" pitchFamily="34" charset="0"/>
              </a:rPr>
              <a:t>Source: Cello</a:t>
            </a:r>
            <a:endParaRPr lang="en-US" sz="900" dirty="0">
              <a:latin typeface="Calibri" panose="020F0502020204030204" pitchFamily="34" charset="0"/>
            </a:endParaRPr>
          </a:p>
        </p:txBody>
      </p:sp>
    </p:spTree>
    <p:extLst>
      <p:ext uri="{BB962C8B-B14F-4D97-AF65-F5344CB8AC3E}">
        <p14:creationId xmlns:p14="http://schemas.microsoft.com/office/powerpoint/2010/main" val="25060913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JUMBO CONFORMING PRODUCTION: TBA VS SPECIFIED POOL </a:t>
            </a:r>
            <a:endParaRPr lang="en-US" sz="1200" b="0" dirty="0"/>
          </a:p>
        </p:txBody>
      </p:sp>
      <p:sp>
        <p:nvSpPr>
          <p:cNvPr id="3" name="TextBox 2"/>
          <p:cNvSpPr txBox="1"/>
          <p:nvPr/>
        </p:nvSpPr>
        <p:spPr>
          <a:xfrm>
            <a:off x="145657" y="1218129"/>
            <a:ext cx="2168665" cy="5493812"/>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We hypothesize that originators are using TBA pricing to subsidize borrowers in CK and T6 pools.  This would make economic sense if done in the context of building a broader banking relationship with high balance borrowers who tend to have higher net </a:t>
            </a:r>
            <a:r>
              <a:rPr lang="en-US" sz="1200" dirty="0" err="1" smtClean="0">
                <a:latin typeface="Calibri" panose="020F0502020204030204" pitchFamily="34" charset="0"/>
              </a:rPr>
              <a:t>worths</a:t>
            </a:r>
            <a:r>
              <a:rPr lang="en-US" sz="1200" dirty="0" smtClean="0">
                <a:latin typeface="Calibri" panose="020F0502020204030204" pitchFamily="34" charset="0"/>
              </a:rPr>
              <a:t>.</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Given that the significant majority of all jumbo conforming issuance is being securitized in TBAs, the magnitude of the subsidy is significantly lower than the headline price discount that CK and T6 pools trade at.</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endParaRPr lang="en-US" sz="1200" dirty="0" smtClean="0">
              <a:latin typeface="Calibri" panose="020F0502020204030204" pitchFamily="34" charset="0"/>
            </a:endParaRPr>
          </a:p>
          <a:p>
            <a:pPr>
              <a:lnSpc>
                <a:spcPct val="100000"/>
              </a:lnSpc>
              <a:spcBef>
                <a:spcPts val="0"/>
              </a:spcBef>
            </a:pPr>
            <a:endParaRPr lang="en-US" sz="1200" dirty="0">
              <a:latin typeface="Calibri" panose="020F0502020204030204" pitchFamily="34" charset="0"/>
            </a:endParaRPr>
          </a:p>
          <a:p>
            <a:pPr>
              <a:lnSpc>
                <a:spcPct val="100000"/>
              </a:lnSpc>
              <a:spcBef>
                <a:spcPts val="0"/>
              </a:spcBef>
            </a:pPr>
            <a:endParaRPr lang="en-US" sz="1200" dirty="0" smtClean="0">
              <a:latin typeface="Calibri" panose="020F0502020204030204" pitchFamily="34" charset="0"/>
            </a:endParaRPr>
          </a:p>
          <a:p>
            <a:pPr>
              <a:lnSpc>
                <a:spcPct val="100000"/>
              </a:lnSpc>
              <a:spcBef>
                <a:spcPts val="0"/>
              </a:spcBef>
            </a:pPr>
            <a:endParaRPr lang="en-US" sz="1200" dirty="0">
              <a:latin typeface="Calibri" panose="020F0502020204030204" pitchFamily="34" charset="0"/>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TBA SHARE OF JUMBO CONFORMING ISSUANCE</a:t>
            </a:r>
          </a:p>
          <a:p>
            <a:pPr algn="ctr"/>
            <a:r>
              <a:rPr lang="en-US" sz="1300" dirty="0" smtClean="0">
                <a:solidFill>
                  <a:srgbClr val="FFFFFF"/>
                </a:solidFill>
              </a:rPr>
              <a:t>(May 2008 – December 2015) </a:t>
            </a:r>
          </a:p>
        </p:txBody>
      </p:sp>
      <p:sp>
        <p:nvSpPr>
          <p:cNvPr id="16" name="TextBox 15"/>
          <p:cNvSpPr txBox="1"/>
          <p:nvPr/>
        </p:nvSpPr>
        <p:spPr>
          <a:xfrm>
            <a:off x="2472699" y="6939687"/>
            <a:ext cx="1702486" cy="230832"/>
          </a:xfrm>
          <a:prstGeom prst="rect">
            <a:avLst/>
          </a:prstGeom>
          <a:noFill/>
        </p:spPr>
        <p:txBody>
          <a:bodyPr wrap="square" rtlCol="0">
            <a:spAutoFit/>
          </a:bodyPr>
          <a:lstStyle/>
          <a:p>
            <a:r>
              <a:rPr lang="en-US" sz="900" dirty="0" smtClean="0">
                <a:latin typeface="Calibri" panose="020F0502020204030204" pitchFamily="34" charset="0"/>
              </a:rPr>
              <a:t>Source: Cello</a:t>
            </a:r>
            <a:endParaRPr lang="en-US" sz="900" dirty="0">
              <a:latin typeface="Calibri" panose="020F0502020204030204" pitchFamily="34" charset="0"/>
            </a:endParaRPr>
          </a:p>
        </p:txBody>
      </p:sp>
      <p:graphicFrame>
        <p:nvGraphicFramePr>
          <p:cNvPr id="19" name="Chart 18"/>
          <p:cNvGraphicFramePr>
            <a:graphicFrameLocks/>
          </p:cNvGraphicFramePr>
          <p:nvPr>
            <p:extLst>
              <p:ext uri="{D42A27DB-BD31-4B8C-83A1-F6EECF244321}">
                <p14:modId xmlns:p14="http://schemas.microsoft.com/office/powerpoint/2010/main" val="2221565693"/>
              </p:ext>
            </p:extLst>
          </p:nvPr>
        </p:nvGraphicFramePr>
        <p:xfrm>
          <a:off x="2588821" y="2256313"/>
          <a:ext cx="6863937" cy="419198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8625663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THE JUMBO-CONFORMING MORTGAGE RATE</a:t>
            </a:r>
            <a:endParaRPr lang="en-US" sz="1200" b="0" dirty="0"/>
          </a:p>
        </p:txBody>
      </p:sp>
      <p:sp>
        <p:nvSpPr>
          <p:cNvPr id="3" name="TextBox 2"/>
          <p:cNvSpPr txBox="1"/>
          <p:nvPr/>
        </p:nvSpPr>
        <p:spPr>
          <a:xfrm>
            <a:off x="145657" y="1218129"/>
            <a:ext cx="2168665" cy="2539157"/>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We define the Jumbo Conforming mortgage rate as PMMS plus a spread, where the spread is a 6-month moving average of the difference between CK and CL WACs. </a:t>
            </a:r>
          </a:p>
          <a:p>
            <a:pPr>
              <a:lnSpc>
                <a:spcPct val="100000"/>
              </a:lnSpc>
              <a:spcBef>
                <a:spcPts val="0"/>
              </a:spcBef>
            </a:pPr>
            <a:endParaRPr lang="en-US" sz="1200" dirty="0">
              <a:latin typeface="Calibri" panose="020F0502020204030204" pitchFamily="34" charset="0"/>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JUMBO CONFORMING AND CONFORMING MORTGAGE RATES</a:t>
            </a:r>
          </a:p>
          <a:p>
            <a:pPr algn="ctr"/>
            <a:r>
              <a:rPr lang="en-US" sz="1300" dirty="0" smtClean="0">
                <a:solidFill>
                  <a:srgbClr val="FFFFFF"/>
                </a:solidFill>
              </a:rPr>
              <a:t>(July 2008 – December 2015) </a:t>
            </a:r>
          </a:p>
        </p:txBody>
      </p:sp>
      <p:sp>
        <p:nvSpPr>
          <p:cNvPr id="4" name="TextBox 3"/>
          <p:cNvSpPr txBox="1"/>
          <p:nvPr/>
        </p:nvSpPr>
        <p:spPr>
          <a:xfrm>
            <a:off x="2472699" y="6939687"/>
            <a:ext cx="1702486" cy="230832"/>
          </a:xfrm>
          <a:prstGeom prst="rect">
            <a:avLst/>
          </a:prstGeom>
          <a:noFill/>
        </p:spPr>
        <p:txBody>
          <a:bodyPr wrap="square" rtlCol="0">
            <a:spAutoFit/>
          </a:bodyPr>
          <a:lstStyle/>
          <a:p>
            <a:r>
              <a:rPr lang="en-US" sz="900" dirty="0" smtClean="0">
                <a:latin typeface="Calibri" panose="020F0502020204030204" pitchFamily="34" charset="0"/>
              </a:rPr>
              <a:t>Source: Cello</a:t>
            </a:r>
            <a:endParaRPr lang="en-US" sz="900" dirty="0">
              <a:latin typeface="Calibri" panose="020F0502020204030204" pitchFamily="34" charset="0"/>
            </a:endParaRPr>
          </a:p>
        </p:txBody>
      </p:sp>
      <p:graphicFrame>
        <p:nvGraphicFramePr>
          <p:cNvPr id="16" name="Chart 15"/>
          <p:cNvGraphicFramePr>
            <a:graphicFrameLocks/>
          </p:cNvGraphicFramePr>
          <p:nvPr>
            <p:extLst>
              <p:ext uri="{D42A27DB-BD31-4B8C-83A1-F6EECF244321}">
                <p14:modId xmlns:p14="http://schemas.microsoft.com/office/powerpoint/2010/main" val="4190440304"/>
              </p:ext>
            </p:extLst>
          </p:nvPr>
        </p:nvGraphicFramePr>
        <p:xfrm>
          <a:off x="2707574" y="2385686"/>
          <a:ext cx="6662057" cy="362322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2379400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THE JUMBO-CONFORMING MORTGAGE </a:t>
            </a:r>
            <a:r>
              <a:rPr lang="en-US" dirty="0" smtClean="0"/>
              <a:t>RATE: CONTROLLING FOR BORROWER CREDIT</a:t>
            </a:r>
            <a:endParaRPr lang="en-US" sz="1200" b="0" dirty="0"/>
          </a:p>
        </p:txBody>
      </p:sp>
      <p:sp>
        <p:nvSpPr>
          <p:cNvPr id="3" name="TextBox 2"/>
          <p:cNvSpPr txBox="1"/>
          <p:nvPr/>
        </p:nvSpPr>
        <p:spPr>
          <a:xfrm>
            <a:off x="145657" y="1218129"/>
            <a:ext cx="2168665" cy="6047809"/>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The difference between conforming and jumbo conforming rates is accentuated for high credit borrowers  suggesting that mortgage rate model should also show some dependence on borrower credit.</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The differentials are calculated by separating all loans in FNCL, FGLMC, FNCK and FGT6 pools into two groups:  high balance loans (Loan size &gt; $417K) and low balance loans (Loan size &lt; $417K). </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We also make the following assumptions to control for borrower credit:</a:t>
            </a:r>
          </a:p>
          <a:p>
            <a:pPr marL="171450" indent="-171450">
              <a:lnSpc>
                <a:spcPct val="100000"/>
              </a:lnSpc>
              <a:spcBef>
                <a:spcPts val="0"/>
              </a:spcBef>
              <a:buFont typeface="Arial" panose="020B0604020202020204" pitchFamily="34" charset="0"/>
              <a:buChar char="•"/>
            </a:pPr>
            <a:r>
              <a:rPr lang="en-US" sz="1200" dirty="0" smtClean="0">
                <a:latin typeface="Calibri" panose="020F0502020204030204" pitchFamily="34" charset="0"/>
              </a:rPr>
              <a:t>Number of units = 1</a:t>
            </a:r>
          </a:p>
          <a:p>
            <a:pPr marL="171450" indent="-171450">
              <a:lnSpc>
                <a:spcPct val="100000"/>
              </a:lnSpc>
              <a:spcBef>
                <a:spcPts val="0"/>
              </a:spcBef>
              <a:buFont typeface="Arial" panose="020B0604020202020204" pitchFamily="34" charset="0"/>
              <a:buChar char="•"/>
            </a:pPr>
            <a:r>
              <a:rPr lang="en-US" sz="1200" dirty="0" smtClean="0">
                <a:latin typeface="Calibri" panose="020F0502020204030204" pitchFamily="34" charset="0"/>
              </a:rPr>
              <a:t>Original LTV &lt;= 80%</a:t>
            </a:r>
          </a:p>
          <a:p>
            <a:pPr marL="171450" indent="-171450">
              <a:lnSpc>
                <a:spcPct val="100000"/>
              </a:lnSpc>
              <a:spcBef>
                <a:spcPts val="0"/>
              </a:spcBef>
              <a:buFont typeface="Arial" panose="020B0604020202020204" pitchFamily="34" charset="0"/>
              <a:buChar char="•"/>
            </a:pPr>
            <a:r>
              <a:rPr lang="en-US" sz="1200" dirty="0" smtClean="0">
                <a:latin typeface="Calibri" panose="020F0502020204030204" pitchFamily="34" charset="0"/>
              </a:rPr>
              <a:t>FICO &gt; 740</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endParaRPr lang="en-US" sz="1200" dirty="0" smtClean="0">
              <a:latin typeface="Calibri" panose="020F0502020204030204" pitchFamily="34" charset="0"/>
            </a:endParaRPr>
          </a:p>
          <a:p>
            <a:pPr>
              <a:lnSpc>
                <a:spcPct val="100000"/>
              </a:lnSpc>
              <a:spcBef>
                <a:spcPts val="0"/>
              </a:spcBef>
            </a:pPr>
            <a:endParaRPr lang="en-US" sz="1200" dirty="0">
              <a:latin typeface="Calibri" panose="020F0502020204030204" pitchFamily="34" charset="0"/>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JUMBO CONFORMING AND CONFORMING </a:t>
            </a:r>
            <a:r>
              <a:rPr lang="en-US" sz="1300" dirty="0" smtClean="0">
                <a:solidFill>
                  <a:srgbClr val="FFFFFF"/>
                </a:solidFill>
              </a:rPr>
              <a:t>RATE DIFFERENTIALS: CREDIT CONTROLLED</a:t>
            </a:r>
            <a:endParaRPr lang="en-US" sz="1300" dirty="0" smtClean="0">
              <a:solidFill>
                <a:srgbClr val="FFFFFF"/>
              </a:solidFill>
            </a:endParaRPr>
          </a:p>
          <a:p>
            <a:pPr algn="ctr"/>
            <a:r>
              <a:rPr lang="en-US" sz="1300" dirty="0" smtClean="0">
                <a:solidFill>
                  <a:srgbClr val="FFFFFF"/>
                </a:solidFill>
              </a:rPr>
              <a:t>(July 2008 – December 2015) </a:t>
            </a:r>
          </a:p>
        </p:txBody>
      </p:sp>
      <p:sp>
        <p:nvSpPr>
          <p:cNvPr id="4" name="TextBox 3"/>
          <p:cNvSpPr txBox="1"/>
          <p:nvPr/>
        </p:nvSpPr>
        <p:spPr>
          <a:xfrm>
            <a:off x="2472699" y="6939687"/>
            <a:ext cx="1702486" cy="230832"/>
          </a:xfrm>
          <a:prstGeom prst="rect">
            <a:avLst/>
          </a:prstGeom>
          <a:noFill/>
        </p:spPr>
        <p:txBody>
          <a:bodyPr wrap="square" rtlCol="0">
            <a:spAutoFit/>
          </a:bodyPr>
          <a:lstStyle/>
          <a:p>
            <a:r>
              <a:rPr lang="en-US" sz="900" dirty="0" smtClean="0">
                <a:latin typeface="Calibri" panose="020F0502020204030204" pitchFamily="34" charset="0"/>
              </a:rPr>
              <a:t>Source: Cello</a:t>
            </a:r>
            <a:endParaRPr lang="en-US" sz="900" dirty="0">
              <a:latin typeface="Calibri" panose="020F0502020204030204" pitchFamily="34" charset="0"/>
            </a:endParaRPr>
          </a:p>
        </p:txBody>
      </p:sp>
      <p:graphicFrame>
        <p:nvGraphicFramePr>
          <p:cNvPr id="17" name="Chart 16"/>
          <p:cNvGraphicFramePr>
            <a:graphicFrameLocks/>
          </p:cNvGraphicFramePr>
          <p:nvPr>
            <p:extLst>
              <p:ext uri="{D42A27DB-BD31-4B8C-83A1-F6EECF244321}">
                <p14:modId xmlns:p14="http://schemas.microsoft.com/office/powerpoint/2010/main" val="2931461738"/>
              </p:ext>
            </p:extLst>
          </p:nvPr>
        </p:nvGraphicFramePr>
        <p:xfrm>
          <a:off x="2472699" y="2413876"/>
          <a:ext cx="6944433" cy="374941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679485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1" name="Rectangle 2"/>
          <p:cNvSpPr>
            <a:spLocks noGrp="1" noChangeArrowheads="1"/>
          </p:cNvSpPr>
          <p:nvPr>
            <p:ph type="title"/>
          </p:nvPr>
        </p:nvSpPr>
        <p:spPr>
          <a:xfrm>
            <a:off x="2524287" y="268819"/>
            <a:ext cx="7280116" cy="644102"/>
          </a:xfrm>
        </p:spPr>
        <p:txBody>
          <a:bodyPr/>
          <a:lstStyle/>
          <a:p>
            <a:r>
              <a:rPr lang="en-US" dirty="0" smtClean="0"/>
              <a:t>DISCLOSURES</a:t>
            </a:r>
            <a:br>
              <a:rPr lang="en-US" dirty="0" smtClean="0"/>
            </a:br>
            <a:r>
              <a:rPr lang="en-US" sz="1200" b="0" dirty="0"/>
              <a:t>Important Notes</a:t>
            </a:r>
            <a:endParaRPr lang="en-US" sz="1200" b="0" dirty="0">
              <a:solidFill>
                <a:srgbClr val="FFFFFF"/>
              </a:solidFill>
            </a:endParaRPr>
          </a:p>
        </p:txBody>
      </p:sp>
      <p:sp>
        <p:nvSpPr>
          <p:cNvPr id="5" name="Rectangle 3"/>
          <p:cNvSpPr txBox="1">
            <a:spLocks noChangeArrowheads="1"/>
          </p:cNvSpPr>
          <p:nvPr/>
        </p:nvSpPr>
        <p:spPr bwMode="auto">
          <a:xfrm>
            <a:off x="266701" y="1414674"/>
            <a:ext cx="9525000" cy="5702405"/>
          </a:xfrm>
          <a:prstGeom prst="rect">
            <a:avLst/>
          </a:prstGeom>
          <a:noFill/>
          <a:ln w="9525">
            <a:noFill/>
            <a:miter lim="800000"/>
            <a:headEnd/>
            <a:tailEnd/>
          </a:ln>
        </p:spPr>
        <p:txBody>
          <a:bodyPr vert="horz" wrap="square" lIns="101847" tIns="50923" rIns="101847" bIns="50923" numCol="2" spcCol="274256" anchor="t" anchorCtr="0" compatLnSpc="1">
            <a:prstTxWarp prst="textNoShape">
              <a:avLst/>
            </a:prstTxWarp>
          </a:bodyPr>
          <a:lstStyle/>
          <a:p>
            <a:pPr defTabSz="914187" eaLnBrk="0" hangingPunct="0">
              <a:spcBef>
                <a:spcPct val="110000"/>
              </a:spcBef>
              <a:buClr>
                <a:schemeClr val="tx2"/>
              </a:buClr>
              <a:defRPr/>
            </a:pPr>
            <a:r>
              <a:rPr lang="en-US" sz="1100" kern="0" dirty="0">
                <a:latin typeface="+mn-lt"/>
              </a:rPr>
              <a:t>THIS DOCUMENT IS NOT AN OFFER TO SELL OR THE SOLICITATION OF AN OFFER TO BUY SHARES OF THE FUND. AN OFFERING OF INTERESTS WILL BE MADE ONLY BY MEANS OF A CONFIDENTIAL PRIVATE PLACEMENT MEMORANDUM AND ONLY TO QUALIFIED INVESTORS IN JURISDICTIONS WHERE PERMITTED BY LAW. PAST PERFORMANCE IS NO GUARANTEE OF FUTURE PERFORMANCE. </a:t>
            </a:r>
          </a:p>
          <a:p>
            <a:pPr defTabSz="914187" eaLnBrk="0" hangingPunct="0">
              <a:spcBef>
                <a:spcPct val="110000"/>
              </a:spcBef>
              <a:buClr>
                <a:schemeClr val="tx2"/>
              </a:buClr>
              <a:defRPr/>
            </a:pPr>
            <a:r>
              <a:rPr lang="en-US" sz="1100" kern="0" dirty="0">
                <a:latin typeface="+mn-lt"/>
              </a:rPr>
              <a:t>An investment in the Fund is speculative and involves a high degree of risk. The Fund will have substantial limitations on investors’ ability to redeem or transfer their shares, and no secondary market for the Fund’s shares exists or will develop. All of these risks, and other important risks, are described in detail in the Fund’s Confidential Private Placement Memorandum. Prospective investors are strongly urged to review this Confidential Private Placement Memorandum carefully and consult with their own financial, legal and tax advisors, before investing. </a:t>
            </a:r>
          </a:p>
          <a:p>
            <a:pPr defTabSz="914187" eaLnBrk="0" hangingPunct="0">
              <a:spcBef>
                <a:spcPct val="110000"/>
              </a:spcBef>
              <a:buClr>
                <a:schemeClr val="tx2"/>
              </a:buClr>
              <a:defRPr/>
            </a:pPr>
            <a:r>
              <a:rPr lang="en-US" sz="1100" kern="0" dirty="0">
                <a:latin typeface="+mn-lt"/>
              </a:rPr>
              <a:t>Portions of this document may contain commentary and/or data based on certain current assumptions by Cello Capital Management, </a:t>
            </a:r>
            <a:r>
              <a:rPr lang="en-US" sz="1100" kern="0" dirty="0" smtClean="0">
                <a:latin typeface="+mn-lt"/>
              </a:rPr>
              <a:t>LP(“</a:t>
            </a:r>
            <a:r>
              <a:rPr lang="en-US" sz="1100" kern="0" dirty="0">
                <a:latin typeface="+mn-lt"/>
              </a:rPr>
              <a:t>Cello”), which are subject to change at any time, as well as Cello's internal complex calculations. If one or more of these assumptions or calculations is incorrect, the information contained herein may unintentionally be inaccurate. </a:t>
            </a:r>
          </a:p>
          <a:p>
            <a:pPr defTabSz="914187" eaLnBrk="0" hangingPunct="0">
              <a:spcBef>
                <a:spcPct val="110000"/>
              </a:spcBef>
              <a:buClr>
                <a:schemeClr val="tx2"/>
              </a:buClr>
              <a:defRPr/>
            </a:pPr>
            <a:r>
              <a:rPr lang="en-US" sz="1100" kern="0" dirty="0">
                <a:latin typeface="+mn-lt"/>
              </a:rPr>
              <a:t>Certain information contained herein may have been obtained by Cello from third parties. While Cello believes such sources are reliable, Cello has not verified the accuracy of such information and shall not be liable for any errors in such information or for any actions taken in reliance thereon. </a:t>
            </a:r>
            <a:endParaRPr lang="en-US" sz="1100" kern="0" dirty="0" smtClean="0">
              <a:latin typeface="+mn-lt"/>
            </a:endParaRPr>
          </a:p>
          <a:p>
            <a:pPr defTabSz="914187" eaLnBrk="0" hangingPunct="0">
              <a:spcBef>
                <a:spcPct val="110000"/>
              </a:spcBef>
              <a:buClr>
                <a:schemeClr val="tx2"/>
              </a:buClr>
              <a:defRPr/>
            </a:pPr>
            <a:r>
              <a:rPr lang="en-US" sz="1100" kern="0" dirty="0" smtClean="0">
                <a:latin typeface="+mn-lt"/>
              </a:rPr>
              <a:t>Performance results referenced in this document </a:t>
            </a:r>
            <a:r>
              <a:rPr lang="en-US" sz="1100" kern="0" dirty="0">
                <a:latin typeface="+mn-lt"/>
              </a:rPr>
              <a:t>are provided for an investor in Class A1a shares of Cello Fixed Income Master Fund, LP (the “Master Fund</a:t>
            </a:r>
            <a:r>
              <a:rPr lang="en-US" sz="1100" kern="0" dirty="0" smtClean="0">
                <a:latin typeface="+mn-lt"/>
              </a:rPr>
              <a:t>”). Unless otherwise noted. Performance </a:t>
            </a:r>
            <a:r>
              <a:rPr lang="en-US" sz="1100" kern="0" dirty="0">
                <a:latin typeface="+mn-lt"/>
              </a:rPr>
              <a:t>reflects all income. Class A1a shares launched on January 1, 2012, and returns for periods prior thereto have been adjusted to reflect the management fees and performance allocations chargeable to Class A1a </a:t>
            </a:r>
            <a:r>
              <a:rPr lang="en-US" sz="1100" kern="0" dirty="0" smtClean="0">
                <a:latin typeface="+mn-lt"/>
              </a:rPr>
              <a:t>shares.</a:t>
            </a:r>
            <a:endParaRPr lang="en-US" sz="1100" kern="0" dirty="0">
              <a:latin typeface="+mn-lt"/>
            </a:endParaRPr>
          </a:p>
          <a:p>
            <a:pPr defTabSz="914187" eaLnBrk="0" hangingPunct="0">
              <a:spcBef>
                <a:spcPct val="110000"/>
              </a:spcBef>
              <a:buClr>
                <a:schemeClr val="tx2"/>
              </a:buClr>
              <a:defRPr/>
            </a:pPr>
            <a:endParaRPr lang="en-US" sz="1100" kern="0" dirty="0"/>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algn="just" eaLnBrk="0" hangingPunct="0">
              <a:spcBef>
                <a:spcPts val="0"/>
              </a:spcBef>
              <a:spcAft>
                <a:spcPts val="0"/>
              </a:spcAft>
              <a:defRPr/>
            </a:pPr>
            <a:r>
              <a:rPr lang="en-US" sz="1100" kern="0" dirty="0" smtClean="0">
                <a:latin typeface="+mn-lt"/>
              </a:rPr>
              <a:t>The </a:t>
            </a:r>
            <a:r>
              <a:rPr lang="en-US" sz="1100" kern="0" dirty="0">
                <a:latin typeface="+mn-lt"/>
              </a:rPr>
              <a:t>Credit Suisse Fixed Income Arbitrage Hedge Fund Index is a subset of the Credit Suisse Hedge Fund Index that measures the aggregate performance of fixed income arbitrage funds. The Fixed Income Arb Index, which includes mortgage-backed securities, is part of Dow Jones Credit Suisse Hedge Fund Index. </a:t>
            </a:r>
            <a:r>
              <a:rPr lang="en-US" sz="1100" kern="0" dirty="0" smtClean="0">
                <a:latin typeface="+mn-lt"/>
              </a:rPr>
              <a:t> The </a:t>
            </a:r>
            <a:r>
              <a:rPr lang="en-US" sz="1100" kern="0" dirty="0">
                <a:latin typeface="+mn-lt"/>
              </a:rPr>
              <a:t>Barclays U.S. Aggregate Index represents securities that are SEC-registered, taxable, and dollar denominated. The index covers the U.S. investment grade fixed rate bond market, with index components for government and corporate securities, mortgage pass-through securities, and asset-backed securities. </a:t>
            </a:r>
            <a:r>
              <a:rPr lang="en-US" sz="1100" kern="0" dirty="0" smtClean="0">
                <a:latin typeface="+mn-lt"/>
              </a:rPr>
              <a:t>The Credit </a:t>
            </a:r>
            <a:r>
              <a:rPr lang="en-US" sz="1100" kern="0" dirty="0">
                <a:latin typeface="+mn-lt"/>
              </a:rPr>
              <a:t>Suisse All Hedge Index is an asset-weighted hedge fund </a:t>
            </a:r>
            <a:r>
              <a:rPr lang="en-US" sz="1100" kern="0" dirty="0" smtClean="0">
                <a:latin typeface="+mn-lt"/>
              </a:rPr>
              <a:t>index. The S&amp;P </a:t>
            </a:r>
            <a:r>
              <a:rPr lang="en-US" sz="1100" kern="0" dirty="0">
                <a:latin typeface="+mn-lt"/>
              </a:rPr>
              <a:t>500 is an equity index based on the market capitalizations of 500 large US </a:t>
            </a:r>
            <a:r>
              <a:rPr lang="en-US" sz="1100" kern="0" dirty="0" smtClean="0">
                <a:latin typeface="+mn-lt"/>
              </a:rPr>
              <a:t>companies.</a:t>
            </a:r>
            <a:endParaRPr lang="en-US" sz="1100" kern="0" dirty="0">
              <a:latin typeface="+mn-lt"/>
            </a:endParaRPr>
          </a:p>
          <a:p>
            <a:pPr defTabSz="914187" eaLnBrk="0" hangingPunct="0">
              <a:spcBef>
                <a:spcPct val="110000"/>
              </a:spcBef>
              <a:buClr>
                <a:schemeClr val="tx2"/>
              </a:buClr>
              <a:defRPr/>
            </a:pPr>
            <a:r>
              <a:rPr lang="en-US" sz="1100" kern="0" dirty="0" smtClean="0">
                <a:latin typeface="+mn-lt"/>
              </a:rPr>
              <a:t>This </a:t>
            </a:r>
            <a:r>
              <a:rPr lang="en-US" sz="1100" kern="0" dirty="0">
                <a:latin typeface="+mn-lt"/>
              </a:rPr>
              <a:t>document may also contain certain forward looking statements and projections. Such statements and projections are subject to a number of assumptions, risks and uncertainties which may cause actual results, performance or achievements to be materially different from future results, performance or achievements expressed or implied by these forward-looking statements and projections. Prospective investors are cautioned not to </a:t>
            </a:r>
            <a:r>
              <a:rPr lang="en-US" sz="1100" kern="0" dirty="0" smtClean="0">
                <a:latin typeface="+mn-lt"/>
              </a:rPr>
              <a:t>invest based </a:t>
            </a:r>
            <a:r>
              <a:rPr lang="en-US" sz="1100" kern="0" dirty="0">
                <a:latin typeface="+mn-lt"/>
              </a:rPr>
              <a:t>on these forward-looking statements and projections. </a:t>
            </a:r>
            <a:endParaRPr lang="en-US" sz="1100" kern="0" dirty="0" smtClean="0">
              <a:latin typeface="+mn-lt"/>
            </a:endParaRPr>
          </a:p>
          <a:p>
            <a:pPr defTabSz="914187" eaLnBrk="0" hangingPunct="0">
              <a:spcBef>
                <a:spcPct val="110000"/>
              </a:spcBef>
              <a:buClr>
                <a:schemeClr val="tx2"/>
              </a:buClr>
              <a:defRPr/>
            </a:pPr>
            <a:r>
              <a:rPr lang="en-US" sz="1100" kern="0" dirty="0" smtClean="0">
                <a:latin typeface="+mn-lt"/>
              </a:rPr>
              <a:t>This </a:t>
            </a:r>
            <a:r>
              <a:rPr lang="en-US" sz="1100" kern="0" dirty="0">
                <a:latin typeface="+mn-lt"/>
              </a:rPr>
              <a:t>document may contain references to certain internal Cello procedures and policies which are subject to change at any time. </a:t>
            </a:r>
          </a:p>
          <a:p>
            <a:pPr defTabSz="914187" eaLnBrk="0" hangingPunct="0">
              <a:spcBef>
                <a:spcPct val="110000"/>
              </a:spcBef>
              <a:buClr>
                <a:schemeClr val="tx2"/>
              </a:buClr>
              <a:defRPr/>
            </a:pPr>
            <a:r>
              <a:rPr lang="en-US" sz="1100" kern="0" dirty="0">
                <a:latin typeface="+mn-lt"/>
              </a:rPr>
              <a:t>No information or material contained herein may be reproduced, transmitted, displayed or commercially exploited without the prior written consent of Cello. </a:t>
            </a:r>
            <a:r>
              <a:rPr lang="en-US" sz="1100" kern="0" dirty="0" smtClean="0">
                <a:latin typeface="+mn-lt"/>
              </a:rPr>
              <a:t>All </a:t>
            </a:r>
            <a:r>
              <a:rPr lang="en-US" sz="1100" kern="0" dirty="0">
                <a:latin typeface="+mn-lt"/>
              </a:rPr>
              <a:t>rights are reserved</a:t>
            </a:r>
            <a:r>
              <a:rPr lang="en-US" sz="1100" kern="0" dirty="0" smtClean="0">
                <a:latin typeface="+mn-lt"/>
              </a:rPr>
              <a:t>.</a:t>
            </a: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a:latin typeface="+mn-l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8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9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10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11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Office Theme">
  <a:themeElements>
    <a:clrScheme name="Cello">
      <a:dk1>
        <a:srgbClr val="000000"/>
      </a:dk1>
      <a:lt1>
        <a:srgbClr val="FFFFFF"/>
      </a:lt1>
      <a:dk2>
        <a:srgbClr val="203353"/>
      </a:dk2>
      <a:lt2>
        <a:srgbClr val="EFEBE4"/>
      </a:lt2>
      <a:accent1>
        <a:srgbClr val="2E398A"/>
      </a:accent1>
      <a:accent2>
        <a:srgbClr val="8891D5"/>
      </a:accent2>
      <a:accent3>
        <a:srgbClr val="968880"/>
      </a:accent3>
      <a:accent4>
        <a:srgbClr val="000000"/>
      </a:accent4>
      <a:accent5>
        <a:srgbClr val="ADAEC4"/>
      </a:accent5>
      <a:accent6>
        <a:srgbClr val="7B83C1"/>
      </a:accent6>
      <a:hlink>
        <a:srgbClr val="968880"/>
      </a:hlink>
      <a:folHlink>
        <a:srgbClr val="533D2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86801</TotalTime>
  <Words>1347</Words>
  <Application>Microsoft Office PowerPoint</Application>
  <PresentationFormat>Custom</PresentationFormat>
  <Paragraphs>136</Paragraphs>
  <Slides>9</Slides>
  <Notes>8</Notes>
  <HiddenSlides>0</HiddenSlides>
  <MMClips>0</MMClips>
  <ScaleCrop>false</ScaleCrop>
  <HeadingPairs>
    <vt:vector size="4" baseType="variant">
      <vt:variant>
        <vt:lpstr>Theme</vt:lpstr>
      </vt:variant>
      <vt:variant>
        <vt:i4>20</vt:i4>
      </vt:variant>
      <vt:variant>
        <vt:lpstr>Slide Titles</vt:lpstr>
      </vt:variant>
      <vt:variant>
        <vt:i4>9</vt:i4>
      </vt:variant>
    </vt:vector>
  </HeadingPairs>
  <TitlesOfParts>
    <vt:vector size="29"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8_Custom Design</vt:lpstr>
      <vt:lpstr>9_Custom Design</vt:lpstr>
      <vt:lpstr>10_Custom Design</vt:lpstr>
      <vt:lpstr>11_Custom Design</vt:lpstr>
      <vt:lpstr>Office Theme</vt:lpstr>
      <vt:lpstr>PowerPoint Presentation</vt:lpstr>
      <vt:lpstr>CONFORMING LOAN LIMITS</vt:lpstr>
      <vt:lpstr>SECURITIZATION OF JUMBO CONFORMING MORTGAGES</vt:lpstr>
      <vt:lpstr>POOL-LEVEL MORTGAGE RATE DIFFERENCES</vt:lpstr>
      <vt:lpstr>BORROWER CREDIT PROFILE DIFFERENCES</vt:lpstr>
      <vt:lpstr>JUMBO CONFORMING PRODUCTION: TBA VS SPECIFIED POOL </vt:lpstr>
      <vt:lpstr>THE JUMBO-CONFORMING MORTGAGE RATE</vt:lpstr>
      <vt:lpstr>THE JUMBO-CONFORMING MORTGAGE RATE: CONTROLLING FOR BORROWER CREDIT</vt:lpstr>
      <vt:lpstr>DISCLOSURES Important Notes</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Sharad Chaudhary</cp:lastModifiedBy>
  <cp:revision>2552</cp:revision>
  <cp:lastPrinted>2015-08-06T15:23:44Z</cp:lastPrinted>
  <dcterms:created xsi:type="dcterms:W3CDTF">2011-07-07T12:37:32Z</dcterms:created>
  <dcterms:modified xsi:type="dcterms:W3CDTF">2015-12-11T15:32:12Z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