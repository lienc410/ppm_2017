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theme/theme3.xml" ContentType="application/vnd.openxmlformats-officedocument.theme+xml"/>
  <Override PartName="/ppt/slideLayouts/slideLayout10.xml" ContentType="application/vnd.openxmlformats-officedocument.presentationml.slideLayout+xml"/>
  <Override PartName="/ppt/theme/theme4.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slideLayouts/slideLayout13.xml" ContentType="application/vnd.openxmlformats-officedocument.presentationml.slideLayout+xml"/>
  <Override PartName="/ppt/theme/theme9.xml" ContentType="application/vnd.openxmlformats-officedocument.theme+xml"/>
  <Override PartName="/ppt/slideLayouts/slideLayout14.xml" ContentType="application/vnd.openxmlformats-officedocument.presentationml.slideLayout+xml"/>
  <Override PartName="/ppt/theme/theme10.xml" ContentType="application/vnd.openxmlformats-officedocument.theme+xml"/>
  <Override PartName="/ppt/slideLayouts/slideLayout15.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14.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654" r:id="rId2"/>
    <p:sldMasterId id="2147483656" r:id="rId3"/>
    <p:sldMasterId id="2147483653" r:id="rId4"/>
    <p:sldMasterId id="2147483659" r:id="rId5"/>
    <p:sldMasterId id="2147483657" r:id="rId6"/>
    <p:sldMasterId id="2147483658" r:id="rId7"/>
    <p:sldMasterId id="2147483655" r:id="rId8"/>
    <p:sldMasterId id="2147483749" r:id="rId9"/>
    <p:sldMasterId id="2147483761" r:id="rId10"/>
    <p:sldMasterId id="2147483773" r:id="rId11"/>
    <p:sldMasterId id="2147483834" r:id="rId12"/>
    <p:sldMasterId id="2147483846" r:id="rId13"/>
    <p:sldMasterId id="2147483847" r:id="rId14"/>
    <p:sldMasterId id="2147483853" r:id="rId15"/>
  </p:sldMasterIdLst>
  <p:notesMasterIdLst>
    <p:notesMasterId r:id="rId24"/>
  </p:notesMasterIdLst>
  <p:handoutMasterIdLst>
    <p:handoutMasterId r:id="rId25"/>
  </p:handoutMasterIdLst>
  <p:sldIdLst>
    <p:sldId id="433" r:id="rId16"/>
    <p:sldId id="547" r:id="rId17"/>
    <p:sldId id="575" r:id="rId18"/>
    <p:sldId id="579" r:id="rId19"/>
    <p:sldId id="580" r:id="rId20"/>
    <p:sldId id="578" r:id="rId21"/>
    <p:sldId id="581" r:id="rId22"/>
    <p:sldId id="582" r:id="rId23"/>
  </p:sldIdLst>
  <p:sldSz cx="10058400" cy="7772400"/>
  <p:notesSz cx="6934200" cy="9220200"/>
  <p:defaultTextStyle>
    <a:defPPr>
      <a:defRPr lang="en-US"/>
    </a:defPPr>
    <a:lvl1pPr algn="l" rtl="0" fontAlgn="base">
      <a:spcBef>
        <a:spcPct val="0"/>
      </a:spcBef>
      <a:spcAft>
        <a:spcPct val="0"/>
      </a:spcAft>
      <a:defRPr kern="1200">
        <a:solidFill>
          <a:schemeClr val="tx1"/>
        </a:solidFill>
        <a:latin typeface="Cambria" pitchFamily="18" charset="0"/>
        <a:ea typeface="+mn-ea"/>
        <a:cs typeface="+mn-cs"/>
      </a:defRPr>
    </a:lvl1pPr>
    <a:lvl2pPr marL="507526" indent="1769" algn="l" rtl="0" fontAlgn="base">
      <a:spcBef>
        <a:spcPct val="0"/>
      </a:spcBef>
      <a:spcAft>
        <a:spcPct val="0"/>
      </a:spcAft>
      <a:defRPr kern="1200">
        <a:solidFill>
          <a:schemeClr val="tx1"/>
        </a:solidFill>
        <a:latin typeface="Cambria" pitchFamily="18" charset="0"/>
        <a:ea typeface="+mn-ea"/>
        <a:cs typeface="+mn-cs"/>
      </a:defRPr>
    </a:lvl2pPr>
    <a:lvl3pPr marL="1016818" indent="1769" algn="l" rtl="0" fontAlgn="base">
      <a:spcBef>
        <a:spcPct val="0"/>
      </a:spcBef>
      <a:spcAft>
        <a:spcPct val="0"/>
      </a:spcAft>
      <a:defRPr kern="1200">
        <a:solidFill>
          <a:schemeClr val="tx1"/>
        </a:solidFill>
        <a:latin typeface="Cambria" pitchFamily="18" charset="0"/>
        <a:ea typeface="+mn-ea"/>
        <a:cs typeface="+mn-cs"/>
      </a:defRPr>
    </a:lvl3pPr>
    <a:lvl4pPr marL="1526111" indent="1769" algn="l" rtl="0" fontAlgn="base">
      <a:spcBef>
        <a:spcPct val="0"/>
      </a:spcBef>
      <a:spcAft>
        <a:spcPct val="0"/>
      </a:spcAft>
      <a:defRPr kern="1200">
        <a:solidFill>
          <a:schemeClr val="tx1"/>
        </a:solidFill>
        <a:latin typeface="Cambria" pitchFamily="18" charset="0"/>
        <a:ea typeface="+mn-ea"/>
        <a:cs typeface="+mn-cs"/>
      </a:defRPr>
    </a:lvl4pPr>
    <a:lvl5pPr marL="2035405" indent="1769" algn="l" rtl="0" fontAlgn="base">
      <a:spcBef>
        <a:spcPct val="0"/>
      </a:spcBef>
      <a:spcAft>
        <a:spcPct val="0"/>
      </a:spcAft>
      <a:defRPr kern="1200">
        <a:solidFill>
          <a:schemeClr val="tx1"/>
        </a:solidFill>
        <a:latin typeface="Cambria" pitchFamily="18" charset="0"/>
        <a:ea typeface="+mn-ea"/>
        <a:cs typeface="+mn-cs"/>
      </a:defRPr>
    </a:lvl5pPr>
    <a:lvl6pPr marL="2546466" algn="l" defTabSz="1018586" rtl="0" eaLnBrk="1" latinLnBrk="0" hangingPunct="1">
      <a:defRPr kern="1200">
        <a:solidFill>
          <a:schemeClr val="tx1"/>
        </a:solidFill>
        <a:latin typeface="Cambria" pitchFamily="18" charset="0"/>
        <a:ea typeface="+mn-ea"/>
        <a:cs typeface="+mn-cs"/>
      </a:defRPr>
    </a:lvl6pPr>
    <a:lvl7pPr marL="3055758" algn="l" defTabSz="1018586" rtl="0" eaLnBrk="1" latinLnBrk="0" hangingPunct="1">
      <a:defRPr kern="1200">
        <a:solidFill>
          <a:schemeClr val="tx1"/>
        </a:solidFill>
        <a:latin typeface="Cambria" pitchFamily="18" charset="0"/>
        <a:ea typeface="+mn-ea"/>
        <a:cs typeface="+mn-cs"/>
      </a:defRPr>
    </a:lvl7pPr>
    <a:lvl8pPr marL="3565052" algn="l" defTabSz="1018586" rtl="0" eaLnBrk="1" latinLnBrk="0" hangingPunct="1">
      <a:defRPr kern="1200">
        <a:solidFill>
          <a:schemeClr val="tx1"/>
        </a:solidFill>
        <a:latin typeface="Cambria" pitchFamily="18" charset="0"/>
        <a:ea typeface="+mn-ea"/>
        <a:cs typeface="+mn-cs"/>
      </a:defRPr>
    </a:lvl8pPr>
    <a:lvl9pPr marL="4074344" algn="l" defTabSz="1018586" rtl="0" eaLnBrk="1" latinLnBrk="0" hangingPunct="1">
      <a:defRPr kern="1200">
        <a:solidFill>
          <a:schemeClr val="tx1"/>
        </a:solidFill>
        <a:latin typeface="Cambria" pitchFamily="18" charset="0"/>
        <a:ea typeface="+mn-ea"/>
        <a:cs typeface="+mn-cs"/>
      </a:defRPr>
    </a:lvl9pPr>
  </p:defaultTextStyle>
  <p:extLst>
    <p:ext uri="{EFAFB233-063F-42B5-8137-9DF3F51BA10A}">
      <p15:sldGuideLst xmlns:p15="http://schemas.microsoft.com/office/powerpoint/2012/main">
        <p15:guide id="1" orient="horz" pos="3872">
          <p15:clr>
            <a:srgbClr val="A4A3A4"/>
          </p15:clr>
        </p15:guide>
        <p15:guide id="2" orient="horz" pos="1976">
          <p15:clr>
            <a:srgbClr val="A4A3A4"/>
          </p15:clr>
        </p15:guide>
        <p15:guide id="3" orient="horz" pos="797">
          <p15:clr>
            <a:srgbClr val="A4A3A4"/>
          </p15:clr>
        </p15:guide>
        <p15:guide id="4" orient="horz" pos="981">
          <p15:clr>
            <a:srgbClr val="A4A3A4"/>
          </p15:clr>
        </p15:guide>
        <p15:guide id="5" orient="horz" pos="4327">
          <p15:clr>
            <a:srgbClr val="A4A3A4"/>
          </p15:clr>
        </p15:guide>
        <p15:guide id="6" orient="horz" pos="145">
          <p15:clr>
            <a:srgbClr val="A4A3A4"/>
          </p15:clr>
        </p15:guide>
        <p15:guide id="7" pos="5282">
          <p15:clr>
            <a:srgbClr val="A4A3A4"/>
          </p15:clr>
        </p15:guide>
        <p15:guide id="8" pos="126">
          <p15:clr>
            <a:srgbClr val="A4A3A4"/>
          </p15:clr>
        </p15:guide>
        <p15:guide id="9" pos="5046">
          <p15:clr>
            <a:srgbClr val="A4A3A4"/>
          </p15:clr>
        </p15:guide>
        <p15:guide id="10" pos="1973">
          <p15:clr>
            <a:srgbClr val="A4A3A4"/>
          </p15:clr>
        </p15:guide>
        <p15:guide id="11" pos="3396">
          <p15:clr>
            <a:srgbClr val="A4A3A4"/>
          </p15:clr>
        </p15:guide>
        <p15:guide id="12" pos="3165">
          <p15:clr>
            <a:srgbClr val="A4A3A4"/>
          </p15:clr>
        </p15:guide>
        <p15:guide id="13" pos="1575">
          <p15:clr>
            <a:srgbClr val="A4A3A4"/>
          </p15:clr>
        </p15:guide>
        <p15:guide id="14" pos="1055">
          <p15:clr>
            <a:srgbClr val="A4A3A4"/>
          </p15:clr>
        </p15:guide>
      </p15:sldGuideLst>
    </p:ext>
    <p:ext uri="{2D200454-40CA-4A62-9FC3-DE9A4176ACB9}">
      <p15:notesGuideLst xmlns:p15="http://schemas.microsoft.com/office/powerpoint/2012/main">
        <p15:guide id="1" orient="horz" pos="2905" userDrawn="1">
          <p15:clr>
            <a:srgbClr val="A4A3A4"/>
          </p15:clr>
        </p15:guide>
        <p15:guide id="2" pos="2185"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00"/>
    <a:srgbClr val="FF6600"/>
    <a:srgbClr val="FF9933"/>
    <a:srgbClr val="E519CD"/>
    <a:srgbClr val="968880"/>
    <a:srgbClr val="2E398A"/>
    <a:srgbClr val="533D2D"/>
    <a:srgbClr val="533D23"/>
    <a:srgbClr val="996633"/>
    <a:srgbClr val="8C2B1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375" autoAdjust="0"/>
    <p:restoredTop sz="95014" autoAdjust="0"/>
  </p:normalViewPr>
  <p:slideViewPr>
    <p:cSldViewPr snapToGrid="0" snapToObjects="1">
      <p:cViewPr varScale="1">
        <p:scale>
          <a:sx n="120" d="100"/>
          <a:sy n="120" d="100"/>
        </p:scale>
        <p:origin x="102" y="948"/>
      </p:cViewPr>
      <p:guideLst>
        <p:guide orient="horz" pos="3872"/>
        <p:guide orient="horz" pos="1976"/>
        <p:guide orient="horz" pos="797"/>
        <p:guide orient="horz" pos="981"/>
        <p:guide orient="horz" pos="4327"/>
        <p:guide orient="horz" pos="145"/>
        <p:guide pos="5282"/>
        <p:guide pos="126"/>
        <p:guide pos="5046"/>
        <p:guide pos="1973"/>
        <p:guide pos="3396"/>
        <p:guide pos="3165"/>
        <p:guide pos="1575"/>
        <p:guide pos="1055"/>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66" d="100"/>
        <a:sy n="66" d="100"/>
      </p:scale>
      <p:origin x="0" y="252"/>
    </p:cViewPr>
  </p:sorterViewPr>
  <p:notesViewPr>
    <p:cSldViewPr snapToGrid="0" snapToObjects="1">
      <p:cViewPr varScale="1">
        <p:scale>
          <a:sx n="79" d="100"/>
          <a:sy n="79" d="100"/>
        </p:scale>
        <p:origin x="-1956" y="-90"/>
      </p:cViewPr>
      <p:guideLst>
        <p:guide orient="horz" pos="2905"/>
        <p:guide pos="2185"/>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Master" Target="slideMasters/slideMaster13.xml"/><Relationship Id="rId18" Type="http://schemas.openxmlformats.org/officeDocument/2006/relationships/slide" Target="slides/slide3.xml"/><Relationship Id="rId26"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slide" Target="slides/slide6.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 Target="slides/slide2.xml"/><Relationship Id="rId25"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slide" Target="slides/slide1.xml"/><Relationship Id="rId20" Type="http://schemas.openxmlformats.org/officeDocument/2006/relationships/slide" Target="slides/slide5.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notesMaster" Target="notesMasters/notesMaster1.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 Target="slides/slide8.xml"/><Relationship Id="rId28" Type="http://schemas.openxmlformats.org/officeDocument/2006/relationships/theme" Target="theme/theme1.xml"/><Relationship Id="rId10" Type="http://schemas.openxmlformats.org/officeDocument/2006/relationships/slideMaster" Target="slideMasters/slideMaster10.xml"/><Relationship Id="rId19" Type="http://schemas.openxmlformats.org/officeDocument/2006/relationships/slide" Target="slides/slide4.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 Target="slides/slide7.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4738" name="Rectangle 2"/>
          <p:cNvSpPr>
            <a:spLocks noGrp="1" noChangeArrowheads="1"/>
          </p:cNvSpPr>
          <p:nvPr>
            <p:ph type="hdr" sz="quarter"/>
          </p:nvPr>
        </p:nvSpPr>
        <p:spPr bwMode="auto">
          <a:xfrm>
            <a:off x="3" y="7"/>
            <a:ext cx="3005138" cy="459741"/>
          </a:xfrm>
          <a:prstGeom prst="rect">
            <a:avLst/>
          </a:prstGeom>
          <a:noFill/>
          <a:ln w="9525">
            <a:noFill/>
            <a:miter lim="800000"/>
            <a:headEnd/>
            <a:tailEnd/>
          </a:ln>
        </p:spPr>
        <p:txBody>
          <a:bodyPr vert="horz" wrap="square" lIns="91564" tIns="45781" rIns="91564" bIns="45781" numCol="1" anchor="t" anchorCtr="0" compatLnSpc="1">
            <a:prstTxWarp prst="textNoShape">
              <a:avLst/>
            </a:prstTxWarp>
          </a:bodyPr>
          <a:lstStyle>
            <a:lvl1pPr defTabSz="912925">
              <a:defRPr sz="1300">
                <a:latin typeface="Arial" charset="0"/>
              </a:defRPr>
            </a:lvl1pPr>
          </a:lstStyle>
          <a:p>
            <a:pPr>
              <a:defRPr/>
            </a:pPr>
            <a:endParaRPr lang="en-US" dirty="0"/>
          </a:p>
        </p:txBody>
      </p:sp>
      <p:sp>
        <p:nvSpPr>
          <p:cNvPr id="244739" name="Rectangle 3"/>
          <p:cNvSpPr>
            <a:spLocks noGrp="1" noChangeArrowheads="1"/>
          </p:cNvSpPr>
          <p:nvPr>
            <p:ph type="dt" sz="quarter" idx="1"/>
          </p:nvPr>
        </p:nvSpPr>
        <p:spPr bwMode="auto">
          <a:xfrm>
            <a:off x="3927481" y="7"/>
            <a:ext cx="3005138" cy="459741"/>
          </a:xfrm>
          <a:prstGeom prst="rect">
            <a:avLst/>
          </a:prstGeom>
          <a:noFill/>
          <a:ln w="9525">
            <a:noFill/>
            <a:miter lim="800000"/>
            <a:headEnd/>
            <a:tailEnd/>
          </a:ln>
        </p:spPr>
        <p:txBody>
          <a:bodyPr vert="horz" wrap="square" lIns="91564" tIns="45781" rIns="91564" bIns="45781" numCol="1" anchor="t" anchorCtr="0" compatLnSpc="1">
            <a:prstTxWarp prst="textNoShape">
              <a:avLst/>
            </a:prstTxWarp>
          </a:bodyPr>
          <a:lstStyle>
            <a:lvl1pPr algn="r" defTabSz="912925">
              <a:defRPr sz="1300">
                <a:latin typeface="Arial" charset="0"/>
              </a:defRPr>
            </a:lvl1pPr>
          </a:lstStyle>
          <a:p>
            <a:pPr>
              <a:defRPr/>
            </a:pPr>
            <a:endParaRPr lang="en-US" dirty="0"/>
          </a:p>
        </p:txBody>
      </p:sp>
      <p:sp>
        <p:nvSpPr>
          <p:cNvPr id="244740" name="Rectangle 4"/>
          <p:cNvSpPr>
            <a:spLocks noGrp="1" noChangeArrowheads="1"/>
          </p:cNvSpPr>
          <p:nvPr>
            <p:ph type="ftr" sz="quarter" idx="2"/>
          </p:nvPr>
        </p:nvSpPr>
        <p:spPr bwMode="auto">
          <a:xfrm>
            <a:off x="3" y="8758883"/>
            <a:ext cx="3005138" cy="459741"/>
          </a:xfrm>
          <a:prstGeom prst="rect">
            <a:avLst/>
          </a:prstGeom>
          <a:noFill/>
          <a:ln w="9525">
            <a:noFill/>
            <a:miter lim="800000"/>
            <a:headEnd/>
            <a:tailEnd/>
          </a:ln>
        </p:spPr>
        <p:txBody>
          <a:bodyPr vert="horz" wrap="square" lIns="91564" tIns="45781" rIns="91564" bIns="45781" numCol="1" anchor="b" anchorCtr="0" compatLnSpc="1">
            <a:prstTxWarp prst="textNoShape">
              <a:avLst/>
            </a:prstTxWarp>
          </a:bodyPr>
          <a:lstStyle>
            <a:lvl1pPr defTabSz="912925">
              <a:defRPr sz="1300">
                <a:latin typeface="Arial" charset="0"/>
              </a:defRPr>
            </a:lvl1pPr>
          </a:lstStyle>
          <a:p>
            <a:pPr>
              <a:defRPr/>
            </a:pPr>
            <a:endParaRPr lang="en-US" dirty="0"/>
          </a:p>
        </p:txBody>
      </p:sp>
      <p:sp>
        <p:nvSpPr>
          <p:cNvPr id="244741" name="Rectangle 5"/>
          <p:cNvSpPr>
            <a:spLocks noGrp="1" noChangeArrowheads="1"/>
          </p:cNvSpPr>
          <p:nvPr>
            <p:ph type="sldNum" sz="quarter" idx="3"/>
          </p:nvPr>
        </p:nvSpPr>
        <p:spPr bwMode="auto">
          <a:xfrm>
            <a:off x="3927481" y="8758883"/>
            <a:ext cx="3005138" cy="459741"/>
          </a:xfrm>
          <a:prstGeom prst="rect">
            <a:avLst/>
          </a:prstGeom>
          <a:noFill/>
          <a:ln w="9525">
            <a:noFill/>
            <a:miter lim="800000"/>
            <a:headEnd/>
            <a:tailEnd/>
          </a:ln>
        </p:spPr>
        <p:txBody>
          <a:bodyPr vert="horz" wrap="square" lIns="91564" tIns="45781" rIns="91564" bIns="45781" numCol="1" anchor="b" anchorCtr="0" compatLnSpc="1">
            <a:prstTxWarp prst="textNoShape">
              <a:avLst/>
            </a:prstTxWarp>
          </a:bodyPr>
          <a:lstStyle>
            <a:lvl1pPr algn="r" defTabSz="912925">
              <a:defRPr sz="1300">
                <a:latin typeface="Arial" charset="0"/>
              </a:defRPr>
            </a:lvl1pPr>
          </a:lstStyle>
          <a:p>
            <a:pPr>
              <a:defRPr/>
            </a:pPr>
            <a:fld id="{BDCE5F9F-0CCF-4CAC-B31C-496A1DC3068E}" type="slidenum">
              <a:rPr lang="en-US"/>
              <a:pPr>
                <a:defRPr/>
              </a:pPr>
              <a:t>‹#›</a:t>
            </a:fld>
            <a:endParaRPr lang="en-US" dirty="0"/>
          </a:p>
        </p:txBody>
      </p:sp>
    </p:spTree>
    <p:extLst>
      <p:ext uri="{BB962C8B-B14F-4D97-AF65-F5344CB8AC3E}">
        <p14:creationId xmlns:p14="http://schemas.microsoft.com/office/powerpoint/2010/main" val="8606462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1730" name="Rectangle 2"/>
          <p:cNvSpPr>
            <a:spLocks noGrp="1" noChangeArrowheads="1"/>
          </p:cNvSpPr>
          <p:nvPr>
            <p:ph type="hdr" sz="quarter"/>
          </p:nvPr>
        </p:nvSpPr>
        <p:spPr bwMode="auto">
          <a:xfrm>
            <a:off x="3" y="7"/>
            <a:ext cx="3005138" cy="459741"/>
          </a:xfrm>
          <a:prstGeom prst="rect">
            <a:avLst/>
          </a:prstGeom>
          <a:noFill/>
          <a:ln w="9525">
            <a:noFill/>
            <a:miter lim="800000"/>
            <a:headEnd/>
            <a:tailEnd/>
          </a:ln>
        </p:spPr>
        <p:txBody>
          <a:bodyPr vert="horz" wrap="square" lIns="91564" tIns="45781" rIns="91564" bIns="45781" numCol="1" anchor="t" anchorCtr="0" compatLnSpc="1">
            <a:prstTxWarp prst="textNoShape">
              <a:avLst/>
            </a:prstTxWarp>
          </a:bodyPr>
          <a:lstStyle>
            <a:lvl1pPr defTabSz="912925">
              <a:defRPr sz="1300">
                <a:latin typeface="Arial" charset="0"/>
              </a:defRPr>
            </a:lvl1pPr>
          </a:lstStyle>
          <a:p>
            <a:pPr>
              <a:defRPr/>
            </a:pPr>
            <a:endParaRPr lang="en-US" dirty="0"/>
          </a:p>
        </p:txBody>
      </p:sp>
      <p:sp>
        <p:nvSpPr>
          <p:cNvPr id="201731" name="Rectangle 3"/>
          <p:cNvSpPr>
            <a:spLocks noGrp="1" noChangeArrowheads="1"/>
          </p:cNvSpPr>
          <p:nvPr>
            <p:ph type="dt" idx="1"/>
          </p:nvPr>
        </p:nvSpPr>
        <p:spPr bwMode="auto">
          <a:xfrm>
            <a:off x="3927481" y="7"/>
            <a:ext cx="3005138" cy="459741"/>
          </a:xfrm>
          <a:prstGeom prst="rect">
            <a:avLst/>
          </a:prstGeom>
          <a:noFill/>
          <a:ln w="9525">
            <a:noFill/>
            <a:miter lim="800000"/>
            <a:headEnd/>
            <a:tailEnd/>
          </a:ln>
        </p:spPr>
        <p:txBody>
          <a:bodyPr vert="horz" wrap="square" lIns="91564" tIns="45781" rIns="91564" bIns="45781" numCol="1" anchor="t" anchorCtr="0" compatLnSpc="1">
            <a:prstTxWarp prst="textNoShape">
              <a:avLst/>
            </a:prstTxWarp>
          </a:bodyPr>
          <a:lstStyle>
            <a:lvl1pPr algn="r" defTabSz="912925">
              <a:defRPr sz="1300">
                <a:latin typeface="Arial" charset="0"/>
              </a:defRPr>
            </a:lvl1pPr>
          </a:lstStyle>
          <a:p>
            <a:pPr>
              <a:defRPr/>
            </a:pPr>
            <a:endParaRPr lang="en-US" dirty="0"/>
          </a:p>
        </p:txBody>
      </p:sp>
      <p:sp>
        <p:nvSpPr>
          <p:cNvPr id="87044" name="Rectangle 4"/>
          <p:cNvSpPr>
            <a:spLocks noGrp="1" noRot="1" noChangeAspect="1" noChangeArrowheads="1" noTextEdit="1"/>
          </p:cNvSpPr>
          <p:nvPr>
            <p:ph type="sldImg" idx="2"/>
          </p:nvPr>
        </p:nvSpPr>
        <p:spPr bwMode="auto">
          <a:xfrm>
            <a:off x="1230313" y="692150"/>
            <a:ext cx="4473575" cy="3457575"/>
          </a:xfrm>
          <a:prstGeom prst="rect">
            <a:avLst/>
          </a:prstGeom>
          <a:noFill/>
          <a:ln w="9525">
            <a:solidFill>
              <a:srgbClr val="000000"/>
            </a:solidFill>
            <a:miter lim="800000"/>
            <a:headEnd/>
            <a:tailEnd/>
          </a:ln>
        </p:spPr>
      </p:sp>
      <p:sp>
        <p:nvSpPr>
          <p:cNvPr id="201733" name="Rectangle 5"/>
          <p:cNvSpPr>
            <a:spLocks noGrp="1" noChangeArrowheads="1"/>
          </p:cNvSpPr>
          <p:nvPr>
            <p:ph type="body" sz="quarter" idx="3"/>
          </p:nvPr>
        </p:nvSpPr>
        <p:spPr bwMode="auto">
          <a:xfrm>
            <a:off x="693740" y="4380237"/>
            <a:ext cx="5546725" cy="4147189"/>
          </a:xfrm>
          <a:prstGeom prst="rect">
            <a:avLst/>
          </a:prstGeom>
          <a:noFill/>
          <a:ln w="9525">
            <a:noFill/>
            <a:miter lim="800000"/>
            <a:headEnd/>
            <a:tailEnd/>
          </a:ln>
        </p:spPr>
        <p:txBody>
          <a:bodyPr vert="horz" wrap="square" lIns="91564" tIns="45781" rIns="91564" bIns="45781"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201734" name="Rectangle 6"/>
          <p:cNvSpPr>
            <a:spLocks noGrp="1" noChangeArrowheads="1"/>
          </p:cNvSpPr>
          <p:nvPr>
            <p:ph type="ftr" sz="quarter" idx="4"/>
          </p:nvPr>
        </p:nvSpPr>
        <p:spPr bwMode="auto">
          <a:xfrm>
            <a:off x="3" y="8758883"/>
            <a:ext cx="3005138" cy="459741"/>
          </a:xfrm>
          <a:prstGeom prst="rect">
            <a:avLst/>
          </a:prstGeom>
          <a:noFill/>
          <a:ln w="9525">
            <a:noFill/>
            <a:miter lim="800000"/>
            <a:headEnd/>
            <a:tailEnd/>
          </a:ln>
        </p:spPr>
        <p:txBody>
          <a:bodyPr vert="horz" wrap="square" lIns="91564" tIns="45781" rIns="91564" bIns="45781" numCol="1" anchor="b" anchorCtr="0" compatLnSpc="1">
            <a:prstTxWarp prst="textNoShape">
              <a:avLst/>
            </a:prstTxWarp>
          </a:bodyPr>
          <a:lstStyle>
            <a:lvl1pPr defTabSz="912925">
              <a:defRPr sz="1300">
                <a:latin typeface="Arial" charset="0"/>
              </a:defRPr>
            </a:lvl1pPr>
          </a:lstStyle>
          <a:p>
            <a:pPr>
              <a:defRPr/>
            </a:pPr>
            <a:endParaRPr lang="en-US" dirty="0"/>
          </a:p>
        </p:txBody>
      </p:sp>
      <p:sp>
        <p:nvSpPr>
          <p:cNvPr id="201735" name="Rectangle 7"/>
          <p:cNvSpPr>
            <a:spLocks noGrp="1" noChangeArrowheads="1"/>
          </p:cNvSpPr>
          <p:nvPr>
            <p:ph type="sldNum" sz="quarter" idx="5"/>
          </p:nvPr>
        </p:nvSpPr>
        <p:spPr bwMode="auto">
          <a:xfrm>
            <a:off x="3927481" y="8758883"/>
            <a:ext cx="3005138" cy="459741"/>
          </a:xfrm>
          <a:prstGeom prst="rect">
            <a:avLst/>
          </a:prstGeom>
          <a:noFill/>
          <a:ln w="9525">
            <a:noFill/>
            <a:miter lim="800000"/>
            <a:headEnd/>
            <a:tailEnd/>
          </a:ln>
        </p:spPr>
        <p:txBody>
          <a:bodyPr vert="horz" wrap="square" lIns="91564" tIns="45781" rIns="91564" bIns="45781" numCol="1" anchor="b" anchorCtr="0" compatLnSpc="1">
            <a:prstTxWarp prst="textNoShape">
              <a:avLst/>
            </a:prstTxWarp>
          </a:bodyPr>
          <a:lstStyle>
            <a:lvl1pPr algn="r" defTabSz="912925">
              <a:defRPr sz="1300">
                <a:latin typeface="Arial" charset="0"/>
              </a:defRPr>
            </a:lvl1pPr>
          </a:lstStyle>
          <a:p>
            <a:pPr>
              <a:defRPr/>
            </a:pPr>
            <a:fld id="{993BEEDA-D9FC-4A9F-BB3F-83B0CB940930}" type="slidenum">
              <a:rPr lang="en-US"/>
              <a:pPr>
                <a:defRPr/>
              </a:pPr>
              <a:t>‹#›</a:t>
            </a:fld>
            <a:endParaRPr lang="en-US" dirty="0"/>
          </a:p>
        </p:txBody>
      </p:sp>
    </p:spTree>
    <p:extLst>
      <p:ext uri="{BB962C8B-B14F-4D97-AF65-F5344CB8AC3E}">
        <p14:creationId xmlns:p14="http://schemas.microsoft.com/office/powerpoint/2010/main" val="192646559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300" kern="1200">
        <a:solidFill>
          <a:schemeClr val="tx1"/>
        </a:solidFill>
        <a:latin typeface="Arial" charset="0"/>
        <a:ea typeface="+mn-ea"/>
        <a:cs typeface="+mn-cs"/>
      </a:defRPr>
    </a:lvl1pPr>
    <a:lvl2pPr marL="507526" algn="l" rtl="0" eaLnBrk="0" fontAlgn="base" hangingPunct="0">
      <a:spcBef>
        <a:spcPct val="30000"/>
      </a:spcBef>
      <a:spcAft>
        <a:spcPct val="0"/>
      </a:spcAft>
      <a:defRPr sz="1300" kern="1200">
        <a:solidFill>
          <a:schemeClr val="tx1"/>
        </a:solidFill>
        <a:latin typeface="Arial" charset="0"/>
        <a:ea typeface="+mn-ea"/>
        <a:cs typeface="+mn-cs"/>
      </a:defRPr>
    </a:lvl2pPr>
    <a:lvl3pPr marL="1016818" algn="l" rtl="0" eaLnBrk="0" fontAlgn="base" hangingPunct="0">
      <a:spcBef>
        <a:spcPct val="30000"/>
      </a:spcBef>
      <a:spcAft>
        <a:spcPct val="0"/>
      </a:spcAft>
      <a:defRPr sz="1300" kern="1200">
        <a:solidFill>
          <a:schemeClr val="tx1"/>
        </a:solidFill>
        <a:latin typeface="Arial" charset="0"/>
        <a:ea typeface="+mn-ea"/>
        <a:cs typeface="+mn-cs"/>
      </a:defRPr>
    </a:lvl3pPr>
    <a:lvl4pPr marL="1526111" algn="l" rtl="0" eaLnBrk="0" fontAlgn="base" hangingPunct="0">
      <a:spcBef>
        <a:spcPct val="30000"/>
      </a:spcBef>
      <a:spcAft>
        <a:spcPct val="0"/>
      </a:spcAft>
      <a:defRPr sz="1300" kern="1200">
        <a:solidFill>
          <a:schemeClr val="tx1"/>
        </a:solidFill>
        <a:latin typeface="Arial" charset="0"/>
        <a:ea typeface="+mn-ea"/>
        <a:cs typeface="+mn-cs"/>
      </a:defRPr>
    </a:lvl4pPr>
    <a:lvl5pPr marL="2035405" algn="l" rtl="0" eaLnBrk="0" fontAlgn="base" hangingPunct="0">
      <a:spcBef>
        <a:spcPct val="30000"/>
      </a:spcBef>
      <a:spcAft>
        <a:spcPct val="0"/>
      </a:spcAft>
      <a:defRPr sz="1300" kern="1200">
        <a:solidFill>
          <a:schemeClr val="tx1"/>
        </a:solidFill>
        <a:latin typeface="Arial" charset="0"/>
        <a:ea typeface="+mn-ea"/>
        <a:cs typeface="+mn-cs"/>
      </a:defRPr>
    </a:lvl5pPr>
    <a:lvl6pPr marL="2546180" algn="l" defTabSz="1018472" rtl="0" eaLnBrk="1" latinLnBrk="0" hangingPunct="1">
      <a:defRPr sz="1300" kern="1200">
        <a:solidFill>
          <a:schemeClr val="tx1"/>
        </a:solidFill>
        <a:latin typeface="+mn-lt"/>
        <a:ea typeface="+mn-ea"/>
        <a:cs typeface="+mn-cs"/>
      </a:defRPr>
    </a:lvl6pPr>
    <a:lvl7pPr marL="3055417" algn="l" defTabSz="1018472" rtl="0" eaLnBrk="1" latinLnBrk="0" hangingPunct="1">
      <a:defRPr sz="1300" kern="1200">
        <a:solidFill>
          <a:schemeClr val="tx1"/>
        </a:solidFill>
        <a:latin typeface="+mn-lt"/>
        <a:ea typeface="+mn-ea"/>
        <a:cs typeface="+mn-cs"/>
      </a:defRPr>
    </a:lvl7pPr>
    <a:lvl8pPr marL="3564653" algn="l" defTabSz="1018472" rtl="0" eaLnBrk="1" latinLnBrk="0" hangingPunct="1">
      <a:defRPr sz="1300" kern="1200">
        <a:solidFill>
          <a:schemeClr val="tx1"/>
        </a:solidFill>
        <a:latin typeface="+mn-lt"/>
        <a:ea typeface="+mn-ea"/>
        <a:cs typeface="+mn-cs"/>
      </a:defRPr>
    </a:lvl8pPr>
    <a:lvl9pPr marL="4073887" algn="l" defTabSz="1018472" rtl="0" eaLnBrk="1" latinLnBrk="0" hangingPunct="1">
      <a:defRPr sz="1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Slide Image Placeholder 1"/>
          <p:cNvSpPr>
            <a:spLocks noGrp="1" noRot="1" noChangeAspect="1"/>
          </p:cNvSpPr>
          <p:nvPr>
            <p:ph type="sldImg"/>
          </p:nvPr>
        </p:nvSpPr>
        <p:spPr>
          <a:xfrm>
            <a:off x="1230313" y="692150"/>
            <a:ext cx="4473575" cy="3457575"/>
          </a:xfrm>
          <a:ln/>
        </p:spPr>
      </p:sp>
      <p:sp>
        <p:nvSpPr>
          <p:cNvPr id="90114" name="Notes Placeholder 2"/>
          <p:cNvSpPr>
            <a:spLocks noGrp="1"/>
          </p:cNvSpPr>
          <p:nvPr>
            <p:ph type="body" idx="1"/>
          </p:nvPr>
        </p:nvSpPr>
        <p:spPr>
          <a:noFill/>
          <a:ln/>
        </p:spPr>
        <p:txBody>
          <a:bodyPr/>
          <a:lstStyle/>
          <a:p>
            <a:pPr eaLnBrk="1" hangingPunct="1"/>
            <a:endParaRPr lang="en-US" dirty="0" smtClean="0"/>
          </a:p>
        </p:txBody>
      </p:sp>
      <p:sp>
        <p:nvSpPr>
          <p:cNvPr id="90115" name="Slide Number Placeholder 3"/>
          <p:cNvSpPr>
            <a:spLocks noGrp="1"/>
          </p:cNvSpPr>
          <p:nvPr>
            <p:ph type="sldNum" sz="quarter" idx="5"/>
          </p:nvPr>
        </p:nvSpPr>
        <p:spPr>
          <a:noFill/>
        </p:spPr>
        <p:txBody>
          <a:bodyPr/>
          <a:lstStyle/>
          <a:p>
            <a:pPr defTabSz="911348"/>
            <a:fld id="{1FE077EC-684A-4FD9-A6C3-9AE90D8B81D6}" type="slidenum">
              <a:rPr lang="en-US" smtClean="0"/>
              <a:pPr defTabSz="911348"/>
              <a:t>1</a:t>
            </a:fld>
            <a:endParaRPr lang="en-US" dirty="0" smtClean="0"/>
          </a:p>
        </p:txBody>
      </p:sp>
    </p:spTree>
    <p:extLst>
      <p:ext uri="{BB962C8B-B14F-4D97-AF65-F5344CB8AC3E}">
        <p14:creationId xmlns:p14="http://schemas.microsoft.com/office/powerpoint/2010/main" val="36175478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35" indent="0" algn="ctr">
              <a:buNone/>
              <a:defRPr/>
            </a:lvl2pPr>
            <a:lvl3pPr marL="1018472" indent="0" algn="ctr">
              <a:buNone/>
              <a:defRPr/>
            </a:lvl3pPr>
            <a:lvl4pPr marL="1527709" indent="0" algn="ctr">
              <a:buNone/>
              <a:defRPr/>
            </a:lvl4pPr>
            <a:lvl5pPr marL="2036945" indent="0" algn="ctr">
              <a:buNone/>
              <a:defRPr/>
            </a:lvl5pPr>
            <a:lvl6pPr marL="2546180" indent="0" algn="ctr">
              <a:buNone/>
              <a:defRPr/>
            </a:lvl6pPr>
            <a:lvl7pPr marL="3055417" indent="0" algn="ctr">
              <a:buNone/>
              <a:defRPr/>
            </a:lvl7pPr>
            <a:lvl8pPr marL="3564653" indent="0" algn="ctr">
              <a:buNone/>
              <a:defRPr/>
            </a:lvl8pPr>
            <a:lvl9pPr marL="4073887" indent="0" algn="ctr">
              <a:buNone/>
              <a:defRPr/>
            </a:lvl9pPr>
          </a:lstStyle>
          <a:p>
            <a:r>
              <a:rPr lang="en-US" smtClean="0"/>
              <a:t>Click to edit Master subtitle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3"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3088" indent="-234895">
              <a:defRPr sz="1200">
                <a:latin typeface="+mn-lt"/>
              </a:defRPr>
            </a:lvl4pPr>
            <a:lvl5pPr marL="1025285" indent="-222198">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1"/>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1"/>
            <a:ext cx="8549640" cy="1700212"/>
          </a:xfrm>
        </p:spPr>
        <p:txBody>
          <a:bodyPr anchor="b"/>
          <a:lstStyle>
            <a:lvl1pPr marL="0" indent="0">
              <a:buNone/>
              <a:defRPr sz="2200"/>
            </a:lvl1pPr>
            <a:lvl2pPr marL="509235" indent="0">
              <a:buNone/>
              <a:defRPr sz="2000"/>
            </a:lvl2pPr>
            <a:lvl3pPr marL="1018472" indent="0">
              <a:buNone/>
              <a:defRPr sz="1800"/>
            </a:lvl3pPr>
            <a:lvl4pPr marL="1527709" indent="0">
              <a:buNone/>
              <a:defRPr sz="1600"/>
            </a:lvl4pPr>
            <a:lvl5pPr marL="2036945" indent="0">
              <a:buNone/>
              <a:defRPr sz="1600"/>
            </a:lvl5pPr>
            <a:lvl6pPr marL="2546180" indent="0">
              <a:buNone/>
              <a:defRPr sz="1600"/>
            </a:lvl6pPr>
            <a:lvl7pPr marL="3055417" indent="0">
              <a:buNone/>
              <a:defRPr sz="1600"/>
            </a:lvl7pPr>
            <a:lvl8pPr marL="3564653" indent="0">
              <a:buNone/>
              <a:defRPr sz="1600"/>
            </a:lvl8pPr>
            <a:lvl9pPr marL="4073887" indent="0">
              <a:buNone/>
              <a:defRPr sz="16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78"/>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78"/>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lIns="91418" tIns="45710" rIns="91418" bIns="45710"/>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92" indent="0" algn="ctr">
              <a:buNone/>
              <a:defRPr/>
            </a:lvl2pPr>
            <a:lvl3pPr marL="1018586" indent="0" algn="ctr">
              <a:buNone/>
              <a:defRPr/>
            </a:lvl3pPr>
            <a:lvl4pPr marL="1527879" indent="0" algn="ctr">
              <a:buNone/>
              <a:defRPr/>
            </a:lvl4pPr>
            <a:lvl5pPr marL="2037173" indent="0" algn="ctr">
              <a:buNone/>
              <a:defRPr/>
            </a:lvl5pPr>
            <a:lvl6pPr marL="2546466" indent="0" algn="ctr">
              <a:buNone/>
              <a:defRPr/>
            </a:lvl6pPr>
            <a:lvl7pPr marL="3055758" indent="0" algn="ctr">
              <a:buNone/>
              <a:defRPr/>
            </a:lvl7pPr>
            <a:lvl8pPr marL="3565052" indent="0" algn="ctr">
              <a:buNone/>
              <a:defRPr/>
            </a:lvl8pPr>
            <a:lvl9pPr marL="4074344" indent="0" algn="ctr">
              <a:buNone/>
              <a:defRPr/>
            </a:lvl9pPr>
          </a:lstStyle>
          <a:p>
            <a:r>
              <a:rPr lang="en-US" smtClean="0"/>
              <a:t>Click to edit Master subtitle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lIns="91418" tIns="45710" rIns="91418" bIns="45710"/>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306195" y="43183"/>
            <a:ext cx="8574088" cy="609918"/>
          </a:xfrm>
          <a:prstGeom prst="rect">
            <a:avLst/>
          </a:prstGeom>
        </p:spPr>
        <p:txBody>
          <a:bodyPr lIns="91418" tIns="45710" rIns="91418" bIns="45710"/>
          <a:lstStyle/>
          <a:p>
            <a:r>
              <a:rPr lang="en-US" dirty="0" smtClean="0"/>
              <a:t>Click to edit Master title style</a:t>
            </a:r>
            <a:endParaRPr lang="en-US" dirty="0"/>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a:prstGeom prst="rect">
            <a:avLst/>
          </a:prstGeom>
        </p:spPr>
        <p:txBody>
          <a:bodyPr lIns="101847" tIns="50923" rIns="101847" bIns="50923"/>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a:prstGeom prst="rect">
            <a:avLst/>
          </a:prstGeom>
        </p:spPr>
        <p:txBody>
          <a:bodyPr lIns="101847" tIns="50923" rIns="101847" bIns="50923"/>
          <a:lstStyle>
            <a:lvl1pPr marL="0" indent="0" algn="ctr">
              <a:buNone/>
              <a:defRPr/>
            </a:lvl1pPr>
            <a:lvl2pPr marL="509235" indent="0" algn="ctr">
              <a:buNone/>
              <a:defRPr/>
            </a:lvl2pPr>
            <a:lvl3pPr marL="1018472" indent="0" algn="ctr">
              <a:buNone/>
              <a:defRPr/>
            </a:lvl3pPr>
            <a:lvl4pPr marL="1527709" indent="0" algn="ctr">
              <a:buNone/>
              <a:defRPr/>
            </a:lvl4pPr>
            <a:lvl5pPr marL="2036945" indent="0" algn="ctr">
              <a:buNone/>
              <a:defRPr/>
            </a:lvl5pPr>
            <a:lvl6pPr marL="2546180" indent="0" algn="ctr">
              <a:buNone/>
              <a:defRPr/>
            </a:lvl6pPr>
            <a:lvl7pPr marL="3055417" indent="0" algn="ctr">
              <a:buNone/>
              <a:defRPr/>
            </a:lvl7pPr>
            <a:lvl8pPr marL="3564653" indent="0" algn="ctr">
              <a:buNone/>
              <a:defRPr/>
            </a:lvl8pPr>
            <a:lvl9pPr marL="4073887" indent="0" algn="ctr">
              <a:buNone/>
              <a:defRPr/>
            </a:lvl9pPr>
          </a:lstStyle>
          <a:p>
            <a:r>
              <a:rPr lang="en-US" smtClean="0"/>
              <a:t>Click to edit Master subtitle style</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lIns="101858" tIns="50929" rIns="101858" bIns="50929"/>
          <a:lstStyle/>
          <a:p>
            <a:r>
              <a:rPr lang="en-US"/>
              <a:t>Click to edit Master title style</a:t>
            </a:r>
          </a:p>
        </p:txBody>
      </p:sp>
      <p:sp>
        <p:nvSpPr>
          <p:cNvPr id="3" name="Subtitle 2"/>
          <p:cNvSpPr>
            <a:spLocks noGrp="1"/>
          </p:cNvSpPr>
          <p:nvPr>
            <p:ph type="subTitle" idx="1"/>
          </p:nvPr>
        </p:nvSpPr>
        <p:spPr>
          <a:xfrm>
            <a:off x="1508760" y="4404360"/>
            <a:ext cx="7040880" cy="1986280"/>
          </a:xfrm>
          <a:prstGeom prst="rect">
            <a:avLst/>
          </a:prstGeom>
        </p:spPr>
        <p:txBody>
          <a:bodyPr lIns="101858" tIns="50929" rIns="101858" bIns="50929"/>
          <a:lstStyle>
            <a:lvl1pPr marL="0" indent="0" algn="ctr">
              <a:buNone/>
              <a:defRPr/>
            </a:lvl1pPr>
            <a:lvl2pPr marL="509292" indent="0" algn="ctr">
              <a:buNone/>
              <a:defRPr/>
            </a:lvl2pPr>
            <a:lvl3pPr marL="1018586" indent="0" algn="ctr">
              <a:buNone/>
              <a:defRPr/>
            </a:lvl3pPr>
            <a:lvl4pPr marL="1527879" indent="0" algn="ctr">
              <a:buNone/>
              <a:defRPr/>
            </a:lvl4pPr>
            <a:lvl5pPr marL="2037173" indent="0" algn="ctr">
              <a:buNone/>
              <a:defRPr/>
            </a:lvl5pPr>
            <a:lvl6pPr marL="2546466" indent="0" algn="ctr">
              <a:buNone/>
              <a:defRPr/>
            </a:lvl6pPr>
            <a:lvl7pPr marL="3055758" indent="0" algn="ctr">
              <a:buNone/>
              <a:defRPr/>
            </a:lvl7pPr>
            <a:lvl8pPr marL="3565052" indent="0" algn="ctr">
              <a:buNone/>
              <a:defRPr/>
            </a:lvl8pPr>
            <a:lvl9pPr marL="4074344" indent="0" algn="ctr">
              <a:buNone/>
              <a:defRPr/>
            </a:lvl9pPr>
          </a:lstStyle>
          <a:p>
            <a:r>
              <a:rPr lang="en-US"/>
              <a:t>Click to edit Master subtitle style</a:t>
            </a:r>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06195" y="176176"/>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91627" y="6521118"/>
            <a:ext cx="9454198" cy="915732"/>
          </a:xfrm>
          <a:prstGeom prst="rect">
            <a:avLst/>
          </a:prstGeom>
        </p:spPr>
        <p:txBody>
          <a:bodyPr lIns="91418" tIns="45710" rIns="91418" bIns="45710"/>
          <a:lstStyle/>
          <a:p>
            <a:r>
              <a:rPr lang="en-US" smtClean="0"/>
              <a:t>Click to edit Master title style</a:t>
            </a:r>
            <a:endParaRPr lang="en-US"/>
          </a:p>
        </p:txBody>
      </p:sp>
      <p:sp>
        <p:nvSpPr>
          <p:cNvPr id="3" name="Content Placeholder 2"/>
          <p:cNvSpPr>
            <a:spLocks noGrp="1"/>
          </p:cNvSpPr>
          <p:nvPr>
            <p:ph idx="1"/>
          </p:nvPr>
        </p:nvSpPr>
        <p:spPr>
          <a:xfrm>
            <a:off x="502920" y="1813563"/>
            <a:ext cx="9052560" cy="5129425"/>
          </a:xfrm>
          <a:prstGeom prst="rect">
            <a:avLst/>
          </a:prstGeom>
        </p:spPr>
        <p:txBody>
          <a:bodyPr lIns="101858" tIns="50929" rIns="101858" bIns="50929"/>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3" y="179917"/>
            <a:ext cx="6806130" cy="677966"/>
          </a:xfrm>
          <a:prstGeom prst="rect">
            <a:avLst/>
          </a:prstGeo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95" indent="0" algn="ctr">
              <a:buNone/>
              <a:defRPr/>
            </a:lvl2pPr>
            <a:lvl3pPr marL="1018592" indent="0" algn="ctr">
              <a:buNone/>
              <a:defRPr/>
            </a:lvl3pPr>
            <a:lvl4pPr marL="1527887" indent="0" algn="ctr">
              <a:buNone/>
              <a:defRPr/>
            </a:lvl4pPr>
            <a:lvl5pPr marL="2037183" indent="0" algn="ctr">
              <a:buNone/>
              <a:defRPr/>
            </a:lvl5pPr>
            <a:lvl6pPr marL="2546478" indent="0" algn="ctr">
              <a:buNone/>
              <a:defRPr/>
            </a:lvl6pPr>
            <a:lvl7pPr marL="3055774" indent="0" algn="ctr">
              <a:buNone/>
              <a:defRPr/>
            </a:lvl7pPr>
            <a:lvl8pPr marL="3565070" indent="0" algn="ctr">
              <a:buNone/>
              <a:defRPr/>
            </a:lvl8pPr>
            <a:lvl9pPr marL="4074364"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117642391"/>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2"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3181" indent="-234922">
              <a:defRPr sz="1200">
                <a:latin typeface="+mn-lt"/>
              </a:defRPr>
            </a:lvl4pPr>
            <a:lvl5pPr marL="1025405" indent="-222224">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3859887"/>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0"/>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0"/>
            <a:ext cx="8549640" cy="1700212"/>
          </a:xfrm>
        </p:spPr>
        <p:txBody>
          <a:bodyPr anchor="b"/>
          <a:lstStyle>
            <a:lvl1pPr marL="0" indent="0">
              <a:buNone/>
              <a:defRPr sz="2200"/>
            </a:lvl1pPr>
            <a:lvl2pPr marL="509295" indent="0">
              <a:buNone/>
              <a:defRPr sz="2000"/>
            </a:lvl2pPr>
            <a:lvl3pPr marL="1018592" indent="0">
              <a:buNone/>
              <a:defRPr sz="1800"/>
            </a:lvl3pPr>
            <a:lvl4pPr marL="1527887" indent="0">
              <a:buNone/>
              <a:defRPr sz="1600"/>
            </a:lvl4pPr>
            <a:lvl5pPr marL="2037183" indent="0">
              <a:buNone/>
              <a:defRPr sz="1600"/>
            </a:lvl5pPr>
            <a:lvl6pPr marL="2546478" indent="0">
              <a:buNone/>
              <a:defRPr sz="1600"/>
            </a:lvl6pPr>
            <a:lvl7pPr marL="3055774" indent="0">
              <a:buNone/>
              <a:defRPr sz="1600"/>
            </a:lvl7pPr>
            <a:lvl8pPr marL="3565070" indent="0">
              <a:buNone/>
              <a:defRPr sz="1600"/>
            </a:lvl8pPr>
            <a:lvl9pPr marL="4074364" indent="0">
              <a:buNone/>
              <a:defRPr sz="1600"/>
            </a:lvl9pPr>
          </a:lstStyle>
          <a:p>
            <a:pPr lvl="0"/>
            <a:r>
              <a:rPr lang="en-US" smtClean="0"/>
              <a:t>Click to edit Master text styles</a:t>
            </a:r>
          </a:p>
        </p:txBody>
      </p:sp>
    </p:spTree>
    <p:extLst>
      <p:ext uri="{BB962C8B-B14F-4D97-AF65-F5344CB8AC3E}">
        <p14:creationId xmlns:p14="http://schemas.microsoft.com/office/powerpoint/2010/main" val="42754838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77"/>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77"/>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261345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81207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8463" indent="0" algn="ctr">
              <a:buNone/>
              <a:defRPr/>
            </a:lvl2pPr>
            <a:lvl3pPr marL="1016925" indent="0" algn="ctr">
              <a:buNone/>
              <a:defRPr/>
            </a:lvl3pPr>
            <a:lvl4pPr marL="1525388" indent="0" algn="ctr">
              <a:buNone/>
              <a:defRPr/>
            </a:lvl4pPr>
            <a:lvl5pPr marL="2033851" indent="0" algn="ctr">
              <a:buNone/>
              <a:defRPr/>
            </a:lvl5pPr>
            <a:lvl6pPr marL="2542312" indent="0" algn="ctr">
              <a:buNone/>
              <a:defRPr/>
            </a:lvl6pPr>
            <a:lvl7pPr marL="3050775" indent="0" algn="ctr">
              <a:buNone/>
              <a:defRPr/>
            </a:lvl7pPr>
            <a:lvl8pPr marL="3559239" indent="0" algn="ctr">
              <a:buNone/>
              <a:defRPr/>
            </a:lvl8pPr>
            <a:lvl9pPr marL="4067698"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58022865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1869" indent="-234537">
              <a:defRPr sz="1200">
                <a:latin typeface="+mn-lt"/>
              </a:defRPr>
            </a:lvl4pPr>
            <a:lvl5pPr marL="1023730" indent="-221860">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4251155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505"/>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200"/>
            </a:lvl1pPr>
            <a:lvl2pPr marL="508463" indent="0">
              <a:buNone/>
              <a:defRPr sz="2000"/>
            </a:lvl2pPr>
            <a:lvl3pPr marL="1016925" indent="0">
              <a:buNone/>
              <a:defRPr sz="1800"/>
            </a:lvl3pPr>
            <a:lvl4pPr marL="1525388" indent="0">
              <a:buNone/>
              <a:defRPr sz="1600"/>
            </a:lvl4pPr>
            <a:lvl5pPr marL="2033851" indent="0">
              <a:buNone/>
              <a:defRPr sz="1600"/>
            </a:lvl5pPr>
            <a:lvl6pPr marL="2542312" indent="0">
              <a:buNone/>
              <a:defRPr sz="1600"/>
            </a:lvl6pPr>
            <a:lvl7pPr marL="3050775" indent="0">
              <a:buNone/>
              <a:defRPr sz="1600"/>
            </a:lvl7pPr>
            <a:lvl8pPr marL="3559239" indent="0">
              <a:buNone/>
              <a:defRPr sz="1600"/>
            </a:lvl8pPr>
            <a:lvl9pPr marL="4067698" indent="0">
              <a:buNone/>
              <a:defRPr sz="1600"/>
            </a:lvl9pPr>
          </a:lstStyle>
          <a:p>
            <a:pPr lvl="0"/>
            <a:r>
              <a:rPr lang="en-US" smtClean="0"/>
              <a:t>Click to edit Master text styles</a:t>
            </a:r>
          </a:p>
        </p:txBody>
      </p:sp>
    </p:spTree>
    <p:extLst>
      <p:ext uri="{BB962C8B-B14F-4D97-AF65-F5344CB8AC3E}">
        <p14:creationId xmlns:p14="http://schemas.microsoft.com/office/powerpoint/2010/main" val="403577153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92"/>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92"/>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11614108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902559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9.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4.xml"/><Relationship Id="rId1" Type="http://schemas.openxmlformats.org/officeDocument/2006/relationships/slideLayout" Target="../slideLayouts/slideLayout10.xml"/><Relationship Id="rId5" Type="http://schemas.openxmlformats.org/officeDocument/2006/relationships/image" Target="../media/image4.gif"/><Relationship Id="rId4" Type="http://schemas.openxmlformats.org/officeDocument/2006/relationships/image" Target="../media/image3.jpeg"/></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2.xml"/><Relationship Id="rId1" Type="http://schemas.openxmlformats.org/officeDocument/2006/relationships/slideLayout" Target="../slideLayouts/slideLayout11.xml"/><Relationship Id="rId4" Type="http://schemas.openxmlformats.org/officeDocument/2006/relationships/image" Target="../media/image3.jpeg"/></Relationships>
</file>

<file path=ppt/slideMasters/_rels/slideMaster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9.xml"/><Relationship Id="rId1" Type="http://schemas.openxmlformats.org/officeDocument/2006/relationships/slideLayout" Target="../slideLayouts/slideLayout13.xml"/></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theme" Target="../theme/theme10.xml"/><Relationship Id="rId1" Type="http://schemas.openxmlformats.org/officeDocument/2006/relationships/slideLayout" Target="../slideLayouts/slideLayout14.xml"/></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1.xml"/><Relationship Id="rId1" Type="http://schemas.openxmlformats.org/officeDocument/2006/relationships/slideLayout" Target="../slideLayouts/slideLayout15.xml"/></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5.jpeg"/><Relationship Id="rId1" Type="http://schemas.openxmlformats.org/officeDocument/2006/relationships/theme" Target="../theme/theme12.xml"/></Relationships>
</file>

<file path=ppt/slideMasters/_rels/slideMaster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theme" Target="../theme/theme13.xml"/><Relationship Id="rId4" Type="http://schemas.openxmlformats.org/officeDocument/2006/relationships/image" Target="../media/image4.gif"/></Relationships>
</file>

<file path=ppt/slideMasters/_rels/slideMaster14.xml.rels><?xml version="1.0" encoding="UTF-8" standalone="yes"?>
<Relationships xmlns="http://schemas.openxmlformats.org/package/2006/relationships"><Relationship Id="rId3" Type="http://schemas.openxmlformats.org/officeDocument/2006/relationships/slideLayout" Target="../slideLayouts/slideLayout18.xml"/><Relationship Id="rId7" Type="http://schemas.openxmlformats.org/officeDocument/2006/relationships/image" Target="../media/image1.png"/><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theme" Target="../theme/theme14.xml"/><Relationship Id="rId5" Type="http://schemas.openxmlformats.org/officeDocument/2006/relationships/slideLayout" Target="../slideLayouts/slideLayout20.xml"/><Relationship Id="rId4" Type="http://schemas.openxmlformats.org/officeDocument/2006/relationships/slideLayout" Target="../slideLayouts/slideLayout19.xml"/></Relationships>
</file>

<file path=ppt/slideMasters/_rels/slideMaster15.xml.rels><?xml version="1.0" encoding="UTF-8" standalone="yes"?>
<Relationships xmlns="http://schemas.openxmlformats.org/package/2006/relationships"><Relationship Id="rId3" Type="http://schemas.openxmlformats.org/officeDocument/2006/relationships/slideLayout" Target="../slideLayouts/slideLayout23.xml"/><Relationship Id="rId7" Type="http://schemas.openxmlformats.org/officeDocument/2006/relationships/image" Target="../media/image1.png"/><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theme" Target="../theme/theme15.xml"/><Relationship Id="rId5" Type="http://schemas.openxmlformats.org/officeDocument/2006/relationships/slideLayout" Target="../slideLayouts/slideLayout25.xml"/><Relationship Id="rId4"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70" r:id="rId1"/>
    <p:sldLayoutId id="2147483669" r:id="rId2"/>
    <p:sldLayoutId id="2147483668" r:id="rId3"/>
    <p:sldLayoutId id="2147483667" r:id="rId4"/>
    <p:sldLayoutId id="2147483664"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35" algn="r" rtl="0" fontAlgn="base">
        <a:spcBef>
          <a:spcPct val="0"/>
        </a:spcBef>
        <a:spcAft>
          <a:spcPct val="0"/>
        </a:spcAft>
        <a:defRPr sz="1900">
          <a:solidFill>
            <a:schemeClr val="bg1"/>
          </a:solidFill>
          <a:latin typeface="Calisto MT" pitchFamily="18" charset="0"/>
        </a:defRPr>
      </a:lvl6pPr>
      <a:lvl7pPr marL="1018472" algn="r" rtl="0" fontAlgn="base">
        <a:spcBef>
          <a:spcPct val="0"/>
        </a:spcBef>
        <a:spcAft>
          <a:spcPct val="0"/>
        </a:spcAft>
        <a:defRPr sz="1900">
          <a:solidFill>
            <a:schemeClr val="bg1"/>
          </a:solidFill>
          <a:latin typeface="Calisto MT" pitchFamily="18" charset="0"/>
        </a:defRPr>
      </a:lvl7pPr>
      <a:lvl8pPr marL="1527709" algn="r" rtl="0" fontAlgn="base">
        <a:spcBef>
          <a:spcPct val="0"/>
        </a:spcBef>
        <a:spcAft>
          <a:spcPct val="0"/>
        </a:spcAft>
        <a:defRPr sz="1900">
          <a:solidFill>
            <a:schemeClr val="bg1"/>
          </a:solidFill>
          <a:latin typeface="Calisto MT" pitchFamily="18" charset="0"/>
        </a:defRPr>
      </a:lvl8pPr>
      <a:lvl9pPr marL="2036945" algn="r" rtl="0" fontAlgn="base">
        <a:spcBef>
          <a:spcPct val="0"/>
        </a:spcBef>
        <a:spcAft>
          <a:spcPct val="0"/>
        </a:spcAft>
        <a:defRPr sz="1900">
          <a:solidFill>
            <a:schemeClr val="bg1"/>
          </a:solidFill>
          <a:latin typeface="Calisto MT" pitchFamily="18" charset="0"/>
        </a:defRPr>
      </a:lvl9pPr>
    </p:titleStyle>
    <p:bodyStyle>
      <a:lvl1pPr marL="187449" indent="-187449"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665" indent="-185681"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882" indent="-185681"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800798" indent="-254617" algn="l" rtl="0" fontAlgn="base">
        <a:spcBef>
          <a:spcPct val="20000"/>
        </a:spcBef>
        <a:spcAft>
          <a:spcPct val="0"/>
        </a:spcAft>
        <a:buChar char="»"/>
        <a:defRPr sz="1600">
          <a:solidFill>
            <a:schemeClr val="tx1"/>
          </a:solidFill>
          <a:latin typeface="Arial" charset="0"/>
        </a:defRPr>
      </a:lvl6pPr>
      <a:lvl7pPr marL="3310035" indent="-254617" algn="l" rtl="0" fontAlgn="base">
        <a:spcBef>
          <a:spcPct val="20000"/>
        </a:spcBef>
        <a:spcAft>
          <a:spcPct val="0"/>
        </a:spcAft>
        <a:buChar char="»"/>
        <a:defRPr sz="1600">
          <a:solidFill>
            <a:schemeClr val="tx1"/>
          </a:solidFill>
          <a:latin typeface="Arial" charset="0"/>
        </a:defRPr>
      </a:lvl7pPr>
      <a:lvl8pPr marL="3819270" indent="-254617" algn="l" rtl="0" fontAlgn="base">
        <a:spcBef>
          <a:spcPct val="20000"/>
        </a:spcBef>
        <a:spcAft>
          <a:spcPct val="0"/>
        </a:spcAft>
        <a:buChar char="»"/>
        <a:defRPr sz="1600">
          <a:solidFill>
            <a:schemeClr val="tx1"/>
          </a:solidFill>
          <a:latin typeface="Arial" charset="0"/>
        </a:defRPr>
      </a:lvl8pPr>
      <a:lvl9pPr marL="4328505" indent="-25461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2"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13314" name="Rectangle 3"/>
          <p:cNvSpPr>
            <a:spLocks noGrp="1" noChangeArrowheads="1"/>
          </p:cNvSpPr>
          <p:nvPr>
            <p:ph type="body" idx="1"/>
          </p:nvPr>
        </p:nvSpPr>
        <p:spPr bwMode="auto">
          <a:xfrm>
            <a:off x="2387124" y="1829756"/>
            <a:ext cx="7493158" cy="514921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555039" name="Line 31"/>
          <p:cNvSpPr>
            <a:spLocks noChangeShapeType="1"/>
          </p:cNvSpPr>
          <p:nvPr/>
        </p:nvSpPr>
        <p:spPr bwMode="auto">
          <a:xfrm>
            <a:off x="2305050" y="1887328"/>
            <a:ext cx="0" cy="5366912"/>
          </a:xfrm>
          <a:prstGeom prst="line">
            <a:avLst/>
          </a:prstGeom>
          <a:noFill/>
          <a:ln w="3175">
            <a:solidFill>
              <a:schemeClr val="accent1"/>
            </a:solidFill>
            <a:round/>
            <a:headEnd/>
            <a:tailEnd/>
          </a:ln>
          <a:effectLst/>
        </p:spPr>
        <p:txBody>
          <a:bodyPr lIns="101858" tIns="50929" rIns="101858" bIns="50929"/>
          <a:lstStyle/>
          <a:p>
            <a:pPr>
              <a:defRPr/>
            </a:pPr>
            <a:endParaRPr lang="en-US" dirty="0"/>
          </a:p>
        </p:txBody>
      </p:sp>
      <p:sp>
        <p:nvSpPr>
          <p:cNvPr id="56"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4" name="Rectangle 2"/>
          <p:cNvSpPr txBox="1">
            <a:spLocks noChangeArrowheads="1"/>
          </p:cNvSpPr>
          <p:nvPr userDrawn="1"/>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marL="0" marR="0" lvl="0" indent="0" algn="r" defTabSz="914187" rtl="0" eaLnBrk="0" fontAlgn="base" latinLnBrk="0" hangingPunct="0">
              <a:lnSpc>
                <a:spcPct val="100000"/>
              </a:lnSpc>
              <a:spcBef>
                <a:spcPct val="0"/>
              </a:spcBef>
              <a:spcAft>
                <a:spcPct val="0"/>
              </a:spcAft>
              <a:buClrTx/>
              <a:buSzTx/>
              <a:buFontTx/>
              <a:buNone/>
              <a:tabLst/>
              <a:defRPr/>
            </a:pPr>
            <a:r>
              <a:rPr kumimoji="0" lang="en-US" sz="1400" b="1" i="0" u="none" strike="noStrike" kern="0" cap="none" spc="0" normalizeH="0" baseline="0" noProof="0" dirty="0" smtClean="0">
                <a:ln>
                  <a:noFill/>
                </a:ln>
                <a:solidFill>
                  <a:schemeClr val="bg1"/>
                </a:solidFill>
                <a:effectLst/>
                <a:uLnTx/>
                <a:uFillTx/>
                <a:latin typeface="+mj-lt"/>
                <a:ea typeface="+mj-ea"/>
                <a:cs typeface="+mj-cs"/>
              </a:rPr>
              <a:t>Click to edit Master title style</a:t>
            </a:r>
          </a:p>
        </p:txBody>
      </p:sp>
      <p:pic>
        <p:nvPicPr>
          <p:cNvPr id="37" name="Picture 20" descr="Cello_LOGO_Horizontal_Short.png"/>
          <p:cNvPicPr>
            <a:picLocks noChangeAspect="1"/>
          </p:cNvPicPr>
          <p:nvPr userDrawn="1"/>
        </p:nvPicPr>
        <p:blipFill>
          <a:blip r:embed="rId5" cstate="print"/>
          <a:srcRect/>
          <a:stretch>
            <a:fillRect/>
          </a:stretch>
        </p:blipFill>
        <p:spPr bwMode="auto">
          <a:xfrm>
            <a:off x="308121" y="322236"/>
            <a:ext cx="2416810" cy="451590"/>
          </a:xfrm>
          <a:prstGeom prst="rect">
            <a:avLst/>
          </a:prstGeom>
          <a:noFill/>
          <a:ln w="9525">
            <a:noFill/>
            <a:miter lim="800000"/>
            <a:headEnd/>
            <a:tailEnd/>
          </a:ln>
        </p:spPr>
      </p:pic>
      <p:sp>
        <p:nvSpPr>
          <p:cNvPr id="39"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40" name="Straight Connector 39"/>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81" r:id="rId1"/>
    <p:sldLayoutId id="2147483680" r:id="rId2"/>
    <p:sldLayoutId id="2147483676" r:id="rId3"/>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l" rtl="0" eaLnBrk="0" fontAlgn="base" hangingPunct="0">
        <a:spcBef>
          <a:spcPct val="110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2340501" y="1168402"/>
            <a:ext cx="7539782" cy="581342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p:txBody>
      </p:sp>
      <p:sp>
        <p:nvSpPr>
          <p:cNvPr id="668703" name="Line 31"/>
          <p:cNvSpPr>
            <a:spLocks noChangeShapeType="1"/>
          </p:cNvSpPr>
          <p:nvPr/>
        </p:nvSpPr>
        <p:spPr bwMode="auto">
          <a:xfrm>
            <a:off x="2302546" y="1265239"/>
            <a:ext cx="0" cy="5968682"/>
          </a:xfrm>
          <a:prstGeom prst="line">
            <a:avLst/>
          </a:prstGeom>
          <a:noFill/>
          <a:ln w="3175">
            <a:solidFill>
              <a:schemeClr val="accent1"/>
            </a:solidFill>
            <a:round/>
            <a:headEnd/>
            <a:tailEnd/>
          </a:ln>
          <a:effectLst/>
        </p:spPr>
        <p:txBody>
          <a:bodyPr lIns="101858" tIns="50929" rIns="101858" bIns="50929"/>
          <a:lstStyle/>
          <a:p>
            <a:pPr>
              <a:defRPr/>
            </a:pPr>
            <a:endParaRPr lang="en-US" dirty="0"/>
          </a:p>
        </p:txBody>
      </p:sp>
      <p:sp>
        <p:nvSpPr>
          <p:cNvPr id="22"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4"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50" name="Picture 20" descr="Cello_LOGO_Horizontal_Short.png"/>
          <p:cNvPicPr>
            <a:picLocks noChangeAspect="1"/>
          </p:cNvPicPr>
          <p:nvPr userDrawn="1"/>
        </p:nvPicPr>
        <p:blipFill>
          <a:blip r:embed="rId3" cstate="print"/>
          <a:srcRect/>
          <a:stretch>
            <a:fillRect/>
          </a:stretch>
        </p:blipFill>
        <p:spPr bwMode="auto">
          <a:xfrm>
            <a:off x="308121" y="322236"/>
            <a:ext cx="2416810" cy="451590"/>
          </a:xfrm>
          <a:prstGeom prst="rect">
            <a:avLst/>
          </a:prstGeom>
          <a:noFill/>
          <a:ln w="9525">
            <a:noFill/>
            <a:miter lim="800000"/>
            <a:headEnd/>
            <a:tailEnd/>
          </a:ln>
        </p:spPr>
      </p:pic>
      <p:sp>
        <p:nvSpPr>
          <p:cNvPr id="21"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91"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7918" name="Picture 30" descr="Cello_CoverDesigns_Cellobluestrip-01"/>
          <p:cNvPicPr>
            <a:picLocks noChangeAspect="1" noChangeArrowheads="1"/>
          </p:cNvPicPr>
          <p:nvPr userDrawn="1"/>
        </p:nvPicPr>
        <p:blipFill>
          <a:blip r:embed="rId3" cstate="print"/>
          <a:srcRect b="3510"/>
          <a:stretch>
            <a:fillRect/>
          </a:stretch>
        </p:blipFill>
        <p:spPr bwMode="auto">
          <a:xfrm>
            <a:off x="228600" y="4769594"/>
            <a:ext cx="9601200" cy="482500"/>
          </a:xfrm>
          <a:prstGeom prst="rect">
            <a:avLst/>
          </a:prstGeom>
          <a:noFill/>
        </p:spPr>
      </p:pic>
      <p:pic>
        <p:nvPicPr>
          <p:cNvPr id="37892" name="Picture 33" descr="Cello_CoverDesigns_FINAL_2-02"/>
          <p:cNvPicPr>
            <a:picLocks noChangeAspect="1" noChangeArrowheads="1"/>
          </p:cNvPicPr>
          <p:nvPr/>
        </p:nvPicPr>
        <p:blipFill>
          <a:blip r:embed="rId4" cstate="print"/>
          <a:srcRect b="13019"/>
          <a:stretch>
            <a:fillRect/>
          </a:stretch>
        </p:blipFill>
        <p:spPr bwMode="auto">
          <a:xfrm>
            <a:off x="228600" y="889638"/>
            <a:ext cx="9601200" cy="3853742"/>
          </a:xfrm>
          <a:prstGeom prst="rect">
            <a:avLst/>
          </a:prstGeom>
          <a:noFill/>
          <a:ln w="9525">
            <a:noFill/>
            <a:miter lim="800000"/>
            <a:headEnd/>
            <a:tailEnd/>
          </a:ln>
        </p:spPr>
      </p:pic>
      <p:grpSp>
        <p:nvGrpSpPr>
          <p:cNvPr id="37897"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0" name="Rectangle 29"/>
          <p:cNvSpPr/>
          <p:nvPr userDrawn="1"/>
        </p:nvSpPr>
        <p:spPr>
          <a:xfrm>
            <a:off x="228600" y="228600"/>
            <a:ext cx="9601200" cy="7315200"/>
          </a:xfrm>
          <a:prstGeom prst="rect">
            <a:avLst/>
          </a:prstGeom>
          <a:noFill/>
          <a:ln>
            <a:solidFill>
              <a:srgbClr val="EFEBE4"/>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a:endParaRPr lang="en-US" dirty="0"/>
          </a:p>
        </p:txBody>
      </p:sp>
      <p:pic>
        <p:nvPicPr>
          <p:cNvPr id="39" name="Picture 38" descr="GUGG_logo_262.gif"/>
          <p:cNvPicPr>
            <a:picLocks noChangeAspect="1"/>
          </p:cNvPicPr>
          <p:nvPr userDrawn="1"/>
        </p:nvPicPr>
        <p:blipFill>
          <a:blip r:embed="rId5" cstate="print"/>
          <a:stretch>
            <a:fillRect/>
          </a:stretch>
        </p:blipFill>
        <p:spPr>
          <a:xfrm>
            <a:off x="4043680" y="468949"/>
            <a:ext cx="2072640" cy="153375"/>
          </a:xfrm>
          <a:prstGeom prst="rect">
            <a:avLst/>
          </a:prstGeom>
        </p:spPr>
      </p:pic>
    </p:spTree>
  </p:cSld>
  <p:clrMap bg1="lt1" tx1="dk1" bg2="lt2" tx2="dk2" accent1="accent1" accent2="accent2" accent3="accent3" accent4="accent4" accent5="accent5" accent6="accent6" hlink="hlink" folHlink="folHlink"/>
  <p:sldLayoutIdLst>
    <p:sldLayoutId id="2147483703" r:id="rId1"/>
  </p:sldLayoutIdLst>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35" algn="ctr" rtl="0" fontAlgn="base">
        <a:spcBef>
          <a:spcPct val="0"/>
        </a:spcBef>
        <a:spcAft>
          <a:spcPct val="0"/>
        </a:spcAft>
        <a:defRPr sz="4900">
          <a:solidFill>
            <a:schemeClr val="tx2"/>
          </a:solidFill>
          <a:latin typeface="Cambria" pitchFamily="18" charset="0"/>
        </a:defRPr>
      </a:lvl6pPr>
      <a:lvl7pPr marL="1018472" algn="ctr" rtl="0" fontAlgn="base">
        <a:spcBef>
          <a:spcPct val="0"/>
        </a:spcBef>
        <a:spcAft>
          <a:spcPct val="0"/>
        </a:spcAft>
        <a:defRPr sz="4900">
          <a:solidFill>
            <a:schemeClr val="tx2"/>
          </a:solidFill>
          <a:latin typeface="Cambria" pitchFamily="18" charset="0"/>
        </a:defRPr>
      </a:lvl7pPr>
      <a:lvl8pPr marL="1527709" algn="ctr" rtl="0" fontAlgn="base">
        <a:spcBef>
          <a:spcPct val="0"/>
        </a:spcBef>
        <a:spcAft>
          <a:spcPct val="0"/>
        </a:spcAft>
        <a:defRPr sz="4900">
          <a:solidFill>
            <a:schemeClr val="tx2"/>
          </a:solidFill>
          <a:latin typeface="Cambria" pitchFamily="18" charset="0"/>
        </a:defRPr>
      </a:lvl8pPr>
      <a:lvl9pPr marL="2036945"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800798" indent="-254617" algn="l" rtl="0" fontAlgn="base">
        <a:spcBef>
          <a:spcPct val="20000"/>
        </a:spcBef>
        <a:spcAft>
          <a:spcPct val="0"/>
        </a:spcAft>
        <a:buChar char="»"/>
        <a:defRPr sz="2200">
          <a:solidFill>
            <a:schemeClr val="tx1"/>
          </a:solidFill>
          <a:latin typeface="+mn-lt"/>
        </a:defRPr>
      </a:lvl6pPr>
      <a:lvl7pPr marL="3310035" indent="-254617" algn="l" rtl="0" fontAlgn="base">
        <a:spcBef>
          <a:spcPct val="20000"/>
        </a:spcBef>
        <a:spcAft>
          <a:spcPct val="0"/>
        </a:spcAft>
        <a:buChar char="»"/>
        <a:defRPr sz="2200">
          <a:solidFill>
            <a:schemeClr val="tx1"/>
          </a:solidFill>
          <a:latin typeface="+mn-lt"/>
        </a:defRPr>
      </a:lvl7pPr>
      <a:lvl8pPr marL="3819270" indent="-254617" algn="l" rtl="0" fontAlgn="base">
        <a:spcBef>
          <a:spcPct val="20000"/>
        </a:spcBef>
        <a:spcAft>
          <a:spcPct val="0"/>
        </a:spcAft>
        <a:buChar char="»"/>
        <a:defRPr sz="2200">
          <a:solidFill>
            <a:schemeClr val="tx1"/>
          </a:solidFill>
          <a:latin typeface="+mn-lt"/>
        </a:defRPr>
      </a:lvl8pPr>
      <a:lvl9pPr marL="4328505" indent="-254617"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8" name="Picture 33" descr="Cello_CoverDesigns_FINAL_2-02"/>
          <p:cNvPicPr>
            <a:picLocks noChangeAspect="1" noChangeArrowheads="1"/>
          </p:cNvPicPr>
          <p:nvPr userDrawn="1"/>
        </p:nvPicPr>
        <p:blipFill>
          <a:blip r:embed="rId4" cstate="print"/>
          <a:srcRect b="13019"/>
          <a:stretch>
            <a:fillRect/>
          </a:stretch>
        </p:blipFill>
        <p:spPr bwMode="auto">
          <a:xfrm>
            <a:off x="228600" y="788038"/>
            <a:ext cx="9601200" cy="3853742"/>
          </a:xfrm>
          <a:prstGeom prst="rect">
            <a:avLst/>
          </a:prstGeom>
          <a:noFill/>
          <a:ln w="9525">
            <a:noFill/>
            <a:miter lim="800000"/>
            <a:headEnd/>
            <a:tailEnd/>
          </a:ln>
        </p:spPr>
      </p:pic>
      <p:sp>
        <p:nvSpPr>
          <p:cNvPr id="364592"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364594"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grpSp>
        <p:nvGrpSpPr>
          <p:cNvPr id="364597" name="Group 33"/>
          <p:cNvGrpSpPr>
            <a:grpSpLocks/>
          </p:cNvGrpSpPr>
          <p:nvPr userDrawn="1"/>
        </p:nvGrpSpPr>
        <p:grpSpPr bwMode="auto">
          <a:xfrm>
            <a:off x="1011082" y="3986954"/>
            <a:ext cx="2175828" cy="2880466"/>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4"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37" r:id="rId1"/>
    <p:sldLayoutId id="2147483743" r:id="rId2"/>
  </p:sldLayoutIdLst>
  <p:timing>
    <p:tnLst>
      <p:par>
        <p:cTn id="1" dur="indefinite" restart="never" nodeType="tmRoot"/>
      </p:par>
    </p:tnLst>
  </p:timing>
  <p:txStyles>
    <p:titleStyle>
      <a:lvl1pPr algn="ctr" rtl="0" fontAlgn="base">
        <a:spcBef>
          <a:spcPct val="0"/>
        </a:spcBef>
        <a:spcAft>
          <a:spcPct val="0"/>
        </a:spcAft>
        <a:defRPr sz="4900">
          <a:solidFill>
            <a:schemeClr val="tx2"/>
          </a:solidFill>
          <a:latin typeface="+mj-lt"/>
          <a:ea typeface="+mj-ea"/>
          <a:cs typeface="+mj-cs"/>
        </a:defRPr>
      </a:lvl1pPr>
      <a:lvl2pPr algn="ctr" rtl="0" fontAlgn="base">
        <a:spcBef>
          <a:spcPct val="0"/>
        </a:spcBef>
        <a:spcAft>
          <a:spcPct val="0"/>
        </a:spcAft>
        <a:defRPr sz="4900">
          <a:solidFill>
            <a:schemeClr val="tx2"/>
          </a:solidFill>
          <a:latin typeface="Cambria" pitchFamily="18" charset="0"/>
        </a:defRPr>
      </a:lvl2pPr>
      <a:lvl3pPr algn="ctr" rtl="0" fontAlgn="base">
        <a:spcBef>
          <a:spcPct val="0"/>
        </a:spcBef>
        <a:spcAft>
          <a:spcPct val="0"/>
        </a:spcAft>
        <a:defRPr sz="4900">
          <a:solidFill>
            <a:schemeClr val="tx2"/>
          </a:solidFill>
          <a:latin typeface="Cambria" pitchFamily="18" charset="0"/>
        </a:defRPr>
      </a:lvl3pPr>
      <a:lvl4pPr algn="ctr" rtl="0" fontAlgn="base">
        <a:spcBef>
          <a:spcPct val="0"/>
        </a:spcBef>
        <a:spcAft>
          <a:spcPct val="0"/>
        </a:spcAft>
        <a:defRPr sz="4900">
          <a:solidFill>
            <a:schemeClr val="tx2"/>
          </a:solidFill>
          <a:latin typeface="Cambria" pitchFamily="18" charset="0"/>
        </a:defRPr>
      </a:lvl4pPr>
      <a:lvl5pPr algn="ctr" rtl="0" fontAlgn="base">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fontAlgn="base">
        <a:spcBef>
          <a:spcPct val="20000"/>
        </a:spcBef>
        <a:spcAft>
          <a:spcPct val="0"/>
        </a:spcAft>
        <a:buChar char="•"/>
        <a:defRPr sz="3600">
          <a:solidFill>
            <a:schemeClr val="tx1"/>
          </a:solidFill>
          <a:latin typeface="+mn-lt"/>
          <a:ea typeface="+mn-ea"/>
          <a:cs typeface="+mn-cs"/>
        </a:defRPr>
      </a:lvl1pPr>
      <a:lvl2pPr marL="825834" indent="-316540" algn="l" rtl="0" fontAlgn="base">
        <a:spcBef>
          <a:spcPct val="20000"/>
        </a:spcBef>
        <a:spcAft>
          <a:spcPct val="0"/>
        </a:spcAft>
        <a:buChar char="–"/>
        <a:defRPr sz="3100">
          <a:solidFill>
            <a:schemeClr val="tx1"/>
          </a:solidFill>
          <a:latin typeface="+mn-lt"/>
        </a:defRPr>
      </a:lvl2pPr>
      <a:lvl3pPr marL="1271465" indent="-252880" algn="l" rtl="0" fontAlgn="base">
        <a:spcBef>
          <a:spcPct val="20000"/>
        </a:spcBef>
        <a:spcAft>
          <a:spcPct val="0"/>
        </a:spcAft>
        <a:buChar char="•"/>
        <a:defRPr sz="2700">
          <a:solidFill>
            <a:schemeClr val="tx1"/>
          </a:solidFill>
          <a:latin typeface="+mn-lt"/>
        </a:defRPr>
      </a:lvl3pPr>
      <a:lvl4pPr marL="1780758" indent="-252880" algn="l" rtl="0" fontAlgn="base">
        <a:spcBef>
          <a:spcPct val="20000"/>
        </a:spcBef>
        <a:spcAft>
          <a:spcPct val="0"/>
        </a:spcAft>
        <a:buChar char="–"/>
        <a:defRPr sz="2200">
          <a:solidFill>
            <a:schemeClr val="tx1"/>
          </a:solidFill>
          <a:latin typeface="+mn-lt"/>
        </a:defRPr>
      </a:lvl4pPr>
      <a:lvl5pPr marL="2290051" indent="-252880" algn="l" rtl="0" fontAlgn="base">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020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56406"/>
            <a:ext cx="9601200" cy="4295367"/>
          </a:xfrm>
          <a:prstGeom prst="rect">
            <a:avLst/>
          </a:prstGeom>
          <a:noFill/>
        </p:spPr>
      </p:pic>
      <p:sp>
        <p:nvSpPr>
          <p:cNvPr id="323601" name="Line 17"/>
          <p:cNvSpPr>
            <a:spLocks noChangeShapeType="1"/>
          </p:cNvSpPr>
          <p:nvPr/>
        </p:nvSpPr>
        <p:spPr bwMode="auto">
          <a:xfrm>
            <a:off x="228588" y="5157198"/>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p>
        </p:txBody>
      </p:sp>
      <p:sp>
        <p:nvSpPr>
          <p:cNvPr id="2" name="Line 17"/>
          <p:cNvSpPr>
            <a:spLocks noChangeShapeType="1"/>
          </p:cNvSpPr>
          <p:nvPr/>
        </p:nvSpPr>
        <p:spPr bwMode="auto">
          <a:xfrm>
            <a:off x="218111"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p>
        </p:txBody>
      </p:sp>
      <p:grpSp>
        <p:nvGrpSpPr>
          <p:cNvPr id="50185"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3" name="Rectangle 20"/>
          <p:cNvSpPr>
            <a:spLocks noChangeArrowheads="1"/>
          </p:cNvSpPr>
          <p:nvPr/>
        </p:nvSpPr>
        <p:spPr bwMode="auto">
          <a:xfrm>
            <a:off x="228600" y="228600"/>
            <a:ext cx="9601200" cy="7315200"/>
          </a:xfrm>
          <a:prstGeom prst="rect">
            <a:avLst/>
          </a:prstGeom>
          <a:noFill/>
          <a:ln w="38100">
            <a:solidFill>
              <a:schemeClr val="accent1"/>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62471" name="Picture 33" descr="Cello_CoverDesigns_FINAL_2-02"/>
          <p:cNvPicPr>
            <a:picLocks noChangeAspect="1" noChangeArrowheads="1"/>
          </p:cNvPicPr>
          <p:nvPr userDrawn="1"/>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pic>
        <p:nvPicPr>
          <p:cNvPr id="62472" name="Picture 31" descr="Cello_CoverDesigns_FINAL_3and4-01"/>
          <p:cNvPicPr>
            <a:picLocks noChangeAspect="1" noChangeArrowheads="1"/>
          </p:cNvPicPr>
          <p:nvPr userDrawn="1"/>
        </p:nvPicPr>
        <p:blipFill>
          <a:blip r:embed="rId3" cstate="print"/>
          <a:srcRect t="88849"/>
          <a:stretch>
            <a:fillRect/>
          </a:stretch>
        </p:blipFill>
        <p:spPr bwMode="auto">
          <a:xfrm>
            <a:off x="228600" y="4687169"/>
            <a:ext cx="9601200" cy="482373"/>
          </a:xfrm>
          <a:prstGeom prst="rect">
            <a:avLst/>
          </a:prstGeom>
          <a:noFill/>
          <a:ln w="9525">
            <a:noFill/>
            <a:miter lim="800000"/>
            <a:headEnd/>
            <a:tailEnd/>
          </a:ln>
        </p:spPr>
      </p:pic>
      <p:grpSp>
        <p:nvGrpSpPr>
          <p:cNvPr id="62478" name="Group 33"/>
          <p:cNvGrpSpPr>
            <a:grpSpLocks/>
          </p:cNvGrpSpPr>
          <p:nvPr userDrawn="1"/>
        </p:nvGrpSpPr>
        <p:grpSpPr bwMode="auto">
          <a:xfrm>
            <a:off x="3794604" y="3762061"/>
            <a:ext cx="2507615" cy="3319462"/>
            <a:chOff x="2173" y="2091"/>
            <a:chExt cx="1436" cy="1845"/>
          </a:xfrm>
        </p:grpSpPr>
        <p:sp>
          <p:nvSpPr>
            <p:cNvPr id="50"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51"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52"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53"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54"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55"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56"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57"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58"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59"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47" name="Rectangle 20"/>
          <p:cNvSpPr>
            <a:spLocks noChangeArrowheads="1"/>
          </p:cNvSpPr>
          <p:nvPr userDrawn="1"/>
        </p:nvSpPr>
        <p:spPr bwMode="auto">
          <a:xfrm>
            <a:off x="228600" y="228600"/>
            <a:ext cx="9601200" cy="7315200"/>
          </a:xfrm>
          <a:prstGeom prst="rect">
            <a:avLst/>
          </a:prstGeom>
          <a:noFill/>
          <a:ln w="19050" cmpd="sng">
            <a:solidFill>
              <a:srgbClr val="EFEBE4"/>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Arial" charset="0"/>
        </a:defRPr>
      </a:lvl2pPr>
      <a:lvl3pPr algn="ctr" rtl="0" eaLnBrk="0" fontAlgn="base" hangingPunct="0">
        <a:spcBef>
          <a:spcPct val="0"/>
        </a:spcBef>
        <a:spcAft>
          <a:spcPct val="0"/>
        </a:spcAft>
        <a:defRPr sz="4900">
          <a:solidFill>
            <a:schemeClr val="tx2"/>
          </a:solidFill>
          <a:latin typeface="Arial" charset="0"/>
        </a:defRPr>
      </a:lvl3pPr>
      <a:lvl4pPr algn="ctr" rtl="0" eaLnBrk="0" fontAlgn="base" hangingPunct="0">
        <a:spcBef>
          <a:spcPct val="0"/>
        </a:spcBef>
        <a:spcAft>
          <a:spcPct val="0"/>
        </a:spcAft>
        <a:defRPr sz="4900">
          <a:solidFill>
            <a:schemeClr val="tx2"/>
          </a:solidFill>
          <a:latin typeface="Arial" charset="0"/>
        </a:defRPr>
      </a:lvl4pPr>
      <a:lvl5pPr algn="ctr" rtl="0" eaLnBrk="0" fontAlgn="base" hangingPunct="0">
        <a:spcBef>
          <a:spcPct val="0"/>
        </a:spcBef>
        <a:spcAft>
          <a:spcPct val="0"/>
        </a:spcAft>
        <a:defRPr sz="4900">
          <a:solidFill>
            <a:schemeClr val="tx2"/>
          </a:solidFill>
          <a:latin typeface="Arial" charset="0"/>
        </a:defRPr>
      </a:lvl5pPr>
      <a:lvl6pPr marL="509292" algn="ctr" rtl="0" fontAlgn="base">
        <a:spcBef>
          <a:spcPct val="0"/>
        </a:spcBef>
        <a:spcAft>
          <a:spcPct val="0"/>
        </a:spcAft>
        <a:defRPr sz="4900">
          <a:solidFill>
            <a:schemeClr val="tx2"/>
          </a:solidFill>
          <a:latin typeface="Arial" charset="0"/>
        </a:defRPr>
      </a:lvl6pPr>
      <a:lvl7pPr marL="1018586" algn="ctr" rtl="0" fontAlgn="base">
        <a:spcBef>
          <a:spcPct val="0"/>
        </a:spcBef>
        <a:spcAft>
          <a:spcPct val="0"/>
        </a:spcAft>
        <a:defRPr sz="4900">
          <a:solidFill>
            <a:schemeClr val="tx2"/>
          </a:solidFill>
          <a:latin typeface="Arial" charset="0"/>
        </a:defRPr>
      </a:lvl7pPr>
      <a:lvl8pPr marL="1527879" algn="ctr" rtl="0" fontAlgn="base">
        <a:spcBef>
          <a:spcPct val="0"/>
        </a:spcBef>
        <a:spcAft>
          <a:spcPct val="0"/>
        </a:spcAft>
        <a:defRPr sz="4900">
          <a:solidFill>
            <a:schemeClr val="tx2"/>
          </a:solidFill>
          <a:latin typeface="Arial" charset="0"/>
        </a:defRPr>
      </a:lvl8pPr>
      <a:lvl9pPr marL="2037173" algn="ctr" rtl="0" fontAlgn="base">
        <a:spcBef>
          <a:spcPct val="0"/>
        </a:spcBef>
        <a:spcAft>
          <a:spcPct val="0"/>
        </a:spcAft>
        <a:defRPr sz="4900">
          <a:solidFill>
            <a:schemeClr val="tx2"/>
          </a:solidFill>
          <a:latin typeface="Arial" charset="0"/>
        </a:defRPr>
      </a:lvl9pPr>
    </p:titleStyle>
    <p:bodyStyle>
      <a:lvl1pPr marL="381970" indent="-381970" algn="l" rtl="0" eaLnBrk="0" fontAlgn="base" hangingPunct="0">
        <a:spcBef>
          <a:spcPct val="20000"/>
        </a:spcBef>
        <a:spcAft>
          <a:spcPct val="0"/>
        </a:spcAft>
        <a:buChar char="•"/>
        <a:defRPr sz="3600">
          <a:solidFill>
            <a:schemeClr val="tx1"/>
          </a:solidFill>
          <a:latin typeface="+mn-lt"/>
          <a:ea typeface="+mn-ea"/>
          <a:cs typeface="+mn-cs"/>
        </a:defRPr>
      </a:lvl1pPr>
      <a:lvl2pPr marL="827601" indent="-318309" algn="l" rtl="0" eaLnBrk="0" fontAlgn="base" hangingPunct="0">
        <a:spcBef>
          <a:spcPct val="20000"/>
        </a:spcBef>
        <a:spcAft>
          <a:spcPct val="0"/>
        </a:spcAft>
        <a:buChar char="–"/>
        <a:defRPr sz="3100">
          <a:solidFill>
            <a:schemeClr val="tx1"/>
          </a:solidFill>
          <a:latin typeface="+mn-lt"/>
        </a:defRPr>
      </a:lvl2pPr>
      <a:lvl3pPr marL="1273233" indent="-254646" algn="l" rtl="0" eaLnBrk="0" fontAlgn="base" hangingPunct="0">
        <a:spcBef>
          <a:spcPct val="20000"/>
        </a:spcBef>
        <a:spcAft>
          <a:spcPct val="0"/>
        </a:spcAft>
        <a:buChar char="•"/>
        <a:defRPr sz="2700">
          <a:solidFill>
            <a:schemeClr val="tx1"/>
          </a:solidFill>
          <a:latin typeface="+mn-lt"/>
        </a:defRPr>
      </a:lvl3pPr>
      <a:lvl4pPr marL="1782525" indent="-254646" algn="l" rtl="0" eaLnBrk="0" fontAlgn="base" hangingPunct="0">
        <a:spcBef>
          <a:spcPct val="20000"/>
        </a:spcBef>
        <a:spcAft>
          <a:spcPct val="0"/>
        </a:spcAft>
        <a:buChar char="–"/>
        <a:defRPr sz="2200">
          <a:solidFill>
            <a:schemeClr val="tx1"/>
          </a:solidFill>
          <a:latin typeface="+mn-lt"/>
        </a:defRPr>
      </a:lvl4pPr>
      <a:lvl5pPr marL="2291819" indent="-254646" algn="l" rtl="0" eaLnBrk="0" fontAlgn="base" hangingPunct="0">
        <a:spcBef>
          <a:spcPct val="20000"/>
        </a:spcBef>
        <a:spcAft>
          <a:spcPct val="0"/>
        </a:spcAft>
        <a:buChar char="»"/>
        <a:defRPr sz="2200">
          <a:solidFill>
            <a:schemeClr val="tx1"/>
          </a:solidFill>
          <a:latin typeface="+mn-lt"/>
        </a:defRPr>
      </a:lvl5pPr>
      <a:lvl6pPr marL="2801112" indent="-254646" algn="l" rtl="0" fontAlgn="base">
        <a:spcBef>
          <a:spcPct val="20000"/>
        </a:spcBef>
        <a:spcAft>
          <a:spcPct val="0"/>
        </a:spcAft>
        <a:buChar char="»"/>
        <a:defRPr sz="2200">
          <a:solidFill>
            <a:schemeClr val="tx1"/>
          </a:solidFill>
          <a:latin typeface="+mn-lt"/>
        </a:defRPr>
      </a:lvl6pPr>
      <a:lvl7pPr marL="3310406" indent="-254646" algn="l" rtl="0" fontAlgn="base">
        <a:spcBef>
          <a:spcPct val="20000"/>
        </a:spcBef>
        <a:spcAft>
          <a:spcPct val="0"/>
        </a:spcAft>
        <a:buChar char="»"/>
        <a:defRPr sz="2200">
          <a:solidFill>
            <a:schemeClr val="tx1"/>
          </a:solidFill>
          <a:latin typeface="+mn-lt"/>
        </a:defRPr>
      </a:lvl7pPr>
      <a:lvl8pPr marL="3819698" indent="-254646" algn="l" rtl="0" fontAlgn="base">
        <a:spcBef>
          <a:spcPct val="20000"/>
        </a:spcBef>
        <a:spcAft>
          <a:spcPct val="0"/>
        </a:spcAft>
        <a:buChar char="»"/>
        <a:defRPr sz="2200">
          <a:solidFill>
            <a:schemeClr val="tx1"/>
          </a:solidFill>
          <a:latin typeface="+mn-lt"/>
        </a:defRPr>
      </a:lvl8pPr>
      <a:lvl9pPr marL="4328992" indent="-254646"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4754" name="Picture 33" descr="Cello_CoverDesigns_FINAL_2-02"/>
          <p:cNvPicPr>
            <a:picLocks noChangeAspect="1" noChangeArrowheads="1"/>
          </p:cNvPicPr>
          <p:nvPr/>
        </p:nvPicPr>
        <p:blipFill>
          <a:blip r:embed="rId2" cstate="print"/>
          <a:srcRect t="88007" b="1381"/>
          <a:stretch>
            <a:fillRect/>
          </a:stretch>
        </p:blipFill>
        <p:spPr bwMode="auto">
          <a:xfrm>
            <a:off x="228600" y="4714830"/>
            <a:ext cx="9601200" cy="470140"/>
          </a:xfrm>
          <a:prstGeom prst="rect">
            <a:avLst/>
          </a:prstGeom>
          <a:noFill/>
          <a:ln w="9525">
            <a:noFill/>
            <a:miter lim="800000"/>
            <a:headEnd/>
            <a:tailEnd/>
          </a:ln>
        </p:spPr>
      </p:pic>
      <p:pic>
        <p:nvPicPr>
          <p:cNvPr id="74756" name="Picture 33" descr="Cello_CoverDesigns_FINAL_2-02"/>
          <p:cNvPicPr>
            <a:picLocks noChangeAspect="1" noChangeArrowheads="1"/>
          </p:cNvPicPr>
          <p:nvPr/>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grpSp>
        <p:nvGrpSpPr>
          <p:cNvPr id="74761" name="Group 19"/>
          <p:cNvGrpSpPr>
            <a:grpSpLocks/>
          </p:cNvGrpSpPr>
          <p:nvPr/>
        </p:nvGrpSpPr>
        <p:grpSpPr bwMode="auto">
          <a:xfrm>
            <a:off x="4498340" y="4332396"/>
            <a:ext cx="1068705" cy="1417743"/>
            <a:chOff x="2173" y="2091"/>
            <a:chExt cx="1436" cy="1845"/>
          </a:xfrm>
        </p:grpSpPr>
        <p:sp>
          <p:nvSpPr>
            <p:cNvPr id="323607" name="Freeform 23"/>
            <p:cNvSpPr>
              <a:spLocks/>
            </p:cNvSpPr>
            <p:nvPr userDrawn="1"/>
          </p:nvSpPr>
          <p:spPr bwMode="auto">
            <a:xfrm>
              <a:off x="2192" y="3620"/>
              <a:ext cx="279"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3"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2"/>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7" y="3627"/>
              <a:ext cx="256" cy="302"/>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299" y="3620"/>
              <a:ext cx="310"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2"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8" cy="1393"/>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7" y="2105"/>
              <a:ext cx="784" cy="1393"/>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5" y="2105"/>
              <a:ext cx="734" cy="1393"/>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74762" name="Rectangle 30"/>
          <p:cNvSpPr>
            <a:spLocks noGrp="1" noChangeArrowheads="1"/>
          </p:cNvSpPr>
          <p:nvPr>
            <p:ph type="title"/>
          </p:nvPr>
        </p:nvSpPr>
        <p:spPr bwMode="auto">
          <a:xfrm>
            <a:off x="493294" y="6160168"/>
            <a:ext cx="9071812" cy="987922"/>
          </a:xfrm>
          <a:prstGeom prst="rect">
            <a:avLst/>
          </a:prstGeom>
          <a:noFill/>
          <a:ln w="9525">
            <a:noFill/>
            <a:miter lim="800000"/>
            <a:headEnd/>
            <a:tailEnd/>
          </a:ln>
        </p:spPr>
        <p:txBody>
          <a:bodyPr vert="horz" wrap="square" lIns="101858" tIns="50929" rIns="101858" bIns="50929" numCol="1" anchor="ctr" anchorCtr="0" compatLnSpc="1">
            <a:prstTxWarp prst="textNoShape">
              <a:avLst/>
            </a:prstTxWarp>
          </a:bodyPr>
          <a:lstStyle/>
          <a:p>
            <a:pPr lvl="0"/>
            <a:r>
              <a:rPr lang="en-US" smtClean="0"/>
              <a:t>Click to edit Master title style</a:t>
            </a:r>
          </a:p>
        </p:txBody>
      </p:sp>
      <p:sp>
        <p:nvSpPr>
          <p:cNvPr id="46" name="Rectangle 20"/>
          <p:cNvSpPr>
            <a:spLocks noChangeArrowheads="1"/>
          </p:cNvSpPr>
          <p:nvPr userDrawn="1"/>
        </p:nvSpPr>
        <p:spPr bwMode="auto">
          <a:xfrm>
            <a:off x="228600" y="231774"/>
            <a:ext cx="9601200" cy="7315200"/>
          </a:xfrm>
          <a:prstGeom prst="rect">
            <a:avLst/>
          </a:prstGeom>
          <a:noFill/>
          <a:ln w="19050" cmpd="sng">
            <a:solidFill>
              <a:srgbClr val="EFEBE4"/>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alibri" pitchFamily="34" charset="0"/>
        </a:defRPr>
      </a:lvl2pPr>
      <a:lvl3pPr algn="ctr" rtl="0" eaLnBrk="0" fontAlgn="base" hangingPunct="0">
        <a:spcBef>
          <a:spcPct val="0"/>
        </a:spcBef>
        <a:spcAft>
          <a:spcPct val="0"/>
        </a:spcAft>
        <a:defRPr sz="4000">
          <a:solidFill>
            <a:schemeClr val="tx2"/>
          </a:solidFill>
          <a:latin typeface="Calibri" pitchFamily="34" charset="0"/>
        </a:defRPr>
      </a:lvl3pPr>
      <a:lvl4pPr algn="ctr" rtl="0" eaLnBrk="0" fontAlgn="base" hangingPunct="0">
        <a:spcBef>
          <a:spcPct val="0"/>
        </a:spcBef>
        <a:spcAft>
          <a:spcPct val="0"/>
        </a:spcAft>
        <a:defRPr sz="4000">
          <a:solidFill>
            <a:schemeClr val="tx2"/>
          </a:solidFill>
          <a:latin typeface="Calibri" pitchFamily="34" charset="0"/>
        </a:defRPr>
      </a:lvl4pPr>
      <a:lvl5pPr algn="ctr" rtl="0" eaLnBrk="0" fontAlgn="base" hangingPunct="0">
        <a:spcBef>
          <a:spcPct val="0"/>
        </a:spcBef>
        <a:spcAft>
          <a:spcPct val="0"/>
        </a:spcAft>
        <a:defRPr sz="4000">
          <a:solidFill>
            <a:schemeClr val="tx2"/>
          </a:solidFill>
          <a:latin typeface="Calibri" pitchFamily="34" charset="0"/>
        </a:defRPr>
      </a:lvl5pPr>
      <a:lvl6pPr marL="509292" algn="ctr" rtl="0" fontAlgn="base">
        <a:spcBef>
          <a:spcPct val="0"/>
        </a:spcBef>
        <a:spcAft>
          <a:spcPct val="0"/>
        </a:spcAft>
        <a:defRPr sz="4000">
          <a:solidFill>
            <a:schemeClr val="tx2"/>
          </a:solidFill>
          <a:latin typeface="Calibri" pitchFamily="34" charset="0"/>
        </a:defRPr>
      </a:lvl6pPr>
      <a:lvl7pPr marL="1018586" algn="ctr" rtl="0" fontAlgn="base">
        <a:spcBef>
          <a:spcPct val="0"/>
        </a:spcBef>
        <a:spcAft>
          <a:spcPct val="0"/>
        </a:spcAft>
        <a:defRPr sz="4000">
          <a:solidFill>
            <a:schemeClr val="tx2"/>
          </a:solidFill>
          <a:latin typeface="Calibri" pitchFamily="34" charset="0"/>
        </a:defRPr>
      </a:lvl7pPr>
      <a:lvl8pPr marL="1527879" algn="ctr" rtl="0" fontAlgn="base">
        <a:spcBef>
          <a:spcPct val="0"/>
        </a:spcBef>
        <a:spcAft>
          <a:spcPct val="0"/>
        </a:spcAft>
        <a:defRPr sz="4000">
          <a:solidFill>
            <a:schemeClr val="tx2"/>
          </a:solidFill>
          <a:latin typeface="Calibri" pitchFamily="34" charset="0"/>
        </a:defRPr>
      </a:lvl8pPr>
      <a:lvl9pPr marL="2037173" algn="ctr" rtl="0" fontAlgn="base">
        <a:spcBef>
          <a:spcPct val="0"/>
        </a:spcBef>
        <a:spcAft>
          <a:spcPct val="0"/>
        </a:spcAft>
        <a:defRPr sz="4000">
          <a:solidFill>
            <a:schemeClr val="tx2"/>
          </a:solidFill>
          <a:latin typeface="Calibri" pitchFamily="34"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1809115" y="1313395"/>
            <a:ext cx="8071168" cy="514921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p:txBody>
      </p:sp>
      <p:sp>
        <p:nvSpPr>
          <p:cNvPr id="668703" name="Line 31"/>
          <p:cNvSpPr>
            <a:spLocks noChangeShapeType="1"/>
          </p:cNvSpPr>
          <p:nvPr/>
        </p:nvSpPr>
        <p:spPr bwMode="auto">
          <a:xfrm>
            <a:off x="1789907" y="1394357"/>
            <a:ext cx="0" cy="5849725"/>
          </a:xfrm>
          <a:prstGeom prst="line">
            <a:avLst/>
          </a:prstGeom>
          <a:noFill/>
          <a:ln w="3175">
            <a:solidFill>
              <a:schemeClr val="accent1"/>
            </a:solidFill>
            <a:round/>
            <a:headEnd/>
            <a:tailEnd/>
          </a:ln>
          <a:effectLst/>
        </p:spPr>
        <p:txBody>
          <a:bodyPr lIns="101858" tIns="50929" rIns="101858" bIns="50929"/>
          <a:lstStyle/>
          <a:p>
            <a:pPr>
              <a:defRPr/>
            </a:pPr>
            <a:endParaRPr lang="en-US" dirty="0">
              <a:solidFill>
                <a:srgbClr val="000000"/>
              </a:solidFill>
            </a:endParaRPr>
          </a:p>
        </p:txBody>
      </p:sp>
      <p:sp>
        <p:nvSpPr>
          <p:cNvPr id="45"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solidFill>
                <a:srgbClr val="000000"/>
              </a:solidFill>
            </a:endParaRPr>
          </a:p>
        </p:txBody>
      </p:sp>
      <p:sp>
        <p:nvSpPr>
          <p:cNvPr id="21"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2"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3"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49" name="Picture 20" descr="Cello_LOGO_Horizontal_Short.png"/>
          <p:cNvPicPr>
            <a:picLocks noChangeAspect="1"/>
          </p:cNvPicPr>
          <p:nvPr userDrawn="1"/>
        </p:nvPicPr>
        <p:blipFill>
          <a:blip r:embed="rId3" cstate="print"/>
          <a:srcRect/>
          <a:stretch>
            <a:fillRect/>
          </a:stretch>
        </p:blipFill>
        <p:spPr bwMode="auto">
          <a:xfrm>
            <a:off x="320821" y="322236"/>
            <a:ext cx="2416810" cy="451590"/>
          </a:xfrm>
          <a:prstGeom prst="rect">
            <a:avLst/>
          </a:prstGeom>
          <a:noFill/>
          <a:ln w="9525">
            <a:noFill/>
            <a:miter lim="800000"/>
            <a:headEnd/>
            <a:tailEnd/>
          </a:ln>
        </p:spPr>
      </p:pic>
      <p:sp>
        <p:nvSpPr>
          <p:cNvPr id="24"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51"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8" name="Picture 33" descr="Cello_CoverDesigns_FINAL_2-02"/>
          <p:cNvPicPr>
            <a:picLocks noChangeAspect="1" noChangeArrowheads="1"/>
          </p:cNvPicPr>
          <p:nvPr userDrawn="1"/>
        </p:nvPicPr>
        <p:blipFill>
          <a:blip r:embed="rId3" cstate="print"/>
          <a:srcRect b="13019"/>
          <a:stretch>
            <a:fillRect/>
          </a:stretch>
        </p:blipFill>
        <p:spPr bwMode="auto">
          <a:xfrm>
            <a:off x="228600" y="788038"/>
            <a:ext cx="9601200" cy="3853742"/>
          </a:xfrm>
          <a:prstGeom prst="rect">
            <a:avLst/>
          </a:prstGeom>
          <a:noFill/>
          <a:ln w="9525">
            <a:noFill/>
            <a:miter lim="800000"/>
            <a:headEnd/>
            <a:tailEnd/>
          </a:ln>
        </p:spPr>
      </p:pic>
      <p:sp>
        <p:nvSpPr>
          <p:cNvPr id="29"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30"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grpSp>
        <p:nvGrpSpPr>
          <p:cNvPr id="31" name="Group 33"/>
          <p:cNvGrpSpPr>
            <a:grpSpLocks/>
          </p:cNvGrpSpPr>
          <p:nvPr userDrawn="1"/>
        </p:nvGrpSpPr>
        <p:grpSpPr bwMode="auto">
          <a:xfrm>
            <a:off x="1011082" y="3986954"/>
            <a:ext cx="2175828" cy="2880466"/>
            <a:chOff x="2173" y="2091"/>
            <a:chExt cx="1436" cy="1845"/>
          </a:xfrm>
        </p:grpSpPr>
        <p:sp>
          <p:nvSpPr>
            <p:cNvPr id="32"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4"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5"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6"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7"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8"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9"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40"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41"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42"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43"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63" r:id="rId1"/>
  </p:sldLayoutIdLst>
  <p:timing>
    <p:tnLst>
      <p:par>
        <p:cTn id="1" dur="indefinite" restart="never" nodeType="tmRoot"/>
      </p:par>
    </p:tnLst>
  </p:timing>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alibri" pitchFamily="34" charset="0"/>
        </a:defRPr>
      </a:lvl2pPr>
      <a:lvl3pPr algn="ctr" rtl="0" eaLnBrk="0" fontAlgn="base" hangingPunct="0">
        <a:spcBef>
          <a:spcPct val="0"/>
        </a:spcBef>
        <a:spcAft>
          <a:spcPct val="0"/>
        </a:spcAft>
        <a:defRPr sz="4000">
          <a:solidFill>
            <a:schemeClr val="tx2"/>
          </a:solidFill>
          <a:latin typeface="Calibri" pitchFamily="34" charset="0"/>
        </a:defRPr>
      </a:lvl3pPr>
      <a:lvl4pPr algn="ctr" rtl="0" eaLnBrk="0" fontAlgn="base" hangingPunct="0">
        <a:spcBef>
          <a:spcPct val="0"/>
        </a:spcBef>
        <a:spcAft>
          <a:spcPct val="0"/>
        </a:spcAft>
        <a:defRPr sz="4000">
          <a:solidFill>
            <a:schemeClr val="tx2"/>
          </a:solidFill>
          <a:latin typeface="Calibri" pitchFamily="34" charset="0"/>
        </a:defRPr>
      </a:lvl4pPr>
      <a:lvl5pPr algn="ctr" rtl="0" eaLnBrk="0" fontAlgn="base" hangingPunct="0">
        <a:spcBef>
          <a:spcPct val="0"/>
        </a:spcBef>
        <a:spcAft>
          <a:spcPct val="0"/>
        </a:spcAft>
        <a:defRPr sz="4000">
          <a:solidFill>
            <a:schemeClr val="tx2"/>
          </a:solidFill>
          <a:latin typeface="Calibri" pitchFamily="34" charset="0"/>
        </a:defRPr>
      </a:lvl5pPr>
      <a:lvl6pPr marL="509292" algn="ctr" rtl="0" fontAlgn="base">
        <a:spcBef>
          <a:spcPct val="0"/>
        </a:spcBef>
        <a:spcAft>
          <a:spcPct val="0"/>
        </a:spcAft>
        <a:defRPr sz="4000">
          <a:solidFill>
            <a:schemeClr val="tx2"/>
          </a:solidFill>
          <a:latin typeface="Calibri" pitchFamily="34" charset="0"/>
        </a:defRPr>
      </a:lvl6pPr>
      <a:lvl7pPr marL="1018586" algn="ctr" rtl="0" fontAlgn="base">
        <a:spcBef>
          <a:spcPct val="0"/>
        </a:spcBef>
        <a:spcAft>
          <a:spcPct val="0"/>
        </a:spcAft>
        <a:defRPr sz="4000">
          <a:solidFill>
            <a:schemeClr val="tx2"/>
          </a:solidFill>
          <a:latin typeface="Calibri" pitchFamily="34" charset="0"/>
        </a:defRPr>
      </a:lvl7pPr>
      <a:lvl8pPr marL="1527879" algn="ctr" rtl="0" fontAlgn="base">
        <a:spcBef>
          <a:spcPct val="0"/>
        </a:spcBef>
        <a:spcAft>
          <a:spcPct val="0"/>
        </a:spcAft>
        <a:defRPr sz="4000">
          <a:solidFill>
            <a:schemeClr val="tx2"/>
          </a:solidFill>
          <a:latin typeface="Calibri" pitchFamily="34" charset="0"/>
        </a:defRPr>
      </a:lvl8pPr>
      <a:lvl9pPr marL="2037173" algn="ctr" rtl="0" fontAlgn="base">
        <a:spcBef>
          <a:spcPct val="0"/>
        </a:spcBef>
        <a:spcAft>
          <a:spcPct val="0"/>
        </a:spcAft>
        <a:defRPr sz="4000">
          <a:solidFill>
            <a:schemeClr val="tx2"/>
          </a:solidFill>
          <a:latin typeface="Calibri" pitchFamily="34"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342901" y="1567075"/>
            <a:ext cx="9372600" cy="5375910"/>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20"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1"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2"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36" name="Picture 20" descr="Cello_LOGO_Horizontal_Short.png"/>
          <p:cNvPicPr>
            <a:picLocks noChangeAspect="1"/>
          </p:cNvPicPr>
          <p:nvPr userDrawn="1"/>
        </p:nvPicPr>
        <p:blipFill>
          <a:blip r:embed="rId3" cstate="print"/>
          <a:srcRect/>
          <a:stretch>
            <a:fillRect/>
          </a:stretch>
        </p:blipFill>
        <p:spPr bwMode="auto">
          <a:xfrm>
            <a:off x="320821" y="322236"/>
            <a:ext cx="2416810" cy="451590"/>
          </a:xfrm>
          <a:prstGeom prst="rect">
            <a:avLst/>
          </a:prstGeom>
          <a:noFill/>
          <a:ln w="9525">
            <a:noFill/>
            <a:miter lim="800000"/>
            <a:headEnd/>
            <a:tailEnd/>
          </a:ln>
        </p:spPr>
      </p:pic>
      <p:sp>
        <p:nvSpPr>
          <p:cNvPr id="23"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8" name="Straight Connector 37"/>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75"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35" algn="r" rtl="0" fontAlgn="base">
        <a:spcBef>
          <a:spcPct val="0"/>
        </a:spcBef>
        <a:spcAft>
          <a:spcPct val="0"/>
        </a:spcAft>
        <a:defRPr sz="1900">
          <a:solidFill>
            <a:schemeClr val="bg1"/>
          </a:solidFill>
          <a:latin typeface="Calisto MT" pitchFamily="18" charset="0"/>
        </a:defRPr>
      </a:lvl6pPr>
      <a:lvl7pPr marL="1018472" algn="r" rtl="0" fontAlgn="base">
        <a:spcBef>
          <a:spcPct val="0"/>
        </a:spcBef>
        <a:spcAft>
          <a:spcPct val="0"/>
        </a:spcAft>
        <a:defRPr sz="1900">
          <a:solidFill>
            <a:schemeClr val="bg1"/>
          </a:solidFill>
          <a:latin typeface="Calisto MT" pitchFamily="18" charset="0"/>
        </a:defRPr>
      </a:lvl7pPr>
      <a:lvl8pPr marL="1527709" algn="r" rtl="0" fontAlgn="base">
        <a:spcBef>
          <a:spcPct val="0"/>
        </a:spcBef>
        <a:spcAft>
          <a:spcPct val="0"/>
        </a:spcAft>
        <a:defRPr sz="1900">
          <a:solidFill>
            <a:schemeClr val="bg1"/>
          </a:solidFill>
          <a:latin typeface="Calisto MT" pitchFamily="18" charset="0"/>
        </a:defRPr>
      </a:lvl8pPr>
      <a:lvl9pPr marL="2036945" algn="r" rtl="0" fontAlgn="base">
        <a:spcBef>
          <a:spcPct val="0"/>
        </a:spcBef>
        <a:spcAft>
          <a:spcPct val="0"/>
        </a:spcAft>
        <a:defRPr sz="1900">
          <a:solidFill>
            <a:schemeClr val="bg1"/>
          </a:solidFill>
          <a:latin typeface="Calisto MT" pitchFamily="18" charset="0"/>
        </a:defRPr>
      </a:lvl9pPr>
    </p:titleStyle>
    <p:bodyStyle>
      <a:lvl1pPr marL="187449" indent="-187449"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665" indent="-185681"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882" indent="-185681"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800798" indent="-254617" algn="l" rtl="0" fontAlgn="base">
        <a:spcBef>
          <a:spcPct val="20000"/>
        </a:spcBef>
        <a:spcAft>
          <a:spcPct val="0"/>
        </a:spcAft>
        <a:buChar char="»"/>
        <a:defRPr sz="1600">
          <a:solidFill>
            <a:schemeClr val="tx1"/>
          </a:solidFill>
          <a:latin typeface="Arial" charset="0"/>
        </a:defRPr>
      </a:lvl6pPr>
      <a:lvl7pPr marL="3310035" indent="-254617" algn="l" rtl="0" fontAlgn="base">
        <a:spcBef>
          <a:spcPct val="20000"/>
        </a:spcBef>
        <a:spcAft>
          <a:spcPct val="0"/>
        </a:spcAft>
        <a:buChar char="»"/>
        <a:defRPr sz="1600">
          <a:solidFill>
            <a:schemeClr val="tx1"/>
          </a:solidFill>
          <a:latin typeface="Arial" charset="0"/>
        </a:defRPr>
      </a:lvl7pPr>
      <a:lvl8pPr marL="3819270" indent="-254617" algn="l" rtl="0" fontAlgn="base">
        <a:spcBef>
          <a:spcPct val="20000"/>
        </a:spcBef>
        <a:spcAft>
          <a:spcPct val="0"/>
        </a:spcAft>
        <a:buChar char="»"/>
        <a:defRPr sz="1600">
          <a:solidFill>
            <a:schemeClr val="tx1"/>
          </a:solidFill>
          <a:latin typeface="Arial" charset="0"/>
        </a:defRPr>
      </a:lvl8pPr>
      <a:lvl9pPr marL="4328505" indent="-25461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020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68436"/>
            <a:ext cx="9601200" cy="4295367"/>
          </a:xfrm>
          <a:prstGeom prst="rect">
            <a:avLst/>
          </a:prstGeom>
          <a:noFill/>
        </p:spPr>
      </p:pic>
      <p:sp>
        <p:nvSpPr>
          <p:cNvPr id="323601" name="Line 17"/>
          <p:cNvSpPr>
            <a:spLocks noChangeShapeType="1"/>
          </p:cNvSpPr>
          <p:nvPr/>
        </p:nvSpPr>
        <p:spPr bwMode="auto">
          <a:xfrm>
            <a:off x="228600" y="5181262"/>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2" name="Line 17"/>
          <p:cNvSpPr>
            <a:spLocks noChangeShapeType="1"/>
          </p:cNvSpPr>
          <p:nvPr/>
        </p:nvSpPr>
        <p:spPr bwMode="auto">
          <a:xfrm>
            <a:off x="228600"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grpSp>
        <p:nvGrpSpPr>
          <p:cNvPr id="4"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grpSp>
      <p:sp>
        <p:nvSpPr>
          <p:cNvPr id="33" name="Rectangle 20"/>
          <p:cNvSpPr>
            <a:spLocks noChangeArrowheads="1"/>
          </p:cNvSpPr>
          <p:nvPr/>
        </p:nvSpPr>
        <p:spPr bwMode="auto">
          <a:xfrm>
            <a:off x="228600" y="228600"/>
            <a:ext cx="9601200" cy="7315200"/>
          </a:xfrm>
          <a:prstGeom prst="rect">
            <a:avLst/>
          </a:prstGeom>
          <a:noFill/>
          <a:ln w="38100">
            <a:solidFill>
              <a:schemeClr val="accent1"/>
            </a:solidFill>
            <a:miter lim="800000"/>
            <a:headEnd/>
            <a:tailEnd/>
          </a:ln>
        </p:spPr>
        <p:txBody>
          <a:bodyPr wrap="none" lIns="101847" tIns="50923" rIns="101847" bIns="50923" anchor="ctr"/>
          <a:lstStyle/>
          <a:p>
            <a:pPr>
              <a:defRPr/>
            </a:pPr>
            <a:endParaRPr lang="en-US" dirty="0">
              <a:solidFill>
                <a:srgbClr val="000000"/>
              </a:solidFill>
            </a:endParaRPr>
          </a:p>
        </p:txBody>
      </p:sp>
      <p:pic>
        <p:nvPicPr>
          <p:cNvPr id="28" name="Picture 27" descr="GUGG_logo_262.gif"/>
          <p:cNvPicPr>
            <a:picLocks noChangeAspect="1"/>
          </p:cNvPicPr>
          <p:nvPr userDrawn="1"/>
        </p:nvPicPr>
        <p:blipFill>
          <a:blip r:embed="rId3" cstate="print"/>
          <a:stretch>
            <a:fillRect/>
          </a:stretch>
        </p:blipFill>
        <p:spPr>
          <a:xfrm>
            <a:off x="3992880" y="468949"/>
            <a:ext cx="2072640" cy="153375"/>
          </a:xfrm>
          <a:prstGeom prst="rect">
            <a:avLst/>
          </a:prstGeom>
        </p:spPr>
      </p:pic>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7918" name="Picture 30" descr="Cello_CoverDesigns_Cellobluestrip-01"/>
          <p:cNvPicPr>
            <a:picLocks noChangeAspect="1" noChangeArrowheads="1"/>
          </p:cNvPicPr>
          <p:nvPr userDrawn="1"/>
        </p:nvPicPr>
        <p:blipFill>
          <a:blip r:embed="rId2" cstate="print"/>
          <a:srcRect b="3510"/>
          <a:stretch>
            <a:fillRect/>
          </a:stretch>
        </p:blipFill>
        <p:spPr bwMode="auto">
          <a:xfrm>
            <a:off x="228600" y="4697402"/>
            <a:ext cx="9601200" cy="482500"/>
          </a:xfrm>
          <a:prstGeom prst="rect">
            <a:avLst/>
          </a:prstGeom>
          <a:noFill/>
        </p:spPr>
      </p:pic>
      <p:pic>
        <p:nvPicPr>
          <p:cNvPr id="37892" name="Picture 33" descr="Cello_CoverDesigns_FINAL_2-02"/>
          <p:cNvPicPr>
            <a:picLocks noChangeAspect="1" noChangeArrowheads="1"/>
          </p:cNvPicPr>
          <p:nvPr/>
        </p:nvPicPr>
        <p:blipFill>
          <a:blip r:embed="rId3" cstate="print"/>
          <a:srcRect b="13019"/>
          <a:stretch>
            <a:fillRect/>
          </a:stretch>
        </p:blipFill>
        <p:spPr bwMode="auto">
          <a:xfrm>
            <a:off x="228600" y="788038"/>
            <a:ext cx="9601200" cy="3853742"/>
          </a:xfrm>
          <a:prstGeom prst="rect">
            <a:avLst/>
          </a:prstGeom>
          <a:noFill/>
          <a:ln w="9525">
            <a:noFill/>
            <a:miter lim="800000"/>
            <a:headEnd/>
            <a:tailEnd/>
          </a:ln>
        </p:spPr>
      </p:pic>
      <p:sp>
        <p:nvSpPr>
          <p:cNvPr id="33" name="Rectangle 20"/>
          <p:cNvSpPr>
            <a:spLocks noChangeArrowheads="1"/>
          </p:cNvSpPr>
          <p:nvPr/>
        </p:nvSpPr>
        <p:spPr bwMode="auto">
          <a:xfrm>
            <a:off x="228600" y="228600"/>
            <a:ext cx="9601200" cy="7315200"/>
          </a:xfrm>
          <a:prstGeom prst="rect">
            <a:avLst/>
          </a:prstGeom>
          <a:noFill/>
          <a:ln w="38100">
            <a:solidFill>
              <a:srgbClr val="DAD6D3"/>
            </a:solidFill>
            <a:miter lim="800000"/>
            <a:headEnd/>
            <a:tailEnd/>
          </a:ln>
          <a:effectLst/>
        </p:spPr>
        <p:txBody>
          <a:bodyPr wrap="none" lIns="101847" tIns="50923" rIns="101847" bIns="50923" anchor="ctr"/>
          <a:lstStyle/>
          <a:p>
            <a:pPr>
              <a:defRPr/>
            </a:pPr>
            <a:endParaRPr lang="en-US" dirty="0">
              <a:solidFill>
                <a:srgbClr val="000000"/>
              </a:solidFill>
            </a:endParaRPr>
          </a:p>
        </p:txBody>
      </p:sp>
      <p:grpSp>
        <p:nvGrpSpPr>
          <p:cNvPr id="4" name="Group 33"/>
          <p:cNvGrpSpPr>
            <a:grpSpLocks/>
          </p:cNvGrpSpPr>
          <p:nvPr/>
        </p:nvGrpSpPr>
        <p:grpSpPr bwMode="auto">
          <a:xfrm>
            <a:off x="3775395"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grpSp>
      <p:pic>
        <p:nvPicPr>
          <p:cNvPr id="27" name="Picture 26" descr="GUGG_logo_262.gif"/>
          <p:cNvPicPr>
            <a:picLocks noChangeAspect="1"/>
          </p:cNvPicPr>
          <p:nvPr userDrawn="1"/>
        </p:nvPicPr>
        <p:blipFill>
          <a:blip r:embed="rId4" cstate="print"/>
          <a:stretch>
            <a:fillRect/>
          </a:stretch>
        </p:blipFill>
        <p:spPr>
          <a:xfrm>
            <a:off x="3992880" y="468949"/>
            <a:ext cx="2072640" cy="153375"/>
          </a:xfrm>
          <a:prstGeom prst="rect">
            <a:avLst/>
          </a:prstGeom>
        </p:spPr>
      </p:pic>
    </p:spTree>
  </p:cSld>
  <p:clrMap bg1="lt1" tx1="dk1" bg2="lt2" tx2="dk2" accent1="accent1" accent2="accent2" accent3="accent3" accent4="accent4" accent5="accent5" accent6="accent6" hlink="hlink" folHlink="folHlink"/>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35" algn="ctr" rtl="0" fontAlgn="base">
        <a:spcBef>
          <a:spcPct val="0"/>
        </a:spcBef>
        <a:spcAft>
          <a:spcPct val="0"/>
        </a:spcAft>
        <a:defRPr sz="4900">
          <a:solidFill>
            <a:schemeClr val="tx2"/>
          </a:solidFill>
          <a:latin typeface="Cambria" pitchFamily="18" charset="0"/>
        </a:defRPr>
      </a:lvl6pPr>
      <a:lvl7pPr marL="1018472" algn="ctr" rtl="0" fontAlgn="base">
        <a:spcBef>
          <a:spcPct val="0"/>
        </a:spcBef>
        <a:spcAft>
          <a:spcPct val="0"/>
        </a:spcAft>
        <a:defRPr sz="4900">
          <a:solidFill>
            <a:schemeClr val="tx2"/>
          </a:solidFill>
          <a:latin typeface="Cambria" pitchFamily="18" charset="0"/>
        </a:defRPr>
      </a:lvl7pPr>
      <a:lvl8pPr marL="1527709" algn="ctr" rtl="0" fontAlgn="base">
        <a:spcBef>
          <a:spcPct val="0"/>
        </a:spcBef>
        <a:spcAft>
          <a:spcPct val="0"/>
        </a:spcAft>
        <a:defRPr sz="4900">
          <a:solidFill>
            <a:schemeClr val="tx2"/>
          </a:solidFill>
          <a:latin typeface="Cambria" pitchFamily="18" charset="0"/>
        </a:defRPr>
      </a:lvl8pPr>
      <a:lvl9pPr marL="2036945"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800798" indent="-254617" algn="l" rtl="0" fontAlgn="base">
        <a:spcBef>
          <a:spcPct val="20000"/>
        </a:spcBef>
        <a:spcAft>
          <a:spcPct val="0"/>
        </a:spcAft>
        <a:buChar char="»"/>
        <a:defRPr sz="2200">
          <a:solidFill>
            <a:schemeClr val="tx1"/>
          </a:solidFill>
          <a:latin typeface="+mn-lt"/>
        </a:defRPr>
      </a:lvl6pPr>
      <a:lvl7pPr marL="3310035" indent="-254617" algn="l" rtl="0" fontAlgn="base">
        <a:spcBef>
          <a:spcPct val="20000"/>
        </a:spcBef>
        <a:spcAft>
          <a:spcPct val="0"/>
        </a:spcAft>
        <a:buChar char="»"/>
        <a:defRPr sz="2200">
          <a:solidFill>
            <a:schemeClr val="tx1"/>
          </a:solidFill>
          <a:latin typeface="+mn-lt"/>
        </a:defRPr>
      </a:lvl7pPr>
      <a:lvl8pPr marL="3819270" indent="-254617" algn="l" rtl="0" fontAlgn="base">
        <a:spcBef>
          <a:spcPct val="20000"/>
        </a:spcBef>
        <a:spcAft>
          <a:spcPct val="0"/>
        </a:spcAft>
        <a:buChar char="»"/>
        <a:defRPr sz="2200">
          <a:solidFill>
            <a:schemeClr val="tx1"/>
          </a:solidFill>
          <a:latin typeface="+mn-lt"/>
        </a:defRPr>
      </a:lvl8pPr>
      <a:lvl9pPr marL="4328505" indent="-254617"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1"/>
            <a:ext cx="9601200" cy="649224"/>
          </a:xfrm>
          <a:prstGeom prst="rect">
            <a:avLst/>
          </a:prstGeom>
          <a:solidFill>
            <a:srgbClr val="2E398A"/>
          </a:solidFill>
          <a:ln w="9525">
            <a:noFill/>
            <a:miter lim="800000"/>
            <a:headEnd/>
            <a:tailEnd/>
          </a:ln>
          <a:effectLst/>
        </p:spPr>
        <p:txBody>
          <a:bodyPr wrap="none" lIns="101859" tIns="50929" rIns="101859" bIns="50929" anchor="ctr"/>
          <a:lstStyle/>
          <a:p>
            <a:pPr defTabSz="1018824">
              <a:defRPr/>
            </a:pPr>
            <a:endParaRPr lang="en-US" sz="2000" dirty="0">
              <a:solidFill>
                <a:srgbClr val="000000"/>
              </a:solidFill>
            </a:endParaRPr>
          </a:p>
        </p:txBody>
      </p:sp>
      <p:sp>
        <p:nvSpPr>
          <p:cNvPr id="1029" name="Rectangle 2"/>
          <p:cNvSpPr>
            <a:spLocks noGrp="1" noChangeArrowheads="1"/>
          </p:cNvSpPr>
          <p:nvPr>
            <p:ph type="title"/>
          </p:nvPr>
        </p:nvSpPr>
        <p:spPr bwMode="auto">
          <a:xfrm>
            <a:off x="2518974" y="220861"/>
            <a:ext cx="7280116" cy="644102"/>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1" y="7333576"/>
            <a:ext cx="827723" cy="213400"/>
          </a:xfrm>
          <a:prstGeom prst="rect">
            <a:avLst/>
          </a:prstGeom>
          <a:noFill/>
          <a:ln w="9525">
            <a:noFill/>
            <a:miter lim="800000"/>
            <a:headEnd/>
            <a:tailEnd/>
          </a:ln>
          <a:effectLst/>
        </p:spPr>
        <p:txBody>
          <a:bodyPr lIns="0" tIns="0" rIns="0" bIns="0" anchor="b"/>
          <a:lstStyle/>
          <a:p>
            <a:pPr defTabSz="1018824">
              <a:defRPr/>
            </a:pPr>
            <a:r>
              <a:rPr lang="en-US" sz="900" b="1" dirty="0">
                <a:solidFill>
                  <a:srgbClr val="203353"/>
                </a:solidFill>
                <a:latin typeface="Calibri"/>
              </a:rPr>
              <a:t>PAGE </a:t>
            </a:r>
            <a:fld id="{54B17DE0-6D87-48AB-BBA0-9128AA86CC3B}" type="slidenum">
              <a:rPr lang="en-US" sz="900" b="1">
                <a:solidFill>
                  <a:srgbClr val="203353"/>
                </a:solidFill>
                <a:latin typeface="Calibri"/>
              </a:rPr>
              <a:pPr defTabSz="1018824">
                <a:defRPr/>
              </a:pPr>
              <a:t>‹#›</a:t>
            </a:fld>
            <a:endParaRPr lang="en-US" sz="90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6047961"/>
      </p:ext>
    </p:extLst>
  </p:cSld>
  <p:clrMap bg1="lt1" tx1="dk1" bg2="lt2" tx2="dk2" accent1="accent1" accent2="accent2" accent3="accent3" accent4="accent4" accent5="accent5" accent6="accent6" hlink="hlink" folHlink="folHlink"/>
  <p:sldLayoutIdLst>
    <p:sldLayoutId id="2147483848" r:id="rId1"/>
    <p:sldLayoutId id="2147483849" r:id="rId2"/>
    <p:sldLayoutId id="2147483850" r:id="rId3"/>
    <p:sldLayoutId id="2147483851" r:id="rId4"/>
    <p:sldLayoutId id="2147483852"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5" algn="r" rtl="0" fontAlgn="base">
        <a:spcBef>
          <a:spcPct val="0"/>
        </a:spcBef>
        <a:spcAft>
          <a:spcPct val="0"/>
        </a:spcAft>
        <a:defRPr sz="1900">
          <a:solidFill>
            <a:schemeClr val="bg1"/>
          </a:solidFill>
          <a:latin typeface="Calisto MT" pitchFamily="18" charset="0"/>
        </a:defRPr>
      </a:lvl6pPr>
      <a:lvl7pPr marL="1018592" algn="r" rtl="0" fontAlgn="base">
        <a:spcBef>
          <a:spcPct val="0"/>
        </a:spcBef>
        <a:spcAft>
          <a:spcPct val="0"/>
        </a:spcAft>
        <a:defRPr sz="1900">
          <a:solidFill>
            <a:schemeClr val="bg1"/>
          </a:solidFill>
          <a:latin typeface="Calisto MT" pitchFamily="18" charset="0"/>
        </a:defRPr>
      </a:lvl7pPr>
      <a:lvl8pPr marL="1527887" algn="r" rtl="0" fontAlgn="base">
        <a:spcBef>
          <a:spcPct val="0"/>
        </a:spcBef>
        <a:spcAft>
          <a:spcPct val="0"/>
        </a:spcAft>
        <a:defRPr sz="1900">
          <a:solidFill>
            <a:schemeClr val="bg1"/>
          </a:solidFill>
          <a:latin typeface="Calisto MT" pitchFamily="18" charset="0"/>
        </a:defRPr>
      </a:lvl8pPr>
      <a:lvl9pPr marL="2037183" algn="r" rtl="0" fontAlgn="base">
        <a:spcBef>
          <a:spcPct val="0"/>
        </a:spcBef>
        <a:spcAft>
          <a:spcPct val="0"/>
        </a:spcAft>
        <a:defRPr sz="1900">
          <a:solidFill>
            <a:schemeClr val="bg1"/>
          </a:solidFill>
          <a:latin typeface="Calisto MT" pitchFamily="18" charset="0"/>
        </a:defRPr>
      </a:lvl9pPr>
    </p:titleStyle>
    <p:bodyStyle>
      <a:lvl1pPr marL="187470" indent="-187470"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709" indent="-185703"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948" indent="-185703"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966" indent="-252909" algn="l" rtl="0" eaLnBrk="0" fontAlgn="base" hangingPunct="0">
        <a:spcBef>
          <a:spcPct val="20000"/>
        </a:spcBef>
        <a:spcAft>
          <a:spcPct val="0"/>
        </a:spcAft>
        <a:buChar char="–"/>
        <a:defRPr sz="1600">
          <a:solidFill>
            <a:schemeClr val="tx1"/>
          </a:solidFill>
          <a:latin typeface="Arial" charset="0"/>
        </a:defRPr>
      </a:lvl4pPr>
      <a:lvl5pPr marL="2290319" indent="-252909" algn="l" rtl="0" eaLnBrk="0" fontAlgn="base" hangingPunct="0">
        <a:spcBef>
          <a:spcPct val="20000"/>
        </a:spcBef>
        <a:spcAft>
          <a:spcPct val="0"/>
        </a:spcAft>
        <a:buChar char="»"/>
        <a:defRPr sz="1600">
          <a:solidFill>
            <a:schemeClr val="tx1"/>
          </a:solidFill>
          <a:latin typeface="Arial" charset="0"/>
        </a:defRPr>
      </a:lvl5pPr>
      <a:lvl6pPr marL="2801126" indent="-254647" algn="l" rtl="0" fontAlgn="base">
        <a:spcBef>
          <a:spcPct val="20000"/>
        </a:spcBef>
        <a:spcAft>
          <a:spcPct val="0"/>
        </a:spcAft>
        <a:buChar char="»"/>
        <a:defRPr sz="1600">
          <a:solidFill>
            <a:schemeClr val="tx1"/>
          </a:solidFill>
          <a:latin typeface="Arial" charset="0"/>
        </a:defRPr>
      </a:lvl6pPr>
      <a:lvl7pPr marL="3310422" indent="-254647" algn="l" rtl="0" fontAlgn="base">
        <a:spcBef>
          <a:spcPct val="20000"/>
        </a:spcBef>
        <a:spcAft>
          <a:spcPct val="0"/>
        </a:spcAft>
        <a:buChar char="»"/>
        <a:defRPr sz="1600">
          <a:solidFill>
            <a:schemeClr val="tx1"/>
          </a:solidFill>
          <a:latin typeface="Arial" charset="0"/>
        </a:defRPr>
      </a:lvl7pPr>
      <a:lvl8pPr marL="3819717" indent="-254647" algn="l" rtl="0" fontAlgn="base">
        <a:spcBef>
          <a:spcPct val="20000"/>
        </a:spcBef>
        <a:spcAft>
          <a:spcPct val="0"/>
        </a:spcAft>
        <a:buChar char="»"/>
        <a:defRPr sz="1600">
          <a:solidFill>
            <a:schemeClr val="tx1"/>
          </a:solidFill>
          <a:latin typeface="Arial" charset="0"/>
        </a:defRPr>
      </a:lvl8pPr>
      <a:lvl9pPr marL="4329012" indent="-25464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92" rtl="0" eaLnBrk="1" latinLnBrk="0" hangingPunct="1">
        <a:defRPr sz="2000" kern="1200">
          <a:solidFill>
            <a:schemeClr val="tx1"/>
          </a:solidFill>
          <a:latin typeface="+mn-lt"/>
          <a:ea typeface="+mn-ea"/>
          <a:cs typeface="+mn-cs"/>
        </a:defRPr>
      </a:lvl1pPr>
      <a:lvl2pPr marL="509295" algn="l" defTabSz="1018592" rtl="0" eaLnBrk="1" latinLnBrk="0" hangingPunct="1">
        <a:defRPr sz="2000" kern="1200">
          <a:solidFill>
            <a:schemeClr val="tx1"/>
          </a:solidFill>
          <a:latin typeface="+mn-lt"/>
          <a:ea typeface="+mn-ea"/>
          <a:cs typeface="+mn-cs"/>
        </a:defRPr>
      </a:lvl2pPr>
      <a:lvl3pPr marL="1018592" algn="l" defTabSz="1018592" rtl="0" eaLnBrk="1" latinLnBrk="0" hangingPunct="1">
        <a:defRPr sz="2000" kern="1200">
          <a:solidFill>
            <a:schemeClr val="tx1"/>
          </a:solidFill>
          <a:latin typeface="+mn-lt"/>
          <a:ea typeface="+mn-ea"/>
          <a:cs typeface="+mn-cs"/>
        </a:defRPr>
      </a:lvl3pPr>
      <a:lvl4pPr marL="1527887" algn="l" defTabSz="1018592" rtl="0" eaLnBrk="1" latinLnBrk="0" hangingPunct="1">
        <a:defRPr sz="2000" kern="1200">
          <a:solidFill>
            <a:schemeClr val="tx1"/>
          </a:solidFill>
          <a:latin typeface="+mn-lt"/>
          <a:ea typeface="+mn-ea"/>
          <a:cs typeface="+mn-cs"/>
        </a:defRPr>
      </a:lvl4pPr>
      <a:lvl5pPr marL="2037183" algn="l" defTabSz="1018592" rtl="0" eaLnBrk="1" latinLnBrk="0" hangingPunct="1">
        <a:defRPr sz="2000" kern="1200">
          <a:solidFill>
            <a:schemeClr val="tx1"/>
          </a:solidFill>
          <a:latin typeface="+mn-lt"/>
          <a:ea typeface="+mn-ea"/>
          <a:cs typeface="+mn-cs"/>
        </a:defRPr>
      </a:lvl5pPr>
      <a:lvl6pPr marL="2546478" algn="l" defTabSz="1018592" rtl="0" eaLnBrk="1" latinLnBrk="0" hangingPunct="1">
        <a:defRPr sz="2000" kern="1200">
          <a:solidFill>
            <a:schemeClr val="tx1"/>
          </a:solidFill>
          <a:latin typeface="+mn-lt"/>
          <a:ea typeface="+mn-ea"/>
          <a:cs typeface="+mn-cs"/>
        </a:defRPr>
      </a:lvl6pPr>
      <a:lvl7pPr marL="3055774" algn="l" defTabSz="1018592" rtl="0" eaLnBrk="1" latinLnBrk="0" hangingPunct="1">
        <a:defRPr sz="2000" kern="1200">
          <a:solidFill>
            <a:schemeClr val="tx1"/>
          </a:solidFill>
          <a:latin typeface="+mn-lt"/>
          <a:ea typeface="+mn-ea"/>
          <a:cs typeface="+mn-cs"/>
        </a:defRPr>
      </a:lvl7pPr>
      <a:lvl8pPr marL="3565070" algn="l" defTabSz="1018592" rtl="0" eaLnBrk="1" latinLnBrk="0" hangingPunct="1">
        <a:defRPr sz="2000" kern="1200">
          <a:solidFill>
            <a:schemeClr val="tx1"/>
          </a:solidFill>
          <a:latin typeface="+mn-lt"/>
          <a:ea typeface="+mn-ea"/>
          <a:cs typeface="+mn-cs"/>
        </a:defRPr>
      </a:lvl8pPr>
      <a:lvl9pPr marL="4074364" algn="l" defTabSz="1018592" rtl="0" eaLnBrk="1" latinLnBrk="0" hangingPunct="1">
        <a:defRPr sz="20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692" tIns="50847" rIns="101692" bIns="50847"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101692" tIns="50847" rIns="101692" bIns="50847" anchor="ctr"/>
          <a:lstStyle/>
          <a:p>
            <a:pPr defTabSz="1017157">
              <a:defRPr/>
            </a:pPr>
            <a:endParaRPr lang="en-US" sz="2000" dirty="0">
              <a:solidFill>
                <a:srgbClr val="000000"/>
              </a:solidFill>
            </a:endParaRPr>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692" tIns="50847" rIns="101692" bIns="50847"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17" y="7333576"/>
            <a:ext cx="827723" cy="213400"/>
          </a:xfrm>
          <a:prstGeom prst="rect">
            <a:avLst/>
          </a:prstGeom>
          <a:noFill/>
          <a:ln w="9525">
            <a:noFill/>
            <a:miter lim="800000"/>
            <a:headEnd/>
            <a:tailEnd/>
          </a:ln>
          <a:effectLst/>
        </p:spPr>
        <p:txBody>
          <a:bodyPr lIns="0" tIns="0" rIns="0" bIns="0" anchor="b"/>
          <a:lstStyle/>
          <a:p>
            <a:pPr defTabSz="1017157">
              <a:defRPr/>
            </a:pPr>
            <a:r>
              <a:rPr lang="en-US" sz="900" b="1" dirty="0">
                <a:solidFill>
                  <a:srgbClr val="203353"/>
                </a:solidFill>
                <a:latin typeface="Calibri"/>
              </a:rPr>
              <a:t>PAGE </a:t>
            </a:r>
            <a:fld id="{54B17DE0-6D87-48AB-BBA0-9128AA86CC3B}" type="slidenum">
              <a:rPr lang="en-US" sz="900" b="1">
                <a:solidFill>
                  <a:srgbClr val="203353"/>
                </a:solidFill>
                <a:latin typeface="Calibri"/>
              </a:rPr>
              <a:pPr defTabSz="1017157">
                <a:defRPr/>
              </a:pPr>
              <a:t>‹#›</a:t>
            </a:fld>
            <a:endParaRPr lang="en-US" sz="90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7169777"/>
      </p:ext>
    </p:extLst>
  </p:cSld>
  <p:clrMap bg1="lt1" tx1="dk1" bg2="lt2" tx2="dk2" accent1="accent1" accent2="accent2" accent3="accent3" accent4="accent4" accent5="accent5" accent6="accent6" hlink="hlink" folHlink="folHlink"/>
  <p:sldLayoutIdLst>
    <p:sldLayoutId id="2147483854" r:id="rId1"/>
    <p:sldLayoutId id="2147483855" r:id="rId2"/>
    <p:sldLayoutId id="2147483856" r:id="rId3"/>
    <p:sldLayoutId id="2147483857" r:id="rId4"/>
    <p:sldLayoutId id="2147483858"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8463" algn="r" rtl="0" fontAlgn="base">
        <a:spcBef>
          <a:spcPct val="0"/>
        </a:spcBef>
        <a:spcAft>
          <a:spcPct val="0"/>
        </a:spcAft>
        <a:defRPr sz="1900">
          <a:solidFill>
            <a:schemeClr val="bg1"/>
          </a:solidFill>
          <a:latin typeface="Calisto MT" pitchFamily="18" charset="0"/>
        </a:defRPr>
      </a:lvl6pPr>
      <a:lvl7pPr marL="1016925" algn="r" rtl="0" fontAlgn="base">
        <a:spcBef>
          <a:spcPct val="0"/>
        </a:spcBef>
        <a:spcAft>
          <a:spcPct val="0"/>
        </a:spcAft>
        <a:defRPr sz="1900">
          <a:solidFill>
            <a:schemeClr val="bg1"/>
          </a:solidFill>
          <a:latin typeface="Calisto MT" pitchFamily="18" charset="0"/>
        </a:defRPr>
      </a:lvl7pPr>
      <a:lvl8pPr marL="1525388" algn="r" rtl="0" fontAlgn="base">
        <a:spcBef>
          <a:spcPct val="0"/>
        </a:spcBef>
        <a:spcAft>
          <a:spcPct val="0"/>
        </a:spcAft>
        <a:defRPr sz="1900">
          <a:solidFill>
            <a:schemeClr val="bg1"/>
          </a:solidFill>
          <a:latin typeface="Calisto MT" pitchFamily="18" charset="0"/>
        </a:defRPr>
      </a:lvl8pPr>
      <a:lvl9pPr marL="2033851" algn="r" rtl="0" fontAlgn="base">
        <a:spcBef>
          <a:spcPct val="0"/>
        </a:spcBef>
        <a:spcAft>
          <a:spcPct val="0"/>
        </a:spcAft>
        <a:defRPr sz="1900">
          <a:solidFill>
            <a:schemeClr val="bg1"/>
          </a:solidFill>
          <a:latin typeface="Calisto MT" pitchFamily="18" charset="0"/>
        </a:defRPr>
      </a:lvl9pPr>
    </p:titleStyle>
    <p:bodyStyle>
      <a:lvl1pPr marL="187164" indent="-187164"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093" indent="-185400"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023" indent="-185400"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78054" indent="-252500" algn="l" rtl="0" eaLnBrk="0" fontAlgn="base" hangingPunct="0">
        <a:spcBef>
          <a:spcPct val="20000"/>
        </a:spcBef>
        <a:spcAft>
          <a:spcPct val="0"/>
        </a:spcAft>
        <a:buChar char="–"/>
        <a:defRPr sz="1600">
          <a:solidFill>
            <a:schemeClr val="tx1"/>
          </a:solidFill>
          <a:latin typeface="Arial" charset="0"/>
        </a:defRPr>
      </a:lvl4pPr>
      <a:lvl5pPr marL="2286573" indent="-252500" algn="l" rtl="0" eaLnBrk="0" fontAlgn="base" hangingPunct="0">
        <a:spcBef>
          <a:spcPct val="20000"/>
        </a:spcBef>
        <a:spcAft>
          <a:spcPct val="0"/>
        </a:spcAft>
        <a:buChar char="»"/>
        <a:defRPr sz="1600">
          <a:solidFill>
            <a:schemeClr val="tx1"/>
          </a:solidFill>
          <a:latin typeface="Arial" charset="0"/>
        </a:defRPr>
      </a:lvl5pPr>
      <a:lvl6pPr marL="2796545" indent="-254235" algn="l" rtl="0" fontAlgn="base">
        <a:spcBef>
          <a:spcPct val="20000"/>
        </a:spcBef>
        <a:spcAft>
          <a:spcPct val="0"/>
        </a:spcAft>
        <a:buChar char="»"/>
        <a:defRPr sz="1600">
          <a:solidFill>
            <a:schemeClr val="tx1"/>
          </a:solidFill>
          <a:latin typeface="Arial" charset="0"/>
        </a:defRPr>
      </a:lvl6pPr>
      <a:lvl7pPr marL="3305008" indent="-254235" algn="l" rtl="0" fontAlgn="base">
        <a:spcBef>
          <a:spcPct val="20000"/>
        </a:spcBef>
        <a:spcAft>
          <a:spcPct val="0"/>
        </a:spcAft>
        <a:buChar char="»"/>
        <a:defRPr sz="1600">
          <a:solidFill>
            <a:schemeClr val="tx1"/>
          </a:solidFill>
          <a:latin typeface="Arial" charset="0"/>
        </a:defRPr>
      </a:lvl7pPr>
      <a:lvl8pPr marL="3813470" indent="-254235" algn="l" rtl="0" fontAlgn="base">
        <a:spcBef>
          <a:spcPct val="20000"/>
        </a:spcBef>
        <a:spcAft>
          <a:spcPct val="0"/>
        </a:spcAft>
        <a:buChar char="»"/>
        <a:defRPr sz="1600">
          <a:solidFill>
            <a:schemeClr val="tx1"/>
          </a:solidFill>
          <a:latin typeface="Arial" charset="0"/>
        </a:defRPr>
      </a:lvl8pPr>
      <a:lvl9pPr marL="4321928" indent="-254235"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6925" rtl="0" eaLnBrk="1" latinLnBrk="0" hangingPunct="1">
        <a:defRPr sz="2000" kern="1200">
          <a:solidFill>
            <a:schemeClr val="tx1"/>
          </a:solidFill>
          <a:latin typeface="+mn-lt"/>
          <a:ea typeface="+mn-ea"/>
          <a:cs typeface="+mn-cs"/>
        </a:defRPr>
      </a:lvl1pPr>
      <a:lvl2pPr marL="508463" algn="l" defTabSz="1016925" rtl="0" eaLnBrk="1" latinLnBrk="0" hangingPunct="1">
        <a:defRPr sz="2000" kern="1200">
          <a:solidFill>
            <a:schemeClr val="tx1"/>
          </a:solidFill>
          <a:latin typeface="+mn-lt"/>
          <a:ea typeface="+mn-ea"/>
          <a:cs typeface="+mn-cs"/>
        </a:defRPr>
      </a:lvl2pPr>
      <a:lvl3pPr marL="1016925" algn="l" defTabSz="1016925" rtl="0" eaLnBrk="1" latinLnBrk="0" hangingPunct="1">
        <a:defRPr sz="2000" kern="1200">
          <a:solidFill>
            <a:schemeClr val="tx1"/>
          </a:solidFill>
          <a:latin typeface="+mn-lt"/>
          <a:ea typeface="+mn-ea"/>
          <a:cs typeface="+mn-cs"/>
        </a:defRPr>
      </a:lvl3pPr>
      <a:lvl4pPr marL="1525388" algn="l" defTabSz="1016925" rtl="0" eaLnBrk="1" latinLnBrk="0" hangingPunct="1">
        <a:defRPr sz="2000" kern="1200">
          <a:solidFill>
            <a:schemeClr val="tx1"/>
          </a:solidFill>
          <a:latin typeface="+mn-lt"/>
          <a:ea typeface="+mn-ea"/>
          <a:cs typeface="+mn-cs"/>
        </a:defRPr>
      </a:lvl4pPr>
      <a:lvl5pPr marL="2033851" algn="l" defTabSz="1016925" rtl="0" eaLnBrk="1" latinLnBrk="0" hangingPunct="1">
        <a:defRPr sz="2000" kern="1200">
          <a:solidFill>
            <a:schemeClr val="tx1"/>
          </a:solidFill>
          <a:latin typeface="+mn-lt"/>
          <a:ea typeface="+mn-ea"/>
          <a:cs typeface="+mn-cs"/>
        </a:defRPr>
      </a:lvl5pPr>
      <a:lvl6pPr marL="2542312" algn="l" defTabSz="1016925" rtl="0" eaLnBrk="1" latinLnBrk="0" hangingPunct="1">
        <a:defRPr sz="2000" kern="1200">
          <a:solidFill>
            <a:schemeClr val="tx1"/>
          </a:solidFill>
          <a:latin typeface="+mn-lt"/>
          <a:ea typeface="+mn-ea"/>
          <a:cs typeface="+mn-cs"/>
        </a:defRPr>
      </a:lvl6pPr>
      <a:lvl7pPr marL="3050775" algn="l" defTabSz="1016925" rtl="0" eaLnBrk="1" latinLnBrk="0" hangingPunct="1">
        <a:defRPr sz="2000" kern="1200">
          <a:solidFill>
            <a:schemeClr val="tx1"/>
          </a:solidFill>
          <a:latin typeface="+mn-lt"/>
          <a:ea typeface="+mn-ea"/>
          <a:cs typeface="+mn-cs"/>
        </a:defRPr>
      </a:lvl7pPr>
      <a:lvl8pPr marL="3559239" algn="l" defTabSz="1016925" rtl="0" eaLnBrk="1" latinLnBrk="0" hangingPunct="1">
        <a:defRPr sz="2000" kern="1200">
          <a:solidFill>
            <a:schemeClr val="tx1"/>
          </a:solidFill>
          <a:latin typeface="+mn-lt"/>
          <a:ea typeface="+mn-ea"/>
          <a:cs typeface="+mn-cs"/>
        </a:defRPr>
      </a:lvl8pPr>
      <a:lvl9pPr marL="4067698" algn="l" defTabSz="1016925"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88"/>
          <p:cNvSpPr txBox="1">
            <a:spLocks noChangeArrowheads="1"/>
          </p:cNvSpPr>
          <p:nvPr/>
        </p:nvSpPr>
        <p:spPr bwMode="auto">
          <a:xfrm>
            <a:off x="3544587" y="6084608"/>
            <a:ext cx="6147109" cy="856893"/>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spAutoFit/>
          </a:bodyPr>
          <a:lstStyle/>
          <a:p>
            <a:pPr algn="r" defTabSz="1018586"/>
            <a:r>
              <a:rPr lang="en-US" sz="3100" dirty="0" smtClean="0">
                <a:solidFill>
                  <a:srgbClr val="968880"/>
                </a:solidFill>
                <a:latin typeface="Calibri" pitchFamily="34" charset="0"/>
              </a:rPr>
              <a:t>GSE Loan Level Credit </a:t>
            </a:r>
            <a:r>
              <a:rPr lang="en-US" sz="3100" dirty="0" smtClean="0">
                <a:solidFill>
                  <a:srgbClr val="968880"/>
                </a:solidFill>
                <a:latin typeface="Calibri" pitchFamily="34" charset="0"/>
              </a:rPr>
              <a:t>Modifications</a:t>
            </a:r>
            <a:endParaRPr lang="en-US" sz="3100" dirty="0">
              <a:solidFill>
                <a:srgbClr val="968880"/>
              </a:solidFill>
              <a:latin typeface="Calibri" pitchFamily="34" charset="0"/>
            </a:endParaRPr>
          </a:p>
          <a:p>
            <a:pPr algn="r" defTabSz="1018586"/>
            <a:r>
              <a:rPr lang="en-US" dirty="0" smtClean="0">
                <a:solidFill>
                  <a:schemeClr val="tx2"/>
                </a:solidFill>
                <a:latin typeface="Calibri" pitchFamily="34" charset="0"/>
              </a:rPr>
              <a:t>April 2015</a:t>
            </a:r>
            <a:endParaRPr lang="en-US" dirty="0">
              <a:solidFill>
                <a:schemeClr val="tx2"/>
              </a:solidFill>
              <a:latin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754380" y="1174163"/>
            <a:ext cx="8549640" cy="437354"/>
          </a:xfrm>
        </p:spPr>
        <p:txBody>
          <a:bodyPr/>
          <a:lstStyle/>
          <a:p>
            <a:pPr algn="l"/>
            <a:r>
              <a:rPr lang="en-US" sz="2400" b="0" dirty="0" smtClean="0">
                <a:solidFill>
                  <a:schemeClr val="tx1"/>
                </a:solidFill>
              </a:rPr>
              <a:t>Modifications are Modeled Indirectly</a:t>
            </a:r>
            <a:endParaRPr lang="en-US" sz="2400" b="0" dirty="0">
              <a:solidFill>
                <a:schemeClr val="tx1"/>
              </a:solidFill>
            </a:endParaRPr>
          </a:p>
        </p:txBody>
      </p:sp>
      <p:sp>
        <p:nvSpPr>
          <p:cNvPr id="5" name="Subtitle 4"/>
          <p:cNvSpPr>
            <a:spLocks noGrp="1"/>
          </p:cNvSpPr>
          <p:nvPr>
            <p:ph type="subTitle" idx="1"/>
          </p:nvPr>
        </p:nvSpPr>
        <p:spPr>
          <a:xfrm>
            <a:off x="970059" y="1980001"/>
            <a:ext cx="7579581" cy="5120514"/>
          </a:xfrm>
        </p:spPr>
        <p:txBody>
          <a:bodyPr/>
          <a:lstStyle/>
          <a:p>
            <a:pPr marL="285750" indent="-285750" algn="l">
              <a:buFont typeface="Arial" panose="020B0604020202020204" pitchFamily="34" charset="0"/>
              <a:buChar char="•"/>
            </a:pPr>
            <a:r>
              <a:rPr lang="en-US" sz="1400" dirty="0" smtClean="0"/>
              <a:t>Modifications in the GSE Loan Level data are a very small percentage of total Balance </a:t>
            </a:r>
          </a:p>
          <a:p>
            <a:pPr marL="794985" lvl="1" indent="-285750" algn="l">
              <a:buFont typeface="Arial" panose="020B0604020202020204" pitchFamily="34" charset="0"/>
              <a:buChar char="•"/>
            </a:pPr>
            <a:r>
              <a:rPr lang="en-US" sz="1400" dirty="0" smtClean="0"/>
              <a:t>~0.015% since 2011</a:t>
            </a:r>
          </a:p>
          <a:p>
            <a:pPr marL="285750" indent="-285750" algn="l">
              <a:buFont typeface="Arial" panose="020B0604020202020204" pitchFamily="34" charset="0"/>
              <a:buChar char="•"/>
            </a:pPr>
            <a:r>
              <a:rPr lang="en-US" sz="1400" dirty="0" smtClean="0"/>
              <a:t>Modifications in the GSE Loan Level data are not always identified</a:t>
            </a:r>
          </a:p>
          <a:p>
            <a:pPr marL="794985" lvl="1" indent="-285750" algn="l">
              <a:buFont typeface="Arial" panose="020B0604020202020204" pitchFamily="34" charset="0"/>
              <a:buChar char="•"/>
            </a:pPr>
            <a:r>
              <a:rPr lang="en-US" sz="1400" dirty="0" smtClean="0"/>
              <a:t>Flag for modification doesn’t always correspond what we see in the data: Rate Reductions, Term Reductions or Balance Liquidations</a:t>
            </a:r>
          </a:p>
          <a:p>
            <a:pPr marL="285750" indent="-285750" algn="l">
              <a:buFont typeface="Arial" panose="020B0604020202020204" pitchFamily="34" charset="0"/>
              <a:buChar char="•"/>
            </a:pPr>
            <a:r>
              <a:rPr lang="en-US" sz="1400" dirty="0" smtClean="0"/>
              <a:t>With these 2 points in mind, we have chosen (at least for the first iteration) to not model Modifications directly as a separate transition status: Current, 30, 60, 90+, </a:t>
            </a:r>
            <a:r>
              <a:rPr lang="en-US" sz="1400" b="1" dirty="0" smtClean="0"/>
              <a:t>Mod</a:t>
            </a:r>
            <a:r>
              <a:rPr lang="en-US" sz="1400" dirty="0" smtClean="0"/>
              <a:t>, Out</a:t>
            </a:r>
          </a:p>
          <a:p>
            <a:pPr marL="285750" indent="-285750" algn="l">
              <a:buFont typeface="Arial" panose="020B0604020202020204" pitchFamily="34" charset="0"/>
              <a:buChar char="•"/>
            </a:pPr>
            <a:r>
              <a:rPr lang="en-US" sz="1400" dirty="0" smtClean="0"/>
              <a:t>The transition rates from all Delinquent Status (30, 60, 90+), back to Current are modeled</a:t>
            </a:r>
          </a:p>
          <a:p>
            <a:pPr marL="285750" indent="-285750" algn="l">
              <a:buFont typeface="Arial" panose="020B0604020202020204" pitchFamily="34" charset="0"/>
              <a:buChar char="•"/>
            </a:pPr>
            <a:r>
              <a:rPr lang="en-US" sz="1400" dirty="0" smtClean="0"/>
              <a:t>The results of these “Cure” transitions can be viewed historically to test for goodness of fit</a:t>
            </a:r>
          </a:p>
          <a:p>
            <a:pPr marL="285750" indent="-285750" algn="l">
              <a:buFont typeface="Arial" panose="020B0604020202020204" pitchFamily="34" charset="0"/>
              <a:buChar char="•"/>
            </a:pPr>
            <a:r>
              <a:rPr lang="en-US" sz="1400" dirty="0" smtClean="0"/>
              <a:t>Defining any of these “Cure” transitions as Modifications is arbitrary, and does not effect the results of the Model Projections</a:t>
            </a:r>
          </a:p>
          <a:p>
            <a:pPr marL="285750" indent="-285750" algn="l">
              <a:buFont typeface="Arial" panose="020B0604020202020204" pitchFamily="34" charset="0"/>
              <a:buChar char="•"/>
            </a:pPr>
            <a:r>
              <a:rPr lang="en-US" sz="1400" dirty="0" smtClean="0"/>
              <a:t>If later we want to model Modifications as a separate Transition Status, we should be aware that the complexity of the model will increase and due to the lack of modification data, it could be difficult to specify these transitions with great accuracy</a:t>
            </a:r>
          </a:p>
          <a:p>
            <a:pPr marL="794985" lvl="1" indent="-285750" algn="l">
              <a:buFont typeface="Arial" panose="020B0604020202020204" pitchFamily="34" charset="0"/>
              <a:buChar char="•"/>
            </a:pPr>
            <a:r>
              <a:rPr lang="en-US" sz="1400" dirty="0" smtClean="0"/>
              <a:t>Ex) 60 -&gt; Mod; Mod -&gt; 30; Mod -&gt; Current; </a:t>
            </a:r>
            <a:r>
              <a:rPr lang="en-US" sz="1400" dirty="0" err="1" smtClean="0"/>
              <a:t>etc</a:t>
            </a:r>
            <a:endParaRPr lang="en-US" sz="1400" dirty="0" smtClean="0"/>
          </a:p>
        </p:txBody>
      </p:sp>
      <p:cxnSp>
        <p:nvCxnSpPr>
          <p:cNvPr id="9" name="Straight Connector 8"/>
          <p:cNvCxnSpPr/>
          <p:nvPr/>
        </p:nvCxnSpPr>
        <p:spPr>
          <a:xfrm>
            <a:off x="688063" y="1738263"/>
            <a:ext cx="861595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316163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754380" y="1174163"/>
            <a:ext cx="8549640" cy="437354"/>
          </a:xfrm>
        </p:spPr>
        <p:txBody>
          <a:bodyPr/>
          <a:lstStyle/>
          <a:p>
            <a:pPr algn="l"/>
            <a:r>
              <a:rPr lang="en-US" sz="2400" b="0" dirty="0" smtClean="0">
                <a:solidFill>
                  <a:schemeClr val="tx1"/>
                </a:solidFill>
              </a:rPr>
              <a:t>Modification Rate as Reported by FNMA</a:t>
            </a:r>
            <a:endParaRPr lang="en-US" sz="2400" b="0" dirty="0">
              <a:solidFill>
                <a:schemeClr val="tx1"/>
              </a:solidFill>
            </a:endParaRPr>
          </a:p>
        </p:txBody>
      </p:sp>
      <p:cxnSp>
        <p:nvCxnSpPr>
          <p:cNvPr id="9" name="Straight Connector 8"/>
          <p:cNvCxnSpPr/>
          <p:nvPr/>
        </p:nvCxnSpPr>
        <p:spPr>
          <a:xfrm>
            <a:off x="688063" y="1738263"/>
            <a:ext cx="861595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2"/>
          <a:stretch>
            <a:fillRect/>
          </a:stretch>
        </p:blipFill>
        <p:spPr>
          <a:xfrm>
            <a:off x="754380" y="1865010"/>
            <a:ext cx="8549640" cy="5259359"/>
          </a:xfrm>
          <a:prstGeom prst="rect">
            <a:avLst/>
          </a:prstGeom>
        </p:spPr>
      </p:pic>
    </p:spTree>
    <p:extLst>
      <p:ext uri="{BB962C8B-B14F-4D97-AF65-F5344CB8AC3E}">
        <p14:creationId xmlns:p14="http://schemas.microsoft.com/office/powerpoint/2010/main" val="323772860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754380" y="1174163"/>
            <a:ext cx="8549640" cy="437354"/>
          </a:xfrm>
        </p:spPr>
        <p:txBody>
          <a:bodyPr/>
          <a:lstStyle/>
          <a:p>
            <a:pPr algn="l"/>
            <a:r>
              <a:rPr lang="en-US" sz="2400" b="0" dirty="0" smtClean="0">
                <a:solidFill>
                  <a:schemeClr val="tx1"/>
                </a:solidFill>
              </a:rPr>
              <a:t>Modification Rate as Reported by FNMA (60 Days DQ)</a:t>
            </a:r>
            <a:endParaRPr lang="en-US" sz="2400" b="0" dirty="0">
              <a:solidFill>
                <a:schemeClr val="tx1"/>
              </a:solidFill>
            </a:endParaRPr>
          </a:p>
        </p:txBody>
      </p:sp>
      <p:cxnSp>
        <p:nvCxnSpPr>
          <p:cNvPr id="9" name="Straight Connector 8"/>
          <p:cNvCxnSpPr/>
          <p:nvPr/>
        </p:nvCxnSpPr>
        <p:spPr>
          <a:xfrm>
            <a:off x="688063" y="1738263"/>
            <a:ext cx="861595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3" name="Picture 2"/>
          <p:cNvPicPr>
            <a:picLocks noChangeAspect="1"/>
          </p:cNvPicPr>
          <p:nvPr/>
        </p:nvPicPr>
        <p:blipFill>
          <a:blip r:embed="rId2"/>
          <a:stretch>
            <a:fillRect/>
          </a:stretch>
        </p:blipFill>
        <p:spPr>
          <a:xfrm>
            <a:off x="754380" y="1832760"/>
            <a:ext cx="8549640" cy="5323414"/>
          </a:xfrm>
          <a:prstGeom prst="rect">
            <a:avLst/>
          </a:prstGeom>
        </p:spPr>
      </p:pic>
    </p:spTree>
    <p:extLst>
      <p:ext uri="{BB962C8B-B14F-4D97-AF65-F5344CB8AC3E}">
        <p14:creationId xmlns:p14="http://schemas.microsoft.com/office/powerpoint/2010/main" val="388637532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754380" y="1174163"/>
            <a:ext cx="8549640" cy="437354"/>
          </a:xfrm>
        </p:spPr>
        <p:txBody>
          <a:bodyPr/>
          <a:lstStyle/>
          <a:p>
            <a:pPr algn="l"/>
            <a:r>
              <a:rPr lang="en-US" sz="2400" b="0" dirty="0" smtClean="0">
                <a:solidFill>
                  <a:schemeClr val="tx1"/>
                </a:solidFill>
              </a:rPr>
              <a:t>Modification Rate as Reported by FNMA (90+ Days DQ)</a:t>
            </a:r>
            <a:endParaRPr lang="en-US" sz="2400" b="0" dirty="0">
              <a:solidFill>
                <a:schemeClr val="tx1"/>
              </a:solidFill>
            </a:endParaRPr>
          </a:p>
        </p:txBody>
      </p:sp>
      <p:cxnSp>
        <p:nvCxnSpPr>
          <p:cNvPr id="9" name="Straight Connector 8"/>
          <p:cNvCxnSpPr/>
          <p:nvPr/>
        </p:nvCxnSpPr>
        <p:spPr>
          <a:xfrm>
            <a:off x="688063" y="1738263"/>
            <a:ext cx="861595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2"/>
          <a:stretch>
            <a:fillRect/>
          </a:stretch>
        </p:blipFill>
        <p:spPr>
          <a:xfrm>
            <a:off x="754380" y="1865010"/>
            <a:ext cx="8549640" cy="5259359"/>
          </a:xfrm>
          <a:prstGeom prst="rect">
            <a:avLst/>
          </a:prstGeom>
        </p:spPr>
      </p:pic>
    </p:spTree>
    <p:extLst>
      <p:ext uri="{BB962C8B-B14F-4D97-AF65-F5344CB8AC3E}">
        <p14:creationId xmlns:p14="http://schemas.microsoft.com/office/powerpoint/2010/main" val="382934498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754380" y="1174163"/>
            <a:ext cx="8549640" cy="437354"/>
          </a:xfrm>
        </p:spPr>
        <p:txBody>
          <a:bodyPr/>
          <a:lstStyle/>
          <a:p>
            <a:pPr algn="l"/>
            <a:r>
              <a:rPr lang="en-US" sz="2400" b="0" dirty="0" smtClean="0">
                <a:solidFill>
                  <a:schemeClr val="tx1"/>
                </a:solidFill>
              </a:rPr>
              <a:t>Model Fit: Mods = Cures (Late DQ or 90+ to Current)</a:t>
            </a:r>
            <a:endParaRPr lang="en-US" sz="2400" b="0" dirty="0">
              <a:solidFill>
                <a:schemeClr val="tx1"/>
              </a:solidFill>
            </a:endParaRPr>
          </a:p>
        </p:txBody>
      </p:sp>
      <p:cxnSp>
        <p:nvCxnSpPr>
          <p:cNvPr id="9" name="Straight Connector 8"/>
          <p:cNvCxnSpPr/>
          <p:nvPr/>
        </p:nvCxnSpPr>
        <p:spPr>
          <a:xfrm>
            <a:off x="688063" y="1738263"/>
            <a:ext cx="861595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2"/>
          <a:stretch>
            <a:fillRect/>
          </a:stretch>
        </p:blipFill>
        <p:spPr>
          <a:xfrm>
            <a:off x="754380" y="1865010"/>
            <a:ext cx="8549640" cy="5307067"/>
          </a:xfrm>
          <a:prstGeom prst="rect">
            <a:avLst/>
          </a:prstGeom>
        </p:spPr>
      </p:pic>
    </p:spTree>
    <p:extLst>
      <p:ext uri="{BB962C8B-B14F-4D97-AF65-F5344CB8AC3E}">
        <p14:creationId xmlns:p14="http://schemas.microsoft.com/office/powerpoint/2010/main" val="378162922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754380" y="1174163"/>
            <a:ext cx="8549640" cy="437354"/>
          </a:xfrm>
        </p:spPr>
        <p:txBody>
          <a:bodyPr/>
          <a:lstStyle/>
          <a:p>
            <a:pPr algn="l"/>
            <a:r>
              <a:rPr lang="en-US" sz="2400" b="0" dirty="0" smtClean="0">
                <a:solidFill>
                  <a:schemeClr val="tx1"/>
                </a:solidFill>
              </a:rPr>
              <a:t>Model Fit: Mods = </a:t>
            </a:r>
            <a:r>
              <a:rPr lang="en-US" sz="2400" b="0" dirty="0" smtClean="0">
                <a:solidFill>
                  <a:schemeClr val="tx1"/>
                </a:solidFill>
              </a:rPr>
              <a:t>Cures (Late DQ to Current)</a:t>
            </a:r>
            <a:endParaRPr lang="en-US" sz="2400" b="0" dirty="0">
              <a:solidFill>
                <a:schemeClr val="tx1"/>
              </a:solidFill>
            </a:endParaRPr>
          </a:p>
        </p:txBody>
      </p:sp>
      <p:cxnSp>
        <p:nvCxnSpPr>
          <p:cNvPr id="9" name="Straight Connector 8"/>
          <p:cNvCxnSpPr/>
          <p:nvPr/>
        </p:nvCxnSpPr>
        <p:spPr>
          <a:xfrm>
            <a:off x="688063" y="1738263"/>
            <a:ext cx="861595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2"/>
          <a:stretch>
            <a:fillRect/>
          </a:stretch>
        </p:blipFill>
        <p:spPr>
          <a:xfrm>
            <a:off x="754380" y="1865010"/>
            <a:ext cx="8549640" cy="5299115"/>
          </a:xfrm>
          <a:prstGeom prst="rect">
            <a:avLst/>
          </a:prstGeom>
        </p:spPr>
      </p:pic>
    </p:spTree>
    <p:extLst>
      <p:ext uri="{BB962C8B-B14F-4D97-AF65-F5344CB8AC3E}">
        <p14:creationId xmlns:p14="http://schemas.microsoft.com/office/powerpoint/2010/main" val="258317172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754380" y="1174163"/>
            <a:ext cx="8549640" cy="437354"/>
          </a:xfrm>
        </p:spPr>
        <p:txBody>
          <a:bodyPr/>
          <a:lstStyle/>
          <a:p>
            <a:pPr algn="l"/>
            <a:r>
              <a:rPr lang="en-US" sz="2400" b="0" dirty="0" smtClean="0">
                <a:solidFill>
                  <a:schemeClr val="tx1"/>
                </a:solidFill>
              </a:rPr>
              <a:t>Model Fit: Mods = Cures (90+ to Current)</a:t>
            </a:r>
            <a:endParaRPr lang="en-US" sz="2400" b="0" dirty="0">
              <a:solidFill>
                <a:schemeClr val="tx1"/>
              </a:solidFill>
            </a:endParaRPr>
          </a:p>
        </p:txBody>
      </p:sp>
      <p:cxnSp>
        <p:nvCxnSpPr>
          <p:cNvPr id="9" name="Straight Connector 8"/>
          <p:cNvCxnSpPr/>
          <p:nvPr/>
        </p:nvCxnSpPr>
        <p:spPr>
          <a:xfrm>
            <a:off x="688063" y="1738263"/>
            <a:ext cx="861595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3" name="Picture 2"/>
          <p:cNvPicPr>
            <a:picLocks noChangeAspect="1"/>
          </p:cNvPicPr>
          <p:nvPr/>
        </p:nvPicPr>
        <p:blipFill>
          <a:blip r:embed="rId2"/>
          <a:stretch>
            <a:fillRect/>
          </a:stretch>
        </p:blipFill>
        <p:spPr>
          <a:xfrm>
            <a:off x="754380" y="1865010"/>
            <a:ext cx="8549640" cy="5259359"/>
          </a:xfrm>
          <a:prstGeom prst="rect">
            <a:avLst/>
          </a:prstGeom>
        </p:spPr>
      </p:pic>
    </p:spTree>
    <p:extLst>
      <p:ext uri="{BB962C8B-B14F-4D97-AF65-F5344CB8AC3E}">
        <p14:creationId xmlns:p14="http://schemas.microsoft.com/office/powerpoint/2010/main" val="1613844242"/>
      </p:ext>
    </p:extLst>
  </p:cSld>
  <p:clrMapOvr>
    <a:masterClrMapping/>
  </p:clrMapOvr>
  <p:timing>
    <p:tnLst>
      <p:par>
        <p:cTn id="1" dur="indefinite" restart="never" nodeType="tmRoot"/>
      </p:par>
    </p:tnLst>
  </p:timing>
</p:sld>
</file>

<file path=ppt/theme/theme1.xml><?xml version="1.0" encoding="utf-8"?>
<a:theme xmlns:a="http://schemas.openxmlformats.org/drawingml/2006/main" name="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ustom Design">
  <a:themeElements>
    <a:clrScheme name="1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1_Default Design">
  <a:themeElements>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1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4_Default Design">
  <a:themeElements>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4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4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4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4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3_Default Design">
  <a:themeElements>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3_Custom Design">
  <a:themeElements>
    <a:clrScheme name="">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2_Default Design">
  <a:themeElements>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Default Design">
      <a:majorFont>
        <a:latin typeface="Calibri"/>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4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5_Default Design">
  <a:themeElements>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Default Design">
      <a:majorFont>
        <a:latin typeface="Calibri"/>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5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6_Default Design">
  <a:themeElements>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7_Default Design">
  <a:themeElements>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1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4.xml><?xml version="1.0" encoding="utf-8"?>
<a:theme xmlns:a="http://schemas.openxmlformats.org/drawingml/2006/main" name="6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5.xml><?xml version="1.0" encoding="utf-8"?>
<a:theme xmlns:a="http://schemas.openxmlformats.org/drawingml/2006/main" name="7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6.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7.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69561</TotalTime>
  <Words>292</Words>
  <Application>Microsoft Office PowerPoint</Application>
  <PresentationFormat>Custom</PresentationFormat>
  <Paragraphs>20</Paragraphs>
  <Slides>8</Slides>
  <Notes>1</Notes>
  <HiddenSlides>0</HiddenSlides>
  <MMClips>0</MMClips>
  <ScaleCrop>false</ScaleCrop>
  <HeadingPairs>
    <vt:vector size="6" baseType="variant">
      <vt:variant>
        <vt:lpstr>Fonts Used</vt:lpstr>
      </vt:variant>
      <vt:variant>
        <vt:i4>5</vt:i4>
      </vt:variant>
      <vt:variant>
        <vt:lpstr>Theme</vt:lpstr>
      </vt:variant>
      <vt:variant>
        <vt:i4>15</vt:i4>
      </vt:variant>
      <vt:variant>
        <vt:lpstr>Slide Titles</vt:lpstr>
      </vt:variant>
      <vt:variant>
        <vt:i4>8</vt:i4>
      </vt:variant>
    </vt:vector>
  </HeadingPairs>
  <TitlesOfParts>
    <vt:vector size="28" baseType="lpstr">
      <vt:lpstr>Arial</vt:lpstr>
      <vt:lpstr>Calibri</vt:lpstr>
      <vt:lpstr>Calisto MT</vt:lpstr>
      <vt:lpstr>Cambria</vt:lpstr>
      <vt:lpstr>Times</vt:lpstr>
      <vt:lpstr>Custom Design</vt:lpstr>
      <vt:lpstr>1_Custom Design</vt:lpstr>
      <vt:lpstr>2_Custom Design</vt:lpstr>
      <vt:lpstr>1_Default Design</vt:lpstr>
      <vt:lpstr>4_Default Design</vt:lpstr>
      <vt:lpstr>3_Default Design</vt:lpstr>
      <vt:lpstr>3_Custom Design</vt:lpstr>
      <vt:lpstr>2_Default Design</vt:lpstr>
      <vt:lpstr>4_Custom Design</vt:lpstr>
      <vt:lpstr>5_Default Design</vt:lpstr>
      <vt:lpstr>5_Custom Design</vt:lpstr>
      <vt:lpstr>6_Default Design</vt:lpstr>
      <vt:lpstr>7_Default Design</vt:lpstr>
      <vt:lpstr>6_Custom Design</vt:lpstr>
      <vt:lpstr>7_Custom Design</vt:lpstr>
      <vt:lpstr>PowerPoint Presentation</vt:lpstr>
      <vt:lpstr>Modifications are Modeled Indirectly</vt:lpstr>
      <vt:lpstr>Modification Rate as Reported by FNMA</vt:lpstr>
      <vt:lpstr>Modification Rate as Reported by FNMA (60 Days DQ)</vt:lpstr>
      <vt:lpstr>Modification Rate as Reported by FNMA (90+ Days DQ)</vt:lpstr>
      <vt:lpstr>Model Fit: Mods = Cures (Late DQ or 90+ to Current)</vt:lpstr>
      <vt:lpstr>Model Fit: Mods = Cures (Late DQ to Current)</vt:lpstr>
      <vt:lpstr>Model Fit: Mods = Cures (90+ to Current)</vt:lpstr>
    </vt:vector>
  </TitlesOfParts>
  <Company>Microsoft Corporation</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0</dc:title>
  <dc:creator>William Gates</dc:creator>
  <cp:lastModifiedBy>Robert Morris</cp:lastModifiedBy>
  <cp:revision>1747</cp:revision>
  <cp:lastPrinted>2015-04-13T19:43:53Z</cp:lastPrinted>
  <dcterms:created xsi:type="dcterms:W3CDTF">2011-07-07T12:37:32Z</dcterms:created>
  <dcterms:modified xsi:type="dcterms:W3CDTF">2015-04-27T14:01:32Z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-1471813815</vt:i4>
  </property>
  <property fmtid="{D5CDD505-2E9C-101B-9397-08002B2CF9AE}" pid="3" name="_NewReviewCycle">
    <vt:lpwstr/>
  </property>
  <property fmtid="{D5CDD505-2E9C-101B-9397-08002B2CF9AE}" pid="4" name="_EmailSubject">
    <vt:lpwstr>FW: 2012 05 15 cello presentation.pptx</vt:lpwstr>
  </property>
  <property fmtid="{D5CDD505-2E9C-101B-9397-08002B2CF9AE}" pid="5" name="_AuthorEmail">
    <vt:lpwstr>Marisa.Goldberg@guggenheimpartners.com</vt:lpwstr>
  </property>
  <property fmtid="{D5CDD505-2E9C-101B-9397-08002B2CF9AE}" pid="6" name="_AuthorEmailDisplayName">
    <vt:lpwstr>Goldberg, Marisa</vt:lpwstr>
  </property>
  <property fmtid="{D5CDD505-2E9C-101B-9397-08002B2CF9AE}" pid="7" name="_PreviousAdHocReviewCycleID">
    <vt:i4>-274319563</vt:i4>
  </property>
</Properties>
</file>