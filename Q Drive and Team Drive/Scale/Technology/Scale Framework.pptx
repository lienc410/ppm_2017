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firstSlideNum="0" strictFirstAndLastChars="0" saveSubsetFonts="1">
  <p:sldMasterIdLst>
    <p:sldMasterId id="2147483656" r:id="rId3"/>
    <p:sldMasterId id="2147483657" r:id="rId4"/>
  </p:sldMasterIdLst>
  <p:notesMasterIdLst>
    <p:notesMasterId r:id="rId5"/>
  </p:notesMasterIdLst>
  <p:sldIdLst>
    <p:sldId id="256" r:id="rId6"/>
    <p:sldId id="257" r:id="rId7"/>
    <p:sldId id="258" r:id="rId8"/>
    <p:sldId id="259" r:id="rId9"/>
    <p:sldId id="260" r:id="rId10"/>
    <p:sldId id="261" r:id="rId11"/>
  </p:sldIdLst>
  <p:sldSz cy="7772400" cx="10058400"/>
  <p:notesSz cx="6934200" cy="9220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2" y="3"/>
            <a:ext cx="3005138" cy="459741"/>
          </a:xfrm>
          <a:prstGeom prst="rect">
            <a:avLst/>
          </a:prstGeom>
          <a:noFill/>
          <a:ln>
            <a:noFill/>
          </a:ln>
        </p:spPr>
        <p:txBody>
          <a:bodyPr anchorCtr="0" anchor="t" bIns="91425" lIns="91425" spcFirstLastPara="1" rIns="91425" wrap="square" tIns="91425"/>
          <a:lstStyle>
            <a:lvl1pPr indent="-88900" lvl="0" marL="0" marR="0" rtl="0" algn="l">
              <a:spcBef>
                <a:spcPts val="0"/>
              </a:spcBef>
              <a:spcAft>
                <a:spcPts val="0"/>
              </a:spcAft>
              <a:buSzPts val="1400"/>
              <a:buChar char="●"/>
              <a:defRPr/>
            </a:lvl1pPr>
            <a:lvl2pPr indent="-88544" lvl="1" marL="507644" marR="0" rtl="0" algn="l">
              <a:spcBef>
                <a:spcPts val="0"/>
              </a:spcBef>
              <a:spcAft>
                <a:spcPts val="0"/>
              </a:spcAft>
              <a:buSzPts val="1400"/>
              <a:buChar char="○"/>
              <a:defRPr/>
            </a:lvl2pPr>
            <a:lvl3pPr indent="-89956" lvl="2" marL="1017056" marR="0" rtl="0" algn="l">
              <a:spcBef>
                <a:spcPts val="0"/>
              </a:spcBef>
              <a:spcAft>
                <a:spcPts val="0"/>
              </a:spcAft>
              <a:buSzPts val="1400"/>
              <a:buChar char="■"/>
              <a:defRPr/>
            </a:lvl3pPr>
            <a:lvl4pPr indent="-91367" lvl="3" marL="1526468" marR="0" rtl="0" algn="l">
              <a:spcBef>
                <a:spcPts val="0"/>
              </a:spcBef>
              <a:spcAft>
                <a:spcPts val="0"/>
              </a:spcAft>
              <a:buSzPts val="1400"/>
              <a:buChar char="●"/>
              <a:defRPr/>
            </a:lvl4pPr>
            <a:lvl5pPr indent="-92780" lvl="4" marL="2035881" marR="0" rtl="0" algn="l">
              <a:spcBef>
                <a:spcPts val="0"/>
              </a:spcBef>
              <a:spcAft>
                <a:spcPts val="0"/>
              </a:spcAft>
              <a:buSzPts val="1400"/>
              <a:buChar char="○"/>
              <a:defRPr/>
            </a:lvl5pPr>
            <a:lvl6pPr indent="-95961" lvl="5" marL="2547061" marR="0" rtl="0" algn="l">
              <a:spcBef>
                <a:spcPts val="0"/>
              </a:spcBef>
              <a:spcAft>
                <a:spcPts val="0"/>
              </a:spcAft>
              <a:buSzPts val="1400"/>
              <a:buChar char="■"/>
              <a:defRPr/>
            </a:lvl6pPr>
            <a:lvl7pPr indent="-97372" lvl="6" marL="3056473" marR="0" rtl="0" algn="l">
              <a:spcBef>
                <a:spcPts val="0"/>
              </a:spcBef>
              <a:spcAft>
                <a:spcPts val="0"/>
              </a:spcAft>
              <a:buSzPts val="1400"/>
              <a:buChar char="●"/>
              <a:defRPr/>
            </a:lvl7pPr>
            <a:lvl8pPr indent="-98785" lvl="7" marL="3565885" marR="0" rtl="0" algn="l">
              <a:spcBef>
                <a:spcPts val="0"/>
              </a:spcBef>
              <a:spcAft>
                <a:spcPts val="0"/>
              </a:spcAft>
              <a:buSzPts val="1400"/>
              <a:buChar char="○"/>
              <a:defRPr/>
            </a:lvl8pPr>
            <a:lvl9pPr indent="-100198" lvl="8" marL="4075298" marR="0" rtl="0" algn="l">
              <a:spcBef>
                <a:spcPts val="0"/>
              </a:spcBef>
              <a:spcAft>
                <a:spcPts val="0"/>
              </a:spcAft>
              <a:buSzPts val="1400"/>
              <a:buChar char="■"/>
              <a:defRPr/>
            </a:lvl9pPr>
          </a:lstStyle>
          <a:p/>
        </p:txBody>
      </p:sp>
      <p:sp>
        <p:nvSpPr>
          <p:cNvPr id="4" name="Google Shape;4;n"/>
          <p:cNvSpPr txBox="1"/>
          <p:nvPr>
            <p:ph idx="10" type="dt"/>
          </p:nvPr>
        </p:nvSpPr>
        <p:spPr>
          <a:xfrm>
            <a:off x="3927480" y="3"/>
            <a:ext cx="3005138" cy="459741"/>
          </a:xfrm>
          <a:prstGeom prst="rect">
            <a:avLst/>
          </a:prstGeom>
          <a:noFill/>
          <a:ln>
            <a:noFill/>
          </a:ln>
        </p:spPr>
        <p:txBody>
          <a:bodyPr anchorCtr="0" anchor="t" bIns="91425" lIns="91425" spcFirstLastPara="1" rIns="91425" wrap="square" tIns="91425"/>
          <a:lstStyle>
            <a:lvl1pPr indent="-88900" lvl="0" marL="0" marR="0" rtl="0" algn="r">
              <a:spcBef>
                <a:spcPts val="0"/>
              </a:spcBef>
              <a:spcAft>
                <a:spcPts val="0"/>
              </a:spcAft>
              <a:buSzPts val="1400"/>
              <a:buChar char="●"/>
              <a:defRPr/>
            </a:lvl1pPr>
            <a:lvl2pPr indent="-88544" lvl="1" marL="507644" marR="0" rtl="0" algn="l">
              <a:spcBef>
                <a:spcPts val="0"/>
              </a:spcBef>
              <a:spcAft>
                <a:spcPts val="0"/>
              </a:spcAft>
              <a:buSzPts val="1400"/>
              <a:buChar char="○"/>
              <a:defRPr/>
            </a:lvl2pPr>
            <a:lvl3pPr indent="-89956" lvl="2" marL="1017056" marR="0" rtl="0" algn="l">
              <a:spcBef>
                <a:spcPts val="0"/>
              </a:spcBef>
              <a:spcAft>
                <a:spcPts val="0"/>
              </a:spcAft>
              <a:buSzPts val="1400"/>
              <a:buChar char="■"/>
              <a:defRPr/>
            </a:lvl3pPr>
            <a:lvl4pPr indent="-91367" lvl="3" marL="1526468" marR="0" rtl="0" algn="l">
              <a:spcBef>
                <a:spcPts val="0"/>
              </a:spcBef>
              <a:spcAft>
                <a:spcPts val="0"/>
              </a:spcAft>
              <a:buSzPts val="1400"/>
              <a:buChar char="●"/>
              <a:defRPr/>
            </a:lvl4pPr>
            <a:lvl5pPr indent="-92780" lvl="4" marL="2035881" marR="0" rtl="0" algn="l">
              <a:spcBef>
                <a:spcPts val="0"/>
              </a:spcBef>
              <a:spcAft>
                <a:spcPts val="0"/>
              </a:spcAft>
              <a:buSzPts val="1400"/>
              <a:buChar char="○"/>
              <a:defRPr/>
            </a:lvl5pPr>
            <a:lvl6pPr indent="-95961" lvl="5" marL="2547061" marR="0" rtl="0" algn="l">
              <a:spcBef>
                <a:spcPts val="0"/>
              </a:spcBef>
              <a:spcAft>
                <a:spcPts val="0"/>
              </a:spcAft>
              <a:buSzPts val="1400"/>
              <a:buChar char="■"/>
              <a:defRPr/>
            </a:lvl6pPr>
            <a:lvl7pPr indent="-97372" lvl="6" marL="3056473" marR="0" rtl="0" algn="l">
              <a:spcBef>
                <a:spcPts val="0"/>
              </a:spcBef>
              <a:spcAft>
                <a:spcPts val="0"/>
              </a:spcAft>
              <a:buSzPts val="1400"/>
              <a:buChar char="●"/>
              <a:defRPr/>
            </a:lvl7pPr>
            <a:lvl8pPr indent="-98785" lvl="7" marL="3565885" marR="0" rtl="0" algn="l">
              <a:spcBef>
                <a:spcPts val="0"/>
              </a:spcBef>
              <a:spcAft>
                <a:spcPts val="0"/>
              </a:spcAft>
              <a:buSzPts val="1400"/>
              <a:buChar char="○"/>
              <a:defRPr/>
            </a:lvl8pPr>
            <a:lvl9pPr indent="-100198" lvl="8" marL="4075298" marR="0" rtl="0" algn="l">
              <a:spcBef>
                <a:spcPts val="0"/>
              </a:spcBef>
              <a:spcAft>
                <a:spcPts val="0"/>
              </a:spcAft>
              <a:buSzPts val="1400"/>
              <a:buChar char="■"/>
              <a:defRPr/>
            </a:lvl9pPr>
          </a:lstStyle>
          <a:p/>
        </p:txBody>
      </p:sp>
      <p:sp>
        <p:nvSpPr>
          <p:cNvPr id="5" name="Google Shape;5;n"/>
          <p:cNvSpPr/>
          <p:nvPr>
            <p:ph idx="3" type="sldImg"/>
          </p:nvPr>
        </p:nvSpPr>
        <p:spPr>
          <a:xfrm>
            <a:off x="1230313" y="692150"/>
            <a:ext cx="4473575" cy="3457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693738" y="4380234"/>
            <a:ext cx="5546725" cy="4147189"/>
          </a:xfrm>
          <a:prstGeom prst="rect">
            <a:avLst/>
          </a:prstGeom>
          <a:noFill/>
          <a:ln>
            <a:noFill/>
          </a:ln>
        </p:spPr>
        <p:txBody>
          <a:bodyPr anchorCtr="0" anchor="t" bIns="91425" lIns="91425" spcFirstLastPara="1" rIns="91425" wrap="square" tIns="91425"/>
          <a:lstStyle>
            <a:lvl1pPr indent="-317500" lvl="0" marL="457200" marR="0" rtl="0" algn="l">
              <a:spcBef>
                <a:spcPts val="390"/>
              </a:spcBef>
              <a:spcAft>
                <a:spcPts val="0"/>
              </a:spcAft>
              <a:buSzPts val="1400"/>
              <a:buChar char="●"/>
              <a:defRPr/>
            </a:lvl1pPr>
            <a:lvl2pPr indent="-317500" lvl="1" marL="914400" marR="0" rtl="0" algn="l">
              <a:spcBef>
                <a:spcPts val="390"/>
              </a:spcBef>
              <a:spcAft>
                <a:spcPts val="0"/>
              </a:spcAft>
              <a:buSzPts val="1400"/>
              <a:buChar char="○"/>
              <a:defRPr/>
            </a:lvl2pPr>
            <a:lvl3pPr indent="-317500" lvl="2" marL="1371600" marR="0" rtl="0" algn="l">
              <a:spcBef>
                <a:spcPts val="390"/>
              </a:spcBef>
              <a:spcAft>
                <a:spcPts val="0"/>
              </a:spcAft>
              <a:buSzPts val="1400"/>
              <a:buChar char="■"/>
              <a:defRPr/>
            </a:lvl3pPr>
            <a:lvl4pPr indent="-317500" lvl="3" marL="1828800" marR="0" rtl="0" algn="l">
              <a:spcBef>
                <a:spcPts val="390"/>
              </a:spcBef>
              <a:spcAft>
                <a:spcPts val="0"/>
              </a:spcAft>
              <a:buSzPts val="1400"/>
              <a:buChar char="●"/>
              <a:defRPr/>
            </a:lvl4pPr>
            <a:lvl5pPr indent="-317500" lvl="4" marL="2286000" marR="0" rtl="0" algn="l">
              <a:spcBef>
                <a:spcPts val="390"/>
              </a:spcBef>
              <a:spcAft>
                <a:spcPts val="0"/>
              </a:spcAft>
              <a:buSzPts val="1400"/>
              <a:buChar char="○"/>
              <a:defRPr/>
            </a:lvl5pPr>
            <a:lvl6pPr indent="-317500" lvl="5" marL="2743200" marR="0" rtl="0" algn="l">
              <a:spcBef>
                <a:spcPts val="0"/>
              </a:spcBef>
              <a:spcAft>
                <a:spcPts val="0"/>
              </a:spcAft>
              <a:buSzPts val="1400"/>
              <a:buChar char="■"/>
              <a:defRPr/>
            </a:lvl6pPr>
            <a:lvl7pPr indent="-317500" lvl="6" marL="3200400" marR="0" rtl="0" algn="l">
              <a:spcBef>
                <a:spcPts val="0"/>
              </a:spcBef>
              <a:spcAft>
                <a:spcPts val="0"/>
              </a:spcAft>
              <a:buSzPts val="1400"/>
              <a:buChar char="●"/>
              <a:defRPr/>
            </a:lvl7pPr>
            <a:lvl8pPr indent="-317500" lvl="7" marL="3657600" marR="0" rtl="0" algn="l">
              <a:spcBef>
                <a:spcPts val="0"/>
              </a:spcBef>
              <a:spcAft>
                <a:spcPts val="0"/>
              </a:spcAft>
              <a:buSzPts val="1400"/>
              <a:buChar char="○"/>
              <a:defRPr/>
            </a:lvl8pPr>
            <a:lvl9pPr indent="-317500" lvl="8" marL="4114800" marR="0" rtl="0" algn="l">
              <a:spcBef>
                <a:spcPts val="0"/>
              </a:spcBef>
              <a:spcAft>
                <a:spcPts val="0"/>
              </a:spcAft>
              <a:buSzPts val="1400"/>
              <a:buChar char="■"/>
              <a:defRPr/>
            </a:lvl9pPr>
          </a:lstStyle>
          <a:p/>
        </p:txBody>
      </p:sp>
      <p:sp>
        <p:nvSpPr>
          <p:cNvPr id="7" name="Google Shape;7;n"/>
          <p:cNvSpPr txBox="1"/>
          <p:nvPr>
            <p:ph idx="11" type="ftr"/>
          </p:nvPr>
        </p:nvSpPr>
        <p:spPr>
          <a:xfrm>
            <a:off x="2" y="8758879"/>
            <a:ext cx="3005138" cy="459741"/>
          </a:xfrm>
          <a:prstGeom prst="rect">
            <a:avLst/>
          </a:prstGeom>
          <a:noFill/>
          <a:ln>
            <a:noFill/>
          </a:ln>
        </p:spPr>
        <p:txBody>
          <a:bodyPr anchorCtr="0" anchor="b" bIns="91425" lIns="91425" spcFirstLastPara="1" rIns="91425" wrap="square" tIns="91425"/>
          <a:lstStyle>
            <a:lvl1pPr indent="-88900" lvl="0" marL="0" marR="0" rtl="0" algn="l">
              <a:spcBef>
                <a:spcPts val="0"/>
              </a:spcBef>
              <a:spcAft>
                <a:spcPts val="0"/>
              </a:spcAft>
              <a:buSzPts val="1400"/>
              <a:buChar char="●"/>
              <a:defRPr/>
            </a:lvl1pPr>
            <a:lvl2pPr indent="-88544" lvl="1" marL="507644" marR="0" rtl="0" algn="l">
              <a:spcBef>
                <a:spcPts val="0"/>
              </a:spcBef>
              <a:spcAft>
                <a:spcPts val="0"/>
              </a:spcAft>
              <a:buSzPts val="1400"/>
              <a:buChar char="○"/>
              <a:defRPr/>
            </a:lvl2pPr>
            <a:lvl3pPr indent="-89956" lvl="2" marL="1017056" marR="0" rtl="0" algn="l">
              <a:spcBef>
                <a:spcPts val="0"/>
              </a:spcBef>
              <a:spcAft>
                <a:spcPts val="0"/>
              </a:spcAft>
              <a:buSzPts val="1400"/>
              <a:buChar char="■"/>
              <a:defRPr/>
            </a:lvl3pPr>
            <a:lvl4pPr indent="-91367" lvl="3" marL="1526468" marR="0" rtl="0" algn="l">
              <a:spcBef>
                <a:spcPts val="0"/>
              </a:spcBef>
              <a:spcAft>
                <a:spcPts val="0"/>
              </a:spcAft>
              <a:buSzPts val="1400"/>
              <a:buChar char="●"/>
              <a:defRPr/>
            </a:lvl4pPr>
            <a:lvl5pPr indent="-92780" lvl="4" marL="2035881" marR="0" rtl="0" algn="l">
              <a:spcBef>
                <a:spcPts val="0"/>
              </a:spcBef>
              <a:spcAft>
                <a:spcPts val="0"/>
              </a:spcAft>
              <a:buSzPts val="1400"/>
              <a:buChar char="○"/>
              <a:defRPr/>
            </a:lvl5pPr>
            <a:lvl6pPr indent="-95961" lvl="5" marL="2547061" marR="0" rtl="0" algn="l">
              <a:spcBef>
                <a:spcPts val="0"/>
              </a:spcBef>
              <a:spcAft>
                <a:spcPts val="0"/>
              </a:spcAft>
              <a:buSzPts val="1400"/>
              <a:buChar char="■"/>
              <a:defRPr/>
            </a:lvl6pPr>
            <a:lvl7pPr indent="-97372" lvl="6" marL="3056473" marR="0" rtl="0" algn="l">
              <a:spcBef>
                <a:spcPts val="0"/>
              </a:spcBef>
              <a:spcAft>
                <a:spcPts val="0"/>
              </a:spcAft>
              <a:buSzPts val="1400"/>
              <a:buChar char="●"/>
              <a:defRPr/>
            </a:lvl7pPr>
            <a:lvl8pPr indent="-98785" lvl="7" marL="3565885" marR="0" rtl="0" algn="l">
              <a:spcBef>
                <a:spcPts val="0"/>
              </a:spcBef>
              <a:spcAft>
                <a:spcPts val="0"/>
              </a:spcAft>
              <a:buSzPts val="1400"/>
              <a:buChar char="○"/>
              <a:defRPr/>
            </a:lvl8pPr>
            <a:lvl9pPr indent="-100198" lvl="8" marL="4075298" marR="0" rtl="0" algn="l">
              <a:spcBef>
                <a:spcPts val="0"/>
              </a:spcBef>
              <a:spcAft>
                <a:spcPts val="0"/>
              </a:spcAft>
              <a:buSzPts val="1400"/>
              <a:buChar char="■"/>
              <a:defRPr/>
            </a:lvl9pPr>
          </a:lstStyle>
          <a:p/>
        </p:txBody>
      </p:sp>
      <p:sp>
        <p:nvSpPr>
          <p:cNvPr id="8" name="Google Shape;8;n"/>
          <p:cNvSpPr txBox="1"/>
          <p:nvPr>
            <p:ph idx="12" type="sldNum"/>
          </p:nvPr>
        </p:nvSpPr>
        <p:spPr>
          <a:xfrm>
            <a:off x="3927480" y="8758879"/>
            <a:ext cx="3005138" cy="459741"/>
          </a:xfrm>
          <a:prstGeom prst="rect">
            <a:avLst/>
          </a:prstGeom>
          <a:noFill/>
          <a:ln>
            <a:noFill/>
          </a:ln>
        </p:spPr>
        <p:txBody>
          <a:bodyPr anchorCtr="0" anchor="b" bIns="45775" lIns="91575" spcFirstLastPara="1" rIns="91575" wrap="square" tIns="4577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1230313" y="692150"/>
            <a:ext cx="4473575" cy="3457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4:notes"/>
          <p:cNvSpPr txBox="1"/>
          <p:nvPr>
            <p:ph idx="1" type="body"/>
          </p:nvPr>
        </p:nvSpPr>
        <p:spPr>
          <a:xfrm>
            <a:off x="693738" y="4380234"/>
            <a:ext cx="5546725" cy="4147189"/>
          </a:xfrm>
          <a:prstGeom prst="rect">
            <a:avLst/>
          </a:prstGeom>
          <a:noFill/>
          <a:ln>
            <a:noFill/>
          </a:ln>
        </p:spPr>
        <p:txBody>
          <a:bodyPr anchorCtr="0" anchor="t" bIns="45775" lIns="91575" spcFirstLastPara="1" rIns="91575" wrap="square" tIns="45775">
            <a:noAutofit/>
          </a:bodyPr>
          <a:lstStyle/>
          <a:p>
            <a:pPr indent="0" lvl="0" marL="0" marR="0" rtl="0" algn="l">
              <a:spcBef>
                <a:spcPts val="0"/>
              </a:spcBef>
              <a:spcAft>
                <a:spcPts val="0"/>
              </a:spcAft>
              <a:buNone/>
            </a:pPr>
            <a:r>
              <a:t/>
            </a:r>
            <a:endParaRPr b="0" i="0" sz="1300" u="none" cap="none" strike="noStrike">
              <a:solidFill>
                <a:schemeClr val="dk1"/>
              </a:solidFill>
              <a:latin typeface="Arial"/>
              <a:ea typeface="Arial"/>
              <a:cs typeface="Arial"/>
              <a:sym typeface="Arial"/>
            </a:endParaRPr>
          </a:p>
        </p:txBody>
      </p:sp>
      <p:sp>
        <p:nvSpPr>
          <p:cNvPr id="55" name="Google Shape;55;p4:notes"/>
          <p:cNvSpPr txBox="1"/>
          <p:nvPr>
            <p:ph idx="12" type="sldNum"/>
          </p:nvPr>
        </p:nvSpPr>
        <p:spPr>
          <a:xfrm>
            <a:off x="3927480" y="8758879"/>
            <a:ext cx="3005138" cy="459741"/>
          </a:xfrm>
          <a:prstGeom prst="rect">
            <a:avLst/>
          </a:prstGeom>
          <a:noFill/>
          <a:ln>
            <a:noFill/>
          </a:ln>
        </p:spPr>
        <p:txBody>
          <a:bodyPr anchorCtr="0" anchor="b" bIns="45775" lIns="91575" spcFirstLastPara="1" rIns="91575" wrap="square" tIns="4577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 name="Shape 59"/>
        <p:cNvGrpSpPr/>
        <p:nvPr/>
      </p:nvGrpSpPr>
      <p:grpSpPr>
        <a:xfrm>
          <a:off x="0" y="0"/>
          <a:ext cx="0" cy="0"/>
          <a:chOff x="0" y="0"/>
          <a:chExt cx="0" cy="0"/>
        </a:xfrm>
      </p:grpSpPr>
      <p:sp>
        <p:nvSpPr>
          <p:cNvPr id="60" name="Google Shape;60;g7ae8378c0_10:notes"/>
          <p:cNvSpPr/>
          <p:nvPr>
            <p:ph idx="2" type="sldImg"/>
          </p:nvPr>
        </p:nvSpPr>
        <p:spPr>
          <a:xfrm>
            <a:off x="1230313" y="692150"/>
            <a:ext cx="4473600" cy="3457500"/>
          </a:xfrm>
          <a:custGeom>
            <a:rect b="b" l="l" r="r" t="t"/>
            <a:pathLst>
              <a:path extrusionOk="0" h="120000" w="120000">
                <a:moveTo>
                  <a:pt x="0" y="0"/>
                </a:moveTo>
                <a:lnTo>
                  <a:pt x="120000" y="0"/>
                </a:lnTo>
                <a:lnTo>
                  <a:pt x="120000" y="120000"/>
                </a:lnTo>
                <a:lnTo>
                  <a:pt x="0" y="120000"/>
                </a:lnTo>
                <a:close/>
              </a:path>
            </a:pathLst>
          </a:custGeom>
        </p:spPr>
      </p:sp>
      <p:sp>
        <p:nvSpPr>
          <p:cNvPr id="61" name="Google Shape;61;g7ae8378c0_10:notes"/>
          <p:cNvSpPr txBox="1"/>
          <p:nvPr>
            <p:ph idx="1" type="body"/>
          </p:nvPr>
        </p:nvSpPr>
        <p:spPr>
          <a:xfrm>
            <a:off x="693738" y="4380234"/>
            <a:ext cx="5546700" cy="4147200"/>
          </a:xfrm>
          <a:prstGeom prst="rect">
            <a:avLst/>
          </a:prstGeom>
        </p:spPr>
        <p:txBody>
          <a:bodyPr anchorCtr="0" anchor="t" bIns="91425" lIns="91425" spcFirstLastPara="1" rIns="91425" wrap="square" tIns="91425">
            <a:noAutofit/>
          </a:bodyPr>
          <a:lstStyle/>
          <a:p>
            <a:pPr indent="0" lvl="0" marL="0" rtl="0" algn="l">
              <a:spcBef>
                <a:spcPts val="390"/>
              </a:spcBef>
              <a:spcAft>
                <a:spcPts val="0"/>
              </a:spcAft>
              <a:buNone/>
            </a:pPr>
            <a:r>
              <a:t/>
            </a:r>
            <a:endParaRPr/>
          </a:p>
        </p:txBody>
      </p:sp>
      <p:sp>
        <p:nvSpPr>
          <p:cNvPr id="62" name="Google Shape;62;g7ae8378c0_10:notes"/>
          <p:cNvSpPr txBox="1"/>
          <p:nvPr>
            <p:ph idx="12" type="sldNum"/>
          </p:nvPr>
        </p:nvSpPr>
        <p:spPr>
          <a:xfrm>
            <a:off x="3927480" y="8758879"/>
            <a:ext cx="3005100" cy="459600"/>
          </a:xfrm>
          <a:prstGeom prst="rect">
            <a:avLst/>
          </a:prstGeom>
        </p:spPr>
        <p:txBody>
          <a:bodyPr anchorCtr="0" anchor="b" bIns="45775" lIns="91575" spcFirstLastPara="1" rIns="91575" wrap="square" tIns="457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7" name="Shape 87"/>
        <p:cNvGrpSpPr/>
        <p:nvPr/>
      </p:nvGrpSpPr>
      <p:grpSpPr>
        <a:xfrm>
          <a:off x="0" y="0"/>
          <a:ext cx="0" cy="0"/>
          <a:chOff x="0" y="0"/>
          <a:chExt cx="0" cy="0"/>
        </a:xfrm>
      </p:grpSpPr>
      <p:sp>
        <p:nvSpPr>
          <p:cNvPr id="88" name="Google Shape;88;g2e170b8a7_066:notes"/>
          <p:cNvSpPr/>
          <p:nvPr>
            <p:ph idx="2" type="sldImg"/>
          </p:nvPr>
        </p:nvSpPr>
        <p:spPr>
          <a:xfrm>
            <a:off x="1230313" y="692150"/>
            <a:ext cx="4473600" cy="3457500"/>
          </a:xfrm>
          <a:custGeom>
            <a:rect b="b" l="l" r="r" t="t"/>
            <a:pathLst>
              <a:path extrusionOk="0" h="120000" w="120000">
                <a:moveTo>
                  <a:pt x="0" y="0"/>
                </a:moveTo>
                <a:lnTo>
                  <a:pt x="120000" y="0"/>
                </a:lnTo>
                <a:lnTo>
                  <a:pt x="120000" y="120000"/>
                </a:lnTo>
                <a:lnTo>
                  <a:pt x="0" y="120000"/>
                </a:lnTo>
                <a:close/>
              </a:path>
            </a:pathLst>
          </a:custGeom>
        </p:spPr>
      </p:sp>
      <p:sp>
        <p:nvSpPr>
          <p:cNvPr id="89" name="Google Shape;89;g2e170b8a7_066:notes"/>
          <p:cNvSpPr txBox="1"/>
          <p:nvPr>
            <p:ph idx="1" type="body"/>
          </p:nvPr>
        </p:nvSpPr>
        <p:spPr>
          <a:xfrm>
            <a:off x="693738" y="4380234"/>
            <a:ext cx="5546700" cy="4147200"/>
          </a:xfrm>
          <a:prstGeom prst="rect">
            <a:avLst/>
          </a:prstGeom>
        </p:spPr>
        <p:txBody>
          <a:bodyPr anchorCtr="0" anchor="t" bIns="91425" lIns="91425" spcFirstLastPara="1" rIns="91425" wrap="square" tIns="91425">
            <a:noAutofit/>
          </a:bodyPr>
          <a:lstStyle/>
          <a:p>
            <a:pPr indent="0" lvl="0" marL="0" rtl="0" algn="l">
              <a:spcBef>
                <a:spcPts val="390"/>
              </a:spcBef>
              <a:spcAft>
                <a:spcPts val="0"/>
              </a:spcAft>
              <a:buNone/>
            </a:pPr>
            <a:r>
              <a:t/>
            </a:r>
            <a:endParaRPr/>
          </a:p>
        </p:txBody>
      </p:sp>
      <p:sp>
        <p:nvSpPr>
          <p:cNvPr id="90" name="Google Shape;90;g2e170b8a7_066:notes"/>
          <p:cNvSpPr txBox="1"/>
          <p:nvPr>
            <p:ph idx="12" type="sldNum"/>
          </p:nvPr>
        </p:nvSpPr>
        <p:spPr>
          <a:xfrm>
            <a:off x="3927480" y="8758879"/>
            <a:ext cx="3005100" cy="459600"/>
          </a:xfrm>
          <a:prstGeom prst="rect">
            <a:avLst/>
          </a:prstGeom>
        </p:spPr>
        <p:txBody>
          <a:bodyPr anchorCtr="0" anchor="b" bIns="45775" lIns="91575" spcFirstLastPara="1" rIns="91575" wrap="square" tIns="457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9" name="Shape 139"/>
        <p:cNvGrpSpPr/>
        <p:nvPr/>
      </p:nvGrpSpPr>
      <p:grpSpPr>
        <a:xfrm>
          <a:off x="0" y="0"/>
          <a:ext cx="0" cy="0"/>
          <a:chOff x="0" y="0"/>
          <a:chExt cx="0" cy="0"/>
        </a:xfrm>
      </p:grpSpPr>
      <p:sp>
        <p:nvSpPr>
          <p:cNvPr id="140" name="Google Shape;140;g7ae8378c0_118:notes"/>
          <p:cNvSpPr/>
          <p:nvPr>
            <p:ph idx="2" type="sldImg"/>
          </p:nvPr>
        </p:nvSpPr>
        <p:spPr>
          <a:xfrm>
            <a:off x="1230313" y="692150"/>
            <a:ext cx="4473600" cy="34575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7ae8378c0_118:notes"/>
          <p:cNvSpPr txBox="1"/>
          <p:nvPr>
            <p:ph idx="1" type="body"/>
          </p:nvPr>
        </p:nvSpPr>
        <p:spPr>
          <a:xfrm>
            <a:off x="693738" y="4380234"/>
            <a:ext cx="5546700" cy="4147200"/>
          </a:xfrm>
          <a:prstGeom prst="rect">
            <a:avLst/>
          </a:prstGeom>
        </p:spPr>
        <p:txBody>
          <a:bodyPr anchorCtr="0" anchor="t" bIns="91425" lIns="91425" spcFirstLastPara="1" rIns="91425" wrap="square" tIns="91425">
            <a:noAutofit/>
          </a:bodyPr>
          <a:lstStyle/>
          <a:p>
            <a:pPr indent="0" lvl="0" marL="0" rtl="0" algn="l">
              <a:spcBef>
                <a:spcPts val="390"/>
              </a:spcBef>
              <a:spcAft>
                <a:spcPts val="0"/>
              </a:spcAft>
              <a:buNone/>
            </a:pPr>
            <a:r>
              <a:t/>
            </a:r>
            <a:endParaRPr/>
          </a:p>
        </p:txBody>
      </p:sp>
      <p:sp>
        <p:nvSpPr>
          <p:cNvPr id="142" name="Google Shape;142;g7ae8378c0_118:notes"/>
          <p:cNvSpPr txBox="1"/>
          <p:nvPr>
            <p:ph idx="12" type="sldNum"/>
          </p:nvPr>
        </p:nvSpPr>
        <p:spPr>
          <a:xfrm>
            <a:off x="3927480" y="8758879"/>
            <a:ext cx="3005100" cy="459600"/>
          </a:xfrm>
          <a:prstGeom prst="rect">
            <a:avLst/>
          </a:prstGeom>
        </p:spPr>
        <p:txBody>
          <a:bodyPr anchorCtr="0" anchor="b" bIns="45775" lIns="91575" spcFirstLastPara="1" rIns="91575" wrap="square" tIns="457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3" name="Shape 163"/>
        <p:cNvGrpSpPr/>
        <p:nvPr/>
      </p:nvGrpSpPr>
      <p:grpSpPr>
        <a:xfrm>
          <a:off x="0" y="0"/>
          <a:ext cx="0" cy="0"/>
          <a:chOff x="0" y="0"/>
          <a:chExt cx="0" cy="0"/>
        </a:xfrm>
      </p:grpSpPr>
      <p:sp>
        <p:nvSpPr>
          <p:cNvPr id="164" name="Google Shape;164;g7ae8378c0_16:notes"/>
          <p:cNvSpPr/>
          <p:nvPr>
            <p:ph idx="2" type="sldImg"/>
          </p:nvPr>
        </p:nvSpPr>
        <p:spPr>
          <a:xfrm>
            <a:off x="1230313" y="692150"/>
            <a:ext cx="4473600" cy="34575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7ae8378c0_16:notes"/>
          <p:cNvSpPr txBox="1"/>
          <p:nvPr>
            <p:ph idx="1" type="body"/>
          </p:nvPr>
        </p:nvSpPr>
        <p:spPr>
          <a:xfrm>
            <a:off x="693738" y="4380234"/>
            <a:ext cx="5546700" cy="4147200"/>
          </a:xfrm>
          <a:prstGeom prst="rect">
            <a:avLst/>
          </a:prstGeom>
        </p:spPr>
        <p:txBody>
          <a:bodyPr anchorCtr="0" anchor="t" bIns="91425" lIns="91425" spcFirstLastPara="1" rIns="91425" wrap="square" tIns="91425">
            <a:noAutofit/>
          </a:bodyPr>
          <a:lstStyle/>
          <a:p>
            <a:pPr indent="0" lvl="0" marL="0" rtl="0" algn="l">
              <a:spcBef>
                <a:spcPts val="390"/>
              </a:spcBef>
              <a:spcAft>
                <a:spcPts val="0"/>
              </a:spcAft>
              <a:buNone/>
            </a:pPr>
            <a:r>
              <a:t/>
            </a:r>
            <a:endParaRPr/>
          </a:p>
        </p:txBody>
      </p:sp>
      <p:sp>
        <p:nvSpPr>
          <p:cNvPr id="166" name="Google Shape;166;g7ae8378c0_16:notes"/>
          <p:cNvSpPr txBox="1"/>
          <p:nvPr>
            <p:ph idx="12" type="sldNum"/>
          </p:nvPr>
        </p:nvSpPr>
        <p:spPr>
          <a:xfrm>
            <a:off x="3927480" y="8758879"/>
            <a:ext cx="3005100" cy="459600"/>
          </a:xfrm>
          <a:prstGeom prst="rect">
            <a:avLst/>
          </a:prstGeom>
        </p:spPr>
        <p:txBody>
          <a:bodyPr anchorCtr="0" anchor="b" bIns="45775" lIns="91575" spcFirstLastPara="1" rIns="91575" wrap="square" tIns="457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0" name="Shape 170"/>
        <p:cNvGrpSpPr/>
        <p:nvPr/>
      </p:nvGrpSpPr>
      <p:grpSpPr>
        <a:xfrm>
          <a:off x="0" y="0"/>
          <a:ext cx="0" cy="0"/>
          <a:chOff x="0" y="0"/>
          <a:chExt cx="0" cy="0"/>
        </a:xfrm>
      </p:grpSpPr>
      <p:sp>
        <p:nvSpPr>
          <p:cNvPr id="171" name="Google Shape;171;p18:notes"/>
          <p:cNvSpPr txBox="1"/>
          <p:nvPr>
            <p:ph idx="1" type="body"/>
          </p:nvPr>
        </p:nvSpPr>
        <p:spPr>
          <a:xfrm>
            <a:off x="693738" y="4380234"/>
            <a:ext cx="5546725" cy="4147189"/>
          </a:xfrm>
          <a:prstGeom prst="rect">
            <a:avLst/>
          </a:prstGeom>
        </p:spPr>
        <p:txBody>
          <a:bodyPr anchorCtr="0" anchor="t" bIns="91425" lIns="91425" spcFirstLastPara="1" rIns="91425" wrap="square" tIns="91425">
            <a:noAutofit/>
          </a:bodyPr>
          <a:lstStyle/>
          <a:p>
            <a:pPr indent="0" lvl="0" marL="0" rtl="0" algn="l">
              <a:spcBef>
                <a:spcPts val="390"/>
              </a:spcBef>
              <a:spcAft>
                <a:spcPts val="0"/>
              </a:spcAft>
              <a:buNone/>
            </a:pPr>
            <a:r>
              <a:t/>
            </a:r>
            <a:endParaRPr/>
          </a:p>
        </p:txBody>
      </p:sp>
      <p:sp>
        <p:nvSpPr>
          <p:cNvPr id="172" name="Google Shape;172;p18:notes"/>
          <p:cNvSpPr/>
          <p:nvPr>
            <p:ph idx="2" type="sldImg"/>
          </p:nvPr>
        </p:nvSpPr>
        <p:spPr>
          <a:xfrm>
            <a:off x="1230313" y="692150"/>
            <a:ext cx="4473575" cy="3457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25" name="Shape 2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26" name="Shape 26"/>
        <p:cNvGrpSpPr/>
        <p:nvPr/>
      </p:nvGrpSpPr>
      <p:grpSpPr>
        <a:xfrm>
          <a:off x="0" y="0"/>
          <a:ext cx="0" cy="0"/>
          <a:chOff x="0" y="0"/>
          <a:chExt cx="0" cy="0"/>
        </a:xfrm>
      </p:grpSpPr>
      <p:sp>
        <p:nvSpPr>
          <p:cNvPr id="27" name="Google Shape;27;p3"/>
          <p:cNvSpPr txBox="1"/>
          <p:nvPr>
            <p:ph type="ctrTitle"/>
          </p:nvPr>
        </p:nvSpPr>
        <p:spPr>
          <a:xfrm>
            <a:off x="754380" y="2414482"/>
            <a:ext cx="8549640" cy="1666028"/>
          </a:xfrm>
          <a:prstGeom prst="rect">
            <a:avLst/>
          </a:prstGeom>
          <a:noFill/>
          <a:ln>
            <a:noFill/>
          </a:ln>
        </p:spPr>
        <p:txBody>
          <a:bodyPr anchorCtr="0" anchor="t" bIns="91425" lIns="91425" spcFirstLastPara="1" rIns="91425" wrap="square" tIns="91425"/>
          <a:lstStyle>
            <a:lvl1pPr indent="-88900" lvl="0" marL="0" marR="0" rtl="0" algn="ctr">
              <a:spcBef>
                <a:spcPts val="0"/>
              </a:spcBef>
              <a:spcAft>
                <a:spcPts val="0"/>
              </a:spcAft>
              <a:buSzPts val="1400"/>
              <a:buChar char="●"/>
              <a:defRPr/>
            </a:lvl1pPr>
            <a:lvl2pPr indent="-88900" lvl="1" marL="0" marR="0" rtl="0" algn="ctr">
              <a:spcBef>
                <a:spcPts val="0"/>
              </a:spcBef>
              <a:spcAft>
                <a:spcPts val="0"/>
              </a:spcAft>
              <a:buSzPts val="1400"/>
              <a:buChar char="○"/>
              <a:defRPr/>
            </a:lvl2pPr>
            <a:lvl3pPr indent="-88900" lvl="2" marL="0" marR="0" rtl="0" algn="ctr">
              <a:spcBef>
                <a:spcPts val="0"/>
              </a:spcBef>
              <a:spcAft>
                <a:spcPts val="0"/>
              </a:spcAft>
              <a:buSzPts val="1400"/>
              <a:buChar char="■"/>
              <a:defRPr/>
            </a:lvl3pPr>
            <a:lvl4pPr indent="-88900" lvl="3" marL="0" marR="0" rtl="0" algn="ctr">
              <a:spcBef>
                <a:spcPts val="0"/>
              </a:spcBef>
              <a:spcAft>
                <a:spcPts val="0"/>
              </a:spcAft>
              <a:buSzPts val="1400"/>
              <a:buChar char="●"/>
              <a:defRPr/>
            </a:lvl4pPr>
            <a:lvl5pPr indent="-88900" lvl="4" marL="0" marR="0" rtl="0" algn="ctr">
              <a:spcBef>
                <a:spcPts val="0"/>
              </a:spcBef>
              <a:spcAft>
                <a:spcPts val="0"/>
              </a:spcAft>
              <a:buSzPts val="1400"/>
              <a:buChar char="○"/>
              <a:defRPr/>
            </a:lvl5pPr>
            <a:lvl6pPr indent="-90311" lvl="5" marL="509411" marR="0" rtl="0" algn="ctr">
              <a:spcBef>
                <a:spcPts val="0"/>
              </a:spcBef>
              <a:spcAft>
                <a:spcPts val="0"/>
              </a:spcAft>
              <a:buSzPts val="1400"/>
              <a:buChar char="■"/>
              <a:defRPr/>
            </a:lvl6pPr>
            <a:lvl7pPr indent="-91723" lvl="6" marL="1018823" marR="0" rtl="0" algn="ctr">
              <a:spcBef>
                <a:spcPts val="0"/>
              </a:spcBef>
              <a:spcAft>
                <a:spcPts val="0"/>
              </a:spcAft>
              <a:buSzPts val="1400"/>
              <a:buChar char="●"/>
              <a:defRPr/>
            </a:lvl7pPr>
            <a:lvl8pPr indent="-93137" lvl="7" marL="1528237" marR="0" rtl="0" algn="ctr">
              <a:spcBef>
                <a:spcPts val="0"/>
              </a:spcBef>
              <a:spcAft>
                <a:spcPts val="0"/>
              </a:spcAft>
              <a:buSzPts val="1400"/>
              <a:buChar char="○"/>
              <a:defRPr/>
            </a:lvl8pPr>
            <a:lvl9pPr indent="-94549" lvl="8" marL="2037649" marR="0" rtl="0" algn="ctr">
              <a:spcBef>
                <a:spcPts val="0"/>
              </a:spcBef>
              <a:spcAft>
                <a:spcPts val="0"/>
              </a:spcAft>
              <a:buSzPts val="1400"/>
              <a:buChar char="■"/>
              <a:defRPr/>
            </a:lvl9pPr>
          </a:lstStyle>
          <a:p/>
        </p:txBody>
      </p:sp>
      <p:sp>
        <p:nvSpPr>
          <p:cNvPr id="28" name="Google Shape;28;p3"/>
          <p:cNvSpPr txBox="1"/>
          <p:nvPr>
            <p:ph idx="1" type="subTitle"/>
          </p:nvPr>
        </p:nvSpPr>
        <p:spPr>
          <a:xfrm>
            <a:off x="1508760" y="4404360"/>
            <a:ext cx="7040880" cy="1986280"/>
          </a:xfrm>
          <a:prstGeom prst="rect">
            <a:avLst/>
          </a:prstGeom>
          <a:noFill/>
          <a:ln>
            <a:noFill/>
          </a:ln>
        </p:spPr>
        <p:txBody>
          <a:bodyPr anchorCtr="0" anchor="t" bIns="91425" lIns="91425" spcFirstLastPara="1" rIns="91425" wrap="square" tIns="91425"/>
          <a:lstStyle>
            <a:lvl1pPr indent="0" lvl="0" marL="0" marR="0" rtl="0" algn="ctr">
              <a:spcBef>
                <a:spcPts val="720"/>
              </a:spcBef>
              <a:spcAft>
                <a:spcPts val="0"/>
              </a:spcAft>
              <a:buClr>
                <a:schemeClr val="dk1"/>
              </a:buClr>
              <a:buSzPts val="1400"/>
              <a:buFont typeface="Cambria"/>
              <a:buNone/>
              <a:defRPr/>
            </a:lvl1pPr>
            <a:lvl2pPr indent="-1411" lvl="1" marL="509411" marR="0" rtl="0" algn="ctr">
              <a:spcBef>
                <a:spcPts val="620"/>
              </a:spcBef>
              <a:spcAft>
                <a:spcPts val="0"/>
              </a:spcAft>
              <a:buClr>
                <a:schemeClr val="dk1"/>
              </a:buClr>
              <a:buSzPts val="1400"/>
              <a:buFont typeface="Cambria"/>
              <a:buNone/>
              <a:defRPr/>
            </a:lvl2pPr>
            <a:lvl3pPr indent="-2823" lvl="2" marL="1018823" marR="0" rtl="0" algn="ctr">
              <a:spcBef>
                <a:spcPts val="540"/>
              </a:spcBef>
              <a:spcAft>
                <a:spcPts val="0"/>
              </a:spcAft>
              <a:buClr>
                <a:schemeClr val="dk1"/>
              </a:buClr>
              <a:buSzPts val="1400"/>
              <a:buFont typeface="Cambria"/>
              <a:buNone/>
              <a:defRPr/>
            </a:lvl3pPr>
            <a:lvl4pPr indent="-4237" lvl="3" marL="1528237" marR="0" rtl="0" algn="ctr">
              <a:spcBef>
                <a:spcPts val="440"/>
              </a:spcBef>
              <a:spcAft>
                <a:spcPts val="0"/>
              </a:spcAft>
              <a:buClr>
                <a:schemeClr val="dk1"/>
              </a:buClr>
              <a:buSzPts val="1400"/>
              <a:buFont typeface="Cambria"/>
              <a:buNone/>
              <a:defRPr/>
            </a:lvl4pPr>
            <a:lvl5pPr indent="-5649" lvl="4" marL="2037649" marR="0" rtl="0" algn="ctr">
              <a:spcBef>
                <a:spcPts val="440"/>
              </a:spcBef>
              <a:spcAft>
                <a:spcPts val="0"/>
              </a:spcAft>
              <a:buClr>
                <a:schemeClr val="dk1"/>
              </a:buClr>
              <a:buSzPts val="1400"/>
              <a:buFont typeface="Cambria"/>
              <a:buNone/>
              <a:defRPr/>
            </a:lvl5pPr>
            <a:lvl6pPr indent="-7061" lvl="5" marL="2547061" marR="0" rtl="0" algn="ctr">
              <a:spcBef>
                <a:spcPts val="440"/>
              </a:spcBef>
              <a:spcAft>
                <a:spcPts val="0"/>
              </a:spcAft>
              <a:buClr>
                <a:schemeClr val="dk1"/>
              </a:buClr>
              <a:buSzPts val="1400"/>
              <a:buFont typeface="Cambria"/>
              <a:buNone/>
              <a:defRPr/>
            </a:lvl6pPr>
            <a:lvl7pPr indent="-8472" lvl="6" marL="3056473" marR="0" rtl="0" algn="ctr">
              <a:spcBef>
                <a:spcPts val="440"/>
              </a:spcBef>
              <a:spcAft>
                <a:spcPts val="0"/>
              </a:spcAft>
              <a:buClr>
                <a:schemeClr val="dk1"/>
              </a:buClr>
              <a:buSzPts val="1400"/>
              <a:buFont typeface="Cambria"/>
              <a:buNone/>
              <a:defRPr/>
            </a:lvl7pPr>
            <a:lvl8pPr indent="-9885" lvl="7" marL="3565885" marR="0" rtl="0" algn="ctr">
              <a:spcBef>
                <a:spcPts val="440"/>
              </a:spcBef>
              <a:spcAft>
                <a:spcPts val="0"/>
              </a:spcAft>
              <a:buClr>
                <a:schemeClr val="dk1"/>
              </a:buClr>
              <a:buSzPts val="1400"/>
              <a:buFont typeface="Cambria"/>
              <a:buNone/>
              <a:defRPr/>
            </a:lvl8pPr>
            <a:lvl9pPr indent="-11298" lvl="8" marL="4075298" marR="0" rtl="0" algn="ctr">
              <a:spcBef>
                <a:spcPts val="440"/>
              </a:spcBef>
              <a:spcAft>
                <a:spcPts val="0"/>
              </a:spcAft>
              <a:buClr>
                <a:schemeClr val="dk1"/>
              </a:buClr>
              <a:buSzPts val="1400"/>
              <a:buFont typeface="Cambria"/>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36" name="Shape 36"/>
        <p:cNvGrpSpPr/>
        <p:nvPr/>
      </p:nvGrpSpPr>
      <p:grpSpPr>
        <a:xfrm>
          <a:off x="0" y="0"/>
          <a:ext cx="0" cy="0"/>
          <a:chOff x="0" y="0"/>
          <a:chExt cx="0" cy="0"/>
        </a:xfrm>
      </p:grpSpPr>
      <p:sp>
        <p:nvSpPr>
          <p:cNvPr id="37" name="Google Shape;37;p5"/>
          <p:cNvSpPr txBox="1"/>
          <p:nvPr>
            <p:ph type="ctrTitle"/>
          </p:nvPr>
        </p:nvSpPr>
        <p:spPr>
          <a:xfrm>
            <a:off x="754380" y="2414487"/>
            <a:ext cx="8549640" cy="1666028"/>
          </a:xfrm>
          <a:prstGeom prst="rect">
            <a:avLst/>
          </a:prstGeom>
          <a:noFill/>
          <a:ln>
            <a:noFill/>
          </a:ln>
        </p:spPr>
        <p:txBody>
          <a:bodyPr anchorCtr="0" anchor="t" bIns="91425" lIns="91425" spcFirstLastPara="1" rIns="91425" wrap="square" tIns="91425"/>
          <a:lstStyle>
            <a:lvl1pPr indent="-88900" lvl="0" marL="0" marR="0" rtl="0" algn="r">
              <a:spcBef>
                <a:spcPts val="0"/>
              </a:spcBef>
              <a:spcAft>
                <a:spcPts val="0"/>
              </a:spcAft>
              <a:buSzPts val="1400"/>
              <a:buChar char="●"/>
              <a:defRPr/>
            </a:lvl1pPr>
            <a:lvl2pPr indent="-88900" lvl="1" marL="0" marR="0" rtl="0" algn="r">
              <a:spcBef>
                <a:spcPts val="0"/>
              </a:spcBef>
              <a:spcAft>
                <a:spcPts val="0"/>
              </a:spcAft>
              <a:buSzPts val="1400"/>
              <a:buChar char="○"/>
              <a:defRPr/>
            </a:lvl2pPr>
            <a:lvl3pPr indent="-88900" lvl="2" marL="0" marR="0" rtl="0" algn="r">
              <a:spcBef>
                <a:spcPts val="0"/>
              </a:spcBef>
              <a:spcAft>
                <a:spcPts val="0"/>
              </a:spcAft>
              <a:buSzPts val="1400"/>
              <a:buChar char="■"/>
              <a:defRPr/>
            </a:lvl3pPr>
            <a:lvl4pPr indent="-88900" lvl="3" marL="0" marR="0" rtl="0" algn="r">
              <a:spcBef>
                <a:spcPts val="0"/>
              </a:spcBef>
              <a:spcAft>
                <a:spcPts val="0"/>
              </a:spcAft>
              <a:buSzPts val="1400"/>
              <a:buChar char="●"/>
              <a:defRPr/>
            </a:lvl4pPr>
            <a:lvl5pPr indent="-88900" lvl="4" marL="0" marR="0" rtl="0" algn="r">
              <a:spcBef>
                <a:spcPts val="0"/>
              </a:spcBef>
              <a:spcAft>
                <a:spcPts val="0"/>
              </a:spcAft>
              <a:buSzPts val="1400"/>
              <a:buChar char="○"/>
              <a:defRPr/>
            </a:lvl5pPr>
            <a:lvl6pPr indent="-90255" lvl="5" marL="509355" marR="0" rtl="0" algn="r">
              <a:spcBef>
                <a:spcPts val="0"/>
              </a:spcBef>
              <a:spcAft>
                <a:spcPts val="0"/>
              </a:spcAft>
              <a:buSzPts val="1400"/>
              <a:buChar char="■"/>
              <a:defRPr/>
            </a:lvl6pPr>
            <a:lvl7pPr indent="-91610" lvl="6" marL="1018711" marR="0" rtl="0" algn="r">
              <a:spcBef>
                <a:spcPts val="0"/>
              </a:spcBef>
              <a:spcAft>
                <a:spcPts val="0"/>
              </a:spcAft>
              <a:buSzPts val="1400"/>
              <a:buChar char="●"/>
              <a:defRPr/>
            </a:lvl7pPr>
            <a:lvl8pPr indent="-92964" lvl="7" marL="1528065" marR="0" rtl="0" algn="r">
              <a:spcBef>
                <a:spcPts val="0"/>
              </a:spcBef>
              <a:spcAft>
                <a:spcPts val="0"/>
              </a:spcAft>
              <a:buSzPts val="1400"/>
              <a:buChar char="○"/>
              <a:defRPr/>
            </a:lvl8pPr>
            <a:lvl9pPr indent="-94320" lvl="8" marL="2037421" marR="0" rtl="0" algn="r">
              <a:spcBef>
                <a:spcPts val="0"/>
              </a:spcBef>
              <a:spcAft>
                <a:spcPts val="0"/>
              </a:spcAft>
              <a:buSzPts val="1400"/>
              <a:buChar char="■"/>
              <a:defRPr/>
            </a:lvl9pPr>
          </a:lstStyle>
          <a:p/>
        </p:txBody>
      </p:sp>
      <p:sp>
        <p:nvSpPr>
          <p:cNvPr id="38" name="Google Shape;38;p5"/>
          <p:cNvSpPr txBox="1"/>
          <p:nvPr>
            <p:ph idx="1" type="subTitle"/>
          </p:nvPr>
        </p:nvSpPr>
        <p:spPr>
          <a:xfrm>
            <a:off x="1508760" y="4404360"/>
            <a:ext cx="7040880" cy="1986280"/>
          </a:xfrm>
          <a:prstGeom prst="rect">
            <a:avLst/>
          </a:prstGeom>
          <a:noFill/>
          <a:ln>
            <a:noFill/>
          </a:ln>
        </p:spPr>
        <p:txBody>
          <a:bodyPr anchorCtr="0" anchor="t" bIns="91425" lIns="91425" spcFirstLastPara="1" rIns="91425" wrap="square" tIns="91425"/>
          <a:lstStyle>
            <a:lvl1pPr indent="0" lvl="0" marL="0" marR="0" rtl="0" algn="ctr">
              <a:spcBef>
                <a:spcPts val="1320"/>
              </a:spcBef>
              <a:spcAft>
                <a:spcPts val="0"/>
              </a:spcAft>
              <a:buClr>
                <a:schemeClr val="dk2"/>
              </a:buClr>
              <a:buSzPts val="1400"/>
              <a:buFont typeface="Calibri"/>
              <a:buNone/>
              <a:defRPr/>
            </a:lvl1pPr>
            <a:lvl2pPr indent="-1355" lvl="1" marL="509355" marR="0" rtl="0" algn="ctr">
              <a:spcBef>
                <a:spcPts val="564"/>
              </a:spcBef>
              <a:spcAft>
                <a:spcPts val="0"/>
              </a:spcAft>
              <a:buClr>
                <a:schemeClr val="dk2"/>
              </a:buClr>
              <a:buSzPts val="1400"/>
              <a:buFont typeface="Times New Roman"/>
              <a:buNone/>
              <a:defRPr/>
            </a:lvl2pPr>
            <a:lvl3pPr indent="-2710" lvl="2" marL="1018711" marR="0" rtl="0" algn="ctr">
              <a:spcBef>
                <a:spcPts val="240"/>
              </a:spcBef>
              <a:spcAft>
                <a:spcPts val="0"/>
              </a:spcAft>
              <a:buClr>
                <a:schemeClr val="dk2"/>
              </a:buClr>
              <a:buSzPts val="1400"/>
              <a:buFont typeface="Times New Roman"/>
              <a:buNone/>
              <a:defRPr/>
            </a:lvl3pPr>
            <a:lvl4pPr indent="-4064" lvl="3" marL="1528065" marR="0" rtl="0" algn="ctr">
              <a:spcBef>
                <a:spcPts val="320"/>
              </a:spcBef>
              <a:spcAft>
                <a:spcPts val="0"/>
              </a:spcAft>
              <a:buClr>
                <a:schemeClr val="dk1"/>
              </a:buClr>
              <a:buSzPts val="1400"/>
              <a:buFont typeface="Arial"/>
              <a:buNone/>
              <a:defRPr/>
            </a:lvl4pPr>
            <a:lvl5pPr indent="-5420" lvl="4" marL="2037421" marR="0" rtl="0" algn="ctr">
              <a:spcBef>
                <a:spcPts val="320"/>
              </a:spcBef>
              <a:spcAft>
                <a:spcPts val="0"/>
              </a:spcAft>
              <a:buClr>
                <a:schemeClr val="dk1"/>
              </a:buClr>
              <a:buSzPts val="1400"/>
              <a:buFont typeface="Arial"/>
              <a:buNone/>
              <a:defRPr/>
            </a:lvl5pPr>
            <a:lvl6pPr indent="-6775" lvl="5" marL="2546776" marR="0" rtl="0" algn="ctr">
              <a:spcBef>
                <a:spcPts val="320"/>
              </a:spcBef>
              <a:spcAft>
                <a:spcPts val="0"/>
              </a:spcAft>
              <a:buClr>
                <a:schemeClr val="dk1"/>
              </a:buClr>
              <a:buSzPts val="1400"/>
              <a:buFont typeface="Arial"/>
              <a:buNone/>
              <a:defRPr/>
            </a:lvl6pPr>
            <a:lvl7pPr indent="-8131" lvl="6" marL="3056131" marR="0" rtl="0" algn="ctr">
              <a:spcBef>
                <a:spcPts val="320"/>
              </a:spcBef>
              <a:spcAft>
                <a:spcPts val="0"/>
              </a:spcAft>
              <a:buClr>
                <a:schemeClr val="dk1"/>
              </a:buClr>
              <a:buSzPts val="1400"/>
              <a:buFont typeface="Arial"/>
              <a:buNone/>
              <a:defRPr/>
            </a:lvl7pPr>
            <a:lvl8pPr indent="-9487" lvl="7" marL="3565487" marR="0" rtl="0" algn="ctr">
              <a:spcBef>
                <a:spcPts val="320"/>
              </a:spcBef>
              <a:spcAft>
                <a:spcPts val="0"/>
              </a:spcAft>
              <a:buClr>
                <a:schemeClr val="dk1"/>
              </a:buClr>
              <a:buSzPts val="1400"/>
              <a:buFont typeface="Arial"/>
              <a:buNone/>
              <a:defRPr/>
            </a:lvl8pPr>
            <a:lvl9pPr indent="-10840" lvl="8" marL="4074840" marR="0" rtl="0" algn="ctr">
              <a:spcBef>
                <a:spcPts val="320"/>
              </a:spcBef>
              <a:spcAft>
                <a:spcPts val="0"/>
              </a:spcAft>
              <a:buClr>
                <a:schemeClr val="dk1"/>
              </a:buClr>
              <a:buSzPts val="1400"/>
              <a:buFont typeface="Arial"/>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39" name="Shape 39"/>
        <p:cNvGrpSpPr/>
        <p:nvPr/>
      </p:nvGrpSpPr>
      <p:grpSpPr>
        <a:xfrm>
          <a:off x="0" y="0"/>
          <a:ext cx="0" cy="0"/>
          <a:chOff x="0" y="0"/>
          <a:chExt cx="0" cy="0"/>
        </a:xfrm>
      </p:grpSpPr>
      <p:sp>
        <p:nvSpPr>
          <p:cNvPr id="40" name="Google Shape;40;p6"/>
          <p:cNvSpPr txBox="1"/>
          <p:nvPr>
            <p:ph type="title"/>
          </p:nvPr>
        </p:nvSpPr>
        <p:spPr>
          <a:xfrm>
            <a:off x="3252271" y="179917"/>
            <a:ext cx="6806130" cy="677966"/>
          </a:xfrm>
          <a:prstGeom prst="rect">
            <a:avLst/>
          </a:prstGeom>
          <a:noFill/>
          <a:ln>
            <a:noFill/>
          </a:ln>
        </p:spPr>
        <p:txBody>
          <a:bodyPr anchorCtr="0" anchor="t" bIns="91425" lIns="91425" spcFirstLastPara="1" rIns="91425" wrap="square" tIns="91425"/>
          <a:lstStyle>
            <a:lvl1pPr lvl="0" rtl="0" algn="r">
              <a:spcBef>
                <a:spcPts val="0"/>
              </a:spcBef>
              <a:spcAft>
                <a:spcPts val="0"/>
              </a:spcAft>
              <a:buSzPts val="1400"/>
              <a:buChar char="●"/>
              <a:defRPr/>
            </a:lvl1pPr>
            <a:lvl2pPr lvl="1" rtl="0" algn="r">
              <a:spcBef>
                <a:spcPts val="0"/>
              </a:spcBef>
              <a:spcAft>
                <a:spcPts val="0"/>
              </a:spcAft>
              <a:buSzPts val="1400"/>
              <a:buChar char="○"/>
              <a:defRPr/>
            </a:lvl2pPr>
            <a:lvl3pPr lvl="2" rtl="0" algn="r">
              <a:spcBef>
                <a:spcPts val="0"/>
              </a:spcBef>
              <a:spcAft>
                <a:spcPts val="0"/>
              </a:spcAft>
              <a:buSzPts val="1400"/>
              <a:buChar char="■"/>
              <a:defRPr/>
            </a:lvl3pPr>
            <a:lvl4pPr lvl="3" rtl="0" algn="r">
              <a:spcBef>
                <a:spcPts val="0"/>
              </a:spcBef>
              <a:spcAft>
                <a:spcPts val="0"/>
              </a:spcAft>
              <a:buSzPts val="1400"/>
              <a:buChar char="●"/>
              <a:defRPr/>
            </a:lvl4pPr>
            <a:lvl5pPr lvl="4" rtl="0" algn="r">
              <a:spcBef>
                <a:spcPts val="0"/>
              </a:spcBef>
              <a:spcAft>
                <a:spcPts val="0"/>
              </a:spcAft>
              <a:buSzPts val="1400"/>
              <a:buChar char="○"/>
              <a:defRPr/>
            </a:lvl5pPr>
            <a:lvl6pPr lvl="5" marL="509355" rtl="0" algn="r">
              <a:spcBef>
                <a:spcPts val="0"/>
              </a:spcBef>
              <a:spcAft>
                <a:spcPts val="0"/>
              </a:spcAft>
              <a:buSzPts val="1400"/>
              <a:buChar char="■"/>
              <a:defRPr/>
            </a:lvl6pPr>
            <a:lvl7pPr lvl="6" marL="1018711" rtl="0" algn="r">
              <a:spcBef>
                <a:spcPts val="0"/>
              </a:spcBef>
              <a:spcAft>
                <a:spcPts val="0"/>
              </a:spcAft>
              <a:buSzPts val="1400"/>
              <a:buChar char="●"/>
              <a:defRPr/>
            </a:lvl7pPr>
            <a:lvl8pPr lvl="7" marL="1528065" rtl="0" algn="r">
              <a:spcBef>
                <a:spcPts val="0"/>
              </a:spcBef>
              <a:spcAft>
                <a:spcPts val="0"/>
              </a:spcAft>
              <a:buSzPts val="1400"/>
              <a:buChar char="○"/>
              <a:defRPr/>
            </a:lvl8pPr>
            <a:lvl9pPr lvl="8" marL="2037421" rtl="0" algn="r">
              <a:spcBef>
                <a:spcPts val="0"/>
              </a:spcBef>
              <a:spcAft>
                <a:spcPts val="0"/>
              </a:spcAft>
              <a:buSzPts val="1400"/>
              <a:buChar char="■"/>
              <a:defRPr/>
            </a:lvl9pPr>
          </a:lstStyle>
          <a:p/>
        </p:txBody>
      </p:sp>
      <p:sp>
        <p:nvSpPr>
          <p:cNvPr id="41" name="Google Shape;41;p6"/>
          <p:cNvSpPr txBox="1"/>
          <p:nvPr>
            <p:ph idx="1" type="body"/>
          </p:nvPr>
        </p:nvSpPr>
        <p:spPr>
          <a:xfrm>
            <a:off x="228600" y="1265238"/>
            <a:ext cx="9601200" cy="5684202"/>
          </a:xfrm>
          <a:prstGeom prst="rect">
            <a:avLst/>
          </a:prstGeom>
          <a:noFill/>
          <a:ln>
            <a:noFill/>
          </a:ln>
        </p:spPr>
        <p:txBody>
          <a:bodyPr anchorCtr="0" anchor="t" bIns="91425" lIns="91425" spcFirstLastPara="1" rIns="91425" wrap="square" tIns="91425"/>
          <a:lstStyle>
            <a:lvl1pPr indent="-317500" lvl="0" marL="457200" rtl="0">
              <a:spcBef>
                <a:spcPts val="1320"/>
              </a:spcBef>
              <a:spcAft>
                <a:spcPts val="0"/>
              </a:spcAft>
              <a:buSzPts val="1400"/>
              <a:buChar char="•"/>
              <a:defRPr/>
            </a:lvl1pPr>
            <a:lvl2pPr indent="-317500" lvl="1" marL="914400" rtl="0">
              <a:spcBef>
                <a:spcPts val="564"/>
              </a:spcBef>
              <a:spcAft>
                <a:spcPts val="0"/>
              </a:spcAft>
              <a:buSzPts val="1400"/>
              <a:buChar char="–"/>
              <a:defRPr/>
            </a:lvl2pPr>
            <a:lvl3pPr indent="-317500" lvl="2" marL="1371600" rtl="0">
              <a:spcBef>
                <a:spcPts val="240"/>
              </a:spcBef>
              <a:spcAft>
                <a:spcPts val="0"/>
              </a:spcAft>
              <a:buSzPts val="1400"/>
              <a:buChar char="–"/>
              <a:defRPr/>
            </a:lvl3pPr>
            <a:lvl4pPr indent="-317500" lvl="3" marL="1828800" rtl="0">
              <a:spcBef>
                <a:spcPts val="320"/>
              </a:spcBef>
              <a:spcAft>
                <a:spcPts val="0"/>
              </a:spcAft>
              <a:buSzPts val="1400"/>
              <a:buChar char="–"/>
              <a:defRPr/>
            </a:lvl4pPr>
            <a:lvl5pPr indent="-317500" lvl="4" marL="2286000" rtl="0">
              <a:spcBef>
                <a:spcPts val="320"/>
              </a:spcBef>
              <a:spcAft>
                <a:spcPts val="0"/>
              </a:spcAft>
              <a:buSzPts val="1400"/>
              <a:buChar char="»"/>
              <a:defRPr/>
            </a:lvl5pPr>
            <a:lvl6pPr indent="-317500" lvl="5" marL="2743200" rtl="0">
              <a:spcBef>
                <a:spcPts val="320"/>
              </a:spcBef>
              <a:spcAft>
                <a:spcPts val="0"/>
              </a:spcAft>
              <a:buSzPts val="1400"/>
              <a:buChar char="»"/>
              <a:defRPr/>
            </a:lvl6pPr>
            <a:lvl7pPr indent="-317500" lvl="6" marL="3200400" rtl="0">
              <a:spcBef>
                <a:spcPts val="320"/>
              </a:spcBef>
              <a:spcAft>
                <a:spcPts val="0"/>
              </a:spcAft>
              <a:buSzPts val="1400"/>
              <a:buChar char="»"/>
              <a:defRPr/>
            </a:lvl7pPr>
            <a:lvl8pPr indent="-317500" lvl="7" marL="3657600" rtl="0">
              <a:spcBef>
                <a:spcPts val="320"/>
              </a:spcBef>
              <a:spcAft>
                <a:spcPts val="0"/>
              </a:spcAft>
              <a:buSzPts val="1400"/>
              <a:buChar char="»"/>
              <a:defRPr/>
            </a:lvl8pPr>
            <a:lvl9pPr indent="-317500" lvl="8" marL="4114800" rtl="0">
              <a:spcBef>
                <a:spcPts val="32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type="objOnly">
  <p:cSld name="OBJECT_ONLY">
    <p:spTree>
      <p:nvGrpSpPr>
        <p:cNvPr id="42" name="Shape 42"/>
        <p:cNvGrpSpPr/>
        <p:nvPr/>
      </p:nvGrpSpPr>
      <p:grpSpPr>
        <a:xfrm>
          <a:off x="0" y="0"/>
          <a:ext cx="0" cy="0"/>
          <a:chOff x="0" y="0"/>
          <a:chExt cx="0" cy="0"/>
        </a:xfrm>
      </p:grpSpPr>
      <p:sp>
        <p:nvSpPr>
          <p:cNvPr id="43" name="Google Shape;43;p7"/>
          <p:cNvSpPr txBox="1"/>
          <p:nvPr>
            <p:ph idx="1" type="body"/>
          </p:nvPr>
        </p:nvSpPr>
        <p:spPr>
          <a:xfrm>
            <a:off x="228600" y="220663"/>
            <a:ext cx="9601200" cy="6729412"/>
          </a:xfrm>
          <a:prstGeom prst="rect">
            <a:avLst/>
          </a:prstGeom>
          <a:noFill/>
          <a:ln>
            <a:noFill/>
          </a:ln>
        </p:spPr>
        <p:txBody>
          <a:bodyPr anchorCtr="0" anchor="t" bIns="91425" lIns="91425" spcFirstLastPara="1" rIns="91425" wrap="square" tIns="91425"/>
          <a:lstStyle>
            <a:lvl1pPr indent="-317500" lvl="0" marL="457200" rtl="0" algn="l">
              <a:spcBef>
                <a:spcPts val="1320"/>
              </a:spcBef>
              <a:spcAft>
                <a:spcPts val="0"/>
              </a:spcAft>
              <a:buClr>
                <a:schemeClr val="dk2"/>
              </a:buClr>
              <a:buSzPts val="1400"/>
              <a:buFont typeface="Calibri"/>
              <a:buChar char="•"/>
              <a:defRPr/>
            </a:lvl1pPr>
            <a:lvl2pPr indent="-317500" lvl="1" marL="914400" rtl="0" algn="l">
              <a:spcBef>
                <a:spcPts val="564"/>
              </a:spcBef>
              <a:spcAft>
                <a:spcPts val="0"/>
              </a:spcAft>
              <a:buClr>
                <a:schemeClr val="dk2"/>
              </a:buClr>
              <a:buSzPts val="1400"/>
              <a:buFont typeface="Times New Roman"/>
              <a:buChar char="–"/>
              <a:defRPr/>
            </a:lvl2pPr>
            <a:lvl3pPr indent="-317500" lvl="2" marL="1371600" rtl="0" algn="l">
              <a:spcBef>
                <a:spcPts val="240"/>
              </a:spcBef>
              <a:spcAft>
                <a:spcPts val="0"/>
              </a:spcAft>
              <a:buClr>
                <a:schemeClr val="dk2"/>
              </a:buClr>
              <a:buSzPts val="1400"/>
              <a:buFont typeface="Times New Roman"/>
              <a:buChar char="–"/>
              <a:defRPr/>
            </a:lvl3pPr>
            <a:lvl4pPr indent="-317500" lvl="3" marL="1828800" rtl="0" algn="l">
              <a:spcBef>
                <a:spcPts val="320"/>
              </a:spcBef>
              <a:spcAft>
                <a:spcPts val="0"/>
              </a:spcAft>
              <a:buClr>
                <a:schemeClr val="dk1"/>
              </a:buClr>
              <a:buSzPts val="1400"/>
              <a:buFont typeface="Arial"/>
              <a:buChar char="–"/>
              <a:defRPr/>
            </a:lvl4pPr>
            <a:lvl5pPr indent="-317500" lvl="4" marL="2286000" rtl="0" algn="l">
              <a:spcBef>
                <a:spcPts val="320"/>
              </a:spcBef>
              <a:spcAft>
                <a:spcPts val="0"/>
              </a:spcAft>
              <a:buClr>
                <a:schemeClr val="dk1"/>
              </a:buClr>
              <a:buSzPts val="1400"/>
              <a:buFont typeface="Arial"/>
              <a:buChar char="»"/>
              <a:defRPr/>
            </a:lvl5pPr>
            <a:lvl6pPr indent="-317500" lvl="5" marL="2743200" rtl="0" algn="l">
              <a:spcBef>
                <a:spcPts val="320"/>
              </a:spcBef>
              <a:spcAft>
                <a:spcPts val="0"/>
              </a:spcAft>
              <a:buClr>
                <a:schemeClr val="dk1"/>
              </a:buClr>
              <a:buSzPts val="1400"/>
              <a:buFont typeface="Arial"/>
              <a:buChar char="»"/>
              <a:defRPr/>
            </a:lvl6pPr>
            <a:lvl7pPr indent="-317500" lvl="6" marL="3200400" rtl="0" algn="l">
              <a:spcBef>
                <a:spcPts val="320"/>
              </a:spcBef>
              <a:spcAft>
                <a:spcPts val="0"/>
              </a:spcAft>
              <a:buClr>
                <a:schemeClr val="dk1"/>
              </a:buClr>
              <a:buSzPts val="1400"/>
              <a:buFont typeface="Arial"/>
              <a:buChar char="»"/>
              <a:defRPr/>
            </a:lvl7pPr>
            <a:lvl8pPr indent="-317500" lvl="7" marL="3657600" rtl="0" algn="l">
              <a:spcBef>
                <a:spcPts val="320"/>
              </a:spcBef>
              <a:spcAft>
                <a:spcPts val="0"/>
              </a:spcAft>
              <a:buClr>
                <a:schemeClr val="dk1"/>
              </a:buClr>
              <a:buSzPts val="1400"/>
              <a:buFont typeface="Arial"/>
              <a:buChar char="»"/>
              <a:defRPr/>
            </a:lvl8pPr>
            <a:lvl9pPr indent="-317500" lvl="8" marL="4114800" rtl="0" algn="l">
              <a:spcBef>
                <a:spcPts val="320"/>
              </a:spcBef>
              <a:spcAft>
                <a:spcPts val="0"/>
              </a:spcAft>
              <a:buClr>
                <a:schemeClr val="dk1"/>
              </a:buClr>
              <a:buSzPts val="1400"/>
              <a:buFont typeface="Arial"/>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44" name="Shape 44"/>
        <p:cNvGrpSpPr/>
        <p:nvPr/>
      </p:nvGrpSpPr>
      <p:grpSpPr>
        <a:xfrm>
          <a:off x="0" y="0"/>
          <a:ext cx="0" cy="0"/>
          <a:chOff x="0" y="0"/>
          <a:chExt cx="0" cy="0"/>
        </a:xfrm>
      </p:grpSpPr>
      <p:sp>
        <p:nvSpPr>
          <p:cNvPr id="45" name="Google Shape;45;p8"/>
          <p:cNvSpPr txBox="1"/>
          <p:nvPr>
            <p:ph type="title"/>
          </p:nvPr>
        </p:nvSpPr>
        <p:spPr>
          <a:xfrm>
            <a:off x="794544" y="4994488"/>
            <a:ext cx="8549640" cy="1543685"/>
          </a:xfrm>
          <a:prstGeom prst="rect">
            <a:avLst/>
          </a:prstGeom>
          <a:noFill/>
          <a:ln>
            <a:noFill/>
          </a:ln>
        </p:spPr>
        <p:txBody>
          <a:bodyPr anchorCtr="0" anchor="t" bIns="91425" lIns="91425" spcFirstLastPara="1" rIns="91425" wrap="square" tIns="91425"/>
          <a:lstStyle>
            <a:lvl1pPr lvl="0" rtl="0" algn="l">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46" name="Google Shape;46;p8"/>
          <p:cNvSpPr txBox="1"/>
          <p:nvPr>
            <p:ph idx="1" type="body"/>
          </p:nvPr>
        </p:nvSpPr>
        <p:spPr>
          <a:xfrm>
            <a:off x="794544" y="3294279"/>
            <a:ext cx="8549640" cy="1700212"/>
          </a:xfrm>
          <a:prstGeom prst="rect">
            <a:avLst/>
          </a:prstGeom>
          <a:noFill/>
          <a:ln>
            <a:noFill/>
          </a:ln>
        </p:spPr>
        <p:txBody>
          <a:bodyPr anchorCtr="0" anchor="b" bIns="91425" lIns="91425" spcFirstLastPara="1" rIns="91425" wrap="square" tIns="91425"/>
          <a:lstStyle>
            <a:lvl1pPr indent="-228600" lvl="0" marL="457200" rtl="0">
              <a:spcBef>
                <a:spcPts val="1320"/>
              </a:spcBef>
              <a:spcAft>
                <a:spcPts val="0"/>
              </a:spcAft>
              <a:buSzPts val="1400"/>
              <a:buFont typeface="Calibri"/>
              <a:buNone/>
              <a:defRPr/>
            </a:lvl1pPr>
            <a:lvl2pPr indent="-228600" lvl="1" marL="914400" rtl="0">
              <a:spcBef>
                <a:spcPts val="564"/>
              </a:spcBef>
              <a:spcAft>
                <a:spcPts val="0"/>
              </a:spcAft>
              <a:buSzPts val="1400"/>
              <a:buFont typeface="Calibri"/>
              <a:buNone/>
              <a:defRPr/>
            </a:lvl2pPr>
            <a:lvl3pPr indent="-228600" lvl="2" marL="1371600" rtl="0">
              <a:spcBef>
                <a:spcPts val="240"/>
              </a:spcBef>
              <a:spcAft>
                <a:spcPts val="0"/>
              </a:spcAft>
              <a:buSzPts val="1400"/>
              <a:buFont typeface="Calibri"/>
              <a:buNone/>
              <a:defRPr/>
            </a:lvl3pPr>
            <a:lvl4pPr indent="-228600" lvl="3" marL="1828800" rtl="0">
              <a:spcBef>
                <a:spcPts val="320"/>
              </a:spcBef>
              <a:spcAft>
                <a:spcPts val="0"/>
              </a:spcAft>
              <a:buSzPts val="1400"/>
              <a:buFont typeface="Arial"/>
              <a:buNone/>
              <a:defRPr/>
            </a:lvl4pPr>
            <a:lvl5pPr indent="-228600" lvl="4" marL="2286000" rtl="0">
              <a:spcBef>
                <a:spcPts val="320"/>
              </a:spcBef>
              <a:spcAft>
                <a:spcPts val="0"/>
              </a:spcAft>
              <a:buSzPts val="1400"/>
              <a:buFont typeface="Arial"/>
              <a:buNone/>
              <a:defRPr/>
            </a:lvl5pPr>
            <a:lvl6pPr indent="-228600" lvl="5" marL="2743200" rtl="0">
              <a:spcBef>
                <a:spcPts val="320"/>
              </a:spcBef>
              <a:spcAft>
                <a:spcPts val="0"/>
              </a:spcAft>
              <a:buSzPts val="1400"/>
              <a:buFont typeface="Arial"/>
              <a:buNone/>
              <a:defRPr/>
            </a:lvl6pPr>
            <a:lvl7pPr indent="-228600" lvl="6" marL="3200400" rtl="0">
              <a:spcBef>
                <a:spcPts val="320"/>
              </a:spcBef>
              <a:spcAft>
                <a:spcPts val="0"/>
              </a:spcAft>
              <a:buSzPts val="1400"/>
              <a:buFont typeface="Arial"/>
              <a:buNone/>
              <a:defRPr/>
            </a:lvl7pPr>
            <a:lvl8pPr indent="-228600" lvl="7" marL="3657600" rtl="0">
              <a:spcBef>
                <a:spcPts val="320"/>
              </a:spcBef>
              <a:spcAft>
                <a:spcPts val="0"/>
              </a:spcAft>
              <a:buSzPts val="1400"/>
              <a:buFont typeface="Arial"/>
              <a:buNone/>
              <a:defRPr/>
            </a:lvl8pPr>
            <a:lvl9pPr indent="-228600" lvl="8" marL="4114800" rtl="0">
              <a:spcBef>
                <a:spcPts val="320"/>
              </a:spcBef>
              <a:spcAft>
                <a:spcPts val="0"/>
              </a:spcAft>
              <a:buSzPts val="1400"/>
              <a:buFont typeface="Arial"/>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47" name="Shape 47"/>
        <p:cNvGrpSpPr/>
        <p:nvPr/>
      </p:nvGrpSpPr>
      <p:grpSpPr>
        <a:xfrm>
          <a:off x="0" y="0"/>
          <a:ext cx="0" cy="0"/>
          <a:chOff x="0" y="0"/>
          <a:chExt cx="0" cy="0"/>
        </a:xfrm>
      </p:grpSpPr>
      <p:sp>
        <p:nvSpPr>
          <p:cNvPr id="48" name="Google Shape;48;p9"/>
          <p:cNvSpPr txBox="1"/>
          <p:nvPr>
            <p:ph type="title"/>
          </p:nvPr>
        </p:nvSpPr>
        <p:spPr>
          <a:xfrm>
            <a:off x="2518973" y="220861"/>
            <a:ext cx="7280116" cy="644102"/>
          </a:xfrm>
          <a:prstGeom prst="rect">
            <a:avLst/>
          </a:prstGeom>
          <a:noFill/>
          <a:ln>
            <a:noFill/>
          </a:ln>
        </p:spPr>
        <p:txBody>
          <a:bodyPr anchorCtr="0" anchor="t" bIns="91425" lIns="91425" spcFirstLastPara="1" rIns="91425" wrap="square" tIns="91425"/>
          <a:lstStyle>
            <a:lvl1pPr lvl="0" rtl="0" algn="r">
              <a:spcBef>
                <a:spcPts val="0"/>
              </a:spcBef>
              <a:spcAft>
                <a:spcPts val="0"/>
              </a:spcAft>
              <a:buSzPts val="1400"/>
              <a:buChar char="●"/>
              <a:defRPr/>
            </a:lvl1pPr>
            <a:lvl2pPr lvl="1" rtl="0" algn="r">
              <a:spcBef>
                <a:spcPts val="0"/>
              </a:spcBef>
              <a:spcAft>
                <a:spcPts val="0"/>
              </a:spcAft>
              <a:buSzPts val="1400"/>
              <a:buChar char="○"/>
              <a:defRPr/>
            </a:lvl2pPr>
            <a:lvl3pPr lvl="2" rtl="0" algn="r">
              <a:spcBef>
                <a:spcPts val="0"/>
              </a:spcBef>
              <a:spcAft>
                <a:spcPts val="0"/>
              </a:spcAft>
              <a:buSzPts val="1400"/>
              <a:buChar char="■"/>
              <a:defRPr/>
            </a:lvl3pPr>
            <a:lvl4pPr lvl="3" rtl="0" algn="r">
              <a:spcBef>
                <a:spcPts val="0"/>
              </a:spcBef>
              <a:spcAft>
                <a:spcPts val="0"/>
              </a:spcAft>
              <a:buSzPts val="1400"/>
              <a:buChar char="●"/>
              <a:defRPr/>
            </a:lvl4pPr>
            <a:lvl5pPr lvl="4" rtl="0" algn="r">
              <a:spcBef>
                <a:spcPts val="0"/>
              </a:spcBef>
              <a:spcAft>
                <a:spcPts val="0"/>
              </a:spcAft>
              <a:buSzPts val="1400"/>
              <a:buChar char="○"/>
              <a:defRPr/>
            </a:lvl5pPr>
            <a:lvl6pPr lvl="5" marL="509355" rtl="0" algn="r">
              <a:spcBef>
                <a:spcPts val="0"/>
              </a:spcBef>
              <a:spcAft>
                <a:spcPts val="0"/>
              </a:spcAft>
              <a:buSzPts val="1400"/>
              <a:buChar char="■"/>
              <a:defRPr/>
            </a:lvl6pPr>
            <a:lvl7pPr lvl="6" marL="1018711" rtl="0" algn="r">
              <a:spcBef>
                <a:spcPts val="0"/>
              </a:spcBef>
              <a:spcAft>
                <a:spcPts val="0"/>
              </a:spcAft>
              <a:buSzPts val="1400"/>
              <a:buChar char="●"/>
              <a:defRPr/>
            </a:lvl7pPr>
            <a:lvl8pPr lvl="7" marL="1528065" rtl="0" algn="r">
              <a:spcBef>
                <a:spcPts val="0"/>
              </a:spcBef>
              <a:spcAft>
                <a:spcPts val="0"/>
              </a:spcAft>
              <a:buSzPts val="1400"/>
              <a:buChar char="○"/>
              <a:defRPr/>
            </a:lvl8pPr>
            <a:lvl9pPr lvl="8" marL="2037421" rtl="0" algn="r">
              <a:spcBef>
                <a:spcPts val="0"/>
              </a:spcBef>
              <a:spcAft>
                <a:spcPts val="0"/>
              </a:spcAft>
              <a:buSzPts val="1400"/>
              <a:buChar char="■"/>
              <a:defRPr/>
            </a:lvl9pPr>
          </a:lstStyle>
          <a:p/>
        </p:txBody>
      </p:sp>
      <p:sp>
        <p:nvSpPr>
          <p:cNvPr id="49" name="Google Shape;49;p9"/>
          <p:cNvSpPr txBox="1"/>
          <p:nvPr>
            <p:ph idx="1" type="body"/>
          </p:nvPr>
        </p:nvSpPr>
        <p:spPr>
          <a:xfrm>
            <a:off x="228600" y="1567075"/>
            <a:ext cx="4716783" cy="5375911"/>
          </a:xfrm>
          <a:prstGeom prst="rect">
            <a:avLst/>
          </a:prstGeom>
          <a:noFill/>
          <a:ln>
            <a:noFill/>
          </a:ln>
        </p:spPr>
        <p:txBody>
          <a:bodyPr anchorCtr="0" anchor="t" bIns="91425" lIns="91425" spcFirstLastPara="1" rIns="91425" wrap="square" tIns="91425"/>
          <a:lstStyle>
            <a:lvl1pPr indent="-317500" lvl="0" marL="457200" rtl="0">
              <a:spcBef>
                <a:spcPts val="1320"/>
              </a:spcBef>
              <a:spcAft>
                <a:spcPts val="0"/>
              </a:spcAft>
              <a:buSzPts val="1400"/>
              <a:buChar char="•"/>
              <a:defRPr/>
            </a:lvl1pPr>
            <a:lvl2pPr indent="-317500" lvl="1" marL="914400" rtl="0">
              <a:spcBef>
                <a:spcPts val="564"/>
              </a:spcBef>
              <a:spcAft>
                <a:spcPts val="0"/>
              </a:spcAft>
              <a:buSzPts val="1400"/>
              <a:buChar char="–"/>
              <a:defRPr/>
            </a:lvl2pPr>
            <a:lvl3pPr indent="-317500" lvl="2" marL="1371600" rtl="0">
              <a:spcBef>
                <a:spcPts val="240"/>
              </a:spcBef>
              <a:spcAft>
                <a:spcPts val="0"/>
              </a:spcAft>
              <a:buSzPts val="1400"/>
              <a:buChar char="–"/>
              <a:defRPr/>
            </a:lvl3pPr>
            <a:lvl4pPr indent="-317500" lvl="3" marL="1828800" rtl="0">
              <a:spcBef>
                <a:spcPts val="320"/>
              </a:spcBef>
              <a:spcAft>
                <a:spcPts val="0"/>
              </a:spcAft>
              <a:buSzPts val="1400"/>
              <a:buChar char="–"/>
              <a:defRPr/>
            </a:lvl4pPr>
            <a:lvl5pPr indent="-317500" lvl="4" marL="2286000" rtl="0">
              <a:spcBef>
                <a:spcPts val="320"/>
              </a:spcBef>
              <a:spcAft>
                <a:spcPts val="0"/>
              </a:spcAft>
              <a:buSzPts val="1400"/>
              <a:buChar char="»"/>
              <a:defRPr/>
            </a:lvl5pPr>
            <a:lvl6pPr indent="-317500" lvl="5" marL="2743200" rtl="0">
              <a:spcBef>
                <a:spcPts val="320"/>
              </a:spcBef>
              <a:spcAft>
                <a:spcPts val="0"/>
              </a:spcAft>
              <a:buSzPts val="1400"/>
              <a:buChar char="»"/>
              <a:defRPr/>
            </a:lvl6pPr>
            <a:lvl7pPr indent="-317500" lvl="6" marL="3200400" rtl="0">
              <a:spcBef>
                <a:spcPts val="320"/>
              </a:spcBef>
              <a:spcAft>
                <a:spcPts val="0"/>
              </a:spcAft>
              <a:buSzPts val="1400"/>
              <a:buChar char="»"/>
              <a:defRPr/>
            </a:lvl7pPr>
            <a:lvl8pPr indent="-317500" lvl="7" marL="3657600" rtl="0">
              <a:spcBef>
                <a:spcPts val="320"/>
              </a:spcBef>
              <a:spcAft>
                <a:spcPts val="0"/>
              </a:spcAft>
              <a:buSzPts val="1400"/>
              <a:buChar char="»"/>
              <a:defRPr/>
            </a:lvl8pPr>
            <a:lvl9pPr indent="-317500" lvl="8" marL="4114800" rtl="0">
              <a:spcBef>
                <a:spcPts val="320"/>
              </a:spcBef>
              <a:spcAft>
                <a:spcPts val="0"/>
              </a:spcAft>
              <a:buSzPts val="1400"/>
              <a:buChar char="»"/>
              <a:defRPr/>
            </a:lvl9pPr>
          </a:lstStyle>
          <a:p/>
        </p:txBody>
      </p:sp>
      <p:sp>
        <p:nvSpPr>
          <p:cNvPr id="50" name="Google Shape;50;p9"/>
          <p:cNvSpPr txBox="1"/>
          <p:nvPr>
            <p:ph idx="2" type="body"/>
          </p:nvPr>
        </p:nvSpPr>
        <p:spPr>
          <a:xfrm>
            <a:off x="5113025" y="1567075"/>
            <a:ext cx="4716776" cy="5375911"/>
          </a:xfrm>
          <a:prstGeom prst="rect">
            <a:avLst/>
          </a:prstGeom>
          <a:noFill/>
          <a:ln>
            <a:noFill/>
          </a:ln>
        </p:spPr>
        <p:txBody>
          <a:bodyPr anchorCtr="0" anchor="t" bIns="91425" lIns="91425" spcFirstLastPara="1" rIns="91425" wrap="square" tIns="91425"/>
          <a:lstStyle>
            <a:lvl1pPr indent="-317500" lvl="0" marL="457200" rtl="0">
              <a:spcBef>
                <a:spcPts val="1320"/>
              </a:spcBef>
              <a:spcAft>
                <a:spcPts val="0"/>
              </a:spcAft>
              <a:buSzPts val="1400"/>
              <a:buChar char="•"/>
              <a:defRPr/>
            </a:lvl1pPr>
            <a:lvl2pPr indent="-317500" lvl="1" marL="914400" rtl="0">
              <a:spcBef>
                <a:spcPts val="564"/>
              </a:spcBef>
              <a:spcAft>
                <a:spcPts val="0"/>
              </a:spcAft>
              <a:buSzPts val="1400"/>
              <a:buChar char="–"/>
              <a:defRPr/>
            </a:lvl2pPr>
            <a:lvl3pPr indent="-317500" lvl="2" marL="1371600" rtl="0">
              <a:spcBef>
                <a:spcPts val="240"/>
              </a:spcBef>
              <a:spcAft>
                <a:spcPts val="0"/>
              </a:spcAft>
              <a:buSzPts val="1400"/>
              <a:buChar char="–"/>
              <a:defRPr/>
            </a:lvl3pPr>
            <a:lvl4pPr indent="-317500" lvl="3" marL="1828800" rtl="0">
              <a:spcBef>
                <a:spcPts val="320"/>
              </a:spcBef>
              <a:spcAft>
                <a:spcPts val="0"/>
              </a:spcAft>
              <a:buSzPts val="1400"/>
              <a:buChar char="–"/>
              <a:defRPr/>
            </a:lvl4pPr>
            <a:lvl5pPr indent="-317500" lvl="4" marL="2286000" rtl="0">
              <a:spcBef>
                <a:spcPts val="320"/>
              </a:spcBef>
              <a:spcAft>
                <a:spcPts val="0"/>
              </a:spcAft>
              <a:buSzPts val="1400"/>
              <a:buChar char="»"/>
              <a:defRPr/>
            </a:lvl5pPr>
            <a:lvl6pPr indent="-317500" lvl="5" marL="2743200" rtl="0">
              <a:spcBef>
                <a:spcPts val="320"/>
              </a:spcBef>
              <a:spcAft>
                <a:spcPts val="0"/>
              </a:spcAft>
              <a:buSzPts val="1400"/>
              <a:buChar char="»"/>
              <a:defRPr/>
            </a:lvl6pPr>
            <a:lvl7pPr indent="-317500" lvl="6" marL="3200400" rtl="0">
              <a:spcBef>
                <a:spcPts val="320"/>
              </a:spcBef>
              <a:spcAft>
                <a:spcPts val="0"/>
              </a:spcAft>
              <a:buSzPts val="1400"/>
              <a:buChar char="»"/>
              <a:defRPr/>
            </a:lvl7pPr>
            <a:lvl8pPr indent="-317500" lvl="7" marL="3657600" rtl="0">
              <a:spcBef>
                <a:spcPts val="320"/>
              </a:spcBef>
              <a:spcAft>
                <a:spcPts val="0"/>
              </a:spcAft>
              <a:buSzPts val="1400"/>
              <a:buChar char="»"/>
              <a:defRPr/>
            </a:lvl8pPr>
            <a:lvl9pPr indent="-317500" lvl="8" marL="4114800" rtl="0">
              <a:spcBef>
                <a:spcPts val="320"/>
              </a:spcBef>
              <a:spcAft>
                <a:spcPts val="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pic>
        <p:nvPicPr>
          <p:cNvPr descr="Cello_CoverDesigns_FINAL_2-02" id="10" name="Google Shape;10;p1"/>
          <p:cNvPicPr preferRelativeResize="0"/>
          <p:nvPr/>
        </p:nvPicPr>
        <p:blipFill rotWithShape="1">
          <a:blip r:embed="rId1">
            <a:alphaModFix/>
          </a:blip>
          <a:srcRect b="13019" l="0" r="0" t="0"/>
          <a:stretch/>
        </p:blipFill>
        <p:spPr>
          <a:xfrm>
            <a:off x="228600" y="788035"/>
            <a:ext cx="9601200" cy="3853743"/>
          </a:xfrm>
          <a:prstGeom prst="rect">
            <a:avLst/>
          </a:prstGeom>
          <a:noFill/>
          <a:ln>
            <a:noFill/>
          </a:ln>
        </p:spPr>
      </p:pic>
      <p:sp>
        <p:nvSpPr>
          <p:cNvPr id="11" name="Google Shape;11;p1"/>
          <p:cNvSpPr/>
          <p:nvPr/>
        </p:nvSpPr>
        <p:spPr>
          <a:xfrm>
            <a:off x="228600" y="7136282"/>
            <a:ext cx="9601200" cy="401215"/>
          </a:xfrm>
          <a:prstGeom prst="rect">
            <a:avLst/>
          </a:prstGeom>
          <a:gradFill>
            <a:gsLst>
              <a:gs pos="0">
                <a:schemeClr val="accent1"/>
              </a:gs>
              <a:gs pos="100000">
                <a:schemeClr val="dk2"/>
              </a:gs>
            </a:gsLst>
            <a:lin ang="0" scaled="0"/>
          </a:gradFill>
          <a:ln>
            <a:noFill/>
          </a:ln>
        </p:spPr>
        <p:txBody>
          <a:bodyPr anchorCtr="0" anchor="ctr" bIns="50925" lIns="101875" spcFirstLastPara="1" rIns="101875" wrap="square" tIns="50925">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
        <p:nvSpPr>
          <p:cNvPr id="12" name="Google Shape;12;p1"/>
          <p:cNvSpPr/>
          <p:nvPr/>
        </p:nvSpPr>
        <p:spPr>
          <a:xfrm flipH="1" rot="10800000">
            <a:off x="228600" y="4967500"/>
            <a:ext cx="9601200" cy="401214"/>
          </a:xfrm>
          <a:prstGeom prst="rect">
            <a:avLst/>
          </a:prstGeom>
          <a:gradFill>
            <a:gsLst>
              <a:gs pos="0">
                <a:schemeClr val="accent1"/>
              </a:gs>
              <a:gs pos="100000">
                <a:schemeClr val="dk2"/>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grpSp>
        <p:nvGrpSpPr>
          <p:cNvPr id="13" name="Google Shape;13;p1"/>
          <p:cNvGrpSpPr/>
          <p:nvPr/>
        </p:nvGrpSpPr>
        <p:grpSpPr>
          <a:xfrm>
            <a:off x="1011080" y="3986954"/>
            <a:ext cx="2175828" cy="2880466"/>
            <a:chOff x="2173" y="2091"/>
            <a:chExt cx="1436" cy="1845"/>
          </a:xfrm>
        </p:grpSpPr>
        <p:sp>
          <p:nvSpPr>
            <p:cNvPr id="14" name="Google Shape;14;p1"/>
            <p:cNvSpPr/>
            <p:nvPr/>
          </p:nvSpPr>
          <p:spPr>
            <a:xfrm>
              <a:off x="2191" y="3620"/>
              <a:ext cx="280" cy="316"/>
            </a:xfrm>
            <a:custGeom>
              <a:rect b="b" l="l" r="r" t="t"/>
              <a:pathLst>
                <a:path extrusionOk="0" h="1315" w="1161">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
          <p:nvSpPr>
            <p:cNvPr id="15" name="Google Shape;15;p1"/>
            <p:cNvSpPr/>
            <p:nvPr/>
          </p:nvSpPr>
          <p:spPr>
            <a:xfrm>
              <a:off x="2486" y="3627"/>
              <a:ext cx="256" cy="302"/>
            </a:xfrm>
            <a:custGeom>
              <a:rect b="b" l="l" r="r" t="t"/>
              <a:pathLst>
                <a:path extrusionOk="0" h="1259" w="1061">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
          <p:nvSpPr>
            <p:cNvPr id="16" name="Google Shape;16;p1"/>
            <p:cNvSpPr/>
            <p:nvPr/>
          </p:nvSpPr>
          <p:spPr>
            <a:xfrm>
              <a:off x="2760" y="3627"/>
              <a:ext cx="256" cy="303"/>
            </a:xfrm>
            <a:custGeom>
              <a:rect b="b" l="l" r="r" t="t"/>
              <a:pathLst>
                <a:path extrusionOk="0" h="1259" w="1063">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
          <p:nvSpPr>
            <p:cNvPr id="17" name="Google Shape;17;p1"/>
            <p:cNvSpPr/>
            <p:nvPr/>
          </p:nvSpPr>
          <p:spPr>
            <a:xfrm>
              <a:off x="3028" y="3627"/>
              <a:ext cx="256" cy="303"/>
            </a:xfrm>
            <a:custGeom>
              <a:rect b="b" l="l" r="r" t="t"/>
              <a:pathLst>
                <a:path extrusionOk="0" h="1259" w="1061">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
          <p:nvSpPr>
            <p:cNvPr id="18" name="Google Shape;18;p1"/>
            <p:cNvSpPr/>
            <p:nvPr/>
          </p:nvSpPr>
          <p:spPr>
            <a:xfrm>
              <a:off x="3300" y="3620"/>
              <a:ext cx="309" cy="316"/>
            </a:xfrm>
            <a:custGeom>
              <a:rect b="b" l="l" r="r" t="t"/>
              <a:pathLst>
                <a:path extrusionOk="0" h="1315" w="1284">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
          <p:nvSpPr>
            <p:cNvPr id="19" name="Google Shape;19;p1"/>
            <p:cNvSpPr/>
            <p:nvPr/>
          </p:nvSpPr>
          <p:spPr>
            <a:xfrm>
              <a:off x="2180" y="2093"/>
              <a:ext cx="1418" cy="1416"/>
            </a:xfrm>
            <a:custGeom>
              <a:rect b="b" l="l" r="r" t="t"/>
              <a:pathLst>
                <a:path extrusionOk="0" h="5893" w="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
          <p:nvSpPr>
            <p:cNvPr id="20" name="Google Shape;20;p1"/>
            <p:cNvSpPr/>
            <p:nvPr/>
          </p:nvSpPr>
          <p:spPr>
            <a:xfrm>
              <a:off x="2173" y="2091"/>
              <a:ext cx="1421" cy="1421"/>
            </a:xfrm>
            <a:custGeom>
              <a:rect b="b" l="l" r="r" t="t"/>
              <a:pathLst>
                <a:path extrusionOk="0" h="5911" w="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
          <p:nvSpPr>
            <p:cNvPr id="21" name="Google Shape;21;p1"/>
            <p:cNvSpPr/>
            <p:nvPr/>
          </p:nvSpPr>
          <p:spPr>
            <a:xfrm>
              <a:off x="2189" y="2105"/>
              <a:ext cx="799" cy="1392"/>
            </a:xfrm>
            <a:custGeom>
              <a:rect b="b" l="l" r="r" t="t"/>
              <a:pathLst>
                <a:path extrusionOk="0" h="5788" w="3326">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
          <p:nvSpPr>
            <p:cNvPr id="22" name="Google Shape;22;p1"/>
            <p:cNvSpPr/>
            <p:nvPr/>
          </p:nvSpPr>
          <p:spPr>
            <a:xfrm>
              <a:off x="2796" y="2105"/>
              <a:ext cx="784" cy="1392"/>
            </a:xfrm>
            <a:custGeom>
              <a:rect b="b" l="l" r="r" t="t"/>
              <a:pathLst>
                <a:path extrusionOk="0" h="5788" w="3260">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
          <p:nvSpPr>
            <p:cNvPr id="23" name="Google Shape;23;p1"/>
            <p:cNvSpPr/>
            <p:nvPr/>
          </p:nvSpPr>
          <p:spPr>
            <a:xfrm>
              <a:off x="2525" y="2105"/>
              <a:ext cx="735" cy="1392"/>
            </a:xfrm>
            <a:custGeom>
              <a:rect b="b" l="l" r="r" t="t"/>
              <a:pathLst>
                <a:path extrusionOk="0" h="5788" w="3062">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grpSp>
      <p:sp>
        <p:nvSpPr>
          <p:cNvPr id="24" name="Google Shape;24;p1"/>
          <p:cNvSpPr/>
          <p:nvPr/>
        </p:nvSpPr>
        <p:spPr>
          <a:xfrm>
            <a:off x="228600" y="228600"/>
            <a:ext cx="9601200" cy="7315200"/>
          </a:xfrm>
          <a:prstGeom prst="rect">
            <a:avLst/>
          </a:prstGeom>
          <a:noFill/>
          <a:ln cap="flat" cmpd="sng" w="25400">
            <a:solidFill>
              <a:schemeClr val="hlink"/>
            </a:solidFill>
            <a:prstDash val="solid"/>
            <a:miter lim="8000"/>
            <a:headEnd len="sm" w="sm" type="none"/>
            <a:tailEnd len="sm" w="sm" type="none"/>
          </a:ln>
        </p:spPr>
        <p:txBody>
          <a:bodyPr anchorCtr="0" anchor="ctr" bIns="50925" lIns="101850" spcFirstLastPara="1" rIns="101850" wrap="square" tIns="50925">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9" name="Shape 29"/>
        <p:cNvGrpSpPr/>
        <p:nvPr/>
      </p:nvGrpSpPr>
      <p:grpSpPr>
        <a:xfrm>
          <a:off x="0" y="0"/>
          <a:ext cx="0" cy="0"/>
          <a:chOff x="0" y="0"/>
          <a:chExt cx="0" cy="0"/>
        </a:xfrm>
      </p:grpSpPr>
      <p:sp>
        <p:nvSpPr>
          <p:cNvPr id="30" name="Google Shape;30;p4"/>
          <p:cNvSpPr txBox="1"/>
          <p:nvPr>
            <p:ph idx="1" type="body"/>
          </p:nvPr>
        </p:nvSpPr>
        <p:spPr>
          <a:xfrm>
            <a:off x="228600" y="1265238"/>
            <a:ext cx="9601200" cy="5684202"/>
          </a:xfrm>
          <a:prstGeom prst="rect">
            <a:avLst/>
          </a:prstGeom>
          <a:noFill/>
          <a:ln>
            <a:noFill/>
          </a:ln>
        </p:spPr>
        <p:txBody>
          <a:bodyPr anchorCtr="0" anchor="t" bIns="91425" lIns="91425" spcFirstLastPara="1" rIns="91425" wrap="square" tIns="91425"/>
          <a:lstStyle>
            <a:lvl1pPr indent="-317500" lvl="0" marL="457200" marR="0" rtl="0" algn="l">
              <a:spcBef>
                <a:spcPts val="1320"/>
              </a:spcBef>
              <a:spcAft>
                <a:spcPts val="0"/>
              </a:spcAft>
              <a:buClr>
                <a:schemeClr val="dk2"/>
              </a:buClr>
              <a:buSzPts val="1400"/>
              <a:buFont typeface="Calibri"/>
              <a:buChar char="•"/>
              <a:defRPr/>
            </a:lvl1pPr>
            <a:lvl2pPr indent="-317500" lvl="1" marL="914400" marR="0" rtl="0" algn="l">
              <a:spcBef>
                <a:spcPts val="564"/>
              </a:spcBef>
              <a:spcAft>
                <a:spcPts val="0"/>
              </a:spcAft>
              <a:buClr>
                <a:schemeClr val="dk2"/>
              </a:buClr>
              <a:buSzPts val="1400"/>
              <a:buFont typeface="Times New Roman"/>
              <a:buChar char="–"/>
              <a:defRPr/>
            </a:lvl2pPr>
            <a:lvl3pPr indent="-317500" lvl="2" marL="1371600" marR="0" rtl="0" algn="l">
              <a:spcBef>
                <a:spcPts val="240"/>
              </a:spcBef>
              <a:spcAft>
                <a:spcPts val="0"/>
              </a:spcAft>
              <a:buClr>
                <a:schemeClr val="dk2"/>
              </a:buClr>
              <a:buSzPts val="1400"/>
              <a:buFont typeface="Times New Roman"/>
              <a:buChar char="–"/>
              <a:defRPr/>
            </a:lvl3pPr>
            <a:lvl4pPr indent="-317500" lvl="3" marL="1828800" marR="0" rtl="0" algn="l">
              <a:spcBef>
                <a:spcPts val="320"/>
              </a:spcBef>
              <a:spcAft>
                <a:spcPts val="0"/>
              </a:spcAft>
              <a:buClr>
                <a:schemeClr val="dk1"/>
              </a:buClr>
              <a:buSzPts val="1400"/>
              <a:buFont typeface="Arial"/>
              <a:buChar char="–"/>
              <a:defRPr/>
            </a:lvl4pPr>
            <a:lvl5pPr indent="-317500" lvl="4" marL="2286000" marR="0" rtl="0" algn="l">
              <a:spcBef>
                <a:spcPts val="320"/>
              </a:spcBef>
              <a:spcAft>
                <a:spcPts val="0"/>
              </a:spcAft>
              <a:buClr>
                <a:schemeClr val="dk1"/>
              </a:buClr>
              <a:buSzPts val="1400"/>
              <a:buFont typeface="Arial"/>
              <a:buChar char="»"/>
              <a:defRPr/>
            </a:lvl5pPr>
            <a:lvl6pPr indent="-317500" lvl="5" marL="2743200" marR="0" rtl="0" algn="l">
              <a:spcBef>
                <a:spcPts val="320"/>
              </a:spcBef>
              <a:spcAft>
                <a:spcPts val="0"/>
              </a:spcAft>
              <a:buClr>
                <a:schemeClr val="dk1"/>
              </a:buClr>
              <a:buSzPts val="1400"/>
              <a:buFont typeface="Arial"/>
              <a:buChar char="»"/>
              <a:defRPr/>
            </a:lvl6pPr>
            <a:lvl7pPr indent="-317500" lvl="6" marL="3200400" marR="0" rtl="0" algn="l">
              <a:spcBef>
                <a:spcPts val="320"/>
              </a:spcBef>
              <a:spcAft>
                <a:spcPts val="0"/>
              </a:spcAft>
              <a:buClr>
                <a:schemeClr val="dk1"/>
              </a:buClr>
              <a:buSzPts val="1400"/>
              <a:buFont typeface="Arial"/>
              <a:buChar char="»"/>
              <a:defRPr/>
            </a:lvl7pPr>
            <a:lvl8pPr indent="-317500" lvl="7" marL="3657600" marR="0" rtl="0" algn="l">
              <a:spcBef>
                <a:spcPts val="320"/>
              </a:spcBef>
              <a:spcAft>
                <a:spcPts val="0"/>
              </a:spcAft>
              <a:buClr>
                <a:schemeClr val="dk1"/>
              </a:buClr>
              <a:buSzPts val="1400"/>
              <a:buFont typeface="Arial"/>
              <a:buChar char="»"/>
              <a:defRPr/>
            </a:lvl8pPr>
            <a:lvl9pPr indent="-317500" lvl="8" marL="4114800" marR="0" rtl="0" algn="l">
              <a:spcBef>
                <a:spcPts val="320"/>
              </a:spcBef>
              <a:spcAft>
                <a:spcPts val="0"/>
              </a:spcAft>
              <a:buClr>
                <a:schemeClr val="dk1"/>
              </a:buClr>
              <a:buSzPts val="1400"/>
              <a:buFont typeface="Arial"/>
              <a:buChar char="»"/>
              <a:defRPr/>
            </a:lvl9pPr>
          </a:lstStyle>
          <a:p/>
        </p:txBody>
      </p:sp>
      <p:sp>
        <p:nvSpPr>
          <p:cNvPr id="31" name="Google Shape;31;p4"/>
          <p:cNvSpPr/>
          <p:nvPr/>
        </p:nvSpPr>
        <p:spPr>
          <a:xfrm>
            <a:off x="228600" y="230120"/>
            <a:ext cx="9601200" cy="649224"/>
          </a:xfrm>
          <a:prstGeom prst="rect">
            <a:avLst/>
          </a:prstGeom>
          <a:solidFill>
            <a:srgbClr val="2E398A"/>
          </a:solidFill>
          <a:ln>
            <a:noFill/>
          </a:ln>
        </p:spPr>
        <p:txBody>
          <a:bodyPr anchorCtr="0" anchor="ctr" bIns="50925" lIns="101850" spcFirstLastPara="1" rIns="101850" wrap="square" tIns="50925">
            <a:noAutofit/>
          </a:bodyPr>
          <a:lstStyle/>
          <a:p>
            <a:pPr indent="0" lvl="0" marL="0" marR="0" rtl="0" algn="l">
              <a:spcBef>
                <a:spcPts val="0"/>
              </a:spcBef>
              <a:spcAft>
                <a:spcPts val="0"/>
              </a:spcAft>
              <a:buNone/>
            </a:pPr>
            <a:r>
              <a:t/>
            </a:r>
            <a:endParaRPr b="0" i="0" sz="1800" u="none" cap="none" strike="noStrike">
              <a:solidFill>
                <a:schemeClr val="dk1"/>
              </a:solidFill>
              <a:latin typeface="Cambria"/>
              <a:ea typeface="Cambria"/>
              <a:cs typeface="Cambria"/>
              <a:sym typeface="Cambria"/>
            </a:endParaRPr>
          </a:p>
        </p:txBody>
      </p:sp>
      <p:sp>
        <p:nvSpPr>
          <p:cNvPr id="32" name="Google Shape;32;p4"/>
          <p:cNvSpPr txBox="1"/>
          <p:nvPr>
            <p:ph type="title"/>
          </p:nvPr>
        </p:nvSpPr>
        <p:spPr>
          <a:xfrm>
            <a:off x="2518973" y="220861"/>
            <a:ext cx="7280116" cy="644102"/>
          </a:xfrm>
          <a:prstGeom prst="rect">
            <a:avLst/>
          </a:prstGeom>
          <a:noFill/>
          <a:ln>
            <a:noFill/>
          </a:ln>
        </p:spPr>
        <p:txBody>
          <a:bodyPr anchorCtr="0" anchor="t" bIns="91425" lIns="91425" spcFirstLastPara="1" rIns="91425" wrap="square" tIns="91425"/>
          <a:lstStyle>
            <a:lvl1pPr indent="-88900" lvl="0" marL="0" marR="0" rtl="0" algn="r">
              <a:spcBef>
                <a:spcPts val="0"/>
              </a:spcBef>
              <a:spcAft>
                <a:spcPts val="0"/>
              </a:spcAft>
              <a:buSzPts val="1400"/>
              <a:buChar char="●"/>
              <a:defRPr/>
            </a:lvl1pPr>
            <a:lvl2pPr indent="-88900" lvl="1" marL="0" marR="0" rtl="0" algn="r">
              <a:spcBef>
                <a:spcPts val="0"/>
              </a:spcBef>
              <a:spcAft>
                <a:spcPts val="0"/>
              </a:spcAft>
              <a:buSzPts val="1400"/>
              <a:buChar char="○"/>
              <a:defRPr/>
            </a:lvl2pPr>
            <a:lvl3pPr indent="-88900" lvl="2" marL="0" marR="0" rtl="0" algn="r">
              <a:spcBef>
                <a:spcPts val="0"/>
              </a:spcBef>
              <a:spcAft>
                <a:spcPts val="0"/>
              </a:spcAft>
              <a:buSzPts val="1400"/>
              <a:buChar char="■"/>
              <a:defRPr/>
            </a:lvl3pPr>
            <a:lvl4pPr indent="-88900" lvl="3" marL="0" marR="0" rtl="0" algn="r">
              <a:spcBef>
                <a:spcPts val="0"/>
              </a:spcBef>
              <a:spcAft>
                <a:spcPts val="0"/>
              </a:spcAft>
              <a:buSzPts val="1400"/>
              <a:buChar char="●"/>
              <a:defRPr/>
            </a:lvl4pPr>
            <a:lvl5pPr indent="-88900" lvl="4" marL="0" marR="0" rtl="0" algn="r">
              <a:spcBef>
                <a:spcPts val="0"/>
              </a:spcBef>
              <a:spcAft>
                <a:spcPts val="0"/>
              </a:spcAft>
              <a:buSzPts val="1400"/>
              <a:buChar char="○"/>
              <a:defRPr/>
            </a:lvl5pPr>
            <a:lvl6pPr indent="-90255" lvl="5" marL="509355" marR="0" rtl="0" algn="r">
              <a:spcBef>
                <a:spcPts val="0"/>
              </a:spcBef>
              <a:spcAft>
                <a:spcPts val="0"/>
              </a:spcAft>
              <a:buSzPts val="1400"/>
              <a:buChar char="■"/>
              <a:defRPr/>
            </a:lvl6pPr>
            <a:lvl7pPr indent="-91610" lvl="6" marL="1018711" marR="0" rtl="0" algn="r">
              <a:spcBef>
                <a:spcPts val="0"/>
              </a:spcBef>
              <a:spcAft>
                <a:spcPts val="0"/>
              </a:spcAft>
              <a:buSzPts val="1400"/>
              <a:buChar char="●"/>
              <a:defRPr/>
            </a:lvl7pPr>
            <a:lvl8pPr indent="-92964" lvl="7" marL="1528065" marR="0" rtl="0" algn="r">
              <a:spcBef>
                <a:spcPts val="0"/>
              </a:spcBef>
              <a:spcAft>
                <a:spcPts val="0"/>
              </a:spcAft>
              <a:buSzPts val="1400"/>
              <a:buChar char="○"/>
              <a:defRPr/>
            </a:lvl8pPr>
            <a:lvl9pPr indent="-94320" lvl="8" marL="2037421" marR="0" rtl="0" algn="r">
              <a:spcBef>
                <a:spcPts val="0"/>
              </a:spcBef>
              <a:spcAft>
                <a:spcPts val="0"/>
              </a:spcAft>
              <a:buSzPts val="1400"/>
              <a:buChar char="■"/>
              <a:defRPr/>
            </a:lvl9pPr>
          </a:lstStyle>
          <a:p/>
        </p:txBody>
      </p:sp>
      <p:sp>
        <p:nvSpPr>
          <p:cNvPr id="33" name="Google Shape;33;p4"/>
          <p:cNvSpPr/>
          <p:nvPr/>
        </p:nvSpPr>
        <p:spPr>
          <a:xfrm>
            <a:off x="228600" y="7333575"/>
            <a:ext cx="827723" cy="213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1" i="0" lang="en-US" sz="900" u="none" cap="none" strike="noStrike">
                <a:solidFill>
                  <a:schemeClr val="dk2"/>
                </a:solidFill>
                <a:latin typeface="Calibri"/>
                <a:ea typeface="Calibri"/>
                <a:cs typeface="Calibri"/>
                <a:sym typeface="Calibri"/>
              </a:rPr>
              <a:t>PAGE </a:t>
            </a:r>
            <a:fld id="{00000000-1234-1234-1234-123412341234}" type="slidenum">
              <a:rPr b="1" i="0" lang="en-US" sz="900" u="none" cap="none" strike="noStrike">
                <a:solidFill>
                  <a:schemeClr val="dk2"/>
                </a:solidFill>
                <a:latin typeface="Calibri"/>
                <a:ea typeface="Calibri"/>
                <a:cs typeface="Calibri"/>
                <a:sym typeface="Calibri"/>
              </a:rPr>
              <a:t>‹#›</a:t>
            </a:fld>
            <a:endParaRPr b="1" i="0" sz="900" u="none" cap="none" strike="noStrike">
              <a:solidFill>
                <a:schemeClr val="dk2"/>
              </a:solidFill>
              <a:latin typeface="Calibri"/>
              <a:ea typeface="Calibri"/>
              <a:cs typeface="Calibri"/>
              <a:sym typeface="Calibri"/>
            </a:endParaRPr>
          </a:p>
        </p:txBody>
      </p:sp>
      <p:pic>
        <p:nvPicPr>
          <p:cNvPr descr="Cello_LOGO_Horizontal_Short.png" id="34" name="Google Shape;34;p4"/>
          <p:cNvPicPr preferRelativeResize="0"/>
          <p:nvPr/>
        </p:nvPicPr>
        <p:blipFill rotWithShape="1">
          <a:blip r:embed="rId1">
            <a:alphaModFix/>
          </a:blip>
          <a:srcRect b="0" l="0" r="0" t="0"/>
          <a:stretch/>
        </p:blipFill>
        <p:spPr>
          <a:xfrm>
            <a:off x="308121" y="322236"/>
            <a:ext cx="2416810" cy="451590"/>
          </a:xfrm>
          <a:prstGeom prst="rect">
            <a:avLst/>
          </a:prstGeom>
          <a:noFill/>
          <a:ln>
            <a:noFill/>
          </a:ln>
        </p:spPr>
      </p:pic>
      <p:cxnSp>
        <p:nvCxnSpPr>
          <p:cNvPr id="35" name="Google Shape;35;p4"/>
          <p:cNvCxnSpPr/>
          <p:nvPr/>
        </p:nvCxnSpPr>
        <p:spPr>
          <a:xfrm>
            <a:off x="228600" y="7240271"/>
            <a:ext cx="9601200" cy="0"/>
          </a:xfrm>
          <a:prstGeom prst="straightConnector1">
            <a:avLst/>
          </a:prstGeom>
          <a:noFill/>
          <a:ln cap="flat" cmpd="sng" w="25400">
            <a:solidFill>
              <a:srgbClr val="2A3689"/>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 name="Shape 56"/>
        <p:cNvGrpSpPr/>
        <p:nvPr/>
      </p:nvGrpSpPr>
      <p:grpSpPr>
        <a:xfrm>
          <a:off x="0" y="0"/>
          <a:ext cx="0" cy="0"/>
          <a:chOff x="0" y="0"/>
          <a:chExt cx="0" cy="0"/>
        </a:xfrm>
      </p:grpSpPr>
      <p:sp>
        <p:nvSpPr>
          <p:cNvPr id="57" name="Google Shape;57;p11"/>
          <p:cNvSpPr txBox="1"/>
          <p:nvPr/>
        </p:nvSpPr>
        <p:spPr>
          <a:xfrm>
            <a:off x="3544584" y="6084605"/>
            <a:ext cx="6147109" cy="887695"/>
          </a:xfrm>
          <a:prstGeom prst="rect">
            <a:avLst/>
          </a:prstGeom>
          <a:noFill/>
          <a:ln>
            <a:noFill/>
          </a:ln>
        </p:spPr>
        <p:txBody>
          <a:bodyPr anchorCtr="0" anchor="t" bIns="50925" lIns="101850" spcFirstLastPara="1" rIns="101850" wrap="square" tIns="50925">
            <a:noAutofit/>
          </a:bodyPr>
          <a:lstStyle/>
          <a:p>
            <a:pPr indent="0" lvl="0" marL="0" marR="0" rtl="0" algn="r">
              <a:spcBef>
                <a:spcPts val="0"/>
              </a:spcBef>
              <a:spcAft>
                <a:spcPts val="0"/>
              </a:spcAft>
              <a:buNone/>
            </a:pPr>
            <a:r>
              <a:rPr lang="en-US" sz="3100">
                <a:solidFill>
                  <a:srgbClr val="968880"/>
                </a:solidFill>
                <a:latin typeface="Calibri"/>
                <a:ea typeface="Calibri"/>
                <a:cs typeface="Calibri"/>
                <a:sym typeface="Calibri"/>
              </a:rPr>
              <a:t>Scale Framework</a:t>
            </a:r>
            <a:endParaRPr/>
          </a:p>
          <a:p>
            <a:pPr indent="0" lvl="0" marL="0" marR="0" rtl="0" algn="r">
              <a:spcBef>
                <a:spcPts val="0"/>
              </a:spcBef>
              <a:spcAft>
                <a:spcPts val="0"/>
              </a:spcAft>
              <a:buNone/>
            </a:pPr>
            <a:r>
              <a:rPr lang="en-US" sz="1800">
                <a:solidFill>
                  <a:schemeClr val="dk2"/>
                </a:solidFill>
                <a:latin typeface="Calibri"/>
                <a:ea typeface="Calibri"/>
                <a:cs typeface="Calibri"/>
                <a:sym typeface="Calibri"/>
              </a:rPr>
              <a:t>FEBRUARY </a:t>
            </a:r>
            <a:r>
              <a:rPr b="0" i="0" lang="en-US" sz="1800" u="none" cap="none" strike="noStrike">
                <a:solidFill>
                  <a:schemeClr val="dk2"/>
                </a:solidFill>
                <a:latin typeface="Calibri"/>
                <a:ea typeface="Calibri"/>
                <a:cs typeface="Calibri"/>
                <a:sym typeface="Calibri"/>
              </a:rPr>
              <a:t>2014</a:t>
            </a:r>
            <a:endParaRPr b="0" i="0" sz="2000" u="none" cap="none" strike="noStrike">
              <a:solidFill>
                <a:schemeClr val="dk2"/>
              </a:solidFill>
              <a:latin typeface="Arial"/>
              <a:ea typeface="Arial"/>
              <a:cs typeface="Arial"/>
              <a:sym typeface="Arial"/>
            </a:endParaRPr>
          </a:p>
        </p:txBody>
      </p:sp>
      <p:sp>
        <p:nvSpPr>
          <p:cNvPr id="58" name="Google Shape;58;p11"/>
          <p:cNvSpPr txBox="1"/>
          <p:nvPr/>
        </p:nvSpPr>
        <p:spPr>
          <a:xfrm>
            <a:off x="3544583" y="245780"/>
            <a:ext cx="6147109" cy="533752"/>
          </a:xfrm>
          <a:prstGeom prst="rect">
            <a:avLst/>
          </a:prstGeom>
          <a:noFill/>
          <a:ln>
            <a:noFill/>
          </a:ln>
        </p:spPr>
        <p:txBody>
          <a:bodyPr anchorCtr="0" anchor="t" bIns="50925" lIns="101850" spcFirstLastPara="1" rIns="101850" wrap="square" tIns="50925">
            <a:noAutofit/>
          </a:bodyPr>
          <a:lstStyle/>
          <a:p>
            <a:pPr indent="0" lvl="0" marL="0" marR="0" rtl="0" algn="r">
              <a:spcBef>
                <a:spcPts val="0"/>
              </a:spcBef>
              <a:spcAft>
                <a:spcPts val="0"/>
              </a:spcAft>
              <a:buNone/>
            </a:pPr>
            <a:r>
              <a:rPr b="0" i="0" lang="en-US" sz="2800" u="none" cap="none" strike="noStrike">
                <a:solidFill>
                  <a:schemeClr val="dk1"/>
                </a:solidFill>
                <a:latin typeface="Calibri"/>
                <a:ea typeface="Calibri"/>
                <a:cs typeface="Calibri"/>
                <a:sym typeface="Calibri"/>
              </a:rPr>
              <a:t>PROPRIETARY AND CONFIDENTIAL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3" name="Shape 63"/>
        <p:cNvGrpSpPr/>
        <p:nvPr/>
      </p:nvGrpSpPr>
      <p:grpSpPr>
        <a:xfrm>
          <a:off x="0" y="0"/>
          <a:ext cx="0" cy="0"/>
          <a:chOff x="0" y="0"/>
          <a:chExt cx="0" cy="0"/>
        </a:xfrm>
      </p:grpSpPr>
      <p:sp>
        <p:nvSpPr>
          <p:cNvPr id="64" name="Google Shape;64;p12"/>
          <p:cNvSpPr/>
          <p:nvPr/>
        </p:nvSpPr>
        <p:spPr>
          <a:xfrm>
            <a:off x="666375" y="1031375"/>
            <a:ext cx="8836800" cy="60231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t/>
            </a:r>
            <a:endParaRPr sz="2400"/>
          </a:p>
          <a:p>
            <a:pPr indent="0" lvl="0" marL="0" rtl="0" algn="ctr">
              <a:lnSpc>
                <a:spcPct val="100000"/>
              </a:lnSpc>
              <a:spcBef>
                <a:spcPts val="0"/>
              </a:spcBef>
              <a:spcAft>
                <a:spcPts val="0"/>
              </a:spcAft>
              <a:buNone/>
            </a:pPr>
            <a:r>
              <a:rPr lang="en-US" sz="2400"/>
              <a:t>Scale Analytics</a:t>
            </a:r>
            <a:endParaRPr sz="2400"/>
          </a:p>
        </p:txBody>
      </p:sp>
      <p:sp>
        <p:nvSpPr>
          <p:cNvPr id="65" name="Google Shape;65;p12"/>
          <p:cNvSpPr txBox="1"/>
          <p:nvPr>
            <p:ph idx="1" type="body"/>
          </p:nvPr>
        </p:nvSpPr>
        <p:spPr>
          <a:xfrm>
            <a:off x="228600" y="1031375"/>
            <a:ext cx="9601200" cy="5918100"/>
          </a:xfrm>
          <a:prstGeom prst="rect">
            <a:avLst/>
          </a:prstGeom>
        </p:spPr>
        <p:txBody>
          <a:bodyPr anchorCtr="0" anchor="t" bIns="91425" lIns="91425" spcFirstLastPara="1" rIns="91425" wrap="square" tIns="91425">
            <a:noAutofit/>
          </a:bodyPr>
          <a:lstStyle/>
          <a:p>
            <a:pPr indent="0" lvl="0" marL="0" rtl="0" algn="l">
              <a:spcBef>
                <a:spcPts val="1320"/>
              </a:spcBef>
              <a:spcAft>
                <a:spcPts val="0"/>
              </a:spcAft>
              <a:buNone/>
            </a:pPr>
            <a:r>
              <a:t/>
            </a:r>
            <a:endParaRPr sz="1800"/>
          </a:p>
          <a:p>
            <a:pPr indent="0" lvl="0" marL="0" marR="0" rtl="0" algn="l">
              <a:lnSpc>
                <a:spcPct val="150000"/>
              </a:lnSpc>
              <a:spcBef>
                <a:spcPts val="1320"/>
              </a:spcBef>
              <a:spcAft>
                <a:spcPts val="0"/>
              </a:spcAft>
              <a:buNone/>
            </a:pPr>
            <a:r>
              <a:t/>
            </a:r>
            <a:endParaRPr>
              <a:solidFill>
                <a:schemeClr val="dk1"/>
              </a:solidFill>
            </a:endParaRPr>
          </a:p>
          <a:p>
            <a:pPr indent="0" lvl="0" marL="457200" rtl="0" algn="l">
              <a:lnSpc>
                <a:spcPct val="150000"/>
              </a:lnSpc>
              <a:spcBef>
                <a:spcPts val="1320"/>
              </a:spcBef>
              <a:spcAft>
                <a:spcPts val="0"/>
              </a:spcAft>
              <a:buNone/>
            </a:pPr>
            <a:r>
              <a:t/>
            </a:r>
            <a:endParaRPr>
              <a:solidFill>
                <a:schemeClr val="dk1"/>
              </a:solidFill>
            </a:endParaRPr>
          </a:p>
        </p:txBody>
      </p:sp>
      <p:sp>
        <p:nvSpPr>
          <p:cNvPr id="66" name="Google Shape;66;p12"/>
          <p:cNvSpPr/>
          <p:nvPr/>
        </p:nvSpPr>
        <p:spPr>
          <a:xfrm>
            <a:off x="1003400" y="1505150"/>
            <a:ext cx="8266800" cy="1820100"/>
          </a:xfrm>
          <a:prstGeom prst="roundRect">
            <a:avLst>
              <a:gd fmla="val 16667" name="adj"/>
            </a:avLst>
          </a:prstGeom>
          <a:solidFill>
            <a:srgbClr val="FFFEE1"/>
          </a:solidFill>
          <a:ln cap="flat" cmpd="sng" w="9525">
            <a:solidFill>
              <a:srgbClr val="134F5C"/>
            </a:solidFill>
            <a:prstDash val="solid"/>
            <a:round/>
            <a:headEnd len="sm" w="sm" type="none"/>
            <a:tailEnd len="sm" w="sm" type="none"/>
          </a:ln>
        </p:spPr>
        <p:txBody>
          <a:bodyPr anchorCtr="0" anchor="b" bIns="91425" lIns="91425" spcFirstLastPara="1" rIns="91425" wrap="square" tIns="91425">
            <a:noAutofit/>
          </a:bodyPr>
          <a:lstStyle/>
          <a:p>
            <a:pPr indent="457200" lvl="0" marL="3200400" rtl="0" algn="l">
              <a:spcBef>
                <a:spcPts val="0"/>
              </a:spcBef>
              <a:spcAft>
                <a:spcPts val="0"/>
              </a:spcAft>
              <a:buNone/>
            </a:pPr>
            <a:r>
              <a:t/>
            </a:r>
            <a:endParaRPr sz="2400">
              <a:latin typeface="Calibri"/>
              <a:ea typeface="Calibri"/>
              <a:cs typeface="Calibri"/>
              <a:sym typeface="Calibri"/>
            </a:endParaRPr>
          </a:p>
          <a:p>
            <a:pPr indent="0" lvl="0" marL="3200400" rtl="0" algn="l">
              <a:spcBef>
                <a:spcPts val="0"/>
              </a:spcBef>
              <a:spcAft>
                <a:spcPts val="0"/>
              </a:spcAft>
              <a:buNone/>
            </a:pPr>
            <a:r>
              <a:rPr b="1" lang="en-US" sz="1800">
                <a:latin typeface="Calibri"/>
                <a:ea typeface="Calibri"/>
                <a:cs typeface="Calibri"/>
                <a:sym typeface="Calibri"/>
              </a:rPr>
              <a:t>Model &amp; Builder</a:t>
            </a:r>
            <a:endParaRPr b="1" sz="1800">
              <a:latin typeface="Calibri"/>
              <a:ea typeface="Calibri"/>
              <a:cs typeface="Calibri"/>
              <a:sym typeface="Calibri"/>
            </a:endParaRPr>
          </a:p>
        </p:txBody>
      </p:sp>
      <p:sp>
        <p:nvSpPr>
          <p:cNvPr id="67" name="Google Shape;67;p12"/>
          <p:cNvSpPr/>
          <p:nvPr/>
        </p:nvSpPr>
        <p:spPr>
          <a:xfrm>
            <a:off x="972000" y="4489125"/>
            <a:ext cx="8266800" cy="1752000"/>
          </a:xfrm>
          <a:prstGeom prst="roundRect">
            <a:avLst>
              <a:gd fmla="val 16667" name="adj"/>
            </a:avLst>
          </a:prstGeom>
          <a:solidFill>
            <a:srgbClr val="FBFFED"/>
          </a:solidFill>
          <a:ln cap="flat" cmpd="sng" w="9525">
            <a:solidFill>
              <a:schemeClr val="accent1"/>
            </a:solidFill>
            <a:prstDash val="solid"/>
            <a:round/>
            <a:headEnd len="sm" w="sm" type="none"/>
            <a:tailEnd len="sm" w="sm" type="none"/>
          </a:ln>
        </p:spPr>
        <p:txBody>
          <a:bodyPr anchorCtr="0" anchor="b" bIns="91425" lIns="91425" spcFirstLastPara="1" rIns="91425" wrap="square" tIns="91425">
            <a:noAutofit/>
          </a:bodyPr>
          <a:lstStyle/>
          <a:p>
            <a:pPr indent="0" lvl="0" marL="3200400" rtl="0" algn="l">
              <a:spcBef>
                <a:spcPts val="0"/>
              </a:spcBef>
              <a:spcAft>
                <a:spcPts val="0"/>
              </a:spcAft>
              <a:buNone/>
            </a:pPr>
            <a:r>
              <a:t/>
            </a:r>
            <a:endParaRPr sz="1800">
              <a:latin typeface="Calibri"/>
              <a:ea typeface="Calibri"/>
              <a:cs typeface="Calibri"/>
              <a:sym typeface="Calibri"/>
            </a:endParaRPr>
          </a:p>
          <a:p>
            <a:pPr indent="457200" lvl="0" marL="3200400" rtl="0" algn="l">
              <a:spcBef>
                <a:spcPts val="0"/>
              </a:spcBef>
              <a:spcAft>
                <a:spcPts val="0"/>
              </a:spcAft>
              <a:buNone/>
            </a:pPr>
            <a:r>
              <a:rPr b="1" lang="en-US" sz="1800">
                <a:latin typeface="Calibri"/>
                <a:ea typeface="Calibri"/>
                <a:cs typeface="Calibri"/>
                <a:sym typeface="Calibri"/>
              </a:rPr>
              <a:t>Calculator</a:t>
            </a:r>
            <a:endParaRPr b="1" sz="1800">
              <a:latin typeface="Calibri"/>
              <a:ea typeface="Calibri"/>
              <a:cs typeface="Calibri"/>
              <a:sym typeface="Calibri"/>
            </a:endParaRPr>
          </a:p>
        </p:txBody>
      </p:sp>
      <p:sp>
        <p:nvSpPr>
          <p:cNvPr id="68" name="Google Shape;68;p12"/>
          <p:cNvSpPr txBox="1"/>
          <p:nvPr>
            <p:ph type="title"/>
          </p:nvPr>
        </p:nvSpPr>
        <p:spPr>
          <a:xfrm>
            <a:off x="3252275" y="179925"/>
            <a:ext cx="6577500" cy="678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b="1" lang="en-US">
                <a:solidFill>
                  <a:srgbClr val="FFFFFF"/>
                </a:solidFill>
              </a:rPr>
              <a:t>Scale Framework Components</a:t>
            </a:r>
            <a:endParaRPr b="1">
              <a:solidFill>
                <a:srgbClr val="FFFFFF"/>
              </a:solidFill>
            </a:endParaRPr>
          </a:p>
          <a:p>
            <a:pPr indent="0" lvl="0" marL="0" rtl="0" algn="r">
              <a:spcBef>
                <a:spcPts val="0"/>
              </a:spcBef>
              <a:spcAft>
                <a:spcPts val="0"/>
              </a:spcAft>
              <a:buNone/>
            </a:pPr>
            <a:r>
              <a:t/>
            </a:r>
            <a:endParaRPr b="1">
              <a:solidFill>
                <a:srgbClr val="FFFFFF"/>
              </a:solidFill>
            </a:endParaRPr>
          </a:p>
        </p:txBody>
      </p:sp>
      <p:sp>
        <p:nvSpPr>
          <p:cNvPr id="69" name="Google Shape;69;p12"/>
          <p:cNvSpPr/>
          <p:nvPr/>
        </p:nvSpPr>
        <p:spPr>
          <a:xfrm>
            <a:off x="1149325" y="1596325"/>
            <a:ext cx="1303500" cy="505500"/>
          </a:xfrm>
          <a:prstGeom prst="roundRect">
            <a:avLst>
              <a:gd fmla="val 16667"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Current Coupon Calculator</a:t>
            </a:r>
            <a:endParaRPr sz="1200">
              <a:latin typeface="Calibri"/>
              <a:ea typeface="Calibri"/>
              <a:cs typeface="Calibri"/>
              <a:sym typeface="Calibri"/>
            </a:endParaRPr>
          </a:p>
        </p:txBody>
      </p:sp>
      <p:sp>
        <p:nvSpPr>
          <p:cNvPr id="70" name="Google Shape;70;p12"/>
          <p:cNvSpPr/>
          <p:nvPr/>
        </p:nvSpPr>
        <p:spPr>
          <a:xfrm>
            <a:off x="1149325" y="2202648"/>
            <a:ext cx="1265400" cy="505500"/>
          </a:xfrm>
          <a:prstGeom prst="roundRect">
            <a:avLst>
              <a:gd fmla="val 16667"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Yield Curve Builder</a:t>
            </a:r>
            <a:endParaRPr sz="1200">
              <a:latin typeface="Calibri"/>
              <a:ea typeface="Calibri"/>
              <a:cs typeface="Calibri"/>
              <a:sym typeface="Calibri"/>
            </a:endParaRPr>
          </a:p>
        </p:txBody>
      </p:sp>
      <p:sp>
        <p:nvSpPr>
          <p:cNvPr id="71" name="Google Shape;71;p12"/>
          <p:cNvSpPr/>
          <p:nvPr/>
        </p:nvSpPr>
        <p:spPr>
          <a:xfrm>
            <a:off x="3443125" y="1612547"/>
            <a:ext cx="1303500" cy="4515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Mortgage Rate Model</a:t>
            </a:r>
            <a:endParaRPr sz="1200">
              <a:latin typeface="Calibri"/>
              <a:ea typeface="Calibri"/>
              <a:cs typeface="Calibri"/>
              <a:sym typeface="Calibri"/>
            </a:endParaRPr>
          </a:p>
        </p:txBody>
      </p:sp>
      <p:sp>
        <p:nvSpPr>
          <p:cNvPr id="72" name="Google Shape;72;p12"/>
          <p:cNvSpPr/>
          <p:nvPr/>
        </p:nvSpPr>
        <p:spPr>
          <a:xfrm>
            <a:off x="6219850" y="2229650"/>
            <a:ext cx="1303500" cy="4515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Term Structure Model</a:t>
            </a:r>
            <a:endParaRPr sz="1200">
              <a:latin typeface="Calibri"/>
              <a:ea typeface="Calibri"/>
              <a:cs typeface="Calibri"/>
              <a:sym typeface="Calibri"/>
            </a:endParaRPr>
          </a:p>
        </p:txBody>
      </p:sp>
      <p:sp>
        <p:nvSpPr>
          <p:cNvPr id="73" name="Google Shape;73;p12"/>
          <p:cNvSpPr/>
          <p:nvPr/>
        </p:nvSpPr>
        <p:spPr>
          <a:xfrm>
            <a:off x="1003400" y="3415900"/>
            <a:ext cx="8266800" cy="862200"/>
          </a:xfrm>
          <a:prstGeom prst="roundRect">
            <a:avLst>
              <a:gd fmla="val 16667" name="adj"/>
            </a:avLst>
          </a:prstGeom>
          <a:solidFill>
            <a:srgbClr val="C9DAF8"/>
          </a:solidFill>
          <a:ln cap="flat" cmpd="sng" w="9525">
            <a:solidFill>
              <a:srgbClr val="20124D"/>
            </a:solidFill>
            <a:prstDash val="solid"/>
            <a:round/>
            <a:headEnd len="sm" w="sm" type="none"/>
            <a:tailEnd len="sm" w="sm" type="none"/>
          </a:ln>
        </p:spPr>
        <p:txBody>
          <a:bodyPr anchorCtr="0" anchor="b" bIns="91425" lIns="91425" spcFirstLastPara="1" rIns="91425" wrap="square" tIns="91425">
            <a:noAutofit/>
          </a:bodyPr>
          <a:lstStyle/>
          <a:p>
            <a:pPr indent="457200" lvl="0" marL="3200400" rtl="0" algn="just">
              <a:spcBef>
                <a:spcPts val="0"/>
              </a:spcBef>
              <a:spcAft>
                <a:spcPts val="0"/>
              </a:spcAft>
              <a:buNone/>
            </a:pPr>
            <a:r>
              <a:rPr b="1" lang="en-US" sz="1800">
                <a:latin typeface="Calibri"/>
                <a:ea typeface="Calibri"/>
                <a:cs typeface="Calibri"/>
                <a:sym typeface="Calibri"/>
              </a:rPr>
              <a:t>Driver</a:t>
            </a:r>
            <a:endParaRPr b="1" sz="1800">
              <a:latin typeface="Calibri"/>
              <a:ea typeface="Calibri"/>
              <a:cs typeface="Calibri"/>
              <a:sym typeface="Calibri"/>
            </a:endParaRPr>
          </a:p>
        </p:txBody>
      </p:sp>
      <p:sp>
        <p:nvSpPr>
          <p:cNvPr id="74" name="Google Shape;74;p12"/>
          <p:cNvSpPr/>
          <p:nvPr/>
        </p:nvSpPr>
        <p:spPr>
          <a:xfrm>
            <a:off x="3179975" y="5369025"/>
            <a:ext cx="1404000" cy="5520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OAS Calculator</a:t>
            </a:r>
            <a:endParaRPr sz="1200">
              <a:solidFill>
                <a:srgbClr val="FFFFFF"/>
              </a:solidFill>
              <a:latin typeface="Calibri"/>
              <a:ea typeface="Calibri"/>
              <a:cs typeface="Calibri"/>
              <a:sym typeface="Calibri"/>
            </a:endParaRPr>
          </a:p>
        </p:txBody>
      </p:sp>
      <p:sp>
        <p:nvSpPr>
          <p:cNvPr id="75" name="Google Shape;75;p12"/>
          <p:cNvSpPr/>
          <p:nvPr/>
        </p:nvSpPr>
        <p:spPr>
          <a:xfrm>
            <a:off x="3139925" y="4659454"/>
            <a:ext cx="1443900" cy="569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Nominal Measure Calculator</a:t>
            </a:r>
            <a:endParaRPr sz="1200">
              <a:solidFill>
                <a:srgbClr val="FFFFFF"/>
              </a:solidFill>
              <a:latin typeface="Calibri"/>
              <a:ea typeface="Calibri"/>
              <a:cs typeface="Calibri"/>
              <a:sym typeface="Calibri"/>
            </a:endParaRPr>
          </a:p>
        </p:txBody>
      </p:sp>
      <p:sp>
        <p:nvSpPr>
          <p:cNvPr id="76" name="Google Shape;76;p12"/>
          <p:cNvSpPr/>
          <p:nvPr/>
        </p:nvSpPr>
        <p:spPr>
          <a:xfrm>
            <a:off x="1506238" y="5369017"/>
            <a:ext cx="1443900" cy="569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Duration Calculator</a:t>
            </a:r>
            <a:endParaRPr sz="1200">
              <a:solidFill>
                <a:srgbClr val="FFFFFF"/>
              </a:solidFill>
              <a:latin typeface="Calibri"/>
              <a:ea typeface="Calibri"/>
              <a:cs typeface="Calibri"/>
              <a:sym typeface="Calibri"/>
            </a:endParaRPr>
          </a:p>
        </p:txBody>
      </p:sp>
      <p:sp>
        <p:nvSpPr>
          <p:cNvPr id="77" name="Google Shape;77;p12"/>
          <p:cNvSpPr/>
          <p:nvPr/>
        </p:nvSpPr>
        <p:spPr>
          <a:xfrm>
            <a:off x="7698250" y="1598625"/>
            <a:ext cx="1303500" cy="505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Prepayment Model</a:t>
            </a:r>
            <a:endParaRPr sz="1200">
              <a:latin typeface="Calibri"/>
              <a:ea typeface="Calibri"/>
              <a:cs typeface="Calibri"/>
              <a:sym typeface="Calibri"/>
            </a:endParaRPr>
          </a:p>
        </p:txBody>
      </p:sp>
      <p:sp>
        <p:nvSpPr>
          <p:cNvPr id="78" name="Google Shape;78;p12"/>
          <p:cNvSpPr/>
          <p:nvPr/>
        </p:nvSpPr>
        <p:spPr>
          <a:xfrm>
            <a:off x="6701150" y="4897700"/>
            <a:ext cx="1443900" cy="569100"/>
          </a:xfrm>
          <a:prstGeom prst="roundRect">
            <a:avLst>
              <a:gd fmla="val 16667" name="adj"/>
            </a:avLst>
          </a:prstGeom>
          <a:solidFill>
            <a:srgbClr val="4C113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Monte Carlo Simulator</a:t>
            </a:r>
            <a:endParaRPr sz="1200">
              <a:solidFill>
                <a:srgbClr val="FFFFFF"/>
              </a:solidFill>
              <a:latin typeface="Calibri"/>
              <a:ea typeface="Calibri"/>
              <a:cs typeface="Calibri"/>
              <a:sym typeface="Calibri"/>
            </a:endParaRPr>
          </a:p>
        </p:txBody>
      </p:sp>
      <p:sp>
        <p:nvSpPr>
          <p:cNvPr id="79" name="Google Shape;79;p12"/>
          <p:cNvSpPr/>
          <p:nvPr/>
        </p:nvSpPr>
        <p:spPr>
          <a:xfrm>
            <a:off x="1506250" y="4659450"/>
            <a:ext cx="1443900" cy="5691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Cashflow Engine</a:t>
            </a:r>
            <a:endParaRPr sz="1200">
              <a:solidFill>
                <a:srgbClr val="FFFFFF"/>
              </a:solidFill>
              <a:latin typeface="Calibri"/>
              <a:ea typeface="Calibri"/>
              <a:cs typeface="Calibri"/>
              <a:sym typeface="Calibri"/>
            </a:endParaRPr>
          </a:p>
        </p:txBody>
      </p:sp>
      <p:sp>
        <p:nvSpPr>
          <p:cNvPr id="80" name="Google Shape;80;p12"/>
          <p:cNvSpPr/>
          <p:nvPr/>
        </p:nvSpPr>
        <p:spPr>
          <a:xfrm>
            <a:off x="2687000" y="3513425"/>
            <a:ext cx="1823400" cy="552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Pricing Engine</a:t>
            </a:r>
            <a:endParaRPr sz="1200">
              <a:solidFill>
                <a:srgbClr val="FFFFFF"/>
              </a:solidFill>
              <a:latin typeface="Calibri"/>
              <a:ea typeface="Calibri"/>
              <a:cs typeface="Calibri"/>
              <a:sym typeface="Calibri"/>
            </a:endParaRPr>
          </a:p>
        </p:txBody>
      </p:sp>
      <p:sp>
        <p:nvSpPr>
          <p:cNvPr id="81" name="Google Shape;81;p12"/>
          <p:cNvSpPr/>
          <p:nvPr/>
        </p:nvSpPr>
        <p:spPr>
          <a:xfrm>
            <a:off x="7705750" y="2231625"/>
            <a:ext cx="1265400" cy="451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HPA Model</a:t>
            </a:r>
            <a:endParaRPr sz="1200">
              <a:latin typeface="Calibri"/>
              <a:ea typeface="Calibri"/>
              <a:cs typeface="Calibri"/>
              <a:sym typeface="Calibri"/>
            </a:endParaRPr>
          </a:p>
        </p:txBody>
      </p:sp>
      <p:sp>
        <p:nvSpPr>
          <p:cNvPr id="82" name="Google Shape;82;p12"/>
          <p:cNvSpPr/>
          <p:nvPr/>
        </p:nvSpPr>
        <p:spPr>
          <a:xfrm>
            <a:off x="6219850" y="1612550"/>
            <a:ext cx="1303500" cy="4515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Current Coupon Model</a:t>
            </a:r>
            <a:endParaRPr sz="1200">
              <a:latin typeface="Calibri"/>
              <a:ea typeface="Calibri"/>
              <a:cs typeface="Calibri"/>
              <a:sym typeface="Calibri"/>
            </a:endParaRPr>
          </a:p>
        </p:txBody>
      </p:sp>
      <p:sp>
        <p:nvSpPr>
          <p:cNvPr id="83" name="Google Shape;83;p12"/>
          <p:cNvSpPr/>
          <p:nvPr/>
        </p:nvSpPr>
        <p:spPr>
          <a:xfrm>
            <a:off x="4863275" y="1612550"/>
            <a:ext cx="1303500" cy="4515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Mortgage Spread Model</a:t>
            </a:r>
            <a:endParaRPr sz="1200">
              <a:latin typeface="Calibri"/>
              <a:ea typeface="Calibri"/>
              <a:cs typeface="Calibri"/>
              <a:sym typeface="Calibri"/>
            </a:endParaRPr>
          </a:p>
        </p:txBody>
      </p:sp>
      <p:sp>
        <p:nvSpPr>
          <p:cNvPr id="84" name="Google Shape;84;p12"/>
          <p:cNvSpPr/>
          <p:nvPr/>
        </p:nvSpPr>
        <p:spPr>
          <a:xfrm>
            <a:off x="6052600" y="3513425"/>
            <a:ext cx="1506000" cy="552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Driver</a:t>
            </a:r>
            <a:endParaRPr sz="1200">
              <a:solidFill>
                <a:srgbClr val="FFFFFF"/>
              </a:solidFill>
              <a:latin typeface="Calibri"/>
              <a:ea typeface="Calibri"/>
              <a:cs typeface="Calibri"/>
              <a:sym typeface="Calibri"/>
            </a:endParaRPr>
          </a:p>
        </p:txBody>
      </p:sp>
      <p:sp>
        <p:nvSpPr>
          <p:cNvPr id="85" name="Google Shape;85;p12"/>
          <p:cNvSpPr/>
          <p:nvPr/>
        </p:nvSpPr>
        <p:spPr>
          <a:xfrm>
            <a:off x="2632225" y="2181375"/>
            <a:ext cx="1080600" cy="505500"/>
          </a:xfrm>
          <a:prstGeom prst="roundRect">
            <a:avLst>
              <a:gd fmla="val 16667" name="adj"/>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CMO/Repline</a:t>
            </a:r>
            <a:endParaRPr sz="1200">
              <a:solidFill>
                <a:srgbClr val="FFFFFF"/>
              </a:solidFill>
              <a:latin typeface="Calibri"/>
              <a:ea typeface="Calibri"/>
              <a:cs typeface="Calibri"/>
              <a:sym typeface="Calibri"/>
            </a:endParaRPr>
          </a:p>
        </p:txBody>
      </p:sp>
      <p:sp>
        <p:nvSpPr>
          <p:cNvPr id="86" name="Google Shape;86;p12"/>
          <p:cNvSpPr/>
          <p:nvPr/>
        </p:nvSpPr>
        <p:spPr>
          <a:xfrm>
            <a:off x="2628925" y="2775375"/>
            <a:ext cx="1080600" cy="429600"/>
          </a:xfrm>
          <a:prstGeom prst="roundRect">
            <a:avLst>
              <a:gd fmla="val 16667" name="adj"/>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Rate Path </a:t>
            </a:r>
            <a:endParaRPr sz="1200">
              <a:solidFill>
                <a:srgbClr val="FFFFF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1" name="Shape 91"/>
        <p:cNvGrpSpPr/>
        <p:nvPr/>
      </p:nvGrpSpPr>
      <p:grpSpPr>
        <a:xfrm>
          <a:off x="0" y="0"/>
          <a:ext cx="0" cy="0"/>
          <a:chOff x="0" y="0"/>
          <a:chExt cx="0" cy="0"/>
        </a:xfrm>
      </p:grpSpPr>
      <p:sp>
        <p:nvSpPr>
          <p:cNvPr id="92" name="Google Shape;92;p13"/>
          <p:cNvSpPr txBox="1"/>
          <p:nvPr>
            <p:ph type="title"/>
          </p:nvPr>
        </p:nvSpPr>
        <p:spPr>
          <a:xfrm>
            <a:off x="3252275" y="179925"/>
            <a:ext cx="6577500" cy="678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b="1" lang="en-US">
                <a:solidFill>
                  <a:srgbClr val="FFFFFF"/>
                </a:solidFill>
              </a:rPr>
              <a:t>Scale Framework Components</a:t>
            </a:r>
            <a:endParaRPr b="1">
              <a:solidFill>
                <a:srgbClr val="FFFFFF"/>
              </a:solidFill>
            </a:endParaRPr>
          </a:p>
          <a:p>
            <a:pPr indent="0" lvl="0" marL="0" rtl="0" algn="r">
              <a:spcBef>
                <a:spcPts val="0"/>
              </a:spcBef>
              <a:spcAft>
                <a:spcPts val="0"/>
              </a:spcAft>
              <a:buNone/>
            </a:pPr>
            <a:r>
              <a:t/>
            </a:r>
            <a:endParaRPr b="1">
              <a:solidFill>
                <a:srgbClr val="FFFFFF"/>
              </a:solidFill>
            </a:endParaRPr>
          </a:p>
        </p:txBody>
      </p:sp>
      <p:sp>
        <p:nvSpPr>
          <p:cNvPr id="93" name="Google Shape;93;p13"/>
          <p:cNvSpPr/>
          <p:nvPr/>
        </p:nvSpPr>
        <p:spPr>
          <a:xfrm>
            <a:off x="7380925" y="1464298"/>
            <a:ext cx="2019000" cy="1188000"/>
          </a:xfrm>
          <a:prstGeom prst="roundRect">
            <a:avLst>
              <a:gd fmla="val 16667"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Yield Curve Builder</a:t>
            </a:r>
            <a:endParaRPr sz="1200">
              <a:latin typeface="Calibri"/>
              <a:ea typeface="Calibri"/>
              <a:cs typeface="Calibri"/>
              <a:sym typeface="Calibri"/>
            </a:endParaRPr>
          </a:p>
        </p:txBody>
      </p:sp>
      <p:sp>
        <p:nvSpPr>
          <p:cNvPr id="94" name="Google Shape;94;p13"/>
          <p:cNvSpPr/>
          <p:nvPr/>
        </p:nvSpPr>
        <p:spPr>
          <a:xfrm>
            <a:off x="2833325" y="1591725"/>
            <a:ext cx="1649100" cy="3888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Term Structure Model (calibration)</a:t>
            </a:r>
            <a:endParaRPr sz="1200">
              <a:latin typeface="Calibri"/>
              <a:ea typeface="Calibri"/>
              <a:cs typeface="Calibri"/>
              <a:sym typeface="Calibri"/>
            </a:endParaRPr>
          </a:p>
        </p:txBody>
      </p:sp>
      <p:sp>
        <p:nvSpPr>
          <p:cNvPr id="95" name="Google Shape;95;p13"/>
          <p:cNvSpPr/>
          <p:nvPr/>
        </p:nvSpPr>
        <p:spPr>
          <a:xfrm>
            <a:off x="4620375" y="5983925"/>
            <a:ext cx="1404000" cy="388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OAS Calculator</a:t>
            </a:r>
            <a:endParaRPr sz="1200">
              <a:solidFill>
                <a:srgbClr val="FFFFFF"/>
              </a:solidFill>
              <a:latin typeface="Calibri"/>
              <a:ea typeface="Calibri"/>
              <a:cs typeface="Calibri"/>
              <a:sym typeface="Calibri"/>
            </a:endParaRPr>
          </a:p>
        </p:txBody>
      </p:sp>
      <p:sp>
        <p:nvSpPr>
          <p:cNvPr id="96" name="Google Shape;96;p13"/>
          <p:cNvSpPr/>
          <p:nvPr/>
        </p:nvSpPr>
        <p:spPr>
          <a:xfrm>
            <a:off x="4600400" y="5382675"/>
            <a:ext cx="1443900" cy="3888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Nominal Measure Calculator</a:t>
            </a:r>
            <a:endParaRPr sz="1200">
              <a:solidFill>
                <a:srgbClr val="FFFFFF"/>
              </a:solidFill>
              <a:latin typeface="Calibri"/>
              <a:ea typeface="Calibri"/>
              <a:cs typeface="Calibri"/>
              <a:sym typeface="Calibri"/>
            </a:endParaRPr>
          </a:p>
        </p:txBody>
      </p:sp>
      <p:sp>
        <p:nvSpPr>
          <p:cNvPr id="97" name="Google Shape;97;p13"/>
          <p:cNvSpPr/>
          <p:nvPr/>
        </p:nvSpPr>
        <p:spPr>
          <a:xfrm>
            <a:off x="4620350" y="6537400"/>
            <a:ext cx="1404000" cy="4710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Duration Calculator</a:t>
            </a:r>
            <a:endParaRPr sz="1200">
              <a:solidFill>
                <a:srgbClr val="FFFFFF"/>
              </a:solidFill>
              <a:latin typeface="Calibri"/>
              <a:ea typeface="Calibri"/>
              <a:cs typeface="Calibri"/>
              <a:sym typeface="Calibri"/>
            </a:endParaRPr>
          </a:p>
        </p:txBody>
      </p:sp>
      <p:sp>
        <p:nvSpPr>
          <p:cNvPr id="98" name="Google Shape;98;p13"/>
          <p:cNvSpPr/>
          <p:nvPr/>
        </p:nvSpPr>
        <p:spPr>
          <a:xfrm>
            <a:off x="7569025" y="4638850"/>
            <a:ext cx="1649100" cy="6780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Prepayment Model</a:t>
            </a:r>
            <a:endParaRPr sz="1200">
              <a:latin typeface="Calibri"/>
              <a:ea typeface="Calibri"/>
              <a:cs typeface="Calibri"/>
              <a:sym typeface="Calibri"/>
            </a:endParaRPr>
          </a:p>
        </p:txBody>
      </p:sp>
      <p:sp>
        <p:nvSpPr>
          <p:cNvPr id="99" name="Google Shape;99;p13"/>
          <p:cNvSpPr/>
          <p:nvPr/>
        </p:nvSpPr>
        <p:spPr>
          <a:xfrm>
            <a:off x="6084875" y="2179038"/>
            <a:ext cx="1178100" cy="504900"/>
          </a:xfrm>
          <a:prstGeom prst="roundRect">
            <a:avLst>
              <a:gd fmla="val 16667" name="adj"/>
            </a:avLst>
          </a:prstGeom>
          <a:solidFill>
            <a:srgbClr val="4C113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Monte Carlo Simulator</a:t>
            </a:r>
            <a:endParaRPr sz="1200">
              <a:solidFill>
                <a:srgbClr val="FFFFFF"/>
              </a:solidFill>
              <a:latin typeface="Calibri"/>
              <a:ea typeface="Calibri"/>
              <a:cs typeface="Calibri"/>
              <a:sym typeface="Calibri"/>
            </a:endParaRPr>
          </a:p>
        </p:txBody>
      </p:sp>
      <p:sp>
        <p:nvSpPr>
          <p:cNvPr id="100" name="Google Shape;100;p13"/>
          <p:cNvSpPr/>
          <p:nvPr/>
        </p:nvSpPr>
        <p:spPr>
          <a:xfrm>
            <a:off x="4620363" y="4742375"/>
            <a:ext cx="1443900" cy="4710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Cashflow Engine</a:t>
            </a:r>
            <a:endParaRPr sz="1200">
              <a:solidFill>
                <a:srgbClr val="FFFFFF"/>
              </a:solidFill>
              <a:latin typeface="Calibri"/>
              <a:ea typeface="Calibri"/>
              <a:cs typeface="Calibri"/>
              <a:sym typeface="Calibri"/>
            </a:endParaRPr>
          </a:p>
        </p:txBody>
      </p:sp>
      <p:sp>
        <p:nvSpPr>
          <p:cNvPr id="101" name="Google Shape;101;p13"/>
          <p:cNvSpPr/>
          <p:nvPr/>
        </p:nvSpPr>
        <p:spPr>
          <a:xfrm>
            <a:off x="853550" y="4187525"/>
            <a:ext cx="843300" cy="27810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Pricing Engine</a:t>
            </a:r>
            <a:endParaRPr sz="1200">
              <a:solidFill>
                <a:srgbClr val="FFFFFF"/>
              </a:solidFill>
              <a:latin typeface="Calibri"/>
              <a:ea typeface="Calibri"/>
              <a:cs typeface="Calibri"/>
              <a:sym typeface="Calibri"/>
            </a:endParaRPr>
          </a:p>
        </p:txBody>
      </p:sp>
      <p:grpSp>
        <p:nvGrpSpPr>
          <p:cNvPr id="102" name="Google Shape;102;p13"/>
          <p:cNvGrpSpPr/>
          <p:nvPr/>
        </p:nvGrpSpPr>
        <p:grpSpPr>
          <a:xfrm>
            <a:off x="2875225" y="2843050"/>
            <a:ext cx="3220800" cy="1259700"/>
            <a:chOff x="1427425" y="2766850"/>
            <a:chExt cx="3220800" cy="1259700"/>
          </a:xfrm>
        </p:grpSpPr>
        <p:sp>
          <p:nvSpPr>
            <p:cNvPr id="103" name="Google Shape;103;p13"/>
            <p:cNvSpPr/>
            <p:nvPr/>
          </p:nvSpPr>
          <p:spPr>
            <a:xfrm>
              <a:off x="1427425" y="2766850"/>
              <a:ext cx="3220800" cy="1259700"/>
            </a:xfrm>
            <a:prstGeom prst="roundRect">
              <a:avLst>
                <a:gd fmla="val 16667" name="adj"/>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3"/>
            <p:cNvSpPr/>
            <p:nvPr/>
          </p:nvSpPr>
          <p:spPr>
            <a:xfrm>
              <a:off x="1530925" y="3141529"/>
              <a:ext cx="1303500" cy="4599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Mortgage Rate Model</a:t>
              </a:r>
              <a:endParaRPr sz="1200">
                <a:latin typeface="Calibri"/>
                <a:ea typeface="Calibri"/>
                <a:cs typeface="Calibri"/>
                <a:sym typeface="Calibri"/>
              </a:endParaRPr>
            </a:p>
          </p:txBody>
        </p:sp>
        <p:sp>
          <p:nvSpPr>
            <p:cNvPr id="105" name="Google Shape;105;p13"/>
            <p:cNvSpPr/>
            <p:nvPr/>
          </p:nvSpPr>
          <p:spPr>
            <a:xfrm>
              <a:off x="3232677" y="2853200"/>
              <a:ext cx="1303500" cy="4599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Current Coupon Model</a:t>
              </a:r>
              <a:endParaRPr sz="1200">
                <a:latin typeface="Calibri"/>
                <a:ea typeface="Calibri"/>
                <a:cs typeface="Calibri"/>
                <a:sym typeface="Calibri"/>
              </a:endParaRPr>
            </a:p>
          </p:txBody>
        </p:sp>
        <p:sp>
          <p:nvSpPr>
            <p:cNvPr id="106" name="Google Shape;106;p13"/>
            <p:cNvSpPr/>
            <p:nvPr/>
          </p:nvSpPr>
          <p:spPr>
            <a:xfrm>
              <a:off x="3232677" y="3474073"/>
              <a:ext cx="1303500" cy="4599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Mortgage Spread Model</a:t>
              </a:r>
              <a:endParaRPr sz="1200">
                <a:latin typeface="Calibri"/>
                <a:ea typeface="Calibri"/>
                <a:cs typeface="Calibri"/>
                <a:sym typeface="Calibri"/>
              </a:endParaRPr>
            </a:p>
          </p:txBody>
        </p:sp>
        <p:cxnSp>
          <p:nvCxnSpPr>
            <p:cNvPr id="107" name="Google Shape;107;p13"/>
            <p:cNvCxnSpPr>
              <a:stCxn id="105" idx="1"/>
              <a:endCxn id="104" idx="3"/>
            </p:cNvCxnSpPr>
            <p:nvPr/>
          </p:nvCxnSpPr>
          <p:spPr>
            <a:xfrm flipH="1">
              <a:off x="2834277" y="3083150"/>
              <a:ext cx="398400" cy="288300"/>
            </a:xfrm>
            <a:prstGeom prst="straightConnector1">
              <a:avLst/>
            </a:prstGeom>
            <a:noFill/>
            <a:ln cap="flat" cmpd="sng" w="9525">
              <a:solidFill>
                <a:srgbClr val="000000"/>
              </a:solidFill>
              <a:prstDash val="solid"/>
              <a:round/>
              <a:headEnd len="med" w="med" type="stealth"/>
              <a:tailEnd len="med" w="med" type="stealth"/>
            </a:ln>
          </p:spPr>
        </p:cxnSp>
        <p:cxnSp>
          <p:nvCxnSpPr>
            <p:cNvPr id="108" name="Google Shape;108;p13"/>
            <p:cNvCxnSpPr>
              <a:stCxn id="106" idx="1"/>
              <a:endCxn id="104" idx="3"/>
            </p:cNvCxnSpPr>
            <p:nvPr/>
          </p:nvCxnSpPr>
          <p:spPr>
            <a:xfrm rot="10800000">
              <a:off x="2834277" y="3371623"/>
              <a:ext cx="398400" cy="332400"/>
            </a:xfrm>
            <a:prstGeom prst="straightConnector1">
              <a:avLst/>
            </a:prstGeom>
            <a:noFill/>
            <a:ln cap="flat" cmpd="sng" w="9525">
              <a:solidFill>
                <a:srgbClr val="000000"/>
              </a:solidFill>
              <a:prstDash val="solid"/>
              <a:round/>
              <a:headEnd len="med" w="med" type="stealth"/>
              <a:tailEnd len="med" w="med" type="stealth"/>
            </a:ln>
          </p:spPr>
        </p:cxnSp>
      </p:grpSp>
      <p:cxnSp>
        <p:nvCxnSpPr>
          <p:cNvPr id="109" name="Google Shape;109;p13"/>
          <p:cNvCxnSpPr>
            <a:stCxn id="99" idx="1"/>
            <a:endCxn id="94" idx="3"/>
          </p:cNvCxnSpPr>
          <p:nvPr/>
        </p:nvCxnSpPr>
        <p:spPr>
          <a:xfrm rot="10800000">
            <a:off x="4482575" y="1786188"/>
            <a:ext cx="1602300" cy="645300"/>
          </a:xfrm>
          <a:prstGeom prst="straightConnector1">
            <a:avLst/>
          </a:prstGeom>
          <a:noFill/>
          <a:ln cap="flat" cmpd="sng" w="9525">
            <a:solidFill>
              <a:srgbClr val="0000FF"/>
            </a:solidFill>
            <a:prstDash val="solid"/>
            <a:round/>
            <a:headEnd len="med" w="med" type="stealth"/>
            <a:tailEnd len="med" w="med" type="stealth"/>
          </a:ln>
        </p:spPr>
      </p:cxnSp>
      <p:sp>
        <p:nvSpPr>
          <p:cNvPr id="110" name="Google Shape;110;p13"/>
          <p:cNvSpPr/>
          <p:nvPr/>
        </p:nvSpPr>
        <p:spPr>
          <a:xfrm>
            <a:off x="2985725" y="2144350"/>
            <a:ext cx="1303500" cy="4296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HPA Model</a:t>
            </a:r>
            <a:endParaRPr sz="1200">
              <a:latin typeface="Calibri"/>
              <a:ea typeface="Calibri"/>
              <a:cs typeface="Calibri"/>
              <a:sym typeface="Calibri"/>
            </a:endParaRPr>
          </a:p>
        </p:txBody>
      </p:sp>
      <p:sp>
        <p:nvSpPr>
          <p:cNvPr id="111" name="Google Shape;111;p13"/>
          <p:cNvSpPr/>
          <p:nvPr/>
        </p:nvSpPr>
        <p:spPr>
          <a:xfrm>
            <a:off x="837950" y="981875"/>
            <a:ext cx="843300" cy="23796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Driver</a:t>
            </a:r>
            <a:endParaRPr sz="1200">
              <a:solidFill>
                <a:srgbClr val="FFFFFF"/>
              </a:solidFill>
              <a:latin typeface="Calibri"/>
              <a:ea typeface="Calibri"/>
              <a:cs typeface="Calibri"/>
              <a:sym typeface="Calibri"/>
            </a:endParaRPr>
          </a:p>
        </p:txBody>
      </p:sp>
      <p:sp>
        <p:nvSpPr>
          <p:cNvPr id="112" name="Google Shape;112;p13"/>
          <p:cNvSpPr txBox="1"/>
          <p:nvPr/>
        </p:nvSpPr>
        <p:spPr>
          <a:xfrm>
            <a:off x="6504925" y="4731000"/>
            <a:ext cx="5358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[SMM]</a:t>
            </a:r>
            <a:endParaRPr sz="800"/>
          </a:p>
        </p:txBody>
      </p:sp>
      <p:cxnSp>
        <p:nvCxnSpPr>
          <p:cNvPr id="113" name="Google Shape;113;p13"/>
          <p:cNvCxnSpPr>
            <a:endCxn id="100" idx="1"/>
          </p:cNvCxnSpPr>
          <p:nvPr/>
        </p:nvCxnSpPr>
        <p:spPr>
          <a:xfrm flipH="1" rot="10800000">
            <a:off x="1658463" y="4977875"/>
            <a:ext cx="2961900" cy="434700"/>
          </a:xfrm>
          <a:prstGeom prst="bentConnector3">
            <a:avLst>
              <a:gd fmla="val 50000" name="adj1"/>
            </a:avLst>
          </a:prstGeom>
          <a:noFill/>
          <a:ln cap="flat" cmpd="sng" w="9525">
            <a:solidFill>
              <a:srgbClr val="351C75"/>
            </a:solidFill>
            <a:prstDash val="solid"/>
            <a:round/>
            <a:headEnd len="med" w="med" type="stealth"/>
            <a:tailEnd len="med" w="med" type="stealth"/>
          </a:ln>
        </p:spPr>
      </p:cxnSp>
      <p:cxnSp>
        <p:nvCxnSpPr>
          <p:cNvPr id="114" name="Google Shape;114;p13"/>
          <p:cNvCxnSpPr>
            <a:stCxn id="101" idx="3"/>
            <a:endCxn id="96" idx="1"/>
          </p:cNvCxnSpPr>
          <p:nvPr/>
        </p:nvCxnSpPr>
        <p:spPr>
          <a:xfrm flipH="1" rot="10800000">
            <a:off x="1696850" y="5577125"/>
            <a:ext cx="2903400" cy="900"/>
          </a:xfrm>
          <a:prstGeom prst="bentConnector3">
            <a:avLst>
              <a:gd fmla="val 49997" name="adj1"/>
            </a:avLst>
          </a:prstGeom>
          <a:noFill/>
          <a:ln cap="flat" cmpd="sng" w="9525">
            <a:solidFill>
              <a:srgbClr val="351C75"/>
            </a:solidFill>
            <a:prstDash val="solid"/>
            <a:round/>
            <a:headEnd len="med" w="med" type="stealth"/>
            <a:tailEnd len="med" w="med" type="stealth"/>
          </a:ln>
        </p:spPr>
      </p:cxnSp>
      <p:cxnSp>
        <p:nvCxnSpPr>
          <p:cNvPr id="115" name="Google Shape;115;p13"/>
          <p:cNvCxnSpPr>
            <a:stCxn id="98" idx="1"/>
            <a:endCxn id="100" idx="3"/>
          </p:cNvCxnSpPr>
          <p:nvPr/>
        </p:nvCxnSpPr>
        <p:spPr>
          <a:xfrm rot="10800000">
            <a:off x="6064225" y="4977850"/>
            <a:ext cx="1504800" cy="0"/>
          </a:xfrm>
          <a:prstGeom prst="straightConnector1">
            <a:avLst/>
          </a:prstGeom>
          <a:noFill/>
          <a:ln cap="flat" cmpd="sng" w="9525">
            <a:solidFill>
              <a:srgbClr val="351C75"/>
            </a:solidFill>
            <a:prstDash val="solid"/>
            <a:round/>
            <a:headEnd len="med" w="med" type="triangle"/>
            <a:tailEnd len="med" w="med" type="triangle"/>
          </a:ln>
        </p:spPr>
      </p:cxnSp>
      <p:sp>
        <p:nvSpPr>
          <p:cNvPr id="116" name="Google Shape;116;p13"/>
          <p:cNvSpPr/>
          <p:nvPr/>
        </p:nvSpPr>
        <p:spPr>
          <a:xfrm>
            <a:off x="2985725" y="1037025"/>
            <a:ext cx="1303500" cy="388800"/>
          </a:xfrm>
          <a:prstGeom prst="roundRect">
            <a:avLst>
              <a:gd fmla="val 16667" name="adj"/>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CMO/Repline</a:t>
            </a:r>
            <a:endParaRPr sz="1200">
              <a:solidFill>
                <a:srgbClr val="FFFFFF"/>
              </a:solidFill>
              <a:latin typeface="Calibri"/>
              <a:ea typeface="Calibri"/>
              <a:cs typeface="Calibri"/>
              <a:sym typeface="Calibri"/>
            </a:endParaRPr>
          </a:p>
        </p:txBody>
      </p:sp>
      <p:sp>
        <p:nvSpPr>
          <p:cNvPr id="117" name="Google Shape;117;p13"/>
          <p:cNvSpPr txBox="1"/>
          <p:nvPr/>
        </p:nvSpPr>
        <p:spPr>
          <a:xfrm>
            <a:off x="1252400" y="3613300"/>
            <a:ext cx="10806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&lt;Input objects&gt;</a:t>
            </a:r>
            <a:endParaRPr sz="800"/>
          </a:p>
          <a:p>
            <a:pPr indent="0" lvl="0" marL="0" rtl="0" algn="l">
              <a:spcBef>
                <a:spcPts val="0"/>
              </a:spcBef>
              <a:spcAft>
                <a:spcPts val="0"/>
              </a:spcAft>
              <a:buNone/>
            </a:pPr>
            <a:r>
              <a:t/>
            </a:r>
            <a:endParaRPr sz="800"/>
          </a:p>
        </p:txBody>
      </p:sp>
      <p:sp>
        <p:nvSpPr>
          <p:cNvPr id="118" name="Google Shape;118;p13"/>
          <p:cNvSpPr/>
          <p:nvPr/>
        </p:nvSpPr>
        <p:spPr>
          <a:xfrm>
            <a:off x="2140525" y="4214101"/>
            <a:ext cx="1080600" cy="475500"/>
          </a:xfrm>
          <a:prstGeom prst="roundRect">
            <a:avLst>
              <a:gd fmla="val 16667" name="adj"/>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rgbClr val="FFFFFF"/>
                </a:solidFill>
                <a:latin typeface="Calibri"/>
                <a:ea typeface="Calibri"/>
                <a:cs typeface="Calibri"/>
                <a:sym typeface="Calibri"/>
              </a:rPr>
              <a:t>Rate Path Simulator </a:t>
            </a:r>
            <a:endParaRPr sz="1200">
              <a:solidFill>
                <a:srgbClr val="FFFFFF"/>
              </a:solidFill>
              <a:latin typeface="Calibri"/>
              <a:ea typeface="Calibri"/>
              <a:cs typeface="Calibri"/>
              <a:sym typeface="Calibri"/>
            </a:endParaRPr>
          </a:p>
        </p:txBody>
      </p:sp>
      <p:cxnSp>
        <p:nvCxnSpPr>
          <p:cNvPr id="119" name="Google Shape;119;p13"/>
          <p:cNvCxnSpPr>
            <a:stCxn id="116" idx="1"/>
          </p:cNvCxnSpPr>
          <p:nvPr/>
        </p:nvCxnSpPr>
        <p:spPr>
          <a:xfrm rot="10800000">
            <a:off x="1650125" y="1229325"/>
            <a:ext cx="1335600" cy="2100"/>
          </a:xfrm>
          <a:prstGeom prst="bentConnector3">
            <a:avLst>
              <a:gd fmla="val 50000" name="adj1"/>
            </a:avLst>
          </a:prstGeom>
          <a:noFill/>
          <a:ln cap="flat" cmpd="sng" w="9525">
            <a:solidFill>
              <a:srgbClr val="0000FF"/>
            </a:solidFill>
            <a:prstDash val="solid"/>
            <a:round/>
            <a:headEnd len="med" w="med" type="stealth"/>
            <a:tailEnd len="med" w="med" type="stealth"/>
          </a:ln>
        </p:spPr>
      </p:cxnSp>
      <p:cxnSp>
        <p:nvCxnSpPr>
          <p:cNvPr id="120" name="Google Shape;120;p13"/>
          <p:cNvCxnSpPr>
            <a:stCxn id="104" idx="1"/>
          </p:cNvCxnSpPr>
          <p:nvPr/>
        </p:nvCxnSpPr>
        <p:spPr>
          <a:xfrm rot="10800000">
            <a:off x="1707925" y="3192979"/>
            <a:ext cx="1270800" cy="254700"/>
          </a:xfrm>
          <a:prstGeom prst="bentConnector3">
            <a:avLst>
              <a:gd fmla="val 50000" name="adj1"/>
            </a:avLst>
          </a:prstGeom>
          <a:noFill/>
          <a:ln cap="flat" cmpd="sng" w="9525">
            <a:solidFill>
              <a:srgbClr val="0000FF"/>
            </a:solidFill>
            <a:prstDash val="solid"/>
            <a:round/>
            <a:headEnd len="med" w="med" type="stealth"/>
            <a:tailEnd len="med" w="med" type="stealth"/>
          </a:ln>
        </p:spPr>
      </p:cxnSp>
      <p:cxnSp>
        <p:nvCxnSpPr>
          <p:cNvPr id="121" name="Google Shape;121;p13"/>
          <p:cNvCxnSpPr>
            <a:stCxn id="93" idx="1"/>
            <a:endCxn id="94" idx="3"/>
          </p:cNvCxnSpPr>
          <p:nvPr/>
        </p:nvCxnSpPr>
        <p:spPr>
          <a:xfrm rot="10800000">
            <a:off x="4482325" y="1786198"/>
            <a:ext cx="2898600" cy="272100"/>
          </a:xfrm>
          <a:prstGeom prst="bentConnector3">
            <a:avLst>
              <a:gd fmla="val 49998" name="adj1"/>
            </a:avLst>
          </a:prstGeom>
          <a:noFill/>
          <a:ln cap="flat" cmpd="sng" w="9525">
            <a:solidFill>
              <a:srgbClr val="0000FF"/>
            </a:solidFill>
            <a:prstDash val="solid"/>
            <a:round/>
            <a:headEnd len="med" w="med" type="stealth"/>
            <a:tailEnd len="med" w="med" type="stealth"/>
          </a:ln>
        </p:spPr>
      </p:cxnSp>
      <p:cxnSp>
        <p:nvCxnSpPr>
          <p:cNvPr id="122" name="Google Shape;122;p13"/>
          <p:cNvCxnSpPr>
            <a:stCxn id="101" idx="0"/>
          </p:cNvCxnSpPr>
          <p:nvPr/>
        </p:nvCxnSpPr>
        <p:spPr>
          <a:xfrm flipH="1" rot="10800000">
            <a:off x="1275200" y="3366425"/>
            <a:ext cx="3300" cy="821100"/>
          </a:xfrm>
          <a:prstGeom prst="straightConnector1">
            <a:avLst/>
          </a:prstGeom>
          <a:noFill/>
          <a:ln cap="flat" cmpd="sng" w="9525">
            <a:solidFill>
              <a:srgbClr val="274E13"/>
            </a:solidFill>
            <a:prstDash val="solid"/>
            <a:round/>
            <a:headEnd len="med" w="med" type="stealth"/>
            <a:tailEnd len="med" w="med" type="stealth"/>
          </a:ln>
        </p:spPr>
      </p:cxnSp>
      <p:cxnSp>
        <p:nvCxnSpPr>
          <p:cNvPr id="123" name="Google Shape;123;p13"/>
          <p:cNvCxnSpPr>
            <a:stCxn id="118" idx="2"/>
          </p:cNvCxnSpPr>
          <p:nvPr/>
        </p:nvCxnSpPr>
        <p:spPr>
          <a:xfrm rot="5400000">
            <a:off x="1931875" y="4416151"/>
            <a:ext cx="475500" cy="1022400"/>
          </a:xfrm>
          <a:prstGeom prst="bentConnector2">
            <a:avLst/>
          </a:prstGeom>
          <a:noFill/>
          <a:ln cap="flat" cmpd="sng" w="9525">
            <a:solidFill>
              <a:srgbClr val="351C75"/>
            </a:solidFill>
            <a:prstDash val="solid"/>
            <a:round/>
            <a:headEnd len="med" w="med" type="stealth"/>
            <a:tailEnd len="med" w="med" type="stealth"/>
          </a:ln>
        </p:spPr>
      </p:cxnSp>
      <p:cxnSp>
        <p:nvCxnSpPr>
          <p:cNvPr id="124" name="Google Shape;124;p13"/>
          <p:cNvCxnSpPr>
            <a:endCxn id="97" idx="1"/>
          </p:cNvCxnSpPr>
          <p:nvPr/>
        </p:nvCxnSpPr>
        <p:spPr>
          <a:xfrm>
            <a:off x="1674950" y="6757600"/>
            <a:ext cx="2945400" cy="15300"/>
          </a:xfrm>
          <a:prstGeom prst="bentConnector3">
            <a:avLst>
              <a:gd fmla="val 50000" name="adj1"/>
            </a:avLst>
          </a:prstGeom>
          <a:noFill/>
          <a:ln cap="flat" cmpd="sng" w="9525">
            <a:solidFill>
              <a:srgbClr val="351C75"/>
            </a:solidFill>
            <a:prstDash val="solid"/>
            <a:round/>
            <a:headEnd len="med" w="med" type="stealth"/>
            <a:tailEnd len="med" w="med" type="stealth"/>
          </a:ln>
        </p:spPr>
      </p:cxnSp>
      <p:cxnSp>
        <p:nvCxnSpPr>
          <p:cNvPr id="125" name="Google Shape;125;p13"/>
          <p:cNvCxnSpPr>
            <a:stCxn id="95" idx="1"/>
          </p:cNvCxnSpPr>
          <p:nvPr/>
        </p:nvCxnSpPr>
        <p:spPr>
          <a:xfrm rot="10800000">
            <a:off x="1666575" y="6163625"/>
            <a:ext cx="2953800" cy="14700"/>
          </a:xfrm>
          <a:prstGeom prst="straightConnector1">
            <a:avLst/>
          </a:prstGeom>
          <a:noFill/>
          <a:ln cap="flat" cmpd="sng" w="9525">
            <a:solidFill>
              <a:srgbClr val="351C75"/>
            </a:solidFill>
            <a:prstDash val="solid"/>
            <a:round/>
            <a:headEnd len="med" w="med" type="stealth"/>
            <a:tailEnd len="med" w="med" type="stealth"/>
          </a:ln>
        </p:spPr>
      </p:cxnSp>
      <p:sp>
        <p:nvSpPr>
          <p:cNvPr id="126" name="Google Shape;126;p13"/>
          <p:cNvSpPr txBox="1"/>
          <p:nvPr/>
        </p:nvSpPr>
        <p:spPr>
          <a:xfrm>
            <a:off x="1757525" y="4898450"/>
            <a:ext cx="1022400" cy="2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[Rath Paths]</a:t>
            </a:r>
            <a:endParaRPr sz="800"/>
          </a:p>
        </p:txBody>
      </p:sp>
      <p:sp>
        <p:nvSpPr>
          <p:cNvPr id="127" name="Google Shape;127;p13"/>
          <p:cNvSpPr txBox="1"/>
          <p:nvPr/>
        </p:nvSpPr>
        <p:spPr>
          <a:xfrm>
            <a:off x="3221125" y="4729625"/>
            <a:ext cx="11781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 [Cashflow Objects]</a:t>
            </a:r>
            <a:endParaRPr sz="800"/>
          </a:p>
          <a:p>
            <a:pPr indent="0" lvl="0" marL="0" rtl="0" algn="l">
              <a:spcBef>
                <a:spcPts val="0"/>
              </a:spcBef>
              <a:spcAft>
                <a:spcPts val="0"/>
              </a:spcAft>
              <a:buNone/>
            </a:pPr>
            <a:r>
              <a:t/>
            </a:r>
            <a:endParaRPr sz="800"/>
          </a:p>
        </p:txBody>
      </p:sp>
      <p:sp>
        <p:nvSpPr>
          <p:cNvPr id="128" name="Google Shape;128;p13"/>
          <p:cNvSpPr txBox="1"/>
          <p:nvPr/>
        </p:nvSpPr>
        <p:spPr>
          <a:xfrm>
            <a:off x="2863625" y="5546750"/>
            <a:ext cx="20190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&lt;Cashflow + Rate Path Objects&gt;</a:t>
            </a:r>
            <a:endParaRPr sz="800"/>
          </a:p>
          <a:p>
            <a:pPr indent="0" lvl="0" marL="0" rtl="0" algn="l">
              <a:spcBef>
                <a:spcPts val="0"/>
              </a:spcBef>
              <a:spcAft>
                <a:spcPts val="0"/>
              </a:spcAft>
              <a:buNone/>
            </a:pPr>
            <a:r>
              <a:t/>
            </a:r>
            <a:endParaRPr sz="800"/>
          </a:p>
        </p:txBody>
      </p:sp>
      <p:sp>
        <p:nvSpPr>
          <p:cNvPr id="129" name="Google Shape;129;p13"/>
          <p:cNvSpPr txBox="1"/>
          <p:nvPr/>
        </p:nvSpPr>
        <p:spPr>
          <a:xfrm>
            <a:off x="2865575" y="6178350"/>
            <a:ext cx="20190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&lt;Cashflow + Rate Path Objects&gt;</a:t>
            </a:r>
            <a:endParaRPr sz="800"/>
          </a:p>
          <a:p>
            <a:pPr indent="0" lvl="0" marL="0" rtl="0" algn="l">
              <a:spcBef>
                <a:spcPts val="0"/>
              </a:spcBef>
              <a:spcAft>
                <a:spcPts val="0"/>
              </a:spcAft>
              <a:buNone/>
            </a:pPr>
            <a:r>
              <a:t/>
            </a:r>
            <a:endParaRPr sz="800"/>
          </a:p>
        </p:txBody>
      </p:sp>
      <p:sp>
        <p:nvSpPr>
          <p:cNvPr id="130" name="Google Shape;130;p13"/>
          <p:cNvSpPr txBox="1"/>
          <p:nvPr/>
        </p:nvSpPr>
        <p:spPr>
          <a:xfrm>
            <a:off x="2902400" y="6788850"/>
            <a:ext cx="20190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&lt;Cashflow + Rate Path Objects&gt;</a:t>
            </a:r>
            <a:endParaRPr sz="800"/>
          </a:p>
          <a:p>
            <a:pPr indent="0" lvl="0" marL="0" rtl="0" algn="l">
              <a:spcBef>
                <a:spcPts val="0"/>
              </a:spcBef>
              <a:spcAft>
                <a:spcPts val="0"/>
              </a:spcAft>
              <a:buNone/>
            </a:pPr>
            <a:r>
              <a:t/>
            </a:r>
            <a:endParaRPr sz="800"/>
          </a:p>
        </p:txBody>
      </p:sp>
      <p:cxnSp>
        <p:nvCxnSpPr>
          <p:cNvPr id="131" name="Google Shape;131;p13"/>
          <p:cNvCxnSpPr>
            <a:stCxn id="93" idx="2"/>
          </p:cNvCxnSpPr>
          <p:nvPr/>
        </p:nvCxnSpPr>
        <p:spPr>
          <a:xfrm rot="5400000">
            <a:off x="4989625" y="-640502"/>
            <a:ext cx="108000" cy="6693600"/>
          </a:xfrm>
          <a:prstGeom prst="bentConnector2">
            <a:avLst/>
          </a:prstGeom>
          <a:noFill/>
          <a:ln cap="flat" cmpd="sng" w="9525">
            <a:solidFill>
              <a:srgbClr val="0000FF"/>
            </a:solidFill>
            <a:prstDash val="solid"/>
            <a:round/>
            <a:headEnd len="med" w="med" type="stealth"/>
            <a:tailEnd len="med" w="med" type="stealth"/>
          </a:ln>
        </p:spPr>
      </p:cxnSp>
      <p:cxnSp>
        <p:nvCxnSpPr>
          <p:cNvPr id="132" name="Google Shape;132;p13"/>
          <p:cNvCxnSpPr>
            <a:stCxn id="94" idx="1"/>
          </p:cNvCxnSpPr>
          <p:nvPr/>
        </p:nvCxnSpPr>
        <p:spPr>
          <a:xfrm flipH="1">
            <a:off x="1675025" y="1786125"/>
            <a:ext cx="1158300" cy="4200"/>
          </a:xfrm>
          <a:prstGeom prst="straightConnector1">
            <a:avLst/>
          </a:prstGeom>
          <a:noFill/>
          <a:ln cap="flat" cmpd="sng" w="9525">
            <a:solidFill>
              <a:srgbClr val="0000FF"/>
            </a:solidFill>
            <a:prstDash val="solid"/>
            <a:round/>
            <a:headEnd len="med" w="med" type="stealth"/>
            <a:tailEnd len="med" w="med" type="stealth"/>
          </a:ln>
        </p:spPr>
      </p:cxnSp>
      <p:cxnSp>
        <p:nvCxnSpPr>
          <p:cNvPr id="133" name="Google Shape;133;p13"/>
          <p:cNvCxnSpPr>
            <a:stCxn id="110" idx="1"/>
          </p:cNvCxnSpPr>
          <p:nvPr/>
        </p:nvCxnSpPr>
        <p:spPr>
          <a:xfrm flipH="1">
            <a:off x="1683125" y="2359150"/>
            <a:ext cx="1302600" cy="9000"/>
          </a:xfrm>
          <a:prstGeom prst="straightConnector1">
            <a:avLst/>
          </a:prstGeom>
          <a:noFill/>
          <a:ln cap="flat" cmpd="sng" w="9525">
            <a:solidFill>
              <a:srgbClr val="0000FF"/>
            </a:solidFill>
            <a:prstDash val="solid"/>
            <a:round/>
            <a:headEnd len="med" w="med" type="stealth"/>
            <a:tailEnd len="med" w="med" type="stealth"/>
          </a:ln>
        </p:spPr>
      </p:cxnSp>
      <p:sp>
        <p:nvSpPr>
          <p:cNvPr id="134" name="Google Shape;134;p13"/>
          <p:cNvSpPr txBox="1"/>
          <p:nvPr/>
        </p:nvSpPr>
        <p:spPr>
          <a:xfrm>
            <a:off x="1744438" y="947025"/>
            <a:ext cx="11781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 [Repline object]</a:t>
            </a:r>
            <a:endParaRPr sz="800"/>
          </a:p>
          <a:p>
            <a:pPr indent="0" lvl="0" marL="0" rtl="0" algn="l">
              <a:spcBef>
                <a:spcPts val="0"/>
              </a:spcBef>
              <a:spcAft>
                <a:spcPts val="0"/>
              </a:spcAft>
              <a:buNone/>
            </a:pPr>
            <a:r>
              <a:t/>
            </a:r>
            <a:endParaRPr sz="800"/>
          </a:p>
        </p:txBody>
      </p:sp>
      <p:sp>
        <p:nvSpPr>
          <p:cNvPr id="135" name="Google Shape;135;p13"/>
          <p:cNvSpPr txBox="1"/>
          <p:nvPr/>
        </p:nvSpPr>
        <p:spPr>
          <a:xfrm>
            <a:off x="1665126" y="1534000"/>
            <a:ext cx="12861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 [Hull-White Paramst]</a:t>
            </a:r>
            <a:endParaRPr sz="800"/>
          </a:p>
          <a:p>
            <a:pPr indent="0" lvl="0" marL="0" rtl="0" algn="l">
              <a:spcBef>
                <a:spcPts val="0"/>
              </a:spcBef>
              <a:spcAft>
                <a:spcPts val="0"/>
              </a:spcAft>
              <a:buNone/>
            </a:pPr>
            <a:r>
              <a:t/>
            </a:r>
            <a:endParaRPr sz="800"/>
          </a:p>
        </p:txBody>
      </p:sp>
      <p:sp>
        <p:nvSpPr>
          <p:cNvPr id="136" name="Google Shape;136;p13"/>
          <p:cNvSpPr txBox="1"/>
          <p:nvPr/>
        </p:nvSpPr>
        <p:spPr>
          <a:xfrm>
            <a:off x="1690439" y="2065738"/>
            <a:ext cx="12861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 [HPA Vectors]</a:t>
            </a:r>
            <a:endParaRPr sz="800"/>
          </a:p>
          <a:p>
            <a:pPr indent="0" lvl="0" marL="0" rtl="0" algn="l">
              <a:spcBef>
                <a:spcPts val="0"/>
              </a:spcBef>
              <a:spcAft>
                <a:spcPts val="0"/>
              </a:spcAft>
              <a:buNone/>
            </a:pPr>
            <a:r>
              <a:t/>
            </a:r>
            <a:endParaRPr sz="800"/>
          </a:p>
        </p:txBody>
      </p:sp>
      <p:sp>
        <p:nvSpPr>
          <p:cNvPr id="137" name="Google Shape;137;p13"/>
          <p:cNvSpPr txBox="1"/>
          <p:nvPr/>
        </p:nvSpPr>
        <p:spPr>
          <a:xfrm>
            <a:off x="1700264" y="2501488"/>
            <a:ext cx="12861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 [Yield Curve object]</a:t>
            </a:r>
            <a:endParaRPr sz="800"/>
          </a:p>
          <a:p>
            <a:pPr indent="0" lvl="0" marL="0" rtl="0" algn="l">
              <a:spcBef>
                <a:spcPts val="0"/>
              </a:spcBef>
              <a:spcAft>
                <a:spcPts val="0"/>
              </a:spcAft>
              <a:buNone/>
            </a:pPr>
            <a:r>
              <a:t/>
            </a:r>
            <a:endParaRPr sz="800"/>
          </a:p>
        </p:txBody>
      </p:sp>
      <p:sp>
        <p:nvSpPr>
          <p:cNvPr id="138" name="Google Shape;138;p13"/>
          <p:cNvSpPr txBox="1"/>
          <p:nvPr/>
        </p:nvSpPr>
        <p:spPr>
          <a:xfrm>
            <a:off x="1700264" y="2953600"/>
            <a:ext cx="1286100" cy="20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t> [Mtg Model object]</a:t>
            </a:r>
            <a:endParaRPr sz="800"/>
          </a:p>
          <a:p>
            <a:pPr indent="0" lvl="0" marL="0" rtl="0" algn="l">
              <a:spcBef>
                <a:spcPts val="0"/>
              </a:spcBef>
              <a:spcAft>
                <a:spcPts val="0"/>
              </a:spcAft>
              <a:buNone/>
            </a:pPr>
            <a:r>
              <a:t/>
            </a:r>
            <a:endParaRPr sz="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1000"/>
                                        <p:tgtEl>
                                          <p:spTgt spid="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1000"/>
                                        <p:tgtEl>
                                          <p:spTgt spid="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3" name="Shape 143"/>
        <p:cNvGrpSpPr/>
        <p:nvPr/>
      </p:nvGrpSpPr>
      <p:grpSpPr>
        <a:xfrm>
          <a:off x="0" y="0"/>
          <a:ext cx="0" cy="0"/>
          <a:chOff x="0" y="0"/>
          <a:chExt cx="0" cy="0"/>
        </a:xfrm>
      </p:grpSpPr>
      <p:sp>
        <p:nvSpPr>
          <p:cNvPr id="144" name="Google Shape;144;p14"/>
          <p:cNvSpPr txBox="1"/>
          <p:nvPr>
            <p:ph type="title"/>
          </p:nvPr>
        </p:nvSpPr>
        <p:spPr>
          <a:xfrm>
            <a:off x="3252275" y="179925"/>
            <a:ext cx="6577500" cy="678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1" lang="en-US">
                <a:solidFill>
                  <a:srgbClr val="FFFFFF"/>
                </a:solidFill>
              </a:rPr>
              <a:t>Current Daily Run Workflow</a:t>
            </a:r>
            <a:endParaRPr b="1">
              <a:solidFill>
                <a:srgbClr val="FFFFFF"/>
              </a:solidFill>
            </a:endParaRPr>
          </a:p>
        </p:txBody>
      </p:sp>
      <p:sp>
        <p:nvSpPr>
          <p:cNvPr id="145" name="Google Shape;145;p14"/>
          <p:cNvSpPr txBox="1"/>
          <p:nvPr>
            <p:ph idx="1" type="body"/>
          </p:nvPr>
        </p:nvSpPr>
        <p:spPr>
          <a:xfrm>
            <a:off x="512975" y="1007375"/>
            <a:ext cx="9316800" cy="5918100"/>
          </a:xfrm>
          <a:prstGeom prst="rect">
            <a:avLst/>
          </a:prstGeom>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457200" lvl="0" marL="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a:p>
            <a:pPr indent="457200" lvl="0" marL="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a:p>
            <a:pPr indent="457200" lvl="0" marL="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a:p>
            <a:pPr indent="457200" lvl="0" marL="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a:p>
            <a:pPr indent="457200" lvl="0" marL="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a:p>
            <a:pPr indent="457200" lvl="0" marL="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a:p>
            <a:pPr indent="457200" lvl="0" marL="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a:p>
            <a:pPr indent="457200" lvl="0" marL="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a:p>
            <a:pPr indent="457200" lvl="0" marL="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a:p>
            <a:pPr indent="457200" lvl="0" marL="0" rtl="0" algn="l">
              <a:lnSpc>
                <a:spcPct val="115000"/>
              </a:lnSpc>
              <a:spcBef>
                <a:spcPts val="0"/>
              </a:spcBef>
              <a:spcAft>
                <a:spcPts val="0"/>
              </a:spcAft>
              <a:buSzPts val="1800"/>
              <a:buNone/>
            </a:pPr>
            <a:r>
              <a:t/>
            </a:r>
            <a:endParaRPr>
              <a:solidFill>
                <a:schemeClr val="dk1"/>
              </a:solidFill>
              <a:latin typeface="Calibri"/>
              <a:ea typeface="Calibri"/>
              <a:cs typeface="Calibri"/>
              <a:sym typeface="Calibri"/>
            </a:endParaRPr>
          </a:p>
          <a:p>
            <a:pPr indent="-228600" lvl="0" marL="457200" rtl="0" algn="l">
              <a:lnSpc>
                <a:spcPct val="115000"/>
              </a:lnSpc>
              <a:spcBef>
                <a:spcPts val="0"/>
              </a:spcBef>
              <a:spcAft>
                <a:spcPts val="0"/>
              </a:spcAft>
              <a:buSzPts val="1800"/>
              <a:buNone/>
            </a:pPr>
            <a:r>
              <a:rPr lang="en-US" sz="1800">
                <a:solidFill>
                  <a:schemeClr val="dk1"/>
                </a:solidFill>
                <a:latin typeface="Calibri"/>
                <a:ea typeface="Calibri"/>
                <a:cs typeface="Calibri"/>
                <a:sym typeface="Calibri"/>
              </a:rPr>
              <a:t>                     </a:t>
            </a:r>
            <a:endParaRPr sz="2400">
              <a:solidFill>
                <a:schemeClr val="dk1"/>
              </a:solidFill>
            </a:endParaRPr>
          </a:p>
        </p:txBody>
      </p:sp>
      <p:sp>
        <p:nvSpPr>
          <p:cNvPr id="146" name="Google Shape;146;p14"/>
          <p:cNvSpPr/>
          <p:nvPr/>
        </p:nvSpPr>
        <p:spPr>
          <a:xfrm>
            <a:off x="6036825" y="2574300"/>
            <a:ext cx="2887800" cy="12771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Scale Analytics (C++)</a:t>
            </a:r>
            <a:endParaRPr/>
          </a:p>
        </p:txBody>
      </p:sp>
      <p:sp>
        <p:nvSpPr>
          <p:cNvPr id="147" name="Google Shape;147;p14"/>
          <p:cNvSpPr/>
          <p:nvPr/>
        </p:nvSpPr>
        <p:spPr>
          <a:xfrm>
            <a:off x="1366750" y="2866025"/>
            <a:ext cx="1402500" cy="67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Bat file -&gt; C# Program</a:t>
            </a:r>
            <a:endParaRPr sz="1200">
              <a:latin typeface="Calibri"/>
              <a:ea typeface="Calibri"/>
              <a:cs typeface="Calibri"/>
              <a:sym typeface="Calibri"/>
            </a:endParaRPr>
          </a:p>
        </p:txBody>
      </p:sp>
      <p:sp>
        <p:nvSpPr>
          <p:cNvPr id="148" name="Google Shape;148;p14"/>
          <p:cNvSpPr/>
          <p:nvPr/>
        </p:nvSpPr>
        <p:spPr>
          <a:xfrm>
            <a:off x="3675025" y="2866013"/>
            <a:ext cx="1402650" cy="678024"/>
          </a:xfrm>
          <a:prstGeom prst="flowChartDocumen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Google Protocol Buffer Request Files</a:t>
            </a:r>
            <a:endParaRPr sz="1200">
              <a:latin typeface="Calibri"/>
              <a:ea typeface="Calibri"/>
              <a:cs typeface="Calibri"/>
              <a:sym typeface="Calibri"/>
            </a:endParaRPr>
          </a:p>
        </p:txBody>
      </p:sp>
      <p:cxnSp>
        <p:nvCxnSpPr>
          <p:cNvPr id="149" name="Google Shape;149;p14"/>
          <p:cNvCxnSpPr>
            <a:stCxn id="148" idx="3"/>
            <a:endCxn id="146" idx="1"/>
          </p:cNvCxnSpPr>
          <p:nvPr/>
        </p:nvCxnSpPr>
        <p:spPr>
          <a:xfrm>
            <a:off x="5077675" y="3205024"/>
            <a:ext cx="959100" cy="7800"/>
          </a:xfrm>
          <a:prstGeom prst="straightConnector1">
            <a:avLst/>
          </a:prstGeom>
          <a:noFill/>
          <a:ln cap="flat" cmpd="sng" w="9525">
            <a:solidFill>
              <a:schemeClr val="dk2"/>
            </a:solidFill>
            <a:prstDash val="solid"/>
            <a:round/>
            <a:headEnd len="med" w="med" type="none"/>
            <a:tailEnd len="med" w="med" type="triangle"/>
          </a:ln>
        </p:spPr>
      </p:cxnSp>
      <p:cxnSp>
        <p:nvCxnSpPr>
          <p:cNvPr id="150" name="Google Shape;150;p14"/>
          <p:cNvCxnSpPr>
            <a:stCxn id="147" idx="3"/>
            <a:endCxn id="148" idx="1"/>
          </p:cNvCxnSpPr>
          <p:nvPr/>
        </p:nvCxnSpPr>
        <p:spPr>
          <a:xfrm>
            <a:off x="2769250" y="3205025"/>
            <a:ext cx="905700" cy="0"/>
          </a:xfrm>
          <a:prstGeom prst="straightConnector1">
            <a:avLst/>
          </a:prstGeom>
          <a:noFill/>
          <a:ln cap="flat" cmpd="sng" w="9525">
            <a:solidFill>
              <a:schemeClr val="dk2"/>
            </a:solidFill>
            <a:prstDash val="solid"/>
            <a:round/>
            <a:headEnd len="med" w="med" type="none"/>
            <a:tailEnd len="med" w="med" type="triangle"/>
          </a:ln>
        </p:spPr>
      </p:cxnSp>
      <p:sp>
        <p:nvSpPr>
          <p:cNvPr id="151" name="Google Shape;151;p14"/>
          <p:cNvSpPr/>
          <p:nvPr/>
        </p:nvSpPr>
        <p:spPr>
          <a:xfrm>
            <a:off x="6616325" y="5087700"/>
            <a:ext cx="1728810" cy="678024"/>
          </a:xfrm>
          <a:prstGeom prst="flowChartDocumen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latin typeface="Calibri"/>
                <a:ea typeface="Calibri"/>
                <a:cs typeface="Calibri"/>
                <a:sym typeface="Calibri"/>
              </a:rPr>
              <a:t>Google Protocol Buffer Output Files</a:t>
            </a:r>
            <a:endParaRPr sz="1200">
              <a:latin typeface="Calibri"/>
              <a:ea typeface="Calibri"/>
              <a:cs typeface="Calibri"/>
              <a:sym typeface="Calibri"/>
            </a:endParaRPr>
          </a:p>
        </p:txBody>
      </p:sp>
      <p:cxnSp>
        <p:nvCxnSpPr>
          <p:cNvPr id="152" name="Google Shape;152;p14"/>
          <p:cNvCxnSpPr>
            <a:stCxn id="146" idx="2"/>
            <a:endCxn id="151" idx="0"/>
          </p:cNvCxnSpPr>
          <p:nvPr/>
        </p:nvCxnSpPr>
        <p:spPr>
          <a:xfrm>
            <a:off x="7480725" y="3851400"/>
            <a:ext cx="0" cy="1236300"/>
          </a:xfrm>
          <a:prstGeom prst="straightConnector1">
            <a:avLst/>
          </a:prstGeom>
          <a:noFill/>
          <a:ln cap="flat" cmpd="sng" w="9525">
            <a:solidFill>
              <a:schemeClr val="dk2"/>
            </a:solidFill>
            <a:prstDash val="solid"/>
            <a:round/>
            <a:headEnd len="med" w="med" type="none"/>
            <a:tailEnd len="med" w="med" type="triangle"/>
          </a:ln>
        </p:spPr>
      </p:cxnSp>
      <p:sp>
        <p:nvSpPr>
          <p:cNvPr id="153" name="Google Shape;153;p14"/>
          <p:cNvSpPr txBox="1"/>
          <p:nvPr/>
        </p:nvSpPr>
        <p:spPr>
          <a:xfrm>
            <a:off x="4027350" y="1974950"/>
            <a:ext cx="552900" cy="2889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1000">
                <a:latin typeface="Calibri"/>
                <a:ea typeface="Calibri"/>
                <a:cs typeface="Calibri"/>
                <a:sym typeface="Calibri"/>
              </a:rPr>
              <a:t>Invoke</a:t>
            </a:r>
            <a:endParaRPr sz="1000">
              <a:latin typeface="Calibri"/>
              <a:ea typeface="Calibri"/>
              <a:cs typeface="Calibri"/>
              <a:sym typeface="Calibri"/>
            </a:endParaRPr>
          </a:p>
        </p:txBody>
      </p:sp>
      <p:sp>
        <p:nvSpPr>
          <p:cNvPr id="154" name="Google Shape;154;p14"/>
          <p:cNvSpPr txBox="1"/>
          <p:nvPr/>
        </p:nvSpPr>
        <p:spPr>
          <a:xfrm>
            <a:off x="5242700" y="2891075"/>
            <a:ext cx="552900" cy="2889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1000">
                <a:latin typeface="Calibri"/>
                <a:ea typeface="Calibri"/>
                <a:cs typeface="Calibri"/>
                <a:sym typeface="Calibri"/>
              </a:rPr>
              <a:t>Read</a:t>
            </a:r>
            <a:endParaRPr sz="1000">
              <a:latin typeface="Calibri"/>
              <a:ea typeface="Calibri"/>
              <a:cs typeface="Calibri"/>
              <a:sym typeface="Calibri"/>
            </a:endParaRPr>
          </a:p>
        </p:txBody>
      </p:sp>
      <p:cxnSp>
        <p:nvCxnSpPr>
          <p:cNvPr id="155" name="Google Shape;155;p14"/>
          <p:cNvCxnSpPr>
            <a:stCxn id="147" idx="0"/>
            <a:endCxn id="146" idx="0"/>
          </p:cNvCxnSpPr>
          <p:nvPr/>
        </p:nvCxnSpPr>
        <p:spPr>
          <a:xfrm rot="-5400000">
            <a:off x="4628500" y="13925"/>
            <a:ext cx="291600" cy="5412600"/>
          </a:xfrm>
          <a:prstGeom prst="bentConnector3">
            <a:avLst>
              <a:gd fmla="val 181704" name="adj1"/>
            </a:avLst>
          </a:prstGeom>
          <a:noFill/>
          <a:ln cap="flat" cmpd="sng" w="9525">
            <a:solidFill>
              <a:srgbClr val="0000FF"/>
            </a:solidFill>
            <a:prstDash val="solid"/>
            <a:round/>
            <a:headEnd len="med" w="med" type="none"/>
            <a:tailEnd len="med" w="med" type="triangle"/>
          </a:ln>
        </p:spPr>
      </p:cxnSp>
      <p:sp>
        <p:nvSpPr>
          <p:cNvPr id="156" name="Google Shape;156;p14"/>
          <p:cNvSpPr txBox="1"/>
          <p:nvPr/>
        </p:nvSpPr>
        <p:spPr>
          <a:xfrm>
            <a:off x="2907604" y="2891075"/>
            <a:ext cx="728100" cy="2889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1000">
                <a:latin typeface="Calibri"/>
                <a:ea typeface="Calibri"/>
                <a:cs typeface="Calibri"/>
                <a:sym typeface="Calibri"/>
              </a:rPr>
              <a:t>Write </a:t>
            </a:r>
            <a:endParaRPr sz="1000">
              <a:latin typeface="Calibri"/>
              <a:ea typeface="Calibri"/>
              <a:cs typeface="Calibri"/>
              <a:sym typeface="Calibri"/>
            </a:endParaRPr>
          </a:p>
        </p:txBody>
      </p:sp>
      <p:sp>
        <p:nvSpPr>
          <p:cNvPr id="157" name="Google Shape;157;p14"/>
          <p:cNvSpPr txBox="1"/>
          <p:nvPr/>
        </p:nvSpPr>
        <p:spPr>
          <a:xfrm>
            <a:off x="6945402" y="4256375"/>
            <a:ext cx="497100" cy="2889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1000">
                <a:latin typeface="Calibri"/>
                <a:ea typeface="Calibri"/>
                <a:cs typeface="Calibri"/>
                <a:sym typeface="Calibri"/>
              </a:rPr>
              <a:t>Write </a:t>
            </a:r>
            <a:endParaRPr sz="1000">
              <a:latin typeface="Calibri"/>
              <a:ea typeface="Calibri"/>
              <a:cs typeface="Calibri"/>
              <a:sym typeface="Calibri"/>
            </a:endParaRPr>
          </a:p>
        </p:txBody>
      </p:sp>
      <p:cxnSp>
        <p:nvCxnSpPr>
          <p:cNvPr id="158" name="Google Shape;158;p14"/>
          <p:cNvCxnSpPr>
            <a:stCxn id="151" idx="1"/>
            <a:endCxn id="147" idx="2"/>
          </p:cNvCxnSpPr>
          <p:nvPr/>
        </p:nvCxnSpPr>
        <p:spPr>
          <a:xfrm rot="10800000">
            <a:off x="2068025" y="3543912"/>
            <a:ext cx="4548300" cy="1882800"/>
          </a:xfrm>
          <a:prstGeom prst="bentConnector2">
            <a:avLst/>
          </a:prstGeom>
          <a:noFill/>
          <a:ln cap="flat" cmpd="sng" w="9525">
            <a:solidFill>
              <a:schemeClr val="dk2"/>
            </a:solidFill>
            <a:prstDash val="solid"/>
            <a:round/>
            <a:headEnd len="med" w="med" type="none"/>
            <a:tailEnd len="med" w="med" type="triangle"/>
          </a:ln>
        </p:spPr>
      </p:cxnSp>
      <p:sp>
        <p:nvSpPr>
          <p:cNvPr id="159" name="Google Shape;159;p14"/>
          <p:cNvSpPr txBox="1"/>
          <p:nvPr/>
        </p:nvSpPr>
        <p:spPr>
          <a:xfrm>
            <a:off x="4099900" y="5087700"/>
            <a:ext cx="552900" cy="2889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1000">
                <a:latin typeface="Calibri"/>
                <a:ea typeface="Calibri"/>
                <a:cs typeface="Calibri"/>
                <a:sym typeface="Calibri"/>
              </a:rPr>
              <a:t>Read</a:t>
            </a:r>
            <a:endParaRPr sz="1000">
              <a:latin typeface="Calibri"/>
              <a:ea typeface="Calibri"/>
              <a:cs typeface="Calibri"/>
              <a:sym typeface="Calibri"/>
            </a:endParaRPr>
          </a:p>
        </p:txBody>
      </p:sp>
      <p:sp>
        <p:nvSpPr>
          <p:cNvPr id="160" name="Google Shape;160;p14"/>
          <p:cNvSpPr/>
          <p:nvPr/>
        </p:nvSpPr>
        <p:spPr>
          <a:xfrm>
            <a:off x="717325" y="4727800"/>
            <a:ext cx="1003650" cy="866350"/>
          </a:xfrm>
          <a:prstGeom prst="flowChartMagneticDisk">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latin typeface="Calibri"/>
                <a:ea typeface="Calibri"/>
                <a:cs typeface="Calibri"/>
                <a:sym typeface="Calibri"/>
              </a:rPr>
              <a:t>Database</a:t>
            </a:r>
            <a:endParaRPr sz="1200">
              <a:latin typeface="Calibri"/>
              <a:ea typeface="Calibri"/>
              <a:cs typeface="Calibri"/>
              <a:sym typeface="Calibri"/>
            </a:endParaRPr>
          </a:p>
        </p:txBody>
      </p:sp>
      <p:cxnSp>
        <p:nvCxnSpPr>
          <p:cNvPr id="161" name="Google Shape;161;p14"/>
          <p:cNvCxnSpPr>
            <a:stCxn id="160" idx="1"/>
            <a:endCxn id="147" idx="1"/>
          </p:cNvCxnSpPr>
          <p:nvPr/>
        </p:nvCxnSpPr>
        <p:spPr>
          <a:xfrm rot="-5400000">
            <a:off x="531550" y="3892600"/>
            <a:ext cx="1522800" cy="147600"/>
          </a:xfrm>
          <a:prstGeom prst="bentConnector2">
            <a:avLst/>
          </a:prstGeom>
          <a:noFill/>
          <a:ln cap="flat" cmpd="sng" w="9525">
            <a:solidFill>
              <a:srgbClr val="980000"/>
            </a:solidFill>
            <a:prstDash val="solid"/>
            <a:round/>
            <a:headEnd len="med" w="med" type="none"/>
            <a:tailEnd len="med" w="med" type="triangle"/>
          </a:ln>
        </p:spPr>
      </p:cxnSp>
      <p:sp>
        <p:nvSpPr>
          <p:cNvPr id="162" name="Google Shape;162;p14"/>
          <p:cNvSpPr txBox="1"/>
          <p:nvPr/>
        </p:nvSpPr>
        <p:spPr>
          <a:xfrm>
            <a:off x="1366751" y="3991475"/>
            <a:ext cx="497100" cy="2889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1000">
                <a:latin typeface="Calibri"/>
                <a:ea typeface="Calibri"/>
                <a:cs typeface="Calibri"/>
                <a:sym typeface="Calibri"/>
              </a:rPr>
              <a:t>Read </a:t>
            </a:r>
            <a:endParaRPr sz="10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3252275" y="179925"/>
            <a:ext cx="6577500" cy="678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1" lang="en-US">
                <a:solidFill>
                  <a:srgbClr val="FFFFFF"/>
                </a:solidFill>
              </a:rPr>
              <a:t>Cello Capital Google Drive Rules </a:t>
            </a:r>
            <a:endParaRPr b="1">
              <a:solidFill>
                <a:srgbClr val="FFFFFF"/>
              </a:solidFill>
            </a:endParaRPr>
          </a:p>
        </p:txBody>
      </p:sp>
      <p:sp>
        <p:nvSpPr>
          <p:cNvPr id="169" name="Google Shape;169;p15"/>
          <p:cNvSpPr txBox="1"/>
          <p:nvPr>
            <p:ph idx="1" type="body"/>
          </p:nvPr>
        </p:nvSpPr>
        <p:spPr>
          <a:xfrm>
            <a:off x="228600" y="1265238"/>
            <a:ext cx="9601200" cy="56841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1320"/>
              </a:spcBef>
              <a:spcAft>
                <a:spcPts val="0"/>
              </a:spcAft>
              <a:buSzPts val="1800"/>
              <a:buChar char="●"/>
            </a:pPr>
            <a:r>
              <a:rPr lang="en-US" sz="1800"/>
              <a:t>Avoid sharing individual files, share folders instead</a:t>
            </a:r>
            <a:endParaRPr sz="1800"/>
          </a:p>
          <a:p>
            <a:pPr indent="-317500" lvl="1" marL="914400" rtl="0" algn="l">
              <a:lnSpc>
                <a:spcPct val="150000"/>
              </a:lnSpc>
              <a:spcBef>
                <a:spcPts val="0"/>
              </a:spcBef>
              <a:spcAft>
                <a:spcPts val="0"/>
              </a:spcAft>
              <a:buSzPts val="1400"/>
              <a:buChar char="○"/>
            </a:pPr>
            <a:r>
              <a:rPr lang="en-US"/>
              <a:t>File permission always overrides the parent folder permission which will force one to manage each file’s permission setting</a:t>
            </a:r>
            <a:endParaRPr/>
          </a:p>
          <a:p>
            <a:pPr indent="-317500" lvl="1" marL="914400" rtl="0" algn="l">
              <a:lnSpc>
                <a:spcPct val="150000"/>
              </a:lnSpc>
              <a:spcBef>
                <a:spcPts val="0"/>
              </a:spcBef>
              <a:spcAft>
                <a:spcPts val="0"/>
              </a:spcAft>
              <a:buSzPts val="1400"/>
              <a:buChar char="○"/>
            </a:pPr>
            <a:r>
              <a:rPr lang="en-US"/>
              <a:t>Others will not have knowledge of where the shared files were located</a:t>
            </a:r>
            <a:endParaRPr/>
          </a:p>
          <a:p>
            <a:pPr indent="-342900" lvl="0" marL="457200" rtl="0" algn="l">
              <a:lnSpc>
                <a:spcPct val="150000"/>
              </a:lnSpc>
              <a:spcBef>
                <a:spcPts val="0"/>
              </a:spcBef>
              <a:spcAft>
                <a:spcPts val="0"/>
              </a:spcAft>
              <a:buSzPts val="1800"/>
              <a:buChar char="●"/>
            </a:pPr>
            <a:r>
              <a:rPr lang="en-US" sz="1800"/>
              <a:t>Always check the folder/file permission</a:t>
            </a:r>
            <a:endParaRPr sz="1800"/>
          </a:p>
          <a:p>
            <a:pPr indent="-317500" lvl="1" marL="914400" rtl="0" algn="l">
              <a:lnSpc>
                <a:spcPct val="150000"/>
              </a:lnSpc>
              <a:spcBef>
                <a:spcPts val="0"/>
              </a:spcBef>
              <a:spcAft>
                <a:spcPts val="0"/>
              </a:spcAft>
              <a:buSzPts val="1400"/>
              <a:buChar char="○"/>
            </a:pPr>
            <a:r>
              <a:rPr lang="en-US"/>
              <a:t>Files created under a parent folder will inherit the folder permission</a:t>
            </a:r>
            <a:endParaRPr/>
          </a:p>
          <a:p>
            <a:pPr indent="-317500" lvl="1" marL="914400" rtl="0" algn="l">
              <a:lnSpc>
                <a:spcPct val="150000"/>
              </a:lnSpc>
              <a:spcBef>
                <a:spcPts val="0"/>
              </a:spcBef>
              <a:spcAft>
                <a:spcPts val="0"/>
              </a:spcAft>
              <a:buSzPts val="1400"/>
              <a:buChar char="○"/>
            </a:pPr>
            <a:r>
              <a:rPr lang="en-US"/>
              <a:t>If a file is not shared as intended, update the permission immediately</a:t>
            </a:r>
            <a:endParaRPr/>
          </a:p>
          <a:p>
            <a:pPr indent="-342900" lvl="0" marL="457200" rtl="0" algn="l">
              <a:lnSpc>
                <a:spcPct val="150000"/>
              </a:lnSpc>
              <a:spcBef>
                <a:spcPts val="0"/>
              </a:spcBef>
              <a:spcAft>
                <a:spcPts val="0"/>
              </a:spcAft>
              <a:buSzPts val="1800"/>
              <a:buChar char="●"/>
            </a:pPr>
            <a:r>
              <a:rPr lang="en-US" sz="1800"/>
              <a:t>Avoid re-organizing the folder without notifying the team</a:t>
            </a:r>
            <a:endParaRPr sz="1800"/>
          </a:p>
          <a:p>
            <a:pPr indent="-317500" lvl="1" marL="914400" rtl="0" algn="l">
              <a:lnSpc>
                <a:spcPct val="150000"/>
              </a:lnSpc>
              <a:spcBef>
                <a:spcPts val="0"/>
              </a:spcBef>
              <a:spcAft>
                <a:spcPts val="0"/>
              </a:spcAft>
              <a:buSzPts val="1400"/>
              <a:buChar char="○"/>
            </a:pPr>
            <a:r>
              <a:rPr lang="en-US"/>
              <a:t>The folder view is shared and by doing so will change other’s view</a:t>
            </a:r>
            <a:endParaRPr/>
          </a:p>
          <a:p>
            <a:pPr indent="0" lvl="0" marL="457200" rtl="0" algn="l">
              <a:lnSpc>
                <a:spcPct val="150000"/>
              </a:lnSpc>
              <a:spcBef>
                <a:spcPts val="1320"/>
              </a:spcBef>
              <a:spcAft>
                <a:spcPts val="0"/>
              </a:spcAft>
              <a:buNone/>
            </a:pPr>
            <a:r>
              <a:t/>
            </a:r>
            <a:endParaRPr/>
          </a:p>
          <a:p>
            <a:pPr indent="0" lvl="0" marL="0" rtl="0" algn="l">
              <a:lnSpc>
                <a:spcPct val="150000"/>
              </a:lnSpc>
              <a:spcBef>
                <a:spcPts val="132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3" name="Shape 173"/>
        <p:cNvGrpSpPr/>
        <p:nvPr/>
      </p:nvGrpSpPr>
      <p:grpSpPr>
        <a:xfrm>
          <a:off x="0" y="0"/>
          <a:ext cx="0" cy="0"/>
          <a:chOff x="0" y="0"/>
          <a:chExt cx="0" cy="0"/>
        </a:xfrm>
      </p:grpSpPr>
      <p:sp>
        <p:nvSpPr>
          <p:cNvPr id="174" name="Google Shape;174;p16"/>
          <p:cNvSpPr txBox="1"/>
          <p:nvPr>
            <p:ph type="title"/>
          </p:nvPr>
        </p:nvSpPr>
        <p:spPr>
          <a:xfrm>
            <a:off x="2524287" y="268819"/>
            <a:ext cx="7280116" cy="644102"/>
          </a:xfrm>
          <a:prstGeom prst="rect">
            <a:avLst/>
          </a:prstGeom>
          <a:noFill/>
          <a:ln>
            <a:noFill/>
          </a:ln>
        </p:spPr>
        <p:txBody>
          <a:bodyPr anchorCtr="0" anchor="t" bIns="50925" lIns="101850" spcFirstLastPara="1" rIns="101850" wrap="square" tIns="50925">
            <a:noAutofit/>
          </a:bodyPr>
          <a:lstStyle/>
          <a:p>
            <a:pPr indent="0" lvl="0" marL="0" marR="0" rtl="0" algn="r">
              <a:spcBef>
                <a:spcPts val="0"/>
              </a:spcBef>
              <a:spcAft>
                <a:spcPts val="0"/>
              </a:spcAft>
              <a:buNone/>
            </a:pPr>
            <a:r>
              <a:rPr b="1" i="0" lang="en-US" sz="1400" u="none" cap="none" strike="noStrike">
                <a:solidFill>
                  <a:schemeClr val="lt1"/>
                </a:solidFill>
                <a:latin typeface="Calibri"/>
                <a:ea typeface="Calibri"/>
                <a:cs typeface="Calibri"/>
                <a:sym typeface="Calibri"/>
              </a:rPr>
              <a:t>DISCLOSURES</a:t>
            </a:r>
            <a:br>
              <a:rPr b="1" i="0" lang="en-US" sz="1400" u="none" cap="none" strike="noStrike">
                <a:solidFill>
                  <a:schemeClr val="lt1"/>
                </a:solidFill>
                <a:latin typeface="Calibri"/>
                <a:ea typeface="Calibri"/>
                <a:cs typeface="Calibri"/>
                <a:sym typeface="Calibri"/>
              </a:rPr>
            </a:br>
            <a:r>
              <a:rPr b="0" i="0" lang="en-US" sz="1200" u="none" cap="none" strike="noStrike">
                <a:solidFill>
                  <a:schemeClr val="lt1"/>
                </a:solidFill>
                <a:latin typeface="Calibri"/>
                <a:ea typeface="Calibri"/>
                <a:cs typeface="Calibri"/>
                <a:sym typeface="Calibri"/>
              </a:rPr>
              <a:t>Important Notes</a:t>
            </a:r>
            <a:endParaRPr b="0" i="0" sz="1200" u="none" cap="none" strike="noStrike">
              <a:solidFill>
                <a:srgbClr val="FFFFFF"/>
              </a:solidFill>
              <a:latin typeface="Calibri"/>
              <a:ea typeface="Calibri"/>
              <a:cs typeface="Calibri"/>
              <a:sym typeface="Calibri"/>
            </a:endParaRPr>
          </a:p>
        </p:txBody>
      </p:sp>
      <p:sp>
        <p:nvSpPr>
          <p:cNvPr id="175" name="Google Shape;175;p16"/>
          <p:cNvSpPr txBox="1"/>
          <p:nvPr/>
        </p:nvSpPr>
        <p:spPr>
          <a:xfrm>
            <a:off x="266701" y="1567075"/>
            <a:ext cx="9525000" cy="3534314"/>
          </a:xfrm>
          <a:prstGeom prst="rect">
            <a:avLst/>
          </a:prstGeom>
          <a:noFill/>
          <a:ln>
            <a:noFill/>
          </a:ln>
        </p:spPr>
        <p:txBody>
          <a:bodyPr anchorCtr="0" anchor="t" bIns="50900" lIns="101825" spcFirstLastPara="1" rIns="101825" wrap="square" tIns="50900">
            <a:noAutofit/>
          </a:bodyPr>
          <a:lstStyle/>
          <a:p>
            <a:pPr indent="0" lvl="0" marL="0" marR="0" rtl="0" algn="l">
              <a:spcBef>
                <a:spcPts val="0"/>
              </a:spcBef>
              <a:spcAft>
                <a:spcPts val="0"/>
              </a:spcAft>
              <a:buNone/>
            </a:pPr>
            <a:r>
              <a:rPr b="0" i="0" lang="en-US" sz="1100" u="none" cap="none" strike="noStrike">
                <a:solidFill>
                  <a:schemeClr val="dk1"/>
                </a:solidFill>
                <a:latin typeface="Calibri"/>
                <a:ea typeface="Calibri"/>
                <a:cs typeface="Calibri"/>
                <a:sym typeface="Calibri"/>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endParaRPr/>
          </a:p>
          <a:p>
            <a:pPr indent="0" lvl="0" marL="0" marR="0" rtl="0" algn="l">
              <a:spcBef>
                <a:spcPts val="1210"/>
              </a:spcBef>
              <a:spcAft>
                <a:spcPts val="0"/>
              </a:spcAft>
              <a:buNone/>
            </a:pPr>
            <a:r>
              <a:rPr b="0" i="0" lang="en-US" sz="1100" u="none" cap="none" strike="noStrike">
                <a:solidFill>
                  <a:schemeClr val="dk1"/>
                </a:solidFill>
                <a:latin typeface="Calibri"/>
                <a:ea typeface="Calibri"/>
                <a:cs typeface="Calibri"/>
                <a:sym typeface="Calibri"/>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endParaRPr/>
          </a:p>
          <a:p>
            <a:pPr indent="0" lvl="0" marL="0" marR="0" rtl="0" algn="l">
              <a:spcBef>
                <a:spcPts val="1210"/>
              </a:spcBef>
              <a:spcAft>
                <a:spcPts val="0"/>
              </a:spcAft>
              <a:buNone/>
            </a:pPr>
            <a:r>
              <a:rPr b="0" i="0" lang="en-US" sz="1100" u="none" cap="none" strike="noStrike">
                <a:solidFill>
                  <a:schemeClr val="dk1"/>
                </a:solidFill>
                <a:latin typeface="Calibri"/>
                <a:ea typeface="Calibri"/>
                <a:cs typeface="Calibri"/>
                <a:sym typeface="Calibri"/>
              </a:rPr>
              <a:t>Portions of this document may contain commentary and/or data based on certain current assumptions by Cello Capital Management, LLC (“Cello”), which are subject to change at any time, as well as Cello's internal complex calculations. If one or more of these assumptions or calculations is incorrect, the information contained herein may unintentionally be inaccurate. </a:t>
            </a:r>
            <a:endParaRPr/>
          </a:p>
          <a:p>
            <a:pPr indent="0" lvl="0" marL="0" marR="0" rtl="0" algn="l">
              <a:spcBef>
                <a:spcPts val="1210"/>
              </a:spcBef>
              <a:spcAft>
                <a:spcPts val="0"/>
              </a:spcAft>
              <a:buNone/>
            </a:pPr>
            <a:r>
              <a:rPr b="0" i="0" lang="en-US" sz="1100" u="none" cap="none" strike="noStrike">
                <a:solidFill>
                  <a:schemeClr val="dk1"/>
                </a:solidFill>
                <a:latin typeface="Calibri"/>
                <a:ea typeface="Calibri"/>
                <a:cs typeface="Calibri"/>
                <a:sym typeface="Calibri"/>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a:p>
          <a:p>
            <a:pPr indent="0" lvl="0" marL="0" marR="0" rtl="0" algn="l">
              <a:spcBef>
                <a:spcPts val="1210"/>
              </a:spcBef>
              <a:spcAft>
                <a:spcPts val="0"/>
              </a:spcAft>
              <a:buNone/>
            </a:pPr>
            <a:r>
              <a:rPr b="0" i="0" lang="en-US" sz="1100" u="none" cap="none" strike="noStrike">
                <a:solidFill>
                  <a:schemeClr val="dk1"/>
                </a:solidFill>
                <a:latin typeface="Calibri"/>
                <a:ea typeface="Calibri"/>
                <a:cs typeface="Calibri"/>
                <a:sym typeface="Calibri"/>
              </a:rPr>
              <a:t>This 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invest based on these forward-looking statements and projections. </a:t>
            </a:r>
            <a:endParaRPr/>
          </a:p>
          <a:p>
            <a:pPr indent="0" lvl="0" marL="0" marR="0" rtl="0" algn="l">
              <a:spcBef>
                <a:spcPts val="1210"/>
              </a:spcBef>
              <a:spcAft>
                <a:spcPts val="0"/>
              </a:spcAft>
              <a:buNone/>
            </a:pPr>
            <a:r>
              <a:rPr b="0" i="0" lang="en-US" sz="1100" u="none" cap="none" strike="noStrike">
                <a:solidFill>
                  <a:schemeClr val="dk1"/>
                </a:solidFill>
                <a:latin typeface="Calibri"/>
                <a:ea typeface="Calibri"/>
                <a:cs typeface="Calibri"/>
                <a:sym typeface="Calibri"/>
              </a:rPr>
              <a:t>This document may contain references to certain internal Cello procedures and policies which are subject to change at any time. </a:t>
            </a:r>
            <a:endParaRPr/>
          </a:p>
          <a:p>
            <a:pPr indent="0" lvl="0" marL="0" marR="0" rtl="0" algn="l">
              <a:spcBef>
                <a:spcPts val="1210"/>
              </a:spcBef>
              <a:spcAft>
                <a:spcPts val="0"/>
              </a:spcAft>
              <a:buNone/>
            </a:pPr>
            <a:r>
              <a:rPr b="0" i="0" lang="en-US" sz="1100" u="none" cap="none" strike="noStrike">
                <a:solidFill>
                  <a:schemeClr val="dk1"/>
                </a:solidFill>
                <a:latin typeface="Calibri"/>
                <a:ea typeface="Calibri"/>
                <a:cs typeface="Calibri"/>
                <a:sym typeface="Calibri"/>
              </a:rPr>
              <a:t>No information or material contained herein may be reproduced, transmitted, displayed or commercially exploited without the prior written consent of Cello. All rights are reserved.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