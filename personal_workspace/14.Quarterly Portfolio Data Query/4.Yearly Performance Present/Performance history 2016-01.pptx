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Override2.xml" ContentType="application/vnd.openxmlformats-officedocument.themeOverr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heme/themeOverride3.xml" ContentType="application/vnd.openxmlformats-officedocument.themeOverr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olors2.xml" ContentType="application/vnd.ms-office.chartcolorstyle+xml"/>
  <Override PartName="/ppt/charts/style3.xml" ContentType="application/vnd.ms-office.chartstyle+xml"/>
  <Override PartName="/ppt/charts/colors3.xml" ContentType="application/vnd.ms-office.chartcolorstyle+xml"/>
  <Override PartName="/ppt/charts/style4.xml" ContentType="application/vnd.ms-office.chartstyle+xml"/>
  <Override PartName="/ppt/charts/colors4.xml" ContentType="application/vnd.ms-office.chartcolorstyle+xml"/>
  <Override PartName="/ppt/charts/style5.xml" ContentType="application/vnd.ms-office.chartstyle+xml"/>
  <Override PartName="/ppt/charts/colors5.xml" ContentType="application/vnd.ms-office.chartcolorstyle+xml"/>
  <Override PartName="/ppt/charts/style6.xml" ContentType="application/vnd.ms-office.chartstyle+xml"/>
  <Override PartName="/ppt/charts/colors6.xml" ContentType="application/vnd.ms-office.chartcolorstyle+xml"/>
  <Override PartName="/ppt/charts/style7.xml" ContentType="application/vnd.ms-office.chartstyle+xml"/>
  <Override PartName="/ppt/charts/colors7.xml" ContentType="application/vnd.ms-office.chartcolorstyle+xml"/>
  <Override PartName="/ppt/charts/style8.xml" ContentType="application/vnd.ms-office.chartstyle+xml"/>
  <Override PartName="/ppt/charts/colors8.xml" ContentType="application/vnd.ms-office.chartcolorstyle+xml"/>
  <Override PartName="/ppt/charts/style9.xml" ContentType="application/vnd.ms-office.chartstyle+xml"/>
  <Override PartName="/ppt/charts/colors9.xml" ContentType="application/vnd.ms-office.chartcolor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47" r:id="rId12"/>
    <p:sldMasterId id="2147483853" r:id="rId13"/>
    <p:sldMasterId id="2147483859" r:id="rId14"/>
  </p:sldMasterIdLst>
  <p:notesMasterIdLst>
    <p:notesMasterId r:id="rId21"/>
  </p:notesMasterIdLst>
  <p:handoutMasterIdLst>
    <p:handoutMasterId r:id="rId22"/>
  </p:handoutMasterIdLst>
  <p:sldIdLst>
    <p:sldId id="538" r:id="rId15"/>
    <p:sldId id="535" r:id="rId16"/>
    <p:sldId id="536" r:id="rId17"/>
    <p:sldId id="537" r:id="rId18"/>
    <p:sldId id="540" r:id="rId19"/>
    <p:sldId id="541" r:id="rId20"/>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8880"/>
    <a:srgbClr val="2E398A"/>
    <a:srgbClr val="000000"/>
    <a:srgbClr val="533D2D"/>
    <a:srgbClr val="533D23"/>
    <a:srgbClr val="996633"/>
    <a:srgbClr val="8C2B18"/>
    <a:srgbClr val="EFEBE4"/>
    <a:srgbClr val="090909"/>
    <a:srgbClr val="E51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9" autoAdjust="0"/>
    <p:restoredTop sz="95014" autoAdjust="0"/>
  </p:normalViewPr>
  <p:slideViewPr>
    <p:cSldViewPr snapToGrid="0" snapToObjects="1">
      <p:cViewPr>
        <p:scale>
          <a:sx n="150" d="100"/>
          <a:sy n="150" d="100"/>
        </p:scale>
        <p:origin x="-1884" y="-546"/>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2.xml"/><Relationship Id="rId20"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inv-relations$\Cello%20Marketing%20Materials\Data\Cello%20Fund\Quarterly%20Call\Data%20for%20Q2%202014%20Quarterly%20Call.xlsx" TargetMode="External"/></Relationships>
</file>

<file path=ppt/charts/_rels/chart4.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file:///C:\Users\james.edwards\Desktop\Cello%20Portfolio%20Risk%20Exporsure%20Report%202014-10-10%20HISTORY.xlsm" TargetMode="External"/></Relationships>
</file>

<file path=ppt/charts/_rels/chart5.xml.rels><?xml version="1.0" encoding="UTF-8" standalone="yes"?>
<Relationships xmlns="http://schemas.openxmlformats.org/package/2006/relationships"><Relationship Id="rId3" Type="http://schemas.microsoft.com/office/2011/relationships/chartStyle" Target="style3.xml"/><Relationship Id="rId2" Type="http://schemas.microsoft.com/office/2011/relationships/chartColorStyle" Target="colors3.xml"/><Relationship Id="rId1" Type="http://schemas.openxmlformats.org/officeDocument/2006/relationships/oleObject" Target="file:///C:\Users\james.edwards\Desktop\10%20Year%20Yilds.xlsx" TargetMode="Externa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2.xml"/></Relationships>
</file>

<file path=ppt/charts/_rels/chart7.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oleObject" Target="Book1"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cmnydc1\inv-relations$\Cello%20Marketing%20Materials\Data\Cello%20Fund\Quarterly%20Call\Data%20for%20Q2%202014%20Quarterly%20Call.xlsx" TargetMode="External"/></Relationships>
</file>

<file path=ppt/charts/_rels/chart9.xml.rels><?xml version="1.0" encoding="UTF-8" standalone="yes"?>
<Relationships xmlns="http://schemas.openxmlformats.org/package/2006/relationships"><Relationship Id="rId3" Type="http://schemas.microsoft.com/office/2011/relationships/chartStyle" Target="style5.xml"/><Relationship Id="rId2" Type="http://schemas.microsoft.com/office/2011/relationships/chartColorStyle" Target="colors5.xml"/><Relationship Id="rId1" Type="http://schemas.openxmlformats.org/officeDocument/2006/relationships/oleObject" Target="file:///C:\Users\james.edwards\Desktop\Cello%20Portfolio%20Risk%20Exporsure%20Report%202014-10-10%20HISTORY.xlsm" TargetMode="External"/></Relationships>
</file>

<file path=ppt/charts/_rels/chart10.xml.rels><?xml version="1.0" encoding="UTF-8" standalone="yes"?>
<Relationships xmlns="http://schemas.openxmlformats.org/package/2006/relationships"><Relationship Id="rId3" Type="http://schemas.microsoft.com/office/2011/relationships/chartStyle" Target="style6.xml"/><Relationship Id="rId2" Type="http://schemas.microsoft.com/office/2011/relationships/chartColorStyle" Target="colors6.xml"/><Relationship Id="rId1" Type="http://schemas.openxmlformats.org/officeDocument/2006/relationships/oleObject" Target="file:///C:\Users\james.edwards\Desktop\10%20Year%20Yilds.xlsx" TargetMode="Externa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3.xml"/></Relationships>
</file>

<file path=ppt/charts/_rels/chart12.xml.rels><?xml version="1.0" encoding="UTF-8" standalone="yes"?>
<Relationships xmlns="http://schemas.openxmlformats.org/package/2006/relationships"><Relationship Id="rId3" Type="http://schemas.microsoft.com/office/2011/relationships/chartStyle" Target="style7.xml"/><Relationship Id="rId2" Type="http://schemas.microsoft.com/office/2011/relationships/chartColorStyle" Target="colors7.xml"/><Relationship Id="rId1" Type="http://schemas.openxmlformats.org/officeDocument/2006/relationships/oleObject" Target="Book1"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cmnydc1\inv-relations$\Cello%20Marketing%20Materials\Data\Cello%20Fund\Quarterly%20Call\Data%20for%20Q2%202014%20Quarterly%20Call.xlsx" TargetMode="External"/></Relationships>
</file>

<file path=ppt/charts/_rels/chart14.xml.rels><?xml version="1.0" encoding="UTF-8" standalone="yes"?>
<Relationships xmlns="http://schemas.openxmlformats.org/package/2006/relationships"><Relationship Id="rId3" Type="http://schemas.microsoft.com/office/2011/relationships/chartStyle" Target="style8.xml"/><Relationship Id="rId2" Type="http://schemas.microsoft.com/office/2011/relationships/chartColorStyle" Target="colors8.xml"/><Relationship Id="rId1" Type="http://schemas.openxmlformats.org/officeDocument/2006/relationships/oleObject" Target="file:///C:\Users\james.edwards\Desktop\Cello%20Portfolio%20Risk%20Exporsure%20Report%202014-10-10%20HISTORY.xlsm" TargetMode="External"/></Relationships>
</file>

<file path=ppt/charts/_rels/chart15.xml.rels><?xml version="1.0" encoding="UTF-8" standalone="yes"?>
<Relationships xmlns="http://schemas.openxmlformats.org/package/2006/relationships"><Relationship Id="rId3" Type="http://schemas.microsoft.com/office/2011/relationships/chartStyle" Target="style9.xml"/><Relationship Id="rId2" Type="http://schemas.microsoft.com/office/2011/relationships/chartColorStyle" Target="colors9.xml"/><Relationship Id="rId1" Type="http://schemas.openxmlformats.org/officeDocument/2006/relationships/oleObject" Target="file:///C:\Users\james.edwards\Desktop\10%20Year%20Yilds.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cmnydc1\inv-relations$\Cello%20Marketing%20Materials\Data\Cello%20Fund\Cello%20Publication%20Data\Cello%20Publication%20Data%202015-04.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Book3"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Book4"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file:///C:\Users\james.edwards\Desktop\DV01%20Prepayment.xlsm" TargetMode="External"/></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396025117844481"/>
          <c:y val="3.6182298421014787E-2"/>
          <c:w val="0.80957830628433569"/>
          <c:h val="0.73332285123476526"/>
        </c:manualLayout>
      </c:layout>
      <c:barChart>
        <c:barDir val="col"/>
        <c:grouping val="percentStacked"/>
        <c:varyColors val="0"/>
        <c:ser>
          <c:idx val="0"/>
          <c:order val="0"/>
          <c:tx>
            <c:strRef>
              <c:f>'ERJ SUMMARY'!$D$54</c:f>
              <c:strCache>
                <c:ptCount val="1"/>
                <c:pt idx="0">
                  <c:v>Prepayment &amp; Spread Risk</c:v>
                </c:pt>
              </c:strCache>
            </c:strRef>
          </c:tx>
          <c:spPr>
            <a:solidFill>
              <a:srgbClr val="2E398A"/>
            </a:solidFill>
          </c:spPr>
          <c:invertIfNegative val="0"/>
          <c:cat>
            <c:numRef>
              <c:f>'ERJ SUMMARY'!$B$55:$B$71</c:f>
              <c:numCache>
                <c:formatCode>[$-409]mmm\-yy;@</c:formatCode>
                <c:ptCount val="17"/>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numCache>
            </c:numRef>
          </c:cat>
          <c:val>
            <c:numRef>
              <c:f>'ERJ SUMMARY'!$D$55:$D$71</c:f>
              <c:numCache>
                <c:formatCode>0.00%</c:formatCode>
                <c:ptCount val="17"/>
                <c:pt idx="0">
                  <c:v>0.70299999999999996</c:v>
                </c:pt>
                <c:pt idx="1">
                  <c:v>0.874</c:v>
                </c:pt>
                <c:pt idx="2">
                  <c:v>0.93</c:v>
                </c:pt>
                <c:pt idx="3">
                  <c:v>0.96</c:v>
                </c:pt>
                <c:pt idx="4">
                  <c:v>0.84899999999999998</c:v>
                </c:pt>
                <c:pt idx="5">
                  <c:v>0.96399999999999997</c:v>
                </c:pt>
                <c:pt idx="6">
                  <c:v>0.879</c:v>
                </c:pt>
                <c:pt idx="7">
                  <c:v>0.92800000000000005</c:v>
                </c:pt>
                <c:pt idx="8">
                  <c:v>0.96699999999999997</c:v>
                </c:pt>
                <c:pt idx="9">
                  <c:v>0.92300000000000004</c:v>
                </c:pt>
                <c:pt idx="10">
                  <c:v>0.77800000000000002</c:v>
                </c:pt>
                <c:pt idx="11">
                  <c:v>0.878</c:v>
                </c:pt>
                <c:pt idx="12">
                  <c:v>0.73699999999999999</c:v>
                </c:pt>
                <c:pt idx="13">
                  <c:v>0.90800000000000003</c:v>
                </c:pt>
                <c:pt idx="14">
                  <c:v>0.82099999999999995</c:v>
                </c:pt>
                <c:pt idx="15">
                  <c:v>0.83699999999999997</c:v>
                </c:pt>
                <c:pt idx="16">
                  <c:v>0.96199999999999997</c:v>
                </c:pt>
              </c:numCache>
            </c:numRef>
          </c:val>
        </c:ser>
        <c:ser>
          <c:idx val="1"/>
          <c:order val="1"/>
          <c:tx>
            <c:strRef>
              <c:f>'ERJ SUMMARY'!$C$54</c:f>
              <c:strCache>
                <c:ptCount val="1"/>
                <c:pt idx="0">
                  <c:v>Interest Rate Risk</c:v>
                </c:pt>
              </c:strCache>
            </c:strRef>
          </c:tx>
          <c:spPr>
            <a:solidFill>
              <a:srgbClr val="8891D5"/>
            </a:solidFill>
          </c:spPr>
          <c:invertIfNegative val="0"/>
          <c:cat>
            <c:numRef>
              <c:f>'ERJ SUMMARY'!$B$55:$B$71</c:f>
              <c:numCache>
                <c:formatCode>[$-409]mmm\-yy;@</c:formatCode>
                <c:ptCount val="17"/>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numCache>
            </c:numRef>
          </c:cat>
          <c:val>
            <c:numRef>
              <c:f>'ERJ SUMMARY'!$C$55:$C$71</c:f>
              <c:numCache>
                <c:formatCode>0.00%</c:formatCode>
                <c:ptCount val="17"/>
                <c:pt idx="0">
                  <c:v>0.29699999999999999</c:v>
                </c:pt>
                <c:pt idx="1">
                  <c:v>0.126</c:v>
                </c:pt>
                <c:pt idx="2">
                  <c:v>7.0000000000000007E-2</c:v>
                </c:pt>
                <c:pt idx="3">
                  <c:v>0.04</c:v>
                </c:pt>
                <c:pt idx="4">
                  <c:v>0.151</c:v>
                </c:pt>
                <c:pt idx="5">
                  <c:v>3.5999999999999997E-2</c:v>
                </c:pt>
                <c:pt idx="6">
                  <c:v>0.121</c:v>
                </c:pt>
                <c:pt idx="7">
                  <c:v>7.1999999999999995E-2</c:v>
                </c:pt>
                <c:pt idx="8">
                  <c:v>3.3000000000000002E-2</c:v>
                </c:pt>
                <c:pt idx="9">
                  <c:v>7.6999999999999999E-2</c:v>
                </c:pt>
                <c:pt idx="10">
                  <c:v>0.222</c:v>
                </c:pt>
                <c:pt idx="11">
                  <c:v>0.122</c:v>
                </c:pt>
                <c:pt idx="12">
                  <c:v>0.26300000000000001</c:v>
                </c:pt>
                <c:pt idx="13">
                  <c:v>9.1999999999999998E-2</c:v>
                </c:pt>
                <c:pt idx="14">
                  <c:v>0.17899999999999999</c:v>
                </c:pt>
                <c:pt idx="15">
                  <c:v>0.16300000000000001</c:v>
                </c:pt>
                <c:pt idx="16">
                  <c:v>3.7999999999999999E-2</c:v>
                </c:pt>
              </c:numCache>
            </c:numRef>
          </c:val>
        </c:ser>
        <c:dLbls>
          <c:showLegendKey val="0"/>
          <c:showVal val="0"/>
          <c:showCatName val="0"/>
          <c:showSerName val="0"/>
          <c:showPercent val="0"/>
          <c:showBubbleSize val="0"/>
        </c:dLbls>
        <c:gapWidth val="75"/>
        <c:overlap val="100"/>
        <c:axId val="98632832"/>
        <c:axId val="98634368"/>
      </c:barChart>
      <c:dateAx>
        <c:axId val="98632832"/>
        <c:scaling>
          <c:orientation val="minMax"/>
        </c:scaling>
        <c:delete val="0"/>
        <c:axPos val="b"/>
        <c:numFmt formatCode="mmm\ yy" sourceLinked="0"/>
        <c:majorTickMark val="none"/>
        <c:minorTickMark val="none"/>
        <c:tickLblPos val="nextTo"/>
        <c:crossAx val="98634368"/>
        <c:crosses val="autoZero"/>
        <c:auto val="1"/>
        <c:lblOffset val="100"/>
        <c:baseTimeUnit val="months"/>
        <c:majorUnit val="2"/>
        <c:majorTimeUnit val="months"/>
        <c:minorUnit val="1"/>
        <c:minorTimeUnit val="months"/>
      </c:dateAx>
      <c:valAx>
        <c:axId val="98634368"/>
        <c:scaling>
          <c:orientation val="minMax"/>
          <c:max val="1"/>
        </c:scaling>
        <c:delete val="0"/>
        <c:axPos val="l"/>
        <c:numFmt formatCode="0%" sourceLinked="0"/>
        <c:majorTickMark val="out"/>
        <c:minorTickMark val="none"/>
        <c:tickLblPos val="nextTo"/>
        <c:crossAx val="98632832"/>
        <c:crosses val="autoZero"/>
        <c:crossBetween val="between"/>
        <c:majorUnit val="0.2"/>
      </c:valAx>
    </c:plotArea>
    <c:legend>
      <c:legendPos val="b"/>
      <c:layout>
        <c:manualLayout>
          <c:xMode val="edge"/>
          <c:yMode val="edge"/>
          <c:x val="0.13359988242834933"/>
          <c:y val="0.81921411981991588"/>
          <c:w val="0.76125646576459272"/>
          <c:h val="0.1637193854810591"/>
        </c:manualLayout>
      </c:layout>
      <c:overlay val="0"/>
    </c:legend>
    <c:plotVisOnly val="1"/>
    <c:dispBlanksAs val="gap"/>
    <c:showDLblsOverMax val="0"/>
  </c:chart>
  <c:spPr>
    <a:ln>
      <a:noFill/>
    </a:ln>
  </c:spPr>
  <c:txPr>
    <a:bodyPr/>
    <a:lstStyle/>
    <a:p>
      <a:pPr>
        <a:defRPr sz="7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23495564211535"/>
          <c:y val="6.8216088254136914E-2"/>
          <c:w val="0.72280682962280263"/>
          <c:h val="0.70241094743455734"/>
        </c:manualLayout>
      </c:layout>
      <c:lineChart>
        <c:grouping val="standard"/>
        <c:varyColors val="0"/>
        <c:ser>
          <c:idx val="0"/>
          <c:order val="0"/>
          <c:spPr>
            <a:ln w="28575" cap="rnd">
              <a:solidFill>
                <a:schemeClr val="accent1"/>
              </a:solidFill>
              <a:round/>
            </a:ln>
            <a:effectLst/>
          </c:spPr>
          <c:marker>
            <c:symbol val="none"/>
          </c:marker>
          <c:cat>
            <c:numRef>
              <c:f>Sheet1!$F$5:$F$16</c:f>
              <c:numCache>
                <c:formatCode>mmm\-yy</c:formatCode>
                <c:ptCount val="12"/>
                <c:pt idx="0">
                  <c:v>40544</c:v>
                </c:pt>
                <c:pt idx="1">
                  <c:v>40575</c:v>
                </c:pt>
                <c:pt idx="2">
                  <c:v>40603</c:v>
                </c:pt>
                <c:pt idx="3">
                  <c:v>40634</c:v>
                </c:pt>
                <c:pt idx="4">
                  <c:v>40664</c:v>
                </c:pt>
                <c:pt idx="5">
                  <c:v>40695</c:v>
                </c:pt>
                <c:pt idx="6">
                  <c:v>40725</c:v>
                </c:pt>
                <c:pt idx="7">
                  <c:v>40756</c:v>
                </c:pt>
                <c:pt idx="8">
                  <c:v>40787</c:v>
                </c:pt>
                <c:pt idx="9">
                  <c:v>40817</c:v>
                </c:pt>
                <c:pt idx="10">
                  <c:v>40848</c:v>
                </c:pt>
                <c:pt idx="11">
                  <c:v>40878</c:v>
                </c:pt>
              </c:numCache>
            </c:numRef>
          </c:cat>
          <c:val>
            <c:numRef>
              <c:f>Sheet1!$G$5:$G$16</c:f>
              <c:numCache>
                <c:formatCode>#,##0.00</c:formatCode>
                <c:ptCount val="12"/>
                <c:pt idx="0">
                  <c:v>47582100.661585003</c:v>
                </c:pt>
                <c:pt idx="1">
                  <c:v>51549621.960215002</c:v>
                </c:pt>
                <c:pt idx="2">
                  <c:v>54861981.967603996</c:v>
                </c:pt>
                <c:pt idx="3">
                  <c:v>56450752.595940001</c:v>
                </c:pt>
                <c:pt idx="4">
                  <c:v>69373344.213695005</c:v>
                </c:pt>
                <c:pt idx="5">
                  <c:v>73727228.394044995</c:v>
                </c:pt>
                <c:pt idx="6">
                  <c:v>85233682.031179994</c:v>
                </c:pt>
                <c:pt idx="7">
                  <c:v>93932702.004443005</c:v>
                </c:pt>
                <c:pt idx="8">
                  <c:v>104669764.244738</c:v>
                </c:pt>
                <c:pt idx="9">
                  <c:v>103971451.54524</c:v>
                </c:pt>
                <c:pt idx="10">
                  <c:v>105211212.315245</c:v>
                </c:pt>
                <c:pt idx="11">
                  <c:v>104140303.04157101</c:v>
                </c:pt>
              </c:numCache>
            </c:numRef>
          </c:val>
          <c:smooth val="0"/>
        </c:ser>
        <c:dLbls>
          <c:showLegendKey val="0"/>
          <c:showVal val="0"/>
          <c:showCatName val="0"/>
          <c:showSerName val="0"/>
          <c:showPercent val="0"/>
          <c:showBubbleSize val="0"/>
        </c:dLbls>
        <c:marker val="1"/>
        <c:smooth val="0"/>
        <c:axId val="99956992"/>
        <c:axId val="99962880"/>
      </c:lineChart>
      <c:catAx>
        <c:axId val="99956992"/>
        <c:scaling>
          <c:orientation val="minMax"/>
        </c:scaling>
        <c:delete val="0"/>
        <c:axPos val="b"/>
        <c:numFmt formatCode="mmm\-yy"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99962880"/>
        <c:crosses val="autoZero"/>
        <c:auto val="0"/>
        <c:lblAlgn val="ctr"/>
        <c:lblOffset val="100"/>
        <c:tickLblSkip val="2"/>
        <c:tickMarkSkip val="2"/>
        <c:noMultiLvlLbl val="0"/>
      </c:catAx>
      <c:valAx>
        <c:axId val="99962880"/>
        <c:scaling>
          <c:orientation val="minMax"/>
          <c:min val="40000000"/>
        </c:scaling>
        <c:delete val="0"/>
        <c:axPos val="l"/>
        <c:numFmt formatCode="&quot;$&quot;#,##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ysClr val="windowText" lastClr="000000"/>
                </a:solidFill>
                <a:latin typeface="+mn-lt"/>
                <a:ea typeface="+mn-ea"/>
                <a:cs typeface="+mn-cs"/>
              </a:defRPr>
            </a:pPr>
            <a:endParaRPr lang="en-US"/>
          </a:p>
        </c:txPr>
        <c:crossAx val="99956992"/>
        <c:crosses val="autoZero"/>
        <c:crossBetween val="between"/>
        <c:dispUnits>
          <c:builtInUnit val="millions"/>
        </c:dispUnits>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'Bond-NAV and Invest%'!$F$3</c:f>
              <c:strCache>
                <c:ptCount val="1"/>
                <c:pt idx="0">
                  <c:v>Net IO (%)</c:v>
                </c:pt>
              </c:strCache>
            </c:strRef>
          </c:tx>
          <c:spPr>
            <a:ln>
              <a:solidFill>
                <a:srgbClr val="2E398A"/>
              </a:solidFill>
            </a:ln>
          </c:spPr>
          <c:marker>
            <c:symbol val="none"/>
          </c:marker>
          <c:cat>
            <c:numRef>
              <c:f>'Bond-NAV and Invest%'!$E$4:$E$130</c:f>
              <c:numCache>
                <c:formatCode>mm/dd/yy;@</c:formatCode>
                <c:ptCount val="127"/>
                <c:pt idx="0">
                  <c:v>40715</c:v>
                </c:pt>
                <c:pt idx="1">
                  <c:v>40718</c:v>
                </c:pt>
                <c:pt idx="2">
                  <c:v>40721</c:v>
                </c:pt>
                <c:pt idx="3">
                  <c:v>40722</c:v>
                </c:pt>
                <c:pt idx="4">
                  <c:v>40723</c:v>
                </c:pt>
                <c:pt idx="5">
                  <c:v>40724</c:v>
                </c:pt>
                <c:pt idx="6">
                  <c:v>40725</c:v>
                </c:pt>
                <c:pt idx="7">
                  <c:v>40729</c:v>
                </c:pt>
                <c:pt idx="8">
                  <c:v>40730</c:v>
                </c:pt>
                <c:pt idx="9">
                  <c:v>40731</c:v>
                </c:pt>
                <c:pt idx="10">
                  <c:v>40732</c:v>
                </c:pt>
                <c:pt idx="11">
                  <c:v>40735</c:v>
                </c:pt>
                <c:pt idx="12">
                  <c:v>40736</c:v>
                </c:pt>
                <c:pt idx="13">
                  <c:v>40737</c:v>
                </c:pt>
                <c:pt idx="14">
                  <c:v>40738</c:v>
                </c:pt>
                <c:pt idx="15">
                  <c:v>40739</c:v>
                </c:pt>
                <c:pt idx="16">
                  <c:v>40742</c:v>
                </c:pt>
                <c:pt idx="17">
                  <c:v>40743</c:v>
                </c:pt>
                <c:pt idx="18">
                  <c:v>40744</c:v>
                </c:pt>
                <c:pt idx="19">
                  <c:v>40745</c:v>
                </c:pt>
                <c:pt idx="20">
                  <c:v>40746</c:v>
                </c:pt>
                <c:pt idx="21">
                  <c:v>40749</c:v>
                </c:pt>
                <c:pt idx="22">
                  <c:v>40750</c:v>
                </c:pt>
                <c:pt idx="23">
                  <c:v>40751</c:v>
                </c:pt>
                <c:pt idx="24">
                  <c:v>40752</c:v>
                </c:pt>
                <c:pt idx="25">
                  <c:v>40753</c:v>
                </c:pt>
                <c:pt idx="26">
                  <c:v>40757</c:v>
                </c:pt>
                <c:pt idx="27">
                  <c:v>40758</c:v>
                </c:pt>
                <c:pt idx="28">
                  <c:v>40759</c:v>
                </c:pt>
                <c:pt idx="29">
                  <c:v>40760</c:v>
                </c:pt>
                <c:pt idx="30">
                  <c:v>40763</c:v>
                </c:pt>
                <c:pt idx="31">
                  <c:v>40764</c:v>
                </c:pt>
                <c:pt idx="32">
                  <c:v>40765</c:v>
                </c:pt>
                <c:pt idx="33">
                  <c:v>40766</c:v>
                </c:pt>
                <c:pt idx="34">
                  <c:v>40767</c:v>
                </c:pt>
                <c:pt idx="35">
                  <c:v>40770</c:v>
                </c:pt>
                <c:pt idx="36">
                  <c:v>40771</c:v>
                </c:pt>
                <c:pt idx="37">
                  <c:v>40772</c:v>
                </c:pt>
                <c:pt idx="38">
                  <c:v>40773</c:v>
                </c:pt>
                <c:pt idx="39">
                  <c:v>40774</c:v>
                </c:pt>
                <c:pt idx="40">
                  <c:v>40777</c:v>
                </c:pt>
                <c:pt idx="41">
                  <c:v>40778</c:v>
                </c:pt>
                <c:pt idx="42">
                  <c:v>40779</c:v>
                </c:pt>
                <c:pt idx="43">
                  <c:v>40780</c:v>
                </c:pt>
                <c:pt idx="44">
                  <c:v>40781</c:v>
                </c:pt>
                <c:pt idx="45">
                  <c:v>40784</c:v>
                </c:pt>
                <c:pt idx="46">
                  <c:v>40785</c:v>
                </c:pt>
                <c:pt idx="47">
                  <c:v>40786</c:v>
                </c:pt>
                <c:pt idx="48">
                  <c:v>40787</c:v>
                </c:pt>
                <c:pt idx="49">
                  <c:v>40788</c:v>
                </c:pt>
                <c:pt idx="50">
                  <c:v>40792</c:v>
                </c:pt>
                <c:pt idx="51">
                  <c:v>40793</c:v>
                </c:pt>
                <c:pt idx="52">
                  <c:v>40794</c:v>
                </c:pt>
                <c:pt idx="53">
                  <c:v>40795</c:v>
                </c:pt>
                <c:pt idx="54">
                  <c:v>40798</c:v>
                </c:pt>
                <c:pt idx="55">
                  <c:v>40799</c:v>
                </c:pt>
                <c:pt idx="56">
                  <c:v>40800</c:v>
                </c:pt>
                <c:pt idx="57">
                  <c:v>40801</c:v>
                </c:pt>
                <c:pt idx="58">
                  <c:v>40802</c:v>
                </c:pt>
                <c:pt idx="59">
                  <c:v>40805</c:v>
                </c:pt>
                <c:pt idx="60">
                  <c:v>40806</c:v>
                </c:pt>
                <c:pt idx="61">
                  <c:v>40807</c:v>
                </c:pt>
                <c:pt idx="62">
                  <c:v>40808</c:v>
                </c:pt>
                <c:pt idx="63">
                  <c:v>40809</c:v>
                </c:pt>
                <c:pt idx="64">
                  <c:v>40812</c:v>
                </c:pt>
                <c:pt idx="65">
                  <c:v>40814</c:v>
                </c:pt>
                <c:pt idx="66">
                  <c:v>40816</c:v>
                </c:pt>
                <c:pt idx="67">
                  <c:v>40819</c:v>
                </c:pt>
                <c:pt idx="68">
                  <c:v>40820</c:v>
                </c:pt>
                <c:pt idx="69">
                  <c:v>40821</c:v>
                </c:pt>
                <c:pt idx="70">
                  <c:v>40822</c:v>
                </c:pt>
                <c:pt idx="71">
                  <c:v>40823</c:v>
                </c:pt>
                <c:pt idx="72">
                  <c:v>40828</c:v>
                </c:pt>
                <c:pt idx="73">
                  <c:v>40829</c:v>
                </c:pt>
                <c:pt idx="74">
                  <c:v>40830</c:v>
                </c:pt>
                <c:pt idx="75">
                  <c:v>40833</c:v>
                </c:pt>
                <c:pt idx="76">
                  <c:v>40834</c:v>
                </c:pt>
                <c:pt idx="77">
                  <c:v>40835</c:v>
                </c:pt>
                <c:pt idx="78">
                  <c:v>40836</c:v>
                </c:pt>
                <c:pt idx="79">
                  <c:v>40837</c:v>
                </c:pt>
                <c:pt idx="80">
                  <c:v>40840</c:v>
                </c:pt>
                <c:pt idx="81">
                  <c:v>40841</c:v>
                </c:pt>
                <c:pt idx="82">
                  <c:v>40842</c:v>
                </c:pt>
                <c:pt idx="83">
                  <c:v>40843</c:v>
                </c:pt>
                <c:pt idx="84">
                  <c:v>40844</c:v>
                </c:pt>
                <c:pt idx="85">
                  <c:v>40847</c:v>
                </c:pt>
                <c:pt idx="86">
                  <c:v>40848</c:v>
                </c:pt>
                <c:pt idx="87">
                  <c:v>40849</c:v>
                </c:pt>
                <c:pt idx="88">
                  <c:v>40850</c:v>
                </c:pt>
                <c:pt idx="89">
                  <c:v>40851</c:v>
                </c:pt>
                <c:pt idx="90">
                  <c:v>40854</c:v>
                </c:pt>
                <c:pt idx="91">
                  <c:v>40855</c:v>
                </c:pt>
                <c:pt idx="92">
                  <c:v>40856</c:v>
                </c:pt>
                <c:pt idx="93">
                  <c:v>40857</c:v>
                </c:pt>
                <c:pt idx="94">
                  <c:v>40861</c:v>
                </c:pt>
                <c:pt idx="95">
                  <c:v>40862</c:v>
                </c:pt>
                <c:pt idx="96">
                  <c:v>40863</c:v>
                </c:pt>
                <c:pt idx="97">
                  <c:v>40864</c:v>
                </c:pt>
                <c:pt idx="98">
                  <c:v>40865</c:v>
                </c:pt>
                <c:pt idx="99">
                  <c:v>40868</c:v>
                </c:pt>
                <c:pt idx="100">
                  <c:v>40869</c:v>
                </c:pt>
                <c:pt idx="101">
                  <c:v>40870</c:v>
                </c:pt>
                <c:pt idx="102">
                  <c:v>40872</c:v>
                </c:pt>
                <c:pt idx="103">
                  <c:v>40875</c:v>
                </c:pt>
                <c:pt idx="104">
                  <c:v>40876</c:v>
                </c:pt>
                <c:pt idx="105">
                  <c:v>40877</c:v>
                </c:pt>
                <c:pt idx="106">
                  <c:v>40878</c:v>
                </c:pt>
                <c:pt idx="107">
                  <c:v>40879</c:v>
                </c:pt>
                <c:pt idx="108">
                  <c:v>40882</c:v>
                </c:pt>
                <c:pt idx="109">
                  <c:v>40883</c:v>
                </c:pt>
                <c:pt idx="110">
                  <c:v>40884</c:v>
                </c:pt>
                <c:pt idx="111">
                  <c:v>40885</c:v>
                </c:pt>
                <c:pt idx="112">
                  <c:v>40886</c:v>
                </c:pt>
                <c:pt idx="113">
                  <c:v>40889</c:v>
                </c:pt>
                <c:pt idx="114">
                  <c:v>40890</c:v>
                </c:pt>
                <c:pt idx="115">
                  <c:v>40891</c:v>
                </c:pt>
                <c:pt idx="116">
                  <c:v>40892</c:v>
                </c:pt>
                <c:pt idx="117">
                  <c:v>40893</c:v>
                </c:pt>
                <c:pt idx="118">
                  <c:v>40896</c:v>
                </c:pt>
                <c:pt idx="119">
                  <c:v>40897</c:v>
                </c:pt>
                <c:pt idx="120">
                  <c:v>40898</c:v>
                </c:pt>
                <c:pt idx="121">
                  <c:v>40899</c:v>
                </c:pt>
                <c:pt idx="122">
                  <c:v>40900</c:v>
                </c:pt>
                <c:pt idx="123">
                  <c:v>40904</c:v>
                </c:pt>
                <c:pt idx="124">
                  <c:v>40905</c:v>
                </c:pt>
                <c:pt idx="125">
                  <c:v>40906</c:v>
                </c:pt>
                <c:pt idx="126">
                  <c:v>40907</c:v>
                </c:pt>
              </c:numCache>
            </c:numRef>
          </c:cat>
          <c:val>
            <c:numRef>
              <c:f>'Bond-NAV and Invest%'!$F$4:$F$130</c:f>
              <c:numCache>
                <c:formatCode>General</c:formatCode>
                <c:ptCount val="127"/>
                <c:pt idx="0">
                  <c:v>20.33089</c:v>
                </c:pt>
                <c:pt idx="1">
                  <c:v>19.606809999999999</c:v>
                </c:pt>
                <c:pt idx="2">
                  <c:v>19.897186000000001</c:v>
                </c:pt>
                <c:pt idx="3">
                  <c:v>20.187017999999998</c:v>
                </c:pt>
                <c:pt idx="4">
                  <c:v>20.021044</c:v>
                </c:pt>
                <c:pt idx="5">
                  <c:v>19.766183000000002</c:v>
                </c:pt>
                <c:pt idx="6">
                  <c:v>22.318912999999998</c:v>
                </c:pt>
                <c:pt idx="7">
                  <c:v>26.820893999999999</c:v>
                </c:pt>
                <c:pt idx="8">
                  <c:v>30.310095</c:v>
                </c:pt>
                <c:pt idx="9">
                  <c:v>36.379128999999999</c:v>
                </c:pt>
                <c:pt idx="10">
                  <c:v>37.902602999999999</c:v>
                </c:pt>
                <c:pt idx="11">
                  <c:v>42.162928000000001</c:v>
                </c:pt>
                <c:pt idx="12">
                  <c:v>41.147804000000001</c:v>
                </c:pt>
                <c:pt idx="13">
                  <c:v>44.905974999999998</c:v>
                </c:pt>
                <c:pt idx="14">
                  <c:v>36.255845999999998</c:v>
                </c:pt>
                <c:pt idx="15">
                  <c:v>35.959994000000002</c:v>
                </c:pt>
                <c:pt idx="16">
                  <c:v>37.468341000000002</c:v>
                </c:pt>
                <c:pt idx="17">
                  <c:v>32.747776000000002</c:v>
                </c:pt>
                <c:pt idx="18">
                  <c:v>33.102518000000003</c:v>
                </c:pt>
                <c:pt idx="19">
                  <c:v>31.084985</c:v>
                </c:pt>
                <c:pt idx="20">
                  <c:v>30.843178000000002</c:v>
                </c:pt>
                <c:pt idx="21">
                  <c:v>31.379259000000001</c:v>
                </c:pt>
                <c:pt idx="22">
                  <c:v>30.980988</c:v>
                </c:pt>
                <c:pt idx="23">
                  <c:v>31.372109999999999</c:v>
                </c:pt>
                <c:pt idx="24">
                  <c:v>30.915448000000001</c:v>
                </c:pt>
                <c:pt idx="25">
                  <c:v>29.742616000000002</c:v>
                </c:pt>
                <c:pt idx="26">
                  <c:v>25.865811999999998</c:v>
                </c:pt>
                <c:pt idx="27">
                  <c:v>24.972211000000001</c:v>
                </c:pt>
                <c:pt idx="28">
                  <c:v>17.053411000000001</c:v>
                </c:pt>
                <c:pt idx="29">
                  <c:v>18.771122999999999</c:v>
                </c:pt>
                <c:pt idx="30">
                  <c:v>17.525656000000001</c:v>
                </c:pt>
                <c:pt idx="31">
                  <c:v>15.310325000000001</c:v>
                </c:pt>
                <c:pt idx="32">
                  <c:v>15.045192999999999</c:v>
                </c:pt>
                <c:pt idx="33">
                  <c:v>22.103808999999998</c:v>
                </c:pt>
                <c:pt idx="34">
                  <c:v>23.337927000000001</c:v>
                </c:pt>
                <c:pt idx="35">
                  <c:v>23.609508999999999</c:v>
                </c:pt>
                <c:pt idx="36">
                  <c:v>22.462755999999999</c:v>
                </c:pt>
                <c:pt idx="37">
                  <c:v>21.879242000000001</c:v>
                </c:pt>
                <c:pt idx="38">
                  <c:v>23.664057</c:v>
                </c:pt>
                <c:pt idx="39">
                  <c:v>24.476997999999998</c:v>
                </c:pt>
                <c:pt idx="40">
                  <c:v>24.961345000000001</c:v>
                </c:pt>
                <c:pt idx="41">
                  <c:v>26.018439000000001</c:v>
                </c:pt>
                <c:pt idx="42">
                  <c:v>30.531929999999999</c:v>
                </c:pt>
                <c:pt idx="43">
                  <c:v>30.837602</c:v>
                </c:pt>
                <c:pt idx="44">
                  <c:v>30.166461999999999</c:v>
                </c:pt>
                <c:pt idx="45">
                  <c:v>30.820042000000001</c:v>
                </c:pt>
                <c:pt idx="46">
                  <c:v>29.887865999999999</c:v>
                </c:pt>
                <c:pt idx="47">
                  <c:v>29.690367999999999</c:v>
                </c:pt>
                <c:pt idx="48">
                  <c:v>26.635204999999999</c:v>
                </c:pt>
                <c:pt idx="49">
                  <c:v>25.645399999999999</c:v>
                </c:pt>
                <c:pt idx="50">
                  <c:v>25.942836</c:v>
                </c:pt>
                <c:pt idx="51">
                  <c:v>28.663927000000001</c:v>
                </c:pt>
                <c:pt idx="52">
                  <c:v>29.233640999999999</c:v>
                </c:pt>
                <c:pt idx="53">
                  <c:v>27.440456999999999</c:v>
                </c:pt>
                <c:pt idx="54">
                  <c:v>27.668396999999999</c:v>
                </c:pt>
                <c:pt idx="55">
                  <c:v>29.040528999999999</c:v>
                </c:pt>
                <c:pt idx="56">
                  <c:v>37.790049000000003</c:v>
                </c:pt>
                <c:pt idx="57">
                  <c:v>37.756556000000003</c:v>
                </c:pt>
                <c:pt idx="58">
                  <c:v>37.488397999999997</c:v>
                </c:pt>
                <c:pt idx="59">
                  <c:v>33.164568000000003</c:v>
                </c:pt>
                <c:pt idx="60">
                  <c:v>32.545991999999998</c:v>
                </c:pt>
                <c:pt idx="61">
                  <c:v>29.752154999999998</c:v>
                </c:pt>
                <c:pt idx="62">
                  <c:v>30.463152999999998</c:v>
                </c:pt>
                <c:pt idx="63">
                  <c:v>31.401596999999999</c:v>
                </c:pt>
                <c:pt idx="64">
                  <c:v>32.438952</c:v>
                </c:pt>
                <c:pt idx="65">
                  <c:v>32.814168000000002</c:v>
                </c:pt>
                <c:pt idx="66">
                  <c:v>27.380379999999999</c:v>
                </c:pt>
                <c:pt idx="67">
                  <c:v>26.856458</c:v>
                </c:pt>
                <c:pt idx="68">
                  <c:v>27.158337</c:v>
                </c:pt>
                <c:pt idx="69">
                  <c:v>27.391197999999999</c:v>
                </c:pt>
                <c:pt idx="70">
                  <c:v>29.420869</c:v>
                </c:pt>
                <c:pt idx="71">
                  <c:v>32.486516999999999</c:v>
                </c:pt>
                <c:pt idx="72">
                  <c:v>30.500197</c:v>
                </c:pt>
                <c:pt idx="73">
                  <c:v>31.227035000000001</c:v>
                </c:pt>
                <c:pt idx="74">
                  <c:v>31.194697999999999</c:v>
                </c:pt>
                <c:pt idx="75">
                  <c:v>30.638283000000001</c:v>
                </c:pt>
                <c:pt idx="76">
                  <c:v>30.207958999999999</c:v>
                </c:pt>
                <c:pt idx="77">
                  <c:v>30.034037999999999</c:v>
                </c:pt>
                <c:pt idx="78">
                  <c:v>30.140771000000001</c:v>
                </c:pt>
                <c:pt idx="79">
                  <c:v>30.062604</c:v>
                </c:pt>
                <c:pt idx="80">
                  <c:v>29.104495</c:v>
                </c:pt>
                <c:pt idx="81">
                  <c:v>28.595524999999999</c:v>
                </c:pt>
                <c:pt idx="82">
                  <c:v>28.816284</c:v>
                </c:pt>
                <c:pt idx="83">
                  <c:v>24.641459999999999</c:v>
                </c:pt>
                <c:pt idx="84">
                  <c:v>24.461486000000001</c:v>
                </c:pt>
                <c:pt idx="85">
                  <c:v>24.727782000000001</c:v>
                </c:pt>
                <c:pt idx="86">
                  <c:v>24.126123</c:v>
                </c:pt>
                <c:pt idx="87">
                  <c:v>23.951633000000001</c:v>
                </c:pt>
                <c:pt idx="88">
                  <c:v>26.250512000000001</c:v>
                </c:pt>
                <c:pt idx="89">
                  <c:v>27.191983</c:v>
                </c:pt>
                <c:pt idx="90">
                  <c:v>28.720333</c:v>
                </c:pt>
                <c:pt idx="91">
                  <c:v>29.618801999999999</c:v>
                </c:pt>
                <c:pt idx="92">
                  <c:v>29.163219999999999</c:v>
                </c:pt>
                <c:pt idx="93">
                  <c:v>31.181479</c:v>
                </c:pt>
                <c:pt idx="94">
                  <c:v>30.749237000000001</c:v>
                </c:pt>
                <c:pt idx="95">
                  <c:v>39.320613000000002</c:v>
                </c:pt>
                <c:pt idx="96">
                  <c:v>37.260604999999998</c:v>
                </c:pt>
                <c:pt idx="97">
                  <c:v>42.08381</c:v>
                </c:pt>
                <c:pt idx="98">
                  <c:v>42.411186999999998</c:v>
                </c:pt>
                <c:pt idx="99">
                  <c:v>51.426279000000001</c:v>
                </c:pt>
                <c:pt idx="100">
                  <c:v>50.289430000000003</c:v>
                </c:pt>
                <c:pt idx="101">
                  <c:v>48.978382000000003</c:v>
                </c:pt>
                <c:pt idx="102">
                  <c:v>50.894286999999998</c:v>
                </c:pt>
                <c:pt idx="103">
                  <c:v>50.023432</c:v>
                </c:pt>
                <c:pt idx="104">
                  <c:v>50.310017999999999</c:v>
                </c:pt>
                <c:pt idx="105">
                  <c:v>51.034117999999999</c:v>
                </c:pt>
                <c:pt idx="106">
                  <c:v>52.044893000000002</c:v>
                </c:pt>
                <c:pt idx="107">
                  <c:v>50.305019999999999</c:v>
                </c:pt>
                <c:pt idx="108">
                  <c:v>50.448777</c:v>
                </c:pt>
                <c:pt idx="109">
                  <c:v>50.824134999999998</c:v>
                </c:pt>
                <c:pt idx="110">
                  <c:v>57.467913000000003</c:v>
                </c:pt>
                <c:pt idx="111">
                  <c:v>54.895358999999999</c:v>
                </c:pt>
                <c:pt idx="112">
                  <c:v>54.351360999999997</c:v>
                </c:pt>
                <c:pt idx="113">
                  <c:v>53.726768</c:v>
                </c:pt>
                <c:pt idx="114">
                  <c:v>54.398015999999998</c:v>
                </c:pt>
                <c:pt idx="115">
                  <c:v>52.159030999999999</c:v>
                </c:pt>
                <c:pt idx="116">
                  <c:v>52.976100000000002</c:v>
                </c:pt>
                <c:pt idx="117">
                  <c:v>51.426475000000003</c:v>
                </c:pt>
                <c:pt idx="118">
                  <c:v>47.898558000000001</c:v>
                </c:pt>
                <c:pt idx="119">
                  <c:v>52.730102000000002</c:v>
                </c:pt>
                <c:pt idx="120">
                  <c:v>53.721972999999998</c:v>
                </c:pt>
                <c:pt idx="121">
                  <c:v>52.352410999999996</c:v>
                </c:pt>
                <c:pt idx="122">
                  <c:v>54.209950999999997</c:v>
                </c:pt>
                <c:pt idx="123">
                  <c:v>53.771214999999998</c:v>
                </c:pt>
                <c:pt idx="124">
                  <c:v>50.851461999999998</c:v>
                </c:pt>
                <c:pt idx="125">
                  <c:v>50.723084999999998</c:v>
                </c:pt>
                <c:pt idx="126">
                  <c:v>52.039369000000001</c:v>
                </c:pt>
              </c:numCache>
            </c:numRef>
          </c:val>
          <c:smooth val="0"/>
        </c:ser>
        <c:ser>
          <c:idx val="1"/>
          <c:order val="1"/>
          <c:tx>
            <c:strRef>
              <c:f>'Bond-NAV and Invest%'!$G$3</c:f>
              <c:strCache>
                <c:ptCount val="1"/>
                <c:pt idx="0">
                  <c:v>CMO/NAV (%)</c:v>
                </c:pt>
              </c:strCache>
            </c:strRef>
          </c:tx>
          <c:spPr>
            <a:ln>
              <a:solidFill>
                <a:srgbClr val="968880"/>
              </a:solidFill>
            </a:ln>
          </c:spPr>
          <c:marker>
            <c:symbol val="none"/>
          </c:marker>
          <c:cat>
            <c:numRef>
              <c:f>'Bond-NAV and Invest%'!$E$4:$E$130</c:f>
              <c:numCache>
                <c:formatCode>mm/dd/yy;@</c:formatCode>
                <c:ptCount val="127"/>
                <c:pt idx="0">
                  <c:v>40715</c:v>
                </c:pt>
                <c:pt idx="1">
                  <c:v>40718</c:v>
                </c:pt>
                <c:pt idx="2">
                  <c:v>40721</c:v>
                </c:pt>
                <c:pt idx="3">
                  <c:v>40722</c:v>
                </c:pt>
                <c:pt idx="4">
                  <c:v>40723</c:v>
                </c:pt>
                <c:pt idx="5">
                  <c:v>40724</c:v>
                </c:pt>
                <c:pt idx="6">
                  <c:v>40725</c:v>
                </c:pt>
                <c:pt idx="7">
                  <c:v>40729</c:v>
                </c:pt>
                <c:pt idx="8">
                  <c:v>40730</c:v>
                </c:pt>
                <c:pt idx="9">
                  <c:v>40731</c:v>
                </c:pt>
                <c:pt idx="10">
                  <c:v>40732</c:v>
                </c:pt>
                <c:pt idx="11">
                  <c:v>40735</c:v>
                </c:pt>
                <c:pt idx="12">
                  <c:v>40736</c:v>
                </c:pt>
                <c:pt idx="13">
                  <c:v>40737</c:v>
                </c:pt>
                <c:pt idx="14">
                  <c:v>40738</c:v>
                </c:pt>
                <c:pt idx="15">
                  <c:v>40739</c:v>
                </c:pt>
                <c:pt idx="16">
                  <c:v>40742</c:v>
                </c:pt>
                <c:pt idx="17">
                  <c:v>40743</c:v>
                </c:pt>
                <c:pt idx="18">
                  <c:v>40744</c:v>
                </c:pt>
                <c:pt idx="19">
                  <c:v>40745</c:v>
                </c:pt>
                <c:pt idx="20">
                  <c:v>40746</c:v>
                </c:pt>
                <c:pt idx="21">
                  <c:v>40749</c:v>
                </c:pt>
                <c:pt idx="22">
                  <c:v>40750</c:v>
                </c:pt>
                <c:pt idx="23">
                  <c:v>40751</c:v>
                </c:pt>
                <c:pt idx="24">
                  <c:v>40752</c:v>
                </c:pt>
                <c:pt idx="25">
                  <c:v>40753</c:v>
                </c:pt>
                <c:pt idx="26">
                  <c:v>40757</c:v>
                </c:pt>
                <c:pt idx="27">
                  <c:v>40758</c:v>
                </c:pt>
                <c:pt idx="28">
                  <c:v>40759</c:v>
                </c:pt>
                <c:pt idx="29">
                  <c:v>40760</c:v>
                </c:pt>
                <c:pt idx="30">
                  <c:v>40763</c:v>
                </c:pt>
                <c:pt idx="31">
                  <c:v>40764</c:v>
                </c:pt>
                <c:pt idx="32">
                  <c:v>40765</c:v>
                </c:pt>
                <c:pt idx="33">
                  <c:v>40766</c:v>
                </c:pt>
                <c:pt idx="34">
                  <c:v>40767</c:v>
                </c:pt>
                <c:pt idx="35">
                  <c:v>40770</c:v>
                </c:pt>
                <c:pt idx="36">
                  <c:v>40771</c:v>
                </c:pt>
                <c:pt idx="37">
                  <c:v>40772</c:v>
                </c:pt>
                <c:pt idx="38">
                  <c:v>40773</c:v>
                </c:pt>
                <c:pt idx="39">
                  <c:v>40774</c:v>
                </c:pt>
                <c:pt idx="40">
                  <c:v>40777</c:v>
                </c:pt>
                <c:pt idx="41">
                  <c:v>40778</c:v>
                </c:pt>
                <c:pt idx="42">
                  <c:v>40779</c:v>
                </c:pt>
                <c:pt idx="43">
                  <c:v>40780</c:v>
                </c:pt>
                <c:pt idx="44">
                  <c:v>40781</c:v>
                </c:pt>
                <c:pt idx="45">
                  <c:v>40784</c:v>
                </c:pt>
                <c:pt idx="46">
                  <c:v>40785</c:v>
                </c:pt>
                <c:pt idx="47">
                  <c:v>40786</c:v>
                </c:pt>
                <c:pt idx="48">
                  <c:v>40787</c:v>
                </c:pt>
                <c:pt idx="49">
                  <c:v>40788</c:v>
                </c:pt>
                <c:pt idx="50">
                  <c:v>40792</c:v>
                </c:pt>
                <c:pt idx="51">
                  <c:v>40793</c:v>
                </c:pt>
                <c:pt idx="52">
                  <c:v>40794</c:v>
                </c:pt>
                <c:pt idx="53">
                  <c:v>40795</c:v>
                </c:pt>
                <c:pt idx="54">
                  <c:v>40798</c:v>
                </c:pt>
                <c:pt idx="55">
                  <c:v>40799</c:v>
                </c:pt>
                <c:pt idx="56">
                  <c:v>40800</c:v>
                </c:pt>
                <c:pt idx="57">
                  <c:v>40801</c:v>
                </c:pt>
                <c:pt idx="58">
                  <c:v>40802</c:v>
                </c:pt>
                <c:pt idx="59">
                  <c:v>40805</c:v>
                </c:pt>
                <c:pt idx="60">
                  <c:v>40806</c:v>
                </c:pt>
                <c:pt idx="61">
                  <c:v>40807</c:v>
                </c:pt>
                <c:pt idx="62">
                  <c:v>40808</c:v>
                </c:pt>
                <c:pt idx="63">
                  <c:v>40809</c:v>
                </c:pt>
                <c:pt idx="64">
                  <c:v>40812</c:v>
                </c:pt>
                <c:pt idx="65">
                  <c:v>40814</c:v>
                </c:pt>
                <c:pt idx="66">
                  <c:v>40816</c:v>
                </c:pt>
                <c:pt idx="67">
                  <c:v>40819</c:v>
                </c:pt>
                <c:pt idx="68">
                  <c:v>40820</c:v>
                </c:pt>
                <c:pt idx="69">
                  <c:v>40821</c:v>
                </c:pt>
                <c:pt idx="70">
                  <c:v>40822</c:v>
                </c:pt>
                <c:pt idx="71">
                  <c:v>40823</c:v>
                </c:pt>
                <c:pt idx="72">
                  <c:v>40828</c:v>
                </c:pt>
                <c:pt idx="73">
                  <c:v>40829</c:v>
                </c:pt>
                <c:pt idx="74">
                  <c:v>40830</c:v>
                </c:pt>
                <c:pt idx="75">
                  <c:v>40833</c:v>
                </c:pt>
                <c:pt idx="76">
                  <c:v>40834</c:v>
                </c:pt>
                <c:pt idx="77">
                  <c:v>40835</c:v>
                </c:pt>
                <c:pt idx="78">
                  <c:v>40836</c:v>
                </c:pt>
                <c:pt idx="79">
                  <c:v>40837</c:v>
                </c:pt>
                <c:pt idx="80">
                  <c:v>40840</c:v>
                </c:pt>
                <c:pt idx="81">
                  <c:v>40841</c:v>
                </c:pt>
                <c:pt idx="82">
                  <c:v>40842</c:v>
                </c:pt>
                <c:pt idx="83">
                  <c:v>40843</c:v>
                </c:pt>
                <c:pt idx="84">
                  <c:v>40844</c:v>
                </c:pt>
                <c:pt idx="85">
                  <c:v>40847</c:v>
                </c:pt>
                <c:pt idx="86">
                  <c:v>40848</c:v>
                </c:pt>
                <c:pt idx="87">
                  <c:v>40849</c:v>
                </c:pt>
                <c:pt idx="88">
                  <c:v>40850</c:v>
                </c:pt>
                <c:pt idx="89">
                  <c:v>40851</c:v>
                </c:pt>
                <c:pt idx="90">
                  <c:v>40854</c:v>
                </c:pt>
                <c:pt idx="91">
                  <c:v>40855</c:v>
                </c:pt>
                <c:pt idx="92">
                  <c:v>40856</c:v>
                </c:pt>
                <c:pt idx="93">
                  <c:v>40857</c:v>
                </c:pt>
                <c:pt idx="94">
                  <c:v>40861</c:v>
                </c:pt>
                <c:pt idx="95">
                  <c:v>40862</c:v>
                </c:pt>
                <c:pt idx="96">
                  <c:v>40863</c:v>
                </c:pt>
                <c:pt idx="97">
                  <c:v>40864</c:v>
                </c:pt>
                <c:pt idx="98">
                  <c:v>40865</c:v>
                </c:pt>
                <c:pt idx="99">
                  <c:v>40868</c:v>
                </c:pt>
                <c:pt idx="100">
                  <c:v>40869</c:v>
                </c:pt>
                <c:pt idx="101">
                  <c:v>40870</c:v>
                </c:pt>
                <c:pt idx="102">
                  <c:v>40872</c:v>
                </c:pt>
                <c:pt idx="103">
                  <c:v>40875</c:v>
                </c:pt>
                <c:pt idx="104">
                  <c:v>40876</c:v>
                </c:pt>
                <c:pt idx="105">
                  <c:v>40877</c:v>
                </c:pt>
                <c:pt idx="106">
                  <c:v>40878</c:v>
                </c:pt>
                <c:pt idx="107">
                  <c:v>40879</c:v>
                </c:pt>
                <c:pt idx="108">
                  <c:v>40882</c:v>
                </c:pt>
                <c:pt idx="109">
                  <c:v>40883</c:v>
                </c:pt>
                <c:pt idx="110">
                  <c:v>40884</c:v>
                </c:pt>
                <c:pt idx="111">
                  <c:v>40885</c:v>
                </c:pt>
                <c:pt idx="112">
                  <c:v>40886</c:v>
                </c:pt>
                <c:pt idx="113">
                  <c:v>40889</c:v>
                </c:pt>
                <c:pt idx="114">
                  <c:v>40890</c:v>
                </c:pt>
                <c:pt idx="115">
                  <c:v>40891</c:v>
                </c:pt>
                <c:pt idx="116">
                  <c:v>40892</c:v>
                </c:pt>
                <c:pt idx="117">
                  <c:v>40893</c:v>
                </c:pt>
                <c:pt idx="118">
                  <c:v>40896</c:v>
                </c:pt>
                <c:pt idx="119">
                  <c:v>40897</c:v>
                </c:pt>
                <c:pt idx="120">
                  <c:v>40898</c:v>
                </c:pt>
                <c:pt idx="121">
                  <c:v>40899</c:v>
                </c:pt>
                <c:pt idx="122">
                  <c:v>40900</c:v>
                </c:pt>
                <c:pt idx="123">
                  <c:v>40904</c:v>
                </c:pt>
                <c:pt idx="124">
                  <c:v>40905</c:v>
                </c:pt>
                <c:pt idx="125">
                  <c:v>40906</c:v>
                </c:pt>
                <c:pt idx="126">
                  <c:v>40907</c:v>
                </c:pt>
              </c:numCache>
            </c:numRef>
          </c:cat>
          <c:val>
            <c:numRef>
              <c:f>'Bond-NAV and Invest%'!$G$131:$G$377</c:f>
              <c:numCache>
                <c:formatCode>General</c:formatCode>
                <c:ptCount val="247"/>
                <c:pt idx="0">
                  <c:v>72.241182539854904</c:v>
                </c:pt>
                <c:pt idx="1">
                  <c:v>71.69164768731396</c:v>
                </c:pt>
                <c:pt idx="2">
                  <c:v>70.838106019629649</c:v>
                </c:pt>
                <c:pt idx="3">
                  <c:v>71.350231320754787</c:v>
                </c:pt>
                <c:pt idx="4">
                  <c:v>73.249893569629066</c:v>
                </c:pt>
                <c:pt idx="5">
                  <c:v>72.372964782053131</c:v>
                </c:pt>
                <c:pt idx="6">
                  <c:v>72.592047423733817</c:v>
                </c:pt>
                <c:pt idx="7">
                  <c:v>69.025299062678371</c:v>
                </c:pt>
                <c:pt idx="8">
                  <c:v>64.549007657548813</c:v>
                </c:pt>
                <c:pt idx="9">
                  <c:v>64.972547436007645</c:v>
                </c:pt>
                <c:pt idx="10">
                  <c:v>65.573822900215973</c:v>
                </c:pt>
                <c:pt idx="11">
                  <c:v>65.696388333909084</c:v>
                </c:pt>
                <c:pt idx="12">
                  <c:v>65.006409915256043</c:v>
                </c:pt>
                <c:pt idx="13">
                  <c:v>63.081148046133883</c:v>
                </c:pt>
                <c:pt idx="14">
                  <c:v>62.130413149191213</c:v>
                </c:pt>
                <c:pt idx="15">
                  <c:v>53.640461148427931</c:v>
                </c:pt>
                <c:pt idx="16">
                  <c:v>52.909782893054846</c:v>
                </c:pt>
                <c:pt idx="17">
                  <c:v>40.071413405014709</c:v>
                </c:pt>
                <c:pt idx="18">
                  <c:v>45.054581699885262</c:v>
                </c:pt>
                <c:pt idx="19">
                  <c:v>50.133268781091154</c:v>
                </c:pt>
                <c:pt idx="20">
                  <c:v>49.673145877128</c:v>
                </c:pt>
                <c:pt idx="21">
                  <c:v>50.382851136834873</c:v>
                </c:pt>
                <c:pt idx="22">
                  <c:v>49.643606539868053</c:v>
                </c:pt>
                <c:pt idx="23">
                  <c:v>50.737052653199989</c:v>
                </c:pt>
                <c:pt idx="24">
                  <c:v>49.813579257915158</c:v>
                </c:pt>
                <c:pt idx="25">
                  <c:v>49.903528999076237</c:v>
                </c:pt>
                <c:pt idx="26">
                  <c:v>51.40132992372034</c:v>
                </c:pt>
                <c:pt idx="27">
                  <c:v>51.591973537211842</c:v>
                </c:pt>
                <c:pt idx="28">
                  <c:v>52.774855753434103</c:v>
                </c:pt>
                <c:pt idx="29">
                  <c:v>53.337177792829152</c:v>
                </c:pt>
                <c:pt idx="30">
                  <c:v>54.537827549926</c:v>
                </c:pt>
                <c:pt idx="31">
                  <c:v>52.866141039682624</c:v>
                </c:pt>
                <c:pt idx="32">
                  <c:v>52.232598966503907</c:v>
                </c:pt>
                <c:pt idx="33">
                  <c:v>51.558485626184506</c:v>
                </c:pt>
                <c:pt idx="34">
                  <c:v>51.163788307760584</c:v>
                </c:pt>
                <c:pt idx="35">
                  <c:v>51.003015532635956</c:v>
                </c:pt>
                <c:pt idx="36">
                  <c:v>51.720337034429789</c:v>
                </c:pt>
                <c:pt idx="37">
                  <c:v>52.9956143652064</c:v>
                </c:pt>
                <c:pt idx="38">
                  <c:v>52.671126327923737</c:v>
                </c:pt>
                <c:pt idx="39">
                  <c:v>53.826049323124458</c:v>
                </c:pt>
                <c:pt idx="40">
                  <c:v>53.234267341613538</c:v>
                </c:pt>
                <c:pt idx="41">
                  <c:v>53.85087865915883</c:v>
                </c:pt>
                <c:pt idx="42">
                  <c:v>54.298785357341828</c:v>
                </c:pt>
                <c:pt idx="43">
                  <c:v>53.731958339939609</c:v>
                </c:pt>
                <c:pt idx="44">
                  <c:v>55.737825348280545</c:v>
                </c:pt>
                <c:pt idx="45">
                  <c:v>56.479618993281733</c:v>
                </c:pt>
                <c:pt idx="46">
                  <c:v>58.152335564538703</c:v>
                </c:pt>
                <c:pt idx="47">
                  <c:v>58.31805382617641</c:v>
                </c:pt>
                <c:pt idx="48">
                  <c:v>58.092735756299078</c:v>
                </c:pt>
                <c:pt idx="49">
                  <c:v>58.617566645330555</c:v>
                </c:pt>
                <c:pt idx="50">
                  <c:v>57.85883291774099</c:v>
                </c:pt>
                <c:pt idx="51">
                  <c:v>57.650837882579317</c:v>
                </c:pt>
                <c:pt idx="52">
                  <c:v>61.328907358892138</c:v>
                </c:pt>
                <c:pt idx="53">
                  <c:v>61.233191921908023</c:v>
                </c:pt>
                <c:pt idx="54">
                  <c:v>61.205224426529782</c:v>
                </c:pt>
                <c:pt idx="55">
                  <c:v>60.423955388693031</c:v>
                </c:pt>
                <c:pt idx="56">
                  <c:v>60.60312001881163</c:v>
                </c:pt>
                <c:pt idx="57">
                  <c:v>60.314985472006263</c:v>
                </c:pt>
                <c:pt idx="58">
                  <c:v>60.450238236074007</c:v>
                </c:pt>
                <c:pt idx="59">
                  <c:v>55.943347005172306</c:v>
                </c:pt>
                <c:pt idx="60">
                  <c:v>53.366337224513003</c:v>
                </c:pt>
                <c:pt idx="61">
                  <c:v>52.954038012722293</c:v>
                </c:pt>
                <c:pt idx="62">
                  <c:v>52.395240867617574</c:v>
                </c:pt>
                <c:pt idx="63">
                  <c:v>56.053679369054265</c:v>
                </c:pt>
                <c:pt idx="64">
                  <c:v>55.829672084396378</c:v>
                </c:pt>
                <c:pt idx="65">
                  <c:v>55.945886608535112</c:v>
                </c:pt>
                <c:pt idx="66">
                  <c:v>58.578084151445168</c:v>
                </c:pt>
                <c:pt idx="67">
                  <c:v>60.040294991551832</c:v>
                </c:pt>
                <c:pt idx="68">
                  <c:v>61.70237102153898</c:v>
                </c:pt>
                <c:pt idx="69">
                  <c:v>61.256716154018818</c:v>
                </c:pt>
                <c:pt idx="70">
                  <c:v>66.955691321362593</c:v>
                </c:pt>
                <c:pt idx="71">
                  <c:v>66.481929439703393</c:v>
                </c:pt>
                <c:pt idx="72">
                  <c:v>64.978835733385324</c:v>
                </c:pt>
                <c:pt idx="73">
                  <c:v>65.234537774511509</c:v>
                </c:pt>
                <c:pt idx="74">
                  <c:v>64.594454671745851</c:v>
                </c:pt>
                <c:pt idx="75">
                  <c:v>62.445414041358795</c:v>
                </c:pt>
                <c:pt idx="76">
                  <c:v>63.767731279657667</c:v>
                </c:pt>
                <c:pt idx="77">
                  <c:v>67.61473375936788</c:v>
                </c:pt>
                <c:pt idx="78">
                  <c:v>65.410759486561005</c:v>
                </c:pt>
                <c:pt idx="79">
                  <c:v>63.602462391785167</c:v>
                </c:pt>
                <c:pt idx="80">
                  <c:v>58.961285983387526</c:v>
                </c:pt>
                <c:pt idx="81">
                  <c:v>58.546609794726002</c:v>
                </c:pt>
                <c:pt idx="82">
                  <c:v>58.617680199120059</c:v>
                </c:pt>
                <c:pt idx="83">
                  <c:v>58.177064195001662</c:v>
                </c:pt>
                <c:pt idx="84">
                  <c:v>58.158354696485404</c:v>
                </c:pt>
                <c:pt idx="85">
                  <c:v>57.721064331991698</c:v>
                </c:pt>
                <c:pt idx="86">
                  <c:v>56.949570694650895</c:v>
                </c:pt>
                <c:pt idx="87">
                  <c:v>60.910895277750058</c:v>
                </c:pt>
                <c:pt idx="88">
                  <c:v>60.680485814062394</c:v>
                </c:pt>
                <c:pt idx="89">
                  <c:v>59.661206438088989</c:v>
                </c:pt>
                <c:pt idx="90">
                  <c:v>59.181159413192262</c:v>
                </c:pt>
                <c:pt idx="91">
                  <c:v>56.851873131643835</c:v>
                </c:pt>
                <c:pt idx="92">
                  <c:v>53.551405039165687</c:v>
                </c:pt>
                <c:pt idx="93">
                  <c:v>53.720045094046441</c:v>
                </c:pt>
                <c:pt idx="94">
                  <c:v>54.643698387884008</c:v>
                </c:pt>
                <c:pt idx="95">
                  <c:v>55.069413061953568</c:v>
                </c:pt>
                <c:pt idx="96">
                  <c:v>54.038942070513386</c:v>
                </c:pt>
                <c:pt idx="97">
                  <c:v>54.618811690348224</c:v>
                </c:pt>
                <c:pt idx="98">
                  <c:v>54.17345342991463</c:v>
                </c:pt>
                <c:pt idx="99">
                  <c:v>53.012442820561525</c:v>
                </c:pt>
                <c:pt idx="100">
                  <c:v>54.444411883100805</c:v>
                </c:pt>
                <c:pt idx="101">
                  <c:v>53.926594691662224</c:v>
                </c:pt>
                <c:pt idx="102">
                  <c:v>51.042442894579843</c:v>
                </c:pt>
                <c:pt idx="103">
                  <c:v>52.428802434460067</c:v>
                </c:pt>
                <c:pt idx="104">
                  <c:v>55.223252174874396</c:v>
                </c:pt>
                <c:pt idx="105">
                  <c:v>57.362116799738104</c:v>
                </c:pt>
                <c:pt idx="106">
                  <c:v>56.7901016063987</c:v>
                </c:pt>
                <c:pt idx="107">
                  <c:v>55.554683333153285</c:v>
                </c:pt>
                <c:pt idx="108">
                  <c:v>54.35612971732651</c:v>
                </c:pt>
                <c:pt idx="109">
                  <c:v>55.521396970341485</c:v>
                </c:pt>
                <c:pt idx="110">
                  <c:v>62.025050694346241</c:v>
                </c:pt>
                <c:pt idx="111">
                  <c:v>65.786933926780293</c:v>
                </c:pt>
                <c:pt idx="112">
                  <c:v>65.927978267691543</c:v>
                </c:pt>
                <c:pt idx="113">
                  <c:v>72.268687644472308</c:v>
                </c:pt>
                <c:pt idx="114">
                  <c:v>63.798917303199318</c:v>
                </c:pt>
                <c:pt idx="115">
                  <c:v>64.298572384993832</c:v>
                </c:pt>
                <c:pt idx="116">
                  <c:v>63.682293577769933</c:v>
                </c:pt>
                <c:pt idx="117">
                  <c:v>64.492658946108364</c:v>
                </c:pt>
                <c:pt idx="118">
                  <c:v>72.941261358700331</c:v>
                </c:pt>
                <c:pt idx="119">
                  <c:v>59.541431393636145</c:v>
                </c:pt>
                <c:pt idx="120">
                  <c:v>60.498011303445786</c:v>
                </c:pt>
                <c:pt idx="121">
                  <c:v>59.994233209578439</c:v>
                </c:pt>
                <c:pt idx="122">
                  <c:v>61.245912978252193</c:v>
                </c:pt>
                <c:pt idx="123">
                  <c:v>56.769934583656465</c:v>
                </c:pt>
                <c:pt idx="124">
                  <c:v>57.375993295020947</c:v>
                </c:pt>
                <c:pt idx="125">
                  <c:v>57.032757288532252</c:v>
                </c:pt>
                <c:pt idx="126">
                  <c:v>56.361209745315257</c:v>
                </c:pt>
                <c:pt idx="127">
                  <c:v>56.28215962652461</c:v>
                </c:pt>
                <c:pt idx="128">
                  <c:v>55.387218160384521</c:v>
                </c:pt>
                <c:pt idx="129">
                  <c:v>60.239479459014646</c:v>
                </c:pt>
                <c:pt idx="130">
                  <c:v>58.794993490638113</c:v>
                </c:pt>
                <c:pt idx="131">
                  <c:v>59.349362219518618</c:v>
                </c:pt>
                <c:pt idx="132">
                  <c:v>58.382923345603331</c:v>
                </c:pt>
                <c:pt idx="133">
                  <c:v>58.848437552788766</c:v>
                </c:pt>
                <c:pt idx="134">
                  <c:v>55.545826305204393</c:v>
                </c:pt>
                <c:pt idx="135">
                  <c:v>57.004391297802073</c:v>
                </c:pt>
                <c:pt idx="136">
                  <c:v>55.070464307474921</c:v>
                </c:pt>
                <c:pt idx="137">
                  <c:v>54.737442015196137</c:v>
                </c:pt>
                <c:pt idx="138">
                  <c:v>54.54323851702739</c:v>
                </c:pt>
                <c:pt idx="139">
                  <c:v>54.673596057712778</c:v>
                </c:pt>
                <c:pt idx="140">
                  <c:v>54.287726740627932</c:v>
                </c:pt>
                <c:pt idx="141">
                  <c:v>55.350687923113618</c:v>
                </c:pt>
                <c:pt idx="142">
                  <c:v>54.705747298702278</c:v>
                </c:pt>
                <c:pt idx="143">
                  <c:v>55.465255191173156</c:v>
                </c:pt>
                <c:pt idx="144">
                  <c:v>43.72127243853074</c:v>
                </c:pt>
                <c:pt idx="145">
                  <c:v>44.038696645394822</c:v>
                </c:pt>
                <c:pt idx="146">
                  <c:v>45.611252242622989</c:v>
                </c:pt>
                <c:pt idx="147">
                  <c:v>45.610146803206774</c:v>
                </c:pt>
                <c:pt idx="148">
                  <c:v>46.976579107520202</c:v>
                </c:pt>
                <c:pt idx="149">
                  <c:v>49.381087621366966</c:v>
                </c:pt>
                <c:pt idx="150">
                  <c:v>53.202782309863359</c:v>
                </c:pt>
                <c:pt idx="151">
                  <c:v>53.193045435097339</c:v>
                </c:pt>
                <c:pt idx="152">
                  <c:v>55.594558187390945</c:v>
                </c:pt>
                <c:pt idx="153">
                  <c:v>56.016242973842687</c:v>
                </c:pt>
                <c:pt idx="154">
                  <c:v>57.093344450237602</c:v>
                </c:pt>
                <c:pt idx="155">
                  <c:v>57.106490539503717</c:v>
                </c:pt>
                <c:pt idx="156">
                  <c:v>56.728426922492616</c:v>
                </c:pt>
                <c:pt idx="157">
                  <c:v>56.676356035797518</c:v>
                </c:pt>
                <c:pt idx="158">
                  <c:v>57.464371883547159</c:v>
                </c:pt>
                <c:pt idx="159">
                  <c:v>57.54700771691634</c:v>
                </c:pt>
                <c:pt idx="160">
                  <c:v>61.623711041101345</c:v>
                </c:pt>
                <c:pt idx="161">
                  <c:v>61.737527846717164</c:v>
                </c:pt>
                <c:pt idx="162">
                  <c:v>61.975828525697231</c:v>
                </c:pt>
                <c:pt idx="163">
                  <c:v>61.441853355351718</c:v>
                </c:pt>
                <c:pt idx="164">
                  <c:v>61.606280564369698</c:v>
                </c:pt>
                <c:pt idx="165">
                  <c:v>61.586367927390995</c:v>
                </c:pt>
                <c:pt idx="166">
                  <c:v>61.171274875746619</c:v>
                </c:pt>
                <c:pt idx="167">
                  <c:v>59.747387031859809</c:v>
                </c:pt>
                <c:pt idx="168">
                  <c:v>59.613346384689777</c:v>
                </c:pt>
                <c:pt idx="169">
                  <c:v>59.57742220399426</c:v>
                </c:pt>
                <c:pt idx="170">
                  <c:v>59.430538474903202</c:v>
                </c:pt>
                <c:pt idx="171">
                  <c:v>59.690388675511308</c:v>
                </c:pt>
                <c:pt idx="172">
                  <c:v>59.217758341572157</c:v>
                </c:pt>
                <c:pt idx="173">
                  <c:v>57.657911873168558</c:v>
                </c:pt>
                <c:pt idx="174">
                  <c:v>56.145349897207495</c:v>
                </c:pt>
                <c:pt idx="175">
                  <c:v>57.055209200326473</c:v>
                </c:pt>
                <c:pt idx="176">
                  <c:v>54.774703199191052</c:v>
                </c:pt>
                <c:pt idx="177">
                  <c:v>53.226232875718615</c:v>
                </c:pt>
                <c:pt idx="178">
                  <c:v>50.721239350569633</c:v>
                </c:pt>
                <c:pt idx="179">
                  <c:v>48.520753880914619</c:v>
                </c:pt>
                <c:pt idx="180">
                  <c:v>47.939616367827995</c:v>
                </c:pt>
                <c:pt idx="181">
                  <c:v>45.695233439207499</c:v>
                </c:pt>
                <c:pt idx="182">
                  <c:v>41.314696455306553</c:v>
                </c:pt>
                <c:pt idx="183">
                  <c:v>40.0131628955167</c:v>
                </c:pt>
                <c:pt idx="184">
                  <c:v>37.71400164500686</c:v>
                </c:pt>
                <c:pt idx="185">
                  <c:v>38.273304027494461</c:v>
                </c:pt>
                <c:pt idx="186">
                  <c:v>36.885865569171429</c:v>
                </c:pt>
                <c:pt idx="187">
                  <c:v>36.682991776618138</c:v>
                </c:pt>
                <c:pt idx="188">
                  <c:v>36.922118878484305</c:v>
                </c:pt>
                <c:pt idx="189">
                  <c:v>37.37303119752238</c:v>
                </c:pt>
                <c:pt idx="190">
                  <c:v>37.496253369290919</c:v>
                </c:pt>
                <c:pt idx="191">
                  <c:v>37.760229946414313</c:v>
                </c:pt>
                <c:pt idx="192">
                  <c:v>37.334114580581321</c:v>
                </c:pt>
                <c:pt idx="193">
                  <c:v>36.015121053243881</c:v>
                </c:pt>
                <c:pt idx="194">
                  <c:v>35.855868269296707</c:v>
                </c:pt>
                <c:pt idx="195">
                  <c:v>36.041637186035231</c:v>
                </c:pt>
                <c:pt idx="196">
                  <c:v>37.302311984356471</c:v>
                </c:pt>
                <c:pt idx="197">
                  <c:v>37.861461076665506</c:v>
                </c:pt>
                <c:pt idx="198">
                  <c:v>38.142088707151785</c:v>
                </c:pt>
                <c:pt idx="199">
                  <c:v>37.425769529901558</c:v>
                </c:pt>
                <c:pt idx="200">
                  <c:v>37.549864748425819</c:v>
                </c:pt>
                <c:pt idx="201">
                  <c:v>37.43000950892398</c:v>
                </c:pt>
                <c:pt idx="202">
                  <c:v>37.72792627419296</c:v>
                </c:pt>
                <c:pt idx="203">
                  <c:v>37.884955429547126</c:v>
                </c:pt>
                <c:pt idx="204">
                  <c:v>37.017421104737224</c:v>
                </c:pt>
                <c:pt idx="205">
                  <c:v>36.877949043616745</c:v>
                </c:pt>
                <c:pt idx="206">
                  <c:v>36.759935647866904</c:v>
                </c:pt>
                <c:pt idx="207">
                  <c:v>36.968204738595908</c:v>
                </c:pt>
                <c:pt idx="208">
                  <c:v>36.72381927154278</c:v>
                </c:pt>
                <c:pt idx="209">
                  <c:v>36.46607434335197</c:v>
                </c:pt>
                <c:pt idx="210">
                  <c:v>36.973279647277998</c:v>
                </c:pt>
                <c:pt idx="211">
                  <c:v>36.302066285256259</c:v>
                </c:pt>
                <c:pt idx="212">
                  <c:v>35.774287465618656</c:v>
                </c:pt>
                <c:pt idx="213">
                  <c:v>35.808624756997432</c:v>
                </c:pt>
                <c:pt idx="214">
                  <c:v>40.137753675464189</c:v>
                </c:pt>
                <c:pt idx="215">
                  <c:v>40.345640269398629</c:v>
                </c:pt>
                <c:pt idx="216">
                  <c:v>42.390994285575267</c:v>
                </c:pt>
                <c:pt idx="217">
                  <c:v>42.123770228191646</c:v>
                </c:pt>
                <c:pt idx="218">
                  <c:v>42.094647536122658</c:v>
                </c:pt>
                <c:pt idx="219">
                  <c:v>39.678803635211651</c:v>
                </c:pt>
                <c:pt idx="220">
                  <c:v>39.758736726453435</c:v>
                </c:pt>
                <c:pt idx="221">
                  <c:v>39.770486464818674</c:v>
                </c:pt>
                <c:pt idx="222">
                  <c:v>39.643355238323643</c:v>
                </c:pt>
                <c:pt idx="223">
                  <c:v>38.980060209375047</c:v>
                </c:pt>
                <c:pt idx="224">
                  <c:v>39.164499799457317</c:v>
                </c:pt>
                <c:pt idx="225">
                  <c:v>39.243559677462521</c:v>
                </c:pt>
                <c:pt idx="226">
                  <c:v>39.215085214125942</c:v>
                </c:pt>
                <c:pt idx="227">
                  <c:v>40.033075143830473</c:v>
                </c:pt>
                <c:pt idx="228">
                  <c:v>41.668078264383936</c:v>
                </c:pt>
                <c:pt idx="229">
                  <c:v>41.690824503500821</c:v>
                </c:pt>
                <c:pt idx="230">
                  <c:v>41.893436959084738</c:v>
                </c:pt>
                <c:pt idx="231">
                  <c:v>42.080252009462043</c:v>
                </c:pt>
                <c:pt idx="232">
                  <c:v>43.643391831149373</c:v>
                </c:pt>
                <c:pt idx="233">
                  <c:v>44.070993558281927</c:v>
                </c:pt>
                <c:pt idx="234">
                  <c:v>44.76881619014668</c:v>
                </c:pt>
                <c:pt idx="235">
                  <c:v>44.772780322551448</c:v>
                </c:pt>
                <c:pt idx="236">
                  <c:v>44.497428042720315</c:v>
                </c:pt>
                <c:pt idx="237">
                  <c:v>47.267367115333805</c:v>
                </c:pt>
                <c:pt idx="238">
                  <c:v>47.495357954412093</c:v>
                </c:pt>
                <c:pt idx="239">
                  <c:v>46.981126016146412</c:v>
                </c:pt>
                <c:pt idx="240">
                  <c:v>46.901885578560226</c:v>
                </c:pt>
                <c:pt idx="241">
                  <c:v>46.695441607803048</c:v>
                </c:pt>
                <c:pt idx="242">
                  <c:v>46.737805478397007</c:v>
                </c:pt>
                <c:pt idx="243">
                  <c:v>46.020195972931404</c:v>
                </c:pt>
                <c:pt idx="244">
                  <c:v>45.983469912454048</c:v>
                </c:pt>
                <c:pt idx="245">
                  <c:v>46.090365589479809</c:v>
                </c:pt>
                <c:pt idx="246">
                  <c:v>45.934869335080627</c:v>
                </c:pt>
              </c:numCache>
            </c:numRef>
          </c:val>
          <c:smooth val="0"/>
        </c:ser>
        <c:dLbls>
          <c:showLegendKey val="0"/>
          <c:showVal val="0"/>
          <c:showCatName val="0"/>
          <c:showSerName val="0"/>
          <c:showPercent val="0"/>
          <c:showBubbleSize val="0"/>
        </c:dLbls>
        <c:marker val="1"/>
        <c:smooth val="0"/>
        <c:axId val="100221696"/>
        <c:axId val="100223232"/>
      </c:lineChart>
      <c:dateAx>
        <c:axId val="100221696"/>
        <c:scaling>
          <c:orientation val="minMax"/>
        </c:scaling>
        <c:delete val="0"/>
        <c:axPos val="b"/>
        <c:numFmt formatCode="[$-409]mmm\-yy;@" sourceLinked="0"/>
        <c:majorTickMark val="out"/>
        <c:minorTickMark val="none"/>
        <c:tickLblPos val="nextTo"/>
        <c:crossAx val="100223232"/>
        <c:crosses val="autoZero"/>
        <c:auto val="1"/>
        <c:lblOffset val="100"/>
        <c:baseTimeUnit val="days"/>
        <c:majorUnit val="2"/>
        <c:majorTimeUnit val="months"/>
      </c:dateAx>
      <c:valAx>
        <c:axId val="100223232"/>
        <c:scaling>
          <c:orientation val="minMax"/>
          <c:max val="110"/>
          <c:min val="10"/>
        </c:scaling>
        <c:delete val="0"/>
        <c:axPos val="l"/>
        <c:numFmt formatCode="General" sourceLinked="1"/>
        <c:majorTickMark val="out"/>
        <c:minorTickMark val="none"/>
        <c:tickLblPos val="nextTo"/>
        <c:crossAx val="100221696"/>
        <c:crosses val="autoZero"/>
        <c:crossBetween val="between"/>
        <c:majorUnit val="20"/>
      </c:valAx>
      <c:spPr>
        <a:ln>
          <a:noFill/>
        </a:ln>
      </c:spPr>
    </c:plotArea>
    <c:legend>
      <c:legendPos val="b"/>
      <c:layout>
        <c:manualLayout>
          <c:xMode val="edge"/>
          <c:yMode val="edge"/>
          <c:x val="0.18719448135952577"/>
          <c:y val="0.88082055036523865"/>
          <c:w val="0.62561065594868792"/>
          <c:h val="7.0975784722348154E-2"/>
        </c:manualLayout>
      </c:layout>
      <c:overlay val="0"/>
    </c:legend>
    <c:plotVisOnly val="1"/>
    <c:dispBlanksAs val="gap"/>
    <c:showDLblsOverMax val="0"/>
  </c:chart>
  <c:spPr>
    <a:ln>
      <a:noFill/>
    </a:ln>
  </c:spPr>
  <c:txPr>
    <a:bodyPr/>
    <a:lstStyle/>
    <a:p>
      <a:pPr>
        <a:defRPr sz="7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Sheet2!$M$16:$M$141</c:f>
              <c:numCache>
                <c:formatCode>m/d/yyyy</c:formatCode>
                <c:ptCount val="126"/>
                <c:pt idx="0">
                  <c:v>40724</c:v>
                </c:pt>
                <c:pt idx="1">
                  <c:v>40725</c:v>
                </c:pt>
                <c:pt idx="2">
                  <c:v>40729</c:v>
                </c:pt>
                <c:pt idx="3">
                  <c:v>40730</c:v>
                </c:pt>
                <c:pt idx="4">
                  <c:v>40731</c:v>
                </c:pt>
                <c:pt idx="5">
                  <c:v>40732</c:v>
                </c:pt>
                <c:pt idx="6">
                  <c:v>40735</c:v>
                </c:pt>
                <c:pt idx="7">
                  <c:v>40736</c:v>
                </c:pt>
                <c:pt idx="8">
                  <c:v>40737</c:v>
                </c:pt>
                <c:pt idx="9">
                  <c:v>40738</c:v>
                </c:pt>
                <c:pt idx="10">
                  <c:v>40739</c:v>
                </c:pt>
                <c:pt idx="11">
                  <c:v>40742</c:v>
                </c:pt>
                <c:pt idx="12">
                  <c:v>40743</c:v>
                </c:pt>
                <c:pt idx="13">
                  <c:v>40744</c:v>
                </c:pt>
                <c:pt idx="14">
                  <c:v>40745</c:v>
                </c:pt>
                <c:pt idx="15">
                  <c:v>40746</c:v>
                </c:pt>
                <c:pt idx="16">
                  <c:v>40749</c:v>
                </c:pt>
                <c:pt idx="17">
                  <c:v>40750</c:v>
                </c:pt>
                <c:pt idx="18">
                  <c:v>40751</c:v>
                </c:pt>
                <c:pt idx="19">
                  <c:v>40752</c:v>
                </c:pt>
                <c:pt idx="20">
                  <c:v>40753</c:v>
                </c:pt>
                <c:pt idx="21">
                  <c:v>40756</c:v>
                </c:pt>
                <c:pt idx="22">
                  <c:v>40757</c:v>
                </c:pt>
                <c:pt idx="23">
                  <c:v>40758</c:v>
                </c:pt>
                <c:pt idx="24">
                  <c:v>40759</c:v>
                </c:pt>
                <c:pt idx="25">
                  <c:v>40760</c:v>
                </c:pt>
                <c:pt idx="26">
                  <c:v>40763</c:v>
                </c:pt>
                <c:pt idx="27">
                  <c:v>40764</c:v>
                </c:pt>
                <c:pt idx="28">
                  <c:v>40765</c:v>
                </c:pt>
                <c:pt idx="29">
                  <c:v>40766</c:v>
                </c:pt>
                <c:pt idx="30">
                  <c:v>40767</c:v>
                </c:pt>
                <c:pt idx="31">
                  <c:v>40770</c:v>
                </c:pt>
                <c:pt idx="32">
                  <c:v>40771</c:v>
                </c:pt>
                <c:pt idx="33">
                  <c:v>40772</c:v>
                </c:pt>
                <c:pt idx="34">
                  <c:v>40773</c:v>
                </c:pt>
                <c:pt idx="35">
                  <c:v>40774</c:v>
                </c:pt>
                <c:pt idx="36">
                  <c:v>40777</c:v>
                </c:pt>
                <c:pt idx="37">
                  <c:v>40778</c:v>
                </c:pt>
                <c:pt idx="38">
                  <c:v>40779</c:v>
                </c:pt>
                <c:pt idx="39">
                  <c:v>40780</c:v>
                </c:pt>
                <c:pt idx="40">
                  <c:v>40781</c:v>
                </c:pt>
                <c:pt idx="41">
                  <c:v>40784</c:v>
                </c:pt>
                <c:pt idx="42">
                  <c:v>40785</c:v>
                </c:pt>
                <c:pt idx="43">
                  <c:v>40786</c:v>
                </c:pt>
                <c:pt idx="44">
                  <c:v>40787</c:v>
                </c:pt>
                <c:pt idx="45">
                  <c:v>40788</c:v>
                </c:pt>
                <c:pt idx="46">
                  <c:v>40792</c:v>
                </c:pt>
                <c:pt idx="47">
                  <c:v>40793</c:v>
                </c:pt>
                <c:pt idx="48">
                  <c:v>40794</c:v>
                </c:pt>
                <c:pt idx="49">
                  <c:v>40795</c:v>
                </c:pt>
                <c:pt idx="50">
                  <c:v>40798</c:v>
                </c:pt>
                <c:pt idx="51">
                  <c:v>40799</c:v>
                </c:pt>
                <c:pt idx="52">
                  <c:v>40800</c:v>
                </c:pt>
                <c:pt idx="53">
                  <c:v>40801</c:v>
                </c:pt>
                <c:pt idx="54">
                  <c:v>40802</c:v>
                </c:pt>
                <c:pt idx="55">
                  <c:v>40805</c:v>
                </c:pt>
                <c:pt idx="56">
                  <c:v>40806</c:v>
                </c:pt>
                <c:pt idx="57">
                  <c:v>40807</c:v>
                </c:pt>
                <c:pt idx="58">
                  <c:v>40808</c:v>
                </c:pt>
                <c:pt idx="59">
                  <c:v>40809</c:v>
                </c:pt>
                <c:pt idx="60">
                  <c:v>40812</c:v>
                </c:pt>
                <c:pt idx="61">
                  <c:v>40813</c:v>
                </c:pt>
                <c:pt idx="62">
                  <c:v>40814</c:v>
                </c:pt>
                <c:pt idx="63">
                  <c:v>40815</c:v>
                </c:pt>
                <c:pt idx="64">
                  <c:v>40816</c:v>
                </c:pt>
                <c:pt idx="65">
                  <c:v>40819</c:v>
                </c:pt>
                <c:pt idx="66">
                  <c:v>40820</c:v>
                </c:pt>
                <c:pt idx="67">
                  <c:v>40821</c:v>
                </c:pt>
                <c:pt idx="68">
                  <c:v>40822</c:v>
                </c:pt>
                <c:pt idx="69">
                  <c:v>40823</c:v>
                </c:pt>
                <c:pt idx="70">
                  <c:v>40827</c:v>
                </c:pt>
                <c:pt idx="71">
                  <c:v>40828</c:v>
                </c:pt>
                <c:pt idx="72">
                  <c:v>40829</c:v>
                </c:pt>
                <c:pt idx="73">
                  <c:v>40830</c:v>
                </c:pt>
                <c:pt idx="74">
                  <c:v>40833</c:v>
                </c:pt>
                <c:pt idx="75">
                  <c:v>40834</c:v>
                </c:pt>
                <c:pt idx="76">
                  <c:v>40835</c:v>
                </c:pt>
                <c:pt idx="77">
                  <c:v>40836</c:v>
                </c:pt>
                <c:pt idx="78">
                  <c:v>40837</c:v>
                </c:pt>
                <c:pt idx="79">
                  <c:v>40840</c:v>
                </c:pt>
                <c:pt idx="80">
                  <c:v>40841</c:v>
                </c:pt>
                <c:pt idx="81">
                  <c:v>40842</c:v>
                </c:pt>
                <c:pt idx="82">
                  <c:v>40843</c:v>
                </c:pt>
                <c:pt idx="83">
                  <c:v>40844</c:v>
                </c:pt>
                <c:pt idx="84">
                  <c:v>40847</c:v>
                </c:pt>
                <c:pt idx="85">
                  <c:v>40848</c:v>
                </c:pt>
                <c:pt idx="86">
                  <c:v>40849</c:v>
                </c:pt>
                <c:pt idx="87">
                  <c:v>40850</c:v>
                </c:pt>
                <c:pt idx="88">
                  <c:v>40851</c:v>
                </c:pt>
                <c:pt idx="89">
                  <c:v>40854</c:v>
                </c:pt>
                <c:pt idx="90">
                  <c:v>40855</c:v>
                </c:pt>
                <c:pt idx="91">
                  <c:v>40856</c:v>
                </c:pt>
                <c:pt idx="92">
                  <c:v>40857</c:v>
                </c:pt>
                <c:pt idx="93">
                  <c:v>40861</c:v>
                </c:pt>
                <c:pt idx="94">
                  <c:v>40862</c:v>
                </c:pt>
                <c:pt idx="95">
                  <c:v>40863</c:v>
                </c:pt>
                <c:pt idx="96">
                  <c:v>40864</c:v>
                </c:pt>
                <c:pt idx="97">
                  <c:v>40865</c:v>
                </c:pt>
                <c:pt idx="98">
                  <c:v>40868</c:v>
                </c:pt>
                <c:pt idx="99">
                  <c:v>40869</c:v>
                </c:pt>
                <c:pt idx="100">
                  <c:v>40870</c:v>
                </c:pt>
                <c:pt idx="101">
                  <c:v>40872</c:v>
                </c:pt>
                <c:pt idx="102">
                  <c:v>40875</c:v>
                </c:pt>
                <c:pt idx="103">
                  <c:v>40876</c:v>
                </c:pt>
                <c:pt idx="104">
                  <c:v>40877</c:v>
                </c:pt>
                <c:pt idx="105">
                  <c:v>40878</c:v>
                </c:pt>
                <c:pt idx="106">
                  <c:v>40879</c:v>
                </c:pt>
                <c:pt idx="107">
                  <c:v>40882</c:v>
                </c:pt>
                <c:pt idx="108">
                  <c:v>40883</c:v>
                </c:pt>
                <c:pt idx="109">
                  <c:v>40884</c:v>
                </c:pt>
                <c:pt idx="110">
                  <c:v>40885</c:v>
                </c:pt>
                <c:pt idx="111">
                  <c:v>40886</c:v>
                </c:pt>
                <c:pt idx="112">
                  <c:v>40889</c:v>
                </c:pt>
                <c:pt idx="113">
                  <c:v>40890</c:v>
                </c:pt>
                <c:pt idx="114">
                  <c:v>40891</c:v>
                </c:pt>
                <c:pt idx="115">
                  <c:v>40892</c:v>
                </c:pt>
                <c:pt idx="116">
                  <c:v>40893</c:v>
                </c:pt>
                <c:pt idx="117">
                  <c:v>40896</c:v>
                </c:pt>
                <c:pt idx="118">
                  <c:v>40897</c:v>
                </c:pt>
                <c:pt idx="119">
                  <c:v>40898</c:v>
                </c:pt>
                <c:pt idx="120">
                  <c:v>40899</c:v>
                </c:pt>
                <c:pt idx="121">
                  <c:v>40900</c:v>
                </c:pt>
                <c:pt idx="122">
                  <c:v>40904</c:v>
                </c:pt>
                <c:pt idx="123">
                  <c:v>40905</c:v>
                </c:pt>
                <c:pt idx="124">
                  <c:v>40906</c:v>
                </c:pt>
                <c:pt idx="125">
                  <c:v>40907</c:v>
                </c:pt>
              </c:numCache>
            </c:numRef>
          </c:cat>
          <c:val>
            <c:numRef>
              <c:f>Sheet2!$N$16:$N$141</c:f>
              <c:numCache>
                <c:formatCode>0.0</c:formatCode>
                <c:ptCount val="126"/>
                <c:pt idx="0">
                  <c:v>8.7825754145509993</c:v>
                </c:pt>
                <c:pt idx="1">
                  <c:v>9.7846473066050006</c:v>
                </c:pt>
                <c:pt idx="2">
                  <c:v>12.197751038350001</c:v>
                </c:pt>
                <c:pt idx="3">
                  <c:v>13.567683283468</c:v>
                </c:pt>
                <c:pt idx="4">
                  <c:v>16.569368863571</c:v>
                </c:pt>
                <c:pt idx="5">
                  <c:v>16.957782589613</c:v>
                </c:pt>
                <c:pt idx="6">
                  <c:v>17.315284837591999</c:v>
                </c:pt>
                <c:pt idx="7">
                  <c:v>19.520927493856998</c:v>
                </c:pt>
                <c:pt idx="8">
                  <c:v>21.455328291958001</c:v>
                </c:pt>
                <c:pt idx="9">
                  <c:v>16.985339493803998</c:v>
                </c:pt>
                <c:pt idx="10">
                  <c:v>17.104779154785</c:v>
                </c:pt>
                <c:pt idx="11">
                  <c:v>17.637632039665998</c:v>
                </c:pt>
                <c:pt idx="12">
                  <c:v>15.465865270653</c:v>
                </c:pt>
                <c:pt idx="13">
                  <c:v>15.241954930269999</c:v>
                </c:pt>
                <c:pt idx="14">
                  <c:v>13.867053185405</c:v>
                </c:pt>
                <c:pt idx="15">
                  <c:v>13.993326934377</c:v>
                </c:pt>
                <c:pt idx="16">
                  <c:v>13.973344901759001</c:v>
                </c:pt>
                <c:pt idx="17">
                  <c:v>14.095659188861999</c:v>
                </c:pt>
                <c:pt idx="18">
                  <c:v>14.091508492049</c:v>
                </c:pt>
                <c:pt idx="19">
                  <c:v>14.092980582560999</c:v>
                </c:pt>
                <c:pt idx="20">
                  <c:v>14.728493801251</c:v>
                </c:pt>
                <c:pt idx="21">
                  <c:v>13.718767854626</c:v>
                </c:pt>
                <c:pt idx="22">
                  <c:v>14.383615855341001</c:v>
                </c:pt>
                <c:pt idx="23">
                  <c:v>14.361182185553</c:v>
                </c:pt>
                <c:pt idx="24">
                  <c:v>11.025848624097</c:v>
                </c:pt>
                <c:pt idx="25">
                  <c:v>10.565503730389</c:v>
                </c:pt>
                <c:pt idx="26">
                  <c:v>11.176656481150999</c:v>
                </c:pt>
                <c:pt idx="27">
                  <c:v>10.919540191427</c:v>
                </c:pt>
                <c:pt idx="28">
                  <c:v>11.132185431442</c:v>
                </c:pt>
                <c:pt idx="29">
                  <c:v>14.385340606918</c:v>
                </c:pt>
                <c:pt idx="30">
                  <c:v>16.132610857612001</c:v>
                </c:pt>
                <c:pt idx="31">
                  <c:v>15.649981388317</c:v>
                </c:pt>
                <c:pt idx="32">
                  <c:v>16.110486462693999</c:v>
                </c:pt>
                <c:pt idx="33">
                  <c:v>16.474760007905999</c:v>
                </c:pt>
                <c:pt idx="34">
                  <c:v>18.117173067183</c:v>
                </c:pt>
                <c:pt idx="35">
                  <c:v>18.107692689046001</c:v>
                </c:pt>
                <c:pt idx="36">
                  <c:v>17.894927955960998</c:v>
                </c:pt>
                <c:pt idx="37">
                  <c:v>17.572501425565001</c:v>
                </c:pt>
                <c:pt idx="38">
                  <c:v>18.816628270062999</c:v>
                </c:pt>
                <c:pt idx="39">
                  <c:v>19.095598170709</c:v>
                </c:pt>
                <c:pt idx="40">
                  <c:v>19.574297018433999</c:v>
                </c:pt>
                <c:pt idx="41">
                  <c:v>18.750375981497001</c:v>
                </c:pt>
                <c:pt idx="42">
                  <c:v>19.501418590387999</c:v>
                </c:pt>
                <c:pt idx="43">
                  <c:v>18.534019794176999</c:v>
                </c:pt>
                <c:pt idx="44">
                  <c:v>17.583059934396999</c:v>
                </c:pt>
                <c:pt idx="45">
                  <c:v>18.525155357108002</c:v>
                </c:pt>
                <c:pt idx="46">
                  <c:v>18.580130666418</c:v>
                </c:pt>
                <c:pt idx="47">
                  <c:v>19.510324341722001</c:v>
                </c:pt>
                <c:pt idx="48">
                  <c:v>20.374904033545</c:v>
                </c:pt>
                <c:pt idx="49">
                  <c:v>21.044152470387001</c:v>
                </c:pt>
                <c:pt idx="50">
                  <c:v>20.447753734825</c:v>
                </c:pt>
                <c:pt idx="51">
                  <c:v>20.604761932515</c:v>
                </c:pt>
                <c:pt idx="52">
                  <c:v>26.309143262279001</c:v>
                </c:pt>
                <c:pt idx="53">
                  <c:v>25.448881157001999</c:v>
                </c:pt>
                <c:pt idx="54">
                  <c:v>25.582432637747001</c:v>
                </c:pt>
                <c:pt idx="55">
                  <c:v>24.724671844951999</c:v>
                </c:pt>
                <c:pt idx="56">
                  <c:v>24.517397773431</c:v>
                </c:pt>
                <c:pt idx="57">
                  <c:v>26.758468958887001</c:v>
                </c:pt>
                <c:pt idx="58">
                  <c:v>29.978094607138001</c:v>
                </c:pt>
                <c:pt idx="59">
                  <c:v>27.468547889433001</c:v>
                </c:pt>
                <c:pt idx="60">
                  <c:v>26.579195474432002</c:v>
                </c:pt>
                <c:pt idx="61">
                  <c:v>22.519314717629001</c:v>
                </c:pt>
                <c:pt idx="62">
                  <c:v>25.457179233775999</c:v>
                </c:pt>
                <c:pt idx="63">
                  <c:v>26.341649721315999</c:v>
                </c:pt>
                <c:pt idx="64">
                  <c:v>23.054060219977998</c:v>
                </c:pt>
                <c:pt idx="65">
                  <c:v>24.216728921975001</c:v>
                </c:pt>
                <c:pt idx="66">
                  <c:v>23.428564487001999</c:v>
                </c:pt>
                <c:pt idx="67">
                  <c:v>22.427512016813999</c:v>
                </c:pt>
                <c:pt idx="68">
                  <c:v>21.427732155002001</c:v>
                </c:pt>
                <c:pt idx="69">
                  <c:v>20.565038985261001</c:v>
                </c:pt>
                <c:pt idx="70">
                  <c:v>19.964488427260999</c:v>
                </c:pt>
                <c:pt idx="71">
                  <c:v>19.581138656416002</c:v>
                </c:pt>
                <c:pt idx="72">
                  <c:v>19.911093174611</c:v>
                </c:pt>
                <c:pt idx="73">
                  <c:v>19.458907509164</c:v>
                </c:pt>
                <c:pt idx="74">
                  <c:v>19.824407601231002</c:v>
                </c:pt>
                <c:pt idx="75">
                  <c:v>19.640225042048002</c:v>
                </c:pt>
                <c:pt idx="76">
                  <c:v>19.569095669736001</c:v>
                </c:pt>
                <c:pt idx="77">
                  <c:v>19.366814526437</c:v>
                </c:pt>
                <c:pt idx="78">
                  <c:v>19.232888603961001</c:v>
                </c:pt>
                <c:pt idx="79">
                  <c:v>18.230453728442001</c:v>
                </c:pt>
                <c:pt idx="80">
                  <c:v>19.232933416581002</c:v>
                </c:pt>
                <c:pt idx="81">
                  <c:v>18.678886675760001</c:v>
                </c:pt>
                <c:pt idx="82">
                  <c:v>15.104678381807</c:v>
                </c:pt>
                <c:pt idx="83">
                  <c:v>15.809902201454999</c:v>
                </c:pt>
                <c:pt idx="84">
                  <c:v>16.931737005662999</c:v>
                </c:pt>
                <c:pt idx="85">
                  <c:v>17.906495127126998</c:v>
                </c:pt>
                <c:pt idx="86">
                  <c:v>17.661586217263</c:v>
                </c:pt>
                <c:pt idx="87">
                  <c:v>18.916361052342999</c:v>
                </c:pt>
                <c:pt idx="88">
                  <c:v>19.801555106167999</c:v>
                </c:pt>
                <c:pt idx="89">
                  <c:v>20.059451435663</c:v>
                </c:pt>
                <c:pt idx="90">
                  <c:v>19.139340403733001</c:v>
                </c:pt>
                <c:pt idx="91">
                  <c:v>19.458515783888998</c:v>
                </c:pt>
                <c:pt idx="92">
                  <c:v>20.484490146731002</c:v>
                </c:pt>
                <c:pt idx="93">
                  <c:v>20.475762715681</c:v>
                </c:pt>
                <c:pt idx="94">
                  <c:v>25.103762095175998</c:v>
                </c:pt>
                <c:pt idx="95">
                  <c:v>24.327112669228001</c:v>
                </c:pt>
                <c:pt idx="96">
                  <c:v>28.461933769205999</c:v>
                </c:pt>
                <c:pt idx="97">
                  <c:v>28.093526056241</c:v>
                </c:pt>
                <c:pt idx="98">
                  <c:v>34.701549199562997</c:v>
                </c:pt>
                <c:pt idx="99">
                  <c:v>35.009529722617998</c:v>
                </c:pt>
                <c:pt idx="100">
                  <c:v>34.724074368529003</c:v>
                </c:pt>
                <c:pt idx="101">
                  <c:v>34.482346786934002</c:v>
                </c:pt>
                <c:pt idx="102">
                  <c:v>34.922474224612003</c:v>
                </c:pt>
                <c:pt idx="103">
                  <c:v>35.224983665395001</c:v>
                </c:pt>
                <c:pt idx="104">
                  <c:v>36.4718850824</c:v>
                </c:pt>
                <c:pt idx="105">
                  <c:v>35.202281542919003</c:v>
                </c:pt>
                <c:pt idx="106">
                  <c:v>36.049165637960002</c:v>
                </c:pt>
                <c:pt idx="107">
                  <c:v>36.099250073496997</c:v>
                </c:pt>
                <c:pt idx="108">
                  <c:v>35.988464117737003</c:v>
                </c:pt>
                <c:pt idx="109">
                  <c:v>41.261426601293998</c:v>
                </c:pt>
                <c:pt idx="110">
                  <c:v>41.647168375878003</c:v>
                </c:pt>
                <c:pt idx="111">
                  <c:v>40.232442902080997</c:v>
                </c:pt>
                <c:pt idx="112">
                  <c:v>40.150903255128</c:v>
                </c:pt>
                <c:pt idx="113">
                  <c:v>42.625202043511003</c:v>
                </c:pt>
                <c:pt idx="114">
                  <c:v>44.136278088160999</c:v>
                </c:pt>
                <c:pt idx="115">
                  <c:v>43.298199861067999</c:v>
                </c:pt>
                <c:pt idx="116">
                  <c:v>44.251899689121998</c:v>
                </c:pt>
                <c:pt idx="117">
                  <c:v>42.239733095368003</c:v>
                </c:pt>
                <c:pt idx="118">
                  <c:v>42.799536649190003</c:v>
                </c:pt>
                <c:pt idx="119">
                  <c:v>42.093936705262003</c:v>
                </c:pt>
                <c:pt idx="120">
                  <c:v>42.174090970530003</c:v>
                </c:pt>
                <c:pt idx="121">
                  <c:v>40.726109635020002</c:v>
                </c:pt>
                <c:pt idx="122">
                  <c:v>41.163283265493</c:v>
                </c:pt>
                <c:pt idx="123">
                  <c:v>43.372429006531</c:v>
                </c:pt>
                <c:pt idx="124">
                  <c:v>43.740782549050003</c:v>
                </c:pt>
                <c:pt idx="125">
                  <c:v>45.289281942841001</c:v>
                </c:pt>
              </c:numCache>
            </c:numRef>
          </c:val>
          <c:smooth val="0"/>
        </c:ser>
        <c:dLbls>
          <c:showLegendKey val="0"/>
          <c:showVal val="0"/>
          <c:showCatName val="0"/>
          <c:showSerName val="0"/>
          <c:showPercent val="0"/>
          <c:showBubbleSize val="0"/>
        </c:dLbls>
        <c:marker val="1"/>
        <c:smooth val="0"/>
        <c:axId val="100251520"/>
        <c:axId val="100253056"/>
      </c:lineChart>
      <c:dateAx>
        <c:axId val="100251520"/>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00253056"/>
        <c:crosses val="autoZero"/>
        <c:auto val="1"/>
        <c:lblOffset val="100"/>
        <c:baseTimeUnit val="days"/>
        <c:majorUnit val="1"/>
        <c:majorTimeUnit val="months"/>
      </c:dateAx>
      <c:valAx>
        <c:axId val="100253056"/>
        <c:scaling>
          <c:orientation val="minMax"/>
        </c:scaling>
        <c:delete val="0"/>
        <c:axPos val="l"/>
        <c:numFmt formatCode="0" sourceLinked="0"/>
        <c:majorTickMark val="none"/>
        <c:minorTickMark val="none"/>
        <c:tickLblPos val="nextTo"/>
        <c:spPr>
          <a:noFill/>
          <a:ln>
            <a:solidFill>
              <a:schemeClr val="tx1"/>
            </a:solidFill>
          </a:ln>
          <a:effectLst/>
        </c:spPr>
        <c:txPr>
          <a:bodyPr rot="-60000000" vert="horz"/>
          <a:lstStyle/>
          <a:p>
            <a:pPr>
              <a:defRPr/>
            </a:pPr>
            <a:endParaRPr lang="en-US"/>
          </a:p>
        </c:txPr>
        <c:crossAx val="10025152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'Untitled Chart.1413931024033'!$K$1</c:f>
              <c:strCache>
                <c:ptCount val="1"/>
                <c:pt idx="0">
                  <c:v>OAS of FNMA IOS 4.0 2010</c:v>
                </c:pt>
              </c:strCache>
            </c:strRef>
          </c:tx>
          <c:spPr>
            <a:ln w="28575" cap="rnd">
              <a:solidFill>
                <a:schemeClr val="accent1"/>
              </a:solidFill>
              <a:round/>
            </a:ln>
            <a:effectLst/>
          </c:spPr>
          <c:marker>
            <c:symbol val="none"/>
          </c:marker>
          <c:cat>
            <c:numRef>
              <c:f>'Untitled Chart.1413931024033'!$J$2:$J$230</c:f>
              <c:numCache>
                <c:formatCode>m/d/yyyy</c:formatCode>
                <c:ptCount val="229"/>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numCache>
            </c:numRef>
          </c:cat>
          <c:val>
            <c:numRef>
              <c:f>'Untitled Chart.1413931024033'!$K$2:$K$230</c:f>
              <c:numCache>
                <c:formatCode>General</c:formatCode>
                <c:ptCount val="229"/>
                <c:pt idx="0">
                  <c:v>314</c:v>
                </c:pt>
                <c:pt idx="1">
                  <c:v>311</c:v>
                </c:pt>
                <c:pt idx="2">
                  <c:v>283</c:v>
                </c:pt>
                <c:pt idx="3">
                  <c:v>282</c:v>
                </c:pt>
                <c:pt idx="4">
                  <c:v>267</c:v>
                </c:pt>
                <c:pt idx="5">
                  <c:v>286</c:v>
                </c:pt>
                <c:pt idx="6">
                  <c:v>285</c:v>
                </c:pt>
                <c:pt idx="7">
                  <c:v>374</c:v>
                </c:pt>
                <c:pt idx="8">
                  <c:v>302</c:v>
                </c:pt>
                <c:pt idx="9">
                  <c:v>286</c:v>
                </c:pt>
                <c:pt idx="10">
                  <c:v>279</c:v>
                </c:pt>
                <c:pt idx="11">
                  <c:v>288</c:v>
                </c:pt>
                <c:pt idx="12">
                  <c:v>289</c:v>
                </c:pt>
                <c:pt idx="13">
                  <c:v>308</c:v>
                </c:pt>
                <c:pt idx="14">
                  <c:v>306</c:v>
                </c:pt>
                <c:pt idx="15">
                  <c:v>308</c:v>
                </c:pt>
                <c:pt idx="16">
                  <c:v>315</c:v>
                </c:pt>
                <c:pt idx="17">
                  <c:v>319</c:v>
                </c:pt>
                <c:pt idx="18">
                  <c:v>322</c:v>
                </c:pt>
                <c:pt idx="19">
                  <c:v>320</c:v>
                </c:pt>
                <c:pt idx="20">
                  <c:v>300</c:v>
                </c:pt>
                <c:pt idx="21">
                  <c:v>304</c:v>
                </c:pt>
                <c:pt idx="22">
                  <c:v>289</c:v>
                </c:pt>
                <c:pt idx="23">
                  <c:v>282</c:v>
                </c:pt>
                <c:pt idx="24">
                  <c:v>290</c:v>
                </c:pt>
                <c:pt idx="25">
                  <c:v>304</c:v>
                </c:pt>
                <c:pt idx="26">
                  <c:v>317</c:v>
                </c:pt>
                <c:pt idx="27">
                  <c:v>295</c:v>
                </c:pt>
                <c:pt idx="28">
                  <c:v>288</c:v>
                </c:pt>
                <c:pt idx="29">
                  <c:v>295</c:v>
                </c:pt>
                <c:pt idx="30">
                  <c:v>299</c:v>
                </c:pt>
                <c:pt idx="31">
                  <c:v>293</c:v>
                </c:pt>
                <c:pt idx="32">
                  <c:v>291</c:v>
                </c:pt>
                <c:pt idx="33">
                  <c:v>299</c:v>
                </c:pt>
                <c:pt idx="34">
                  <c:v>298</c:v>
                </c:pt>
                <c:pt idx="35">
                  <c:v>287</c:v>
                </c:pt>
                <c:pt idx="36">
                  <c:v>275</c:v>
                </c:pt>
                <c:pt idx="37">
                  <c:v>262</c:v>
                </c:pt>
                <c:pt idx="38">
                  <c:v>260</c:v>
                </c:pt>
                <c:pt idx="39">
                  <c:v>253</c:v>
                </c:pt>
                <c:pt idx="40">
                  <c:v>249</c:v>
                </c:pt>
                <c:pt idx="41">
                  <c:v>249</c:v>
                </c:pt>
                <c:pt idx="42">
                  <c:v>255</c:v>
                </c:pt>
                <c:pt idx="43">
                  <c:v>239</c:v>
                </c:pt>
                <c:pt idx="44">
                  <c:v>220</c:v>
                </c:pt>
                <c:pt idx="45">
                  <c:v>209</c:v>
                </c:pt>
                <c:pt idx="46">
                  <c:v>204</c:v>
                </c:pt>
                <c:pt idx="47">
                  <c:v>197</c:v>
                </c:pt>
                <c:pt idx="48">
                  <c:v>194</c:v>
                </c:pt>
                <c:pt idx="49">
                  <c:v>195</c:v>
                </c:pt>
                <c:pt idx="50">
                  <c:v>198</c:v>
                </c:pt>
                <c:pt idx="51">
                  <c:v>205</c:v>
                </c:pt>
                <c:pt idx="52">
                  <c:v>216</c:v>
                </c:pt>
                <c:pt idx="53">
                  <c:v>218</c:v>
                </c:pt>
                <c:pt idx="54">
                  <c:v>210</c:v>
                </c:pt>
                <c:pt idx="55">
                  <c:v>211</c:v>
                </c:pt>
                <c:pt idx="56">
                  <c:v>210</c:v>
                </c:pt>
                <c:pt idx="57">
                  <c:v>209</c:v>
                </c:pt>
                <c:pt idx="58">
                  <c:v>208</c:v>
                </c:pt>
                <c:pt idx="59">
                  <c:v>214</c:v>
                </c:pt>
                <c:pt idx="60">
                  <c:v>214</c:v>
                </c:pt>
                <c:pt idx="61">
                  <c:v>260</c:v>
                </c:pt>
                <c:pt idx="62">
                  <c:v>253</c:v>
                </c:pt>
                <c:pt idx="63">
                  <c:v>258</c:v>
                </c:pt>
                <c:pt idx="64">
                  <c:v>255</c:v>
                </c:pt>
                <c:pt idx="65">
                  <c:v>245</c:v>
                </c:pt>
                <c:pt idx="66">
                  <c:v>243</c:v>
                </c:pt>
                <c:pt idx="67">
                  <c:v>239</c:v>
                </c:pt>
                <c:pt idx="68">
                  <c:v>237</c:v>
                </c:pt>
                <c:pt idx="69">
                  <c:v>225</c:v>
                </c:pt>
                <c:pt idx="70">
                  <c:v>227</c:v>
                </c:pt>
                <c:pt idx="71">
                  <c:v>229</c:v>
                </c:pt>
                <c:pt idx="72">
                  <c:v>236</c:v>
                </c:pt>
                <c:pt idx="73">
                  <c:v>227</c:v>
                </c:pt>
                <c:pt idx="74">
                  <c:v>220</c:v>
                </c:pt>
                <c:pt idx="75">
                  <c:v>205</c:v>
                </c:pt>
                <c:pt idx="76">
                  <c:v>197</c:v>
                </c:pt>
                <c:pt idx="77">
                  <c:v>179</c:v>
                </c:pt>
                <c:pt idx="78">
                  <c:v>179</c:v>
                </c:pt>
                <c:pt idx="79">
                  <c:v>187</c:v>
                </c:pt>
                <c:pt idx="80">
                  <c:v>192</c:v>
                </c:pt>
                <c:pt idx="81">
                  <c:v>197</c:v>
                </c:pt>
                <c:pt idx="82">
                  <c:v>202</c:v>
                </c:pt>
                <c:pt idx="83">
                  <c:v>189</c:v>
                </c:pt>
                <c:pt idx="84">
                  <c:v>184</c:v>
                </c:pt>
                <c:pt idx="85">
                  <c:v>167</c:v>
                </c:pt>
                <c:pt idx="86">
                  <c:v>152</c:v>
                </c:pt>
                <c:pt idx="87">
                  <c:v>163</c:v>
                </c:pt>
                <c:pt idx="88">
                  <c:v>170</c:v>
                </c:pt>
                <c:pt idx="89">
                  <c:v>186</c:v>
                </c:pt>
                <c:pt idx="90">
                  <c:v>186</c:v>
                </c:pt>
                <c:pt idx="91">
                  <c:v>163</c:v>
                </c:pt>
                <c:pt idx="92">
                  <c:v>176</c:v>
                </c:pt>
                <c:pt idx="93">
                  <c:v>195</c:v>
                </c:pt>
                <c:pt idx="94">
                  <c:v>195</c:v>
                </c:pt>
                <c:pt idx="95">
                  <c:v>201</c:v>
                </c:pt>
                <c:pt idx="96">
                  <c:v>209</c:v>
                </c:pt>
                <c:pt idx="97">
                  <c:v>196</c:v>
                </c:pt>
                <c:pt idx="98">
                  <c:v>209</c:v>
                </c:pt>
                <c:pt idx="99">
                  <c:v>222</c:v>
                </c:pt>
                <c:pt idx="100">
                  <c:v>218</c:v>
                </c:pt>
                <c:pt idx="101">
                  <c:v>202</c:v>
                </c:pt>
                <c:pt idx="102">
                  <c:v>190</c:v>
                </c:pt>
                <c:pt idx="103">
                  <c:v>173</c:v>
                </c:pt>
                <c:pt idx="104">
                  <c:v>154</c:v>
                </c:pt>
                <c:pt idx="105">
                  <c:v>162</c:v>
                </c:pt>
                <c:pt idx="106">
                  <c:v>170</c:v>
                </c:pt>
                <c:pt idx="107">
                  <c:v>156</c:v>
                </c:pt>
                <c:pt idx="108">
                  <c:v>180</c:v>
                </c:pt>
                <c:pt idx="109">
                  <c:v>193</c:v>
                </c:pt>
                <c:pt idx="110">
                  <c:v>194</c:v>
                </c:pt>
                <c:pt idx="111">
                  <c:v>195</c:v>
                </c:pt>
                <c:pt idx="112">
                  <c:v>192</c:v>
                </c:pt>
                <c:pt idx="113">
                  <c:v>193</c:v>
                </c:pt>
                <c:pt idx="114">
                  <c:v>199</c:v>
                </c:pt>
                <c:pt idx="115">
                  <c:v>202</c:v>
                </c:pt>
                <c:pt idx="116">
                  <c:v>206</c:v>
                </c:pt>
                <c:pt idx="117">
                  <c:v>202</c:v>
                </c:pt>
                <c:pt idx="118">
                  <c:v>207</c:v>
                </c:pt>
                <c:pt idx="119">
                  <c:v>208</c:v>
                </c:pt>
                <c:pt idx="120">
                  <c:v>210</c:v>
                </c:pt>
                <c:pt idx="121">
                  <c:v>199</c:v>
                </c:pt>
                <c:pt idx="122">
                  <c:v>201</c:v>
                </c:pt>
                <c:pt idx="123">
                  <c:v>217</c:v>
                </c:pt>
                <c:pt idx="124">
                  <c:v>230</c:v>
                </c:pt>
                <c:pt idx="125">
                  <c:v>242</c:v>
                </c:pt>
                <c:pt idx="126">
                  <c:v>251</c:v>
                </c:pt>
                <c:pt idx="127">
                  <c:v>286</c:v>
                </c:pt>
                <c:pt idx="128">
                  <c:v>288</c:v>
                </c:pt>
                <c:pt idx="129">
                  <c:v>318</c:v>
                </c:pt>
                <c:pt idx="130">
                  <c:v>399</c:v>
                </c:pt>
                <c:pt idx="131">
                  <c:v>476</c:v>
                </c:pt>
                <c:pt idx="132">
                  <c:v>438</c:v>
                </c:pt>
                <c:pt idx="133">
                  <c:v>467</c:v>
                </c:pt>
                <c:pt idx="134">
                  <c:v>467</c:v>
                </c:pt>
                <c:pt idx="135">
                  <c:v>464</c:v>
                </c:pt>
                <c:pt idx="136">
                  <c:v>474</c:v>
                </c:pt>
                <c:pt idx="137">
                  <c:v>513</c:v>
                </c:pt>
                <c:pt idx="138">
                  <c:v>535</c:v>
                </c:pt>
                <c:pt idx="139">
                  <c:v>561</c:v>
                </c:pt>
                <c:pt idx="140">
                  <c:v>563</c:v>
                </c:pt>
                <c:pt idx="141">
                  <c:v>516</c:v>
                </c:pt>
                <c:pt idx="142">
                  <c:v>572</c:v>
                </c:pt>
                <c:pt idx="143">
                  <c:v>547</c:v>
                </c:pt>
                <c:pt idx="144">
                  <c:v>509</c:v>
                </c:pt>
                <c:pt idx="145">
                  <c:v>513</c:v>
                </c:pt>
                <c:pt idx="146">
                  <c:v>481</c:v>
                </c:pt>
                <c:pt idx="147">
                  <c:v>502</c:v>
                </c:pt>
                <c:pt idx="148">
                  <c:v>545</c:v>
                </c:pt>
                <c:pt idx="149">
                  <c:v>576</c:v>
                </c:pt>
                <c:pt idx="150">
                  <c:v>549</c:v>
                </c:pt>
                <c:pt idx="151">
                  <c:v>586</c:v>
                </c:pt>
                <c:pt idx="152">
                  <c:v>553</c:v>
                </c:pt>
                <c:pt idx="153">
                  <c:v>528</c:v>
                </c:pt>
                <c:pt idx="154">
                  <c:v>532</c:v>
                </c:pt>
                <c:pt idx="155">
                  <c:v>540</c:v>
                </c:pt>
                <c:pt idx="156">
                  <c:v>519</c:v>
                </c:pt>
                <c:pt idx="157">
                  <c:v>505</c:v>
                </c:pt>
                <c:pt idx="158">
                  <c:v>561</c:v>
                </c:pt>
                <c:pt idx="159">
                  <c:v>574</c:v>
                </c:pt>
                <c:pt idx="160">
                  <c:v>681</c:v>
                </c:pt>
                <c:pt idx="161">
                  <c:v>860</c:v>
                </c:pt>
                <c:pt idx="162">
                  <c:v>735</c:v>
                </c:pt>
                <c:pt idx="163">
                  <c:v>731</c:v>
                </c:pt>
                <c:pt idx="164">
                  <c:v>694</c:v>
                </c:pt>
                <c:pt idx="165">
                  <c:v>678</c:v>
                </c:pt>
                <c:pt idx="166">
                  <c:v>731</c:v>
                </c:pt>
                <c:pt idx="167">
                  <c:v>757</c:v>
                </c:pt>
                <c:pt idx="168">
                  <c:v>810</c:v>
                </c:pt>
                <c:pt idx="169">
                  <c:v>726</c:v>
                </c:pt>
                <c:pt idx="170">
                  <c:v>686</c:v>
                </c:pt>
                <c:pt idx="171">
                  <c:v>680</c:v>
                </c:pt>
                <c:pt idx="172">
                  <c:v>961</c:v>
                </c:pt>
                <c:pt idx="173">
                  <c:v>937</c:v>
                </c:pt>
                <c:pt idx="174">
                  <c:v>864</c:v>
                </c:pt>
                <c:pt idx="175">
                  <c:v>969</c:v>
                </c:pt>
                <c:pt idx="176">
                  <c:v>945</c:v>
                </c:pt>
                <c:pt idx="177">
                  <c:v>968</c:v>
                </c:pt>
                <c:pt idx="178">
                  <c:v>949</c:v>
                </c:pt>
                <c:pt idx="179">
                  <c:v>937</c:v>
                </c:pt>
                <c:pt idx="180">
                  <c:v>919</c:v>
                </c:pt>
                <c:pt idx="181">
                  <c:v>900</c:v>
                </c:pt>
                <c:pt idx="182">
                  <c:v>868</c:v>
                </c:pt>
                <c:pt idx="183">
                  <c:v>920</c:v>
                </c:pt>
                <c:pt idx="184">
                  <c:v>880</c:v>
                </c:pt>
                <c:pt idx="185">
                  <c:v>734</c:v>
                </c:pt>
                <c:pt idx="186">
                  <c:v>762</c:v>
                </c:pt>
                <c:pt idx="187">
                  <c:v>865</c:v>
                </c:pt>
                <c:pt idx="188">
                  <c:v>940</c:v>
                </c:pt>
                <c:pt idx="189">
                  <c:v>927</c:v>
                </c:pt>
                <c:pt idx="190">
                  <c:v>878</c:v>
                </c:pt>
                <c:pt idx="191">
                  <c:v>915</c:v>
                </c:pt>
                <c:pt idx="192">
                  <c:v>987</c:v>
                </c:pt>
                <c:pt idx="193">
                  <c:v>959</c:v>
                </c:pt>
                <c:pt idx="194">
                  <c:v>1020</c:v>
                </c:pt>
                <c:pt idx="195">
                  <c:v>1018</c:v>
                </c:pt>
                <c:pt idx="196">
                  <c:v>1020</c:v>
                </c:pt>
                <c:pt idx="197">
                  <c:v>1011</c:v>
                </c:pt>
                <c:pt idx="198">
                  <c:v>1007</c:v>
                </c:pt>
                <c:pt idx="199">
                  <c:v>1032</c:v>
                </c:pt>
                <c:pt idx="200">
                  <c:v>980</c:v>
                </c:pt>
                <c:pt idx="201">
                  <c:v>1003</c:v>
                </c:pt>
                <c:pt idx="202">
                  <c:v>1013</c:v>
                </c:pt>
                <c:pt idx="203">
                  <c:v>991</c:v>
                </c:pt>
                <c:pt idx="204">
                  <c:v>939</c:v>
                </c:pt>
                <c:pt idx="205">
                  <c:v>930</c:v>
                </c:pt>
                <c:pt idx="206">
                  <c:v>919</c:v>
                </c:pt>
                <c:pt idx="207">
                  <c:v>895</c:v>
                </c:pt>
                <c:pt idx="208">
                  <c:v>846</c:v>
                </c:pt>
                <c:pt idx="209">
                  <c:v>855</c:v>
                </c:pt>
                <c:pt idx="210">
                  <c:v>869</c:v>
                </c:pt>
                <c:pt idx="211">
                  <c:v>872</c:v>
                </c:pt>
                <c:pt idx="212">
                  <c:v>882</c:v>
                </c:pt>
                <c:pt idx="213">
                  <c:v>872</c:v>
                </c:pt>
                <c:pt idx="214">
                  <c:v>834</c:v>
                </c:pt>
                <c:pt idx="215">
                  <c:v>855</c:v>
                </c:pt>
                <c:pt idx="216">
                  <c:v>866</c:v>
                </c:pt>
                <c:pt idx="217">
                  <c:v>895</c:v>
                </c:pt>
                <c:pt idx="218">
                  <c:v>883</c:v>
                </c:pt>
                <c:pt idx="219">
                  <c:v>892</c:v>
                </c:pt>
                <c:pt idx="220">
                  <c:v>938</c:v>
                </c:pt>
                <c:pt idx="221">
                  <c:v>867</c:v>
                </c:pt>
                <c:pt idx="222">
                  <c:v>847</c:v>
                </c:pt>
                <c:pt idx="223">
                  <c:v>804</c:v>
                </c:pt>
                <c:pt idx="224">
                  <c:v>766</c:v>
                </c:pt>
                <c:pt idx="225">
                  <c:v>773</c:v>
                </c:pt>
                <c:pt idx="226">
                  <c:v>829</c:v>
                </c:pt>
                <c:pt idx="227">
                  <c:v>825</c:v>
                </c:pt>
                <c:pt idx="228">
                  <c:v>838</c:v>
                </c:pt>
              </c:numCache>
            </c:numRef>
          </c:val>
          <c:smooth val="0"/>
        </c:ser>
        <c:dLbls>
          <c:showLegendKey val="0"/>
          <c:showVal val="0"/>
          <c:showCatName val="0"/>
          <c:showSerName val="0"/>
          <c:showPercent val="0"/>
          <c:showBubbleSize val="0"/>
        </c:dLbls>
        <c:marker val="1"/>
        <c:smooth val="0"/>
        <c:axId val="121328384"/>
        <c:axId val="121329920"/>
      </c:lineChart>
      <c:lineChart>
        <c:grouping val="standard"/>
        <c:varyColors val="0"/>
        <c:ser>
          <c:idx val="0"/>
          <c:order val="0"/>
          <c:tx>
            <c:strRef>
              <c:f>'Untitled Chart.1413931024033'!$B$1</c:f>
              <c:strCache>
                <c:ptCount val="1"/>
                <c:pt idx="0">
                  <c:v>10 Year Treasury (rhs)</c:v>
                </c:pt>
              </c:strCache>
            </c:strRef>
          </c:tx>
          <c:spPr>
            <a:ln w="28575" cap="rnd">
              <a:solidFill>
                <a:srgbClr val="968880"/>
              </a:solidFill>
              <a:round/>
            </a:ln>
            <a:effectLst/>
          </c:spPr>
          <c:marker>
            <c:symbol val="none"/>
          </c:marker>
          <c:cat>
            <c:numRef>
              <c:f>'Untitled Chart.1413931024033'!$A$2:$A$230</c:f>
              <c:numCache>
                <c:formatCode>d\-mmm\-yy</c:formatCode>
                <c:ptCount val="229"/>
                <c:pt idx="0">
                  <c:v>40576</c:v>
                </c:pt>
                <c:pt idx="1">
                  <c:v>40577</c:v>
                </c:pt>
                <c:pt idx="2">
                  <c:v>40578</c:v>
                </c:pt>
                <c:pt idx="3">
                  <c:v>40581</c:v>
                </c:pt>
                <c:pt idx="4">
                  <c:v>40582</c:v>
                </c:pt>
                <c:pt idx="5">
                  <c:v>40583</c:v>
                </c:pt>
                <c:pt idx="6">
                  <c:v>40584</c:v>
                </c:pt>
                <c:pt idx="7">
                  <c:v>40585</c:v>
                </c:pt>
                <c:pt idx="8">
                  <c:v>40588</c:v>
                </c:pt>
                <c:pt idx="9">
                  <c:v>40589</c:v>
                </c:pt>
                <c:pt idx="10">
                  <c:v>40590</c:v>
                </c:pt>
                <c:pt idx="11">
                  <c:v>40591</c:v>
                </c:pt>
                <c:pt idx="12">
                  <c:v>40592</c:v>
                </c:pt>
                <c:pt idx="13">
                  <c:v>40596</c:v>
                </c:pt>
                <c:pt idx="14">
                  <c:v>40597</c:v>
                </c:pt>
                <c:pt idx="15">
                  <c:v>40598</c:v>
                </c:pt>
                <c:pt idx="16">
                  <c:v>40599</c:v>
                </c:pt>
                <c:pt idx="17">
                  <c:v>40602</c:v>
                </c:pt>
                <c:pt idx="18">
                  <c:v>40603</c:v>
                </c:pt>
                <c:pt idx="19">
                  <c:v>40604</c:v>
                </c:pt>
                <c:pt idx="20">
                  <c:v>40605</c:v>
                </c:pt>
                <c:pt idx="21">
                  <c:v>40606</c:v>
                </c:pt>
                <c:pt idx="22">
                  <c:v>40609</c:v>
                </c:pt>
                <c:pt idx="23">
                  <c:v>40610</c:v>
                </c:pt>
                <c:pt idx="24">
                  <c:v>40611</c:v>
                </c:pt>
                <c:pt idx="25">
                  <c:v>40612</c:v>
                </c:pt>
                <c:pt idx="26">
                  <c:v>40613</c:v>
                </c:pt>
                <c:pt idx="27">
                  <c:v>40616</c:v>
                </c:pt>
                <c:pt idx="28">
                  <c:v>40617</c:v>
                </c:pt>
                <c:pt idx="29">
                  <c:v>40618</c:v>
                </c:pt>
                <c:pt idx="30">
                  <c:v>40619</c:v>
                </c:pt>
                <c:pt idx="31">
                  <c:v>40620</c:v>
                </c:pt>
                <c:pt idx="32">
                  <c:v>40623</c:v>
                </c:pt>
                <c:pt idx="33">
                  <c:v>40624</c:v>
                </c:pt>
                <c:pt idx="34">
                  <c:v>40625</c:v>
                </c:pt>
                <c:pt idx="35">
                  <c:v>40626</c:v>
                </c:pt>
                <c:pt idx="36">
                  <c:v>40627</c:v>
                </c:pt>
                <c:pt idx="37">
                  <c:v>40630</c:v>
                </c:pt>
                <c:pt idx="38">
                  <c:v>40631</c:v>
                </c:pt>
                <c:pt idx="39">
                  <c:v>40632</c:v>
                </c:pt>
                <c:pt idx="40">
                  <c:v>40633</c:v>
                </c:pt>
                <c:pt idx="41">
                  <c:v>40634</c:v>
                </c:pt>
                <c:pt idx="42">
                  <c:v>40637</c:v>
                </c:pt>
                <c:pt idx="43">
                  <c:v>40638</c:v>
                </c:pt>
                <c:pt idx="44">
                  <c:v>40639</c:v>
                </c:pt>
                <c:pt idx="45">
                  <c:v>40640</c:v>
                </c:pt>
                <c:pt idx="46">
                  <c:v>40641</c:v>
                </c:pt>
                <c:pt idx="47">
                  <c:v>40644</c:v>
                </c:pt>
                <c:pt idx="48">
                  <c:v>40645</c:v>
                </c:pt>
                <c:pt idx="49">
                  <c:v>40646</c:v>
                </c:pt>
                <c:pt idx="50">
                  <c:v>40647</c:v>
                </c:pt>
                <c:pt idx="51">
                  <c:v>40648</c:v>
                </c:pt>
                <c:pt idx="52">
                  <c:v>40651</c:v>
                </c:pt>
                <c:pt idx="53">
                  <c:v>40652</c:v>
                </c:pt>
                <c:pt idx="54">
                  <c:v>40653</c:v>
                </c:pt>
                <c:pt idx="55">
                  <c:v>40654</c:v>
                </c:pt>
                <c:pt idx="56">
                  <c:v>40658</c:v>
                </c:pt>
                <c:pt idx="57">
                  <c:v>40659</c:v>
                </c:pt>
                <c:pt idx="58">
                  <c:v>40660</c:v>
                </c:pt>
                <c:pt idx="59">
                  <c:v>40661</c:v>
                </c:pt>
                <c:pt idx="60">
                  <c:v>40662</c:v>
                </c:pt>
                <c:pt idx="61">
                  <c:v>40665</c:v>
                </c:pt>
                <c:pt idx="62">
                  <c:v>40666</c:v>
                </c:pt>
                <c:pt idx="63">
                  <c:v>40667</c:v>
                </c:pt>
                <c:pt idx="64">
                  <c:v>40668</c:v>
                </c:pt>
                <c:pt idx="65">
                  <c:v>40669</c:v>
                </c:pt>
                <c:pt idx="66">
                  <c:v>40672</c:v>
                </c:pt>
                <c:pt idx="67">
                  <c:v>40673</c:v>
                </c:pt>
                <c:pt idx="68">
                  <c:v>40674</c:v>
                </c:pt>
                <c:pt idx="69">
                  <c:v>40675</c:v>
                </c:pt>
                <c:pt idx="70">
                  <c:v>40676</c:v>
                </c:pt>
                <c:pt idx="71">
                  <c:v>40679</c:v>
                </c:pt>
                <c:pt idx="72">
                  <c:v>40680</c:v>
                </c:pt>
                <c:pt idx="73">
                  <c:v>40681</c:v>
                </c:pt>
                <c:pt idx="74">
                  <c:v>40682</c:v>
                </c:pt>
                <c:pt idx="75">
                  <c:v>40683</c:v>
                </c:pt>
                <c:pt idx="76">
                  <c:v>40686</c:v>
                </c:pt>
                <c:pt idx="77">
                  <c:v>40687</c:v>
                </c:pt>
                <c:pt idx="78">
                  <c:v>40688</c:v>
                </c:pt>
                <c:pt idx="79">
                  <c:v>40689</c:v>
                </c:pt>
                <c:pt idx="80">
                  <c:v>40690</c:v>
                </c:pt>
                <c:pt idx="81">
                  <c:v>40694</c:v>
                </c:pt>
                <c:pt idx="82">
                  <c:v>40695</c:v>
                </c:pt>
                <c:pt idx="83">
                  <c:v>40696</c:v>
                </c:pt>
                <c:pt idx="84">
                  <c:v>40697</c:v>
                </c:pt>
                <c:pt idx="85">
                  <c:v>40700</c:v>
                </c:pt>
                <c:pt idx="86">
                  <c:v>40701</c:v>
                </c:pt>
                <c:pt idx="87">
                  <c:v>40702</c:v>
                </c:pt>
                <c:pt idx="88">
                  <c:v>40703</c:v>
                </c:pt>
                <c:pt idx="89">
                  <c:v>40704</c:v>
                </c:pt>
                <c:pt idx="90">
                  <c:v>40707</c:v>
                </c:pt>
                <c:pt idx="91">
                  <c:v>40708</c:v>
                </c:pt>
                <c:pt idx="92">
                  <c:v>40709</c:v>
                </c:pt>
                <c:pt idx="93">
                  <c:v>40710</c:v>
                </c:pt>
                <c:pt idx="94">
                  <c:v>40711</c:v>
                </c:pt>
                <c:pt idx="95">
                  <c:v>40714</c:v>
                </c:pt>
                <c:pt idx="96">
                  <c:v>40715</c:v>
                </c:pt>
                <c:pt idx="97">
                  <c:v>40716</c:v>
                </c:pt>
                <c:pt idx="98">
                  <c:v>40717</c:v>
                </c:pt>
                <c:pt idx="99">
                  <c:v>40718</c:v>
                </c:pt>
                <c:pt idx="100">
                  <c:v>40721</c:v>
                </c:pt>
                <c:pt idx="101">
                  <c:v>40722</c:v>
                </c:pt>
                <c:pt idx="102">
                  <c:v>40723</c:v>
                </c:pt>
                <c:pt idx="103">
                  <c:v>40724</c:v>
                </c:pt>
                <c:pt idx="104">
                  <c:v>40725</c:v>
                </c:pt>
                <c:pt idx="105">
                  <c:v>40729</c:v>
                </c:pt>
                <c:pt idx="106">
                  <c:v>40730</c:v>
                </c:pt>
                <c:pt idx="107">
                  <c:v>40731</c:v>
                </c:pt>
                <c:pt idx="108">
                  <c:v>40732</c:v>
                </c:pt>
                <c:pt idx="109">
                  <c:v>40735</c:v>
                </c:pt>
                <c:pt idx="110">
                  <c:v>40736</c:v>
                </c:pt>
                <c:pt idx="111">
                  <c:v>40737</c:v>
                </c:pt>
                <c:pt idx="112">
                  <c:v>40738</c:v>
                </c:pt>
                <c:pt idx="113">
                  <c:v>40739</c:v>
                </c:pt>
                <c:pt idx="114">
                  <c:v>40742</c:v>
                </c:pt>
                <c:pt idx="115">
                  <c:v>40743</c:v>
                </c:pt>
                <c:pt idx="116">
                  <c:v>40744</c:v>
                </c:pt>
                <c:pt idx="117">
                  <c:v>40745</c:v>
                </c:pt>
                <c:pt idx="118">
                  <c:v>40746</c:v>
                </c:pt>
                <c:pt idx="119">
                  <c:v>40749</c:v>
                </c:pt>
                <c:pt idx="120">
                  <c:v>40750</c:v>
                </c:pt>
                <c:pt idx="121">
                  <c:v>40751</c:v>
                </c:pt>
                <c:pt idx="122">
                  <c:v>40752</c:v>
                </c:pt>
                <c:pt idx="123">
                  <c:v>40753</c:v>
                </c:pt>
                <c:pt idx="124">
                  <c:v>40756</c:v>
                </c:pt>
                <c:pt idx="125">
                  <c:v>40757</c:v>
                </c:pt>
                <c:pt idx="126">
                  <c:v>40758</c:v>
                </c:pt>
                <c:pt idx="127">
                  <c:v>40759</c:v>
                </c:pt>
                <c:pt idx="128">
                  <c:v>40760</c:v>
                </c:pt>
                <c:pt idx="129">
                  <c:v>40763</c:v>
                </c:pt>
                <c:pt idx="130">
                  <c:v>40764</c:v>
                </c:pt>
                <c:pt idx="131">
                  <c:v>40765</c:v>
                </c:pt>
                <c:pt idx="132">
                  <c:v>40766</c:v>
                </c:pt>
                <c:pt idx="133">
                  <c:v>40767</c:v>
                </c:pt>
                <c:pt idx="134">
                  <c:v>40770</c:v>
                </c:pt>
                <c:pt idx="135">
                  <c:v>40771</c:v>
                </c:pt>
                <c:pt idx="136">
                  <c:v>40772</c:v>
                </c:pt>
                <c:pt idx="137">
                  <c:v>40773</c:v>
                </c:pt>
                <c:pt idx="138">
                  <c:v>40774</c:v>
                </c:pt>
                <c:pt idx="139">
                  <c:v>40777</c:v>
                </c:pt>
                <c:pt idx="140">
                  <c:v>40778</c:v>
                </c:pt>
                <c:pt idx="141">
                  <c:v>40779</c:v>
                </c:pt>
                <c:pt idx="142">
                  <c:v>40780</c:v>
                </c:pt>
                <c:pt idx="143">
                  <c:v>40781</c:v>
                </c:pt>
                <c:pt idx="144">
                  <c:v>40784</c:v>
                </c:pt>
                <c:pt idx="145">
                  <c:v>40785</c:v>
                </c:pt>
                <c:pt idx="146">
                  <c:v>40786</c:v>
                </c:pt>
                <c:pt idx="147">
                  <c:v>40787</c:v>
                </c:pt>
                <c:pt idx="148">
                  <c:v>40788</c:v>
                </c:pt>
                <c:pt idx="149">
                  <c:v>40792</c:v>
                </c:pt>
                <c:pt idx="150">
                  <c:v>40793</c:v>
                </c:pt>
                <c:pt idx="151">
                  <c:v>40794</c:v>
                </c:pt>
                <c:pt idx="152">
                  <c:v>40795</c:v>
                </c:pt>
                <c:pt idx="153">
                  <c:v>40798</c:v>
                </c:pt>
                <c:pt idx="154">
                  <c:v>40799</c:v>
                </c:pt>
                <c:pt idx="155">
                  <c:v>40800</c:v>
                </c:pt>
                <c:pt idx="156">
                  <c:v>40801</c:v>
                </c:pt>
                <c:pt idx="157">
                  <c:v>40802</c:v>
                </c:pt>
                <c:pt idx="158">
                  <c:v>40805</c:v>
                </c:pt>
                <c:pt idx="159">
                  <c:v>40806</c:v>
                </c:pt>
                <c:pt idx="160">
                  <c:v>40807</c:v>
                </c:pt>
                <c:pt idx="161">
                  <c:v>40808</c:v>
                </c:pt>
                <c:pt idx="162">
                  <c:v>40809</c:v>
                </c:pt>
                <c:pt idx="163">
                  <c:v>40812</c:v>
                </c:pt>
                <c:pt idx="164">
                  <c:v>40813</c:v>
                </c:pt>
                <c:pt idx="165">
                  <c:v>40814</c:v>
                </c:pt>
                <c:pt idx="166">
                  <c:v>40815</c:v>
                </c:pt>
                <c:pt idx="167">
                  <c:v>40816</c:v>
                </c:pt>
                <c:pt idx="168">
                  <c:v>40819</c:v>
                </c:pt>
                <c:pt idx="169">
                  <c:v>40820</c:v>
                </c:pt>
                <c:pt idx="170">
                  <c:v>40821</c:v>
                </c:pt>
                <c:pt idx="171">
                  <c:v>40822</c:v>
                </c:pt>
                <c:pt idx="172">
                  <c:v>40823</c:v>
                </c:pt>
                <c:pt idx="173">
                  <c:v>40827</c:v>
                </c:pt>
                <c:pt idx="174">
                  <c:v>40828</c:v>
                </c:pt>
                <c:pt idx="175">
                  <c:v>40829</c:v>
                </c:pt>
                <c:pt idx="176">
                  <c:v>40830</c:v>
                </c:pt>
                <c:pt idx="177">
                  <c:v>40833</c:v>
                </c:pt>
                <c:pt idx="178">
                  <c:v>40834</c:v>
                </c:pt>
                <c:pt idx="179">
                  <c:v>40835</c:v>
                </c:pt>
                <c:pt idx="180">
                  <c:v>40836</c:v>
                </c:pt>
                <c:pt idx="181">
                  <c:v>40837</c:v>
                </c:pt>
                <c:pt idx="182">
                  <c:v>40840</c:v>
                </c:pt>
                <c:pt idx="183">
                  <c:v>40841</c:v>
                </c:pt>
                <c:pt idx="184">
                  <c:v>40842</c:v>
                </c:pt>
                <c:pt idx="185">
                  <c:v>40843</c:v>
                </c:pt>
                <c:pt idx="186">
                  <c:v>40844</c:v>
                </c:pt>
                <c:pt idx="187">
                  <c:v>40847</c:v>
                </c:pt>
                <c:pt idx="188">
                  <c:v>40848</c:v>
                </c:pt>
                <c:pt idx="189">
                  <c:v>40849</c:v>
                </c:pt>
                <c:pt idx="190">
                  <c:v>40850</c:v>
                </c:pt>
                <c:pt idx="191">
                  <c:v>40851</c:v>
                </c:pt>
                <c:pt idx="192">
                  <c:v>40854</c:v>
                </c:pt>
                <c:pt idx="193">
                  <c:v>40855</c:v>
                </c:pt>
                <c:pt idx="194">
                  <c:v>40856</c:v>
                </c:pt>
                <c:pt idx="195">
                  <c:v>40857</c:v>
                </c:pt>
                <c:pt idx="196">
                  <c:v>40861</c:v>
                </c:pt>
                <c:pt idx="197">
                  <c:v>40862</c:v>
                </c:pt>
                <c:pt idx="198">
                  <c:v>40863</c:v>
                </c:pt>
                <c:pt idx="199">
                  <c:v>40864</c:v>
                </c:pt>
                <c:pt idx="200">
                  <c:v>40865</c:v>
                </c:pt>
                <c:pt idx="201">
                  <c:v>40868</c:v>
                </c:pt>
                <c:pt idx="202">
                  <c:v>40869</c:v>
                </c:pt>
                <c:pt idx="203">
                  <c:v>40870</c:v>
                </c:pt>
                <c:pt idx="204">
                  <c:v>40872</c:v>
                </c:pt>
                <c:pt idx="205">
                  <c:v>40875</c:v>
                </c:pt>
                <c:pt idx="206">
                  <c:v>40876</c:v>
                </c:pt>
                <c:pt idx="207">
                  <c:v>40877</c:v>
                </c:pt>
                <c:pt idx="208">
                  <c:v>40878</c:v>
                </c:pt>
                <c:pt idx="209">
                  <c:v>40879</c:v>
                </c:pt>
                <c:pt idx="210">
                  <c:v>40882</c:v>
                </c:pt>
                <c:pt idx="211">
                  <c:v>40883</c:v>
                </c:pt>
                <c:pt idx="212">
                  <c:v>40884</c:v>
                </c:pt>
                <c:pt idx="213">
                  <c:v>40885</c:v>
                </c:pt>
                <c:pt idx="214">
                  <c:v>40886</c:v>
                </c:pt>
                <c:pt idx="215">
                  <c:v>40889</c:v>
                </c:pt>
                <c:pt idx="216">
                  <c:v>40890</c:v>
                </c:pt>
                <c:pt idx="217">
                  <c:v>40891</c:v>
                </c:pt>
                <c:pt idx="218">
                  <c:v>40892</c:v>
                </c:pt>
                <c:pt idx="219">
                  <c:v>40893</c:v>
                </c:pt>
                <c:pt idx="220">
                  <c:v>40896</c:v>
                </c:pt>
                <c:pt idx="221">
                  <c:v>40897</c:v>
                </c:pt>
                <c:pt idx="222">
                  <c:v>40898</c:v>
                </c:pt>
                <c:pt idx="223">
                  <c:v>40899</c:v>
                </c:pt>
                <c:pt idx="224">
                  <c:v>40900</c:v>
                </c:pt>
                <c:pt idx="225">
                  <c:v>40904</c:v>
                </c:pt>
                <c:pt idx="226">
                  <c:v>40905</c:v>
                </c:pt>
                <c:pt idx="227">
                  <c:v>40906</c:v>
                </c:pt>
                <c:pt idx="228">
                  <c:v>40907</c:v>
                </c:pt>
              </c:numCache>
            </c:numRef>
          </c:cat>
          <c:val>
            <c:numRef>
              <c:f>'Untitled Chart.1413931024033'!$B$2:$B$230</c:f>
              <c:numCache>
                <c:formatCode>General</c:formatCode>
                <c:ptCount val="229"/>
                <c:pt idx="0">
                  <c:v>3.488</c:v>
                </c:pt>
                <c:pt idx="1">
                  <c:v>3.53986</c:v>
                </c:pt>
                <c:pt idx="2">
                  <c:v>3.6507399999999999</c:v>
                </c:pt>
                <c:pt idx="3">
                  <c:v>3.6429299999999998</c:v>
                </c:pt>
                <c:pt idx="4">
                  <c:v>3.7220200000000001</c:v>
                </c:pt>
                <c:pt idx="5">
                  <c:v>3.6520000000000001</c:v>
                </c:pt>
                <c:pt idx="6">
                  <c:v>3.7060200000000001</c:v>
                </c:pt>
                <c:pt idx="7">
                  <c:v>3.64472</c:v>
                </c:pt>
                <c:pt idx="8">
                  <c:v>3.6128100000000001</c:v>
                </c:pt>
                <c:pt idx="9">
                  <c:v>3.6156100000000002</c:v>
                </c:pt>
                <c:pt idx="10">
                  <c:v>3.6202899999999998</c:v>
                </c:pt>
                <c:pt idx="11">
                  <c:v>3.5734499999999998</c:v>
                </c:pt>
                <c:pt idx="12">
                  <c:v>3.5883400000000001</c:v>
                </c:pt>
                <c:pt idx="13">
                  <c:v>3.4598599999999999</c:v>
                </c:pt>
                <c:pt idx="14">
                  <c:v>3.4857499999999999</c:v>
                </c:pt>
                <c:pt idx="15">
                  <c:v>3.43757</c:v>
                </c:pt>
                <c:pt idx="16">
                  <c:v>3.4254099999999998</c:v>
                </c:pt>
                <c:pt idx="17">
                  <c:v>3.4133599999999999</c:v>
                </c:pt>
                <c:pt idx="18">
                  <c:v>3.4133</c:v>
                </c:pt>
                <c:pt idx="19">
                  <c:v>3.46319</c:v>
                </c:pt>
                <c:pt idx="20">
                  <c:v>3.5712799999999998</c:v>
                </c:pt>
                <c:pt idx="21">
                  <c:v>3.48902</c:v>
                </c:pt>
                <c:pt idx="22">
                  <c:v>3.4964300000000001</c:v>
                </c:pt>
                <c:pt idx="23">
                  <c:v>3.54494</c:v>
                </c:pt>
                <c:pt idx="24">
                  <c:v>3.4684400000000002</c:v>
                </c:pt>
                <c:pt idx="25">
                  <c:v>3.3906299999999998</c:v>
                </c:pt>
                <c:pt idx="26">
                  <c:v>3.39229</c:v>
                </c:pt>
                <c:pt idx="27">
                  <c:v>3.3461599999999998</c:v>
                </c:pt>
                <c:pt idx="28">
                  <c:v>3.3222100000000001</c:v>
                </c:pt>
                <c:pt idx="29">
                  <c:v>3.2107999999999999</c:v>
                </c:pt>
                <c:pt idx="30">
                  <c:v>3.2479900000000002</c:v>
                </c:pt>
                <c:pt idx="31">
                  <c:v>3.2760099999999999</c:v>
                </c:pt>
                <c:pt idx="32">
                  <c:v>3.3217500000000002</c:v>
                </c:pt>
                <c:pt idx="33">
                  <c:v>3.33087</c:v>
                </c:pt>
                <c:pt idx="34">
                  <c:v>3.3473700000000002</c:v>
                </c:pt>
                <c:pt idx="35">
                  <c:v>3.4027400000000001</c:v>
                </c:pt>
                <c:pt idx="36">
                  <c:v>3.4434399999999998</c:v>
                </c:pt>
                <c:pt idx="37">
                  <c:v>3.44712</c:v>
                </c:pt>
                <c:pt idx="38">
                  <c:v>3.4909400000000002</c:v>
                </c:pt>
                <c:pt idx="39">
                  <c:v>3.4544800000000002</c:v>
                </c:pt>
                <c:pt idx="40">
                  <c:v>3.4525700000000001</c:v>
                </c:pt>
                <c:pt idx="41">
                  <c:v>3.44963</c:v>
                </c:pt>
                <c:pt idx="42">
                  <c:v>3.4300099999999998</c:v>
                </c:pt>
                <c:pt idx="43">
                  <c:v>3.4860099999999998</c:v>
                </c:pt>
                <c:pt idx="44">
                  <c:v>3.5423300000000002</c:v>
                </c:pt>
                <c:pt idx="45">
                  <c:v>3.55362</c:v>
                </c:pt>
                <c:pt idx="46">
                  <c:v>3.57056</c:v>
                </c:pt>
                <c:pt idx="47">
                  <c:v>3.5667599999999999</c:v>
                </c:pt>
                <c:pt idx="48">
                  <c:v>3.4988899999999998</c:v>
                </c:pt>
                <c:pt idx="49">
                  <c:v>3.4632200000000002</c:v>
                </c:pt>
                <c:pt idx="50">
                  <c:v>3.4838</c:v>
                </c:pt>
                <c:pt idx="51">
                  <c:v>3.4088400000000001</c:v>
                </c:pt>
                <c:pt idx="52">
                  <c:v>3.37155</c:v>
                </c:pt>
                <c:pt idx="53">
                  <c:v>3.3547699999999998</c:v>
                </c:pt>
                <c:pt idx="54">
                  <c:v>3.3993500000000001</c:v>
                </c:pt>
                <c:pt idx="55">
                  <c:v>3.39913</c:v>
                </c:pt>
                <c:pt idx="56">
                  <c:v>3.3618100000000002</c:v>
                </c:pt>
                <c:pt idx="57">
                  <c:v>3.3190400000000002</c:v>
                </c:pt>
                <c:pt idx="58">
                  <c:v>3.3672599999999999</c:v>
                </c:pt>
                <c:pt idx="59">
                  <c:v>3.31149</c:v>
                </c:pt>
                <c:pt idx="60">
                  <c:v>3.2945899999999999</c:v>
                </c:pt>
                <c:pt idx="61">
                  <c:v>3.2852600000000001</c:v>
                </c:pt>
                <c:pt idx="62">
                  <c:v>3.25562</c:v>
                </c:pt>
                <c:pt idx="63">
                  <c:v>3.2223799999999998</c:v>
                </c:pt>
                <c:pt idx="64">
                  <c:v>3.1663199999999998</c:v>
                </c:pt>
                <c:pt idx="65">
                  <c:v>3.1559300000000001</c:v>
                </c:pt>
                <c:pt idx="66">
                  <c:v>3.1411899999999999</c:v>
                </c:pt>
                <c:pt idx="67">
                  <c:v>3.19421</c:v>
                </c:pt>
                <c:pt idx="68">
                  <c:v>3.1890000000000001</c:v>
                </c:pt>
                <c:pt idx="69">
                  <c:v>3.2290000000000001</c:v>
                </c:pt>
                <c:pt idx="70">
                  <c:v>3.1865399999999999</c:v>
                </c:pt>
                <c:pt idx="71">
                  <c:v>3.14975</c:v>
                </c:pt>
                <c:pt idx="72">
                  <c:v>3.11856</c:v>
                </c:pt>
                <c:pt idx="73">
                  <c:v>3.1681400000000002</c:v>
                </c:pt>
                <c:pt idx="74">
                  <c:v>3.1718199999999999</c:v>
                </c:pt>
                <c:pt idx="75">
                  <c:v>3.15158</c:v>
                </c:pt>
                <c:pt idx="76">
                  <c:v>3.1313599999999999</c:v>
                </c:pt>
                <c:pt idx="77">
                  <c:v>3.1221700000000001</c:v>
                </c:pt>
                <c:pt idx="78">
                  <c:v>3.1295099999999998</c:v>
                </c:pt>
                <c:pt idx="79">
                  <c:v>3.0581</c:v>
                </c:pt>
                <c:pt idx="80">
                  <c:v>3.0653199999999998</c:v>
                </c:pt>
                <c:pt idx="81">
                  <c:v>3.0488599999999999</c:v>
                </c:pt>
                <c:pt idx="82">
                  <c:v>2.96522</c:v>
                </c:pt>
                <c:pt idx="83">
                  <c:v>3.0287500000000001</c:v>
                </c:pt>
                <c:pt idx="84">
                  <c:v>2.99499</c:v>
                </c:pt>
                <c:pt idx="85">
                  <c:v>3.00223</c:v>
                </c:pt>
                <c:pt idx="86">
                  <c:v>3.0122100000000001</c:v>
                </c:pt>
                <c:pt idx="87">
                  <c:v>2.96129</c:v>
                </c:pt>
                <c:pt idx="88">
                  <c:v>2.9984799999999998</c:v>
                </c:pt>
                <c:pt idx="89">
                  <c:v>2.9701900000000001</c:v>
                </c:pt>
                <c:pt idx="90">
                  <c:v>2.9919699999999998</c:v>
                </c:pt>
                <c:pt idx="91">
                  <c:v>3.09809</c:v>
                </c:pt>
                <c:pt idx="92">
                  <c:v>2.9718900000000001</c:v>
                </c:pt>
                <c:pt idx="93">
                  <c:v>2.9084099999999999</c:v>
                </c:pt>
                <c:pt idx="94">
                  <c:v>2.9426600000000001</c:v>
                </c:pt>
                <c:pt idx="95">
                  <c:v>2.9625900000000001</c:v>
                </c:pt>
                <c:pt idx="96">
                  <c:v>2.9880399999999998</c:v>
                </c:pt>
                <c:pt idx="97">
                  <c:v>2.9916499999999999</c:v>
                </c:pt>
                <c:pt idx="98">
                  <c:v>2.9062199999999998</c:v>
                </c:pt>
                <c:pt idx="99">
                  <c:v>2.8681000000000001</c:v>
                </c:pt>
                <c:pt idx="100">
                  <c:v>2.9259400000000002</c:v>
                </c:pt>
                <c:pt idx="101">
                  <c:v>3.0445500000000001</c:v>
                </c:pt>
                <c:pt idx="102">
                  <c:v>3.1071599999999999</c:v>
                </c:pt>
                <c:pt idx="103">
                  <c:v>3.1571799999999999</c:v>
                </c:pt>
                <c:pt idx="104">
                  <c:v>3.1981700000000002</c:v>
                </c:pt>
                <c:pt idx="105">
                  <c:v>3.1339800000000002</c:v>
                </c:pt>
                <c:pt idx="106">
                  <c:v>3.09416</c:v>
                </c:pt>
                <c:pt idx="107">
                  <c:v>3.14791</c:v>
                </c:pt>
                <c:pt idx="108">
                  <c:v>3.0130300000000001</c:v>
                </c:pt>
                <c:pt idx="109">
                  <c:v>2.9161299999999999</c:v>
                </c:pt>
                <c:pt idx="110">
                  <c:v>2.9088099999999999</c:v>
                </c:pt>
                <c:pt idx="111">
                  <c:v>2.8887700000000001</c:v>
                </c:pt>
                <c:pt idx="112">
                  <c:v>2.9451499999999999</c:v>
                </c:pt>
                <c:pt idx="113">
                  <c:v>2.9085399999999999</c:v>
                </c:pt>
                <c:pt idx="114">
                  <c:v>2.90849</c:v>
                </c:pt>
                <c:pt idx="115">
                  <c:v>2.8902399999999999</c:v>
                </c:pt>
                <c:pt idx="116">
                  <c:v>2.9320900000000001</c:v>
                </c:pt>
                <c:pt idx="117">
                  <c:v>3.0090300000000001</c:v>
                </c:pt>
                <c:pt idx="118">
                  <c:v>2.9630100000000001</c:v>
                </c:pt>
                <c:pt idx="119">
                  <c:v>3.00339</c:v>
                </c:pt>
                <c:pt idx="120">
                  <c:v>2.9500999999999999</c:v>
                </c:pt>
                <c:pt idx="121">
                  <c:v>2.9794100000000001</c:v>
                </c:pt>
                <c:pt idx="122">
                  <c:v>2.9500199999999999</c:v>
                </c:pt>
                <c:pt idx="123">
                  <c:v>2.8042199999999999</c:v>
                </c:pt>
                <c:pt idx="124">
                  <c:v>2.7392300000000001</c:v>
                </c:pt>
                <c:pt idx="125">
                  <c:v>2.6229399999999998</c:v>
                </c:pt>
                <c:pt idx="126">
                  <c:v>2.59796</c:v>
                </c:pt>
                <c:pt idx="127">
                  <c:v>2.4568599999999998</c:v>
                </c:pt>
                <c:pt idx="128">
                  <c:v>2.5549300000000001</c:v>
                </c:pt>
                <c:pt idx="129">
                  <c:v>2.3386499999999999</c:v>
                </c:pt>
                <c:pt idx="130">
                  <c:v>2.1828500000000002</c:v>
                </c:pt>
                <c:pt idx="131">
                  <c:v>2.1804999999999999</c:v>
                </c:pt>
                <c:pt idx="132">
                  <c:v>2.3345600000000002</c:v>
                </c:pt>
                <c:pt idx="133">
                  <c:v>2.2380399999999998</c:v>
                </c:pt>
                <c:pt idx="134">
                  <c:v>2.2857799999999999</c:v>
                </c:pt>
                <c:pt idx="135">
                  <c:v>2.2134299999999998</c:v>
                </c:pt>
                <c:pt idx="136">
                  <c:v>2.1660599999999999</c:v>
                </c:pt>
                <c:pt idx="137">
                  <c:v>2.0823399999999999</c:v>
                </c:pt>
                <c:pt idx="138">
                  <c:v>2.0684100000000001</c:v>
                </c:pt>
                <c:pt idx="139">
                  <c:v>2.0874999999999999</c:v>
                </c:pt>
                <c:pt idx="140">
                  <c:v>2.1345800000000001</c:v>
                </c:pt>
                <c:pt idx="141">
                  <c:v>2.2595100000000001</c:v>
                </c:pt>
                <c:pt idx="142">
                  <c:v>2.22241</c:v>
                </c:pt>
                <c:pt idx="143">
                  <c:v>2.1889799999999999</c:v>
                </c:pt>
                <c:pt idx="144">
                  <c:v>2.2711800000000002</c:v>
                </c:pt>
                <c:pt idx="145">
                  <c:v>2.1749299999999998</c:v>
                </c:pt>
                <c:pt idx="146">
                  <c:v>2.2172399999999999</c:v>
                </c:pt>
                <c:pt idx="147">
                  <c:v>2.1442199999999998</c:v>
                </c:pt>
                <c:pt idx="148">
                  <c:v>1.99698</c:v>
                </c:pt>
                <c:pt idx="149">
                  <c:v>1.9770700000000001</c:v>
                </c:pt>
                <c:pt idx="150">
                  <c:v>2.0350600000000001</c:v>
                </c:pt>
                <c:pt idx="151">
                  <c:v>1.9864999999999999</c:v>
                </c:pt>
                <c:pt idx="152">
                  <c:v>1.9139699999999999</c:v>
                </c:pt>
                <c:pt idx="153">
                  <c:v>1.9285399999999999</c:v>
                </c:pt>
                <c:pt idx="154">
                  <c:v>1.99065</c:v>
                </c:pt>
                <c:pt idx="155">
                  <c:v>2.0088200000000001</c:v>
                </c:pt>
                <c:pt idx="156">
                  <c:v>2.08372</c:v>
                </c:pt>
                <c:pt idx="157">
                  <c:v>2.0731899999999999</c:v>
                </c:pt>
                <c:pt idx="158">
                  <c:v>1.94112</c:v>
                </c:pt>
                <c:pt idx="159">
                  <c:v>1.9462600000000001</c:v>
                </c:pt>
                <c:pt idx="160">
                  <c:v>1.8704700000000001</c:v>
                </c:pt>
                <c:pt idx="161">
                  <c:v>1.71383</c:v>
                </c:pt>
                <c:pt idx="162">
                  <c:v>1.8069</c:v>
                </c:pt>
                <c:pt idx="163">
                  <c:v>1.90282</c:v>
                </c:pt>
                <c:pt idx="164">
                  <c:v>2.0136500000000002</c:v>
                </c:pt>
                <c:pt idx="165">
                  <c:v>1.99969</c:v>
                </c:pt>
                <c:pt idx="166">
                  <c:v>1.95624</c:v>
                </c:pt>
                <c:pt idx="167">
                  <c:v>1.92666</c:v>
                </c:pt>
                <c:pt idx="168">
                  <c:v>1.7849200000000001</c:v>
                </c:pt>
                <c:pt idx="169">
                  <c:v>1.78227</c:v>
                </c:pt>
                <c:pt idx="170">
                  <c:v>1.90404</c:v>
                </c:pt>
                <c:pt idx="171">
                  <c:v>1.98549</c:v>
                </c:pt>
                <c:pt idx="172">
                  <c:v>2.0676000000000001</c:v>
                </c:pt>
                <c:pt idx="173">
                  <c:v>2.1593900000000001</c:v>
                </c:pt>
                <c:pt idx="174">
                  <c:v>2.22614</c:v>
                </c:pt>
                <c:pt idx="175">
                  <c:v>2.1691699999999998</c:v>
                </c:pt>
                <c:pt idx="176">
                  <c:v>2.2307100000000002</c:v>
                </c:pt>
                <c:pt idx="177">
                  <c:v>2.1541100000000002</c:v>
                </c:pt>
                <c:pt idx="178">
                  <c:v>2.15056</c:v>
                </c:pt>
                <c:pt idx="179">
                  <c:v>2.15767</c:v>
                </c:pt>
                <c:pt idx="180">
                  <c:v>2.17903</c:v>
                </c:pt>
                <c:pt idx="181">
                  <c:v>2.2040500000000001</c:v>
                </c:pt>
                <c:pt idx="182">
                  <c:v>2.2326999999999999</c:v>
                </c:pt>
                <c:pt idx="183">
                  <c:v>2.12574</c:v>
                </c:pt>
                <c:pt idx="184">
                  <c:v>2.2005300000000001</c:v>
                </c:pt>
                <c:pt idx="185">
                  <c:v>2.3955000000000002</c:v>
                </c:pt>
                <c:pt idx="186">
                  <c:v>2.3022</c:v>
                </c:pt>
                <c:pt idx="187">
                  <c:v>2.1720299999999999</c:v>
                </c:pt>
                <c:pt idx="188">
                  <c:v>1.9985900000000001</c:v>
                </c:pt>
                <c:pt idx="189">
                  <c:v>2.0055800000000001</c:v>
                </c:pt>
                <c:pt idx="190">
                  <c:v>2.0663499999999999</c:v>
                </c:pt>
                <c:pt idx="191">
                  <c:v>2.0477500000000002</c:v>
                </c:pt>
                <c:pt idx="192">
                  <c:v>1.9931300000000001</c:v>
                </c:pt>
                <c:pt idx="193">
                  <c:v>2.0636199999999998</c:v>
                </c:pt>
                <c:pt idx="194">
                  <c:v>1.984</c:v>
                </c:pt>
                <c:pt idx="195">
                  <c:v>2.0547</c:v>
                </c:pt>
                <c:pt idx="196">
                  <c:v>2.04339</c:v>
                </c:pt>
                <c:pt idx="197">
                  <c:v>2.0564499999999999</c:v>
                </c:pt>
                <c:pt idx="198">
                  <c:v>2.0234100000000002</c:v>
                </c:pt>
                <c:pt idx="199">
                  <c:v>1.9559</c:v>
                </c:pt>
                <c:pt idx="200">
                  <c:v>2.0103900000000001</c:v>
                </c:pt>
                <c:pt idx="201">
                  <c:v>1.9618899999999999</c:v>
                </c:pt>
                <c:pt idx="202">
                  <c:v>1.9385699999999999</c:v>
                </c:pt>
                <c:pt idx="203">
                  <c:v>1.8783300000000001</c:v>
                </c:pt>
                <c:pt idx="204">
                  <c:v>1.96268</c:v>
                </c:pt>
                <c:pt idx="205">
                  <c:v>1.9574800000000001</c:v>
                </c:pt>
                <c:pt idx="206">
                  <c:v>1.9956100000000001</c:v>
                </c:pt>
                <c:pt idx="207">
                  <c:v>2.06887</c:v>
                </c:pt>
                <c:pt idx="208">
                  <c:v>2.1145100000000001</c:v>
                </c:pt>
                <c:pt idx="209">
                  <c:v>2.0426799999999998</c:v>
                </c:pt>
                <c:pt idx="210">
                  <c:v>2.0514299999999999</c:v>
                </c:pt>
                <c:pt idx="211">
                  <c:v>2.0917699999999999</c:v>
                </c:pt>
                <c:pt idx="212">
                  <c:v>2.0165000000000002</c:v>
                </c:pt>
                <c:pt idx="213">
                  <c:v>1.9770000000000001</c:v>
                </c:pt>
                <c:pt idx="214">
                  <c:v>2.0564300000000002</c:v>
                </c:pt>
                <c:pt idx="215">
                  <c:v>2.0086499999999998</c:v>
                </c:pt>
                <c:pt idx="216">
                  <c:v>1.9607600000000001</c:v>
                </c:pt>
                <c:pt idx="217">
                  <c:v>1.89924</c:v>
                </c:pt>
                <c:pt idx="218">
                  <c:v>1.91218</c:v>
                </c:pt>
                <c:pt idx="219">
                  <c:v>1.8516999999999999</c:v>
                </c:pt>
                <c:pt idx="220">
                  <c:v>1.81558</c:v>
                </c:pt>
                <c:pt idx="221">
                  <c:v>1.9241900000000001</c:v>
                </c:pt>
                <c:pt idx="222">
                  <c:v>1.9658899999999999</c:v>
                </c:pt>
                <c:pt idx="223">
                  <c:v>1.9519500000000001</c:v>
                </c:pt>
                <c:pt idx="224">
                  <c:v>2.03233</c:v>
                </c:pt>
                <c:pt idx="225">
                  <c:v>2.0077799999999999</c:v>
                </c:pt>
                <c:pt idx="226">
                  <c:v>1.9066700000000001</c:v>
                </c:pt>
                <c:pt idx="227">
                  <c:v>1.8962399999999999</c:v>
                </c:pt>
                <c:pt idx="228">
                  <c:v>1.8718699999999999</c:v>
                </c:pt>
              </c:numCache>
            </c:numRef>
          </c:val>
          <c:smooth val="0"/>
        </c:ser>
        <c:dLbls>
          <c:showLegendKey val="0"/>
          <c:showVal val="0"/>
          <c:showCatName val="0"/>
          <c:showSerName val="0"/>
          <c:showPercent val="0"/>
          <c:showBubbleSize val="0"/>
        </c:dLbls>
        <c:marker val="1"/>
        <c:smooth val="0"/>
        <c:axId val="121341440"/>
        <c:axId val="121339904"/>
      </c:lineChart>
      <c:dateAx>
        <c:axId val="121328384"/>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1329920"/>
        <c:crosses val="autoZero"/>
        <c:auto val="1"/>
        <c:lblOffset val="100"/>
        <c:baseTimeUnit val="days"/>
        <c:majorUnit val="2"/>
        <c:majorTimeUnit val="months"/>
      </c:dateAx>
      <c:valAx>
        <c:axId val="121329920"/>
        <c:scaling>
          <c:orientation val="minMax"/>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1328384"/>
        <c:crosses val="autoZero"/>
        <c:crossBetween val="between"/>
      </c:valAx>
      <c:valAx>
        <c:axId val="121339904"/>
        <c:scaling>
          <c:orientation val="minMax"/>
        </c:scaling>
        <c:delete val="0"/>
        <c:axPos val="r"/>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1341440"/>
        <c:crosses val="max"/>
        <c:crossBetween val="between"/>
      </c:valAx>
      <c:dateAx>
        <c:axId val="121341440"/>
        <c:scaling>
          <c:orientation val="minMax"/>
        </c:scaling>
        <c:delete val="1"/>
        <c:axPos val="b"/>
        <c:numFmt formatCode="d\-mmm\-yy" sourceLinked="1"/>
        <c:majorTickMark val="out"/>
        <c:minorTickMark val="none"/>
        <c:tickLblPos val="nextTo"/>
        <c:crossAx val="121339904"/>
        <c:crosses val="autoZero"/>
        <c:auto val="1"/>
        <c:lblOffset val="100"/>
        <c:baseTimeUnit val="days"/>
      </c:dateAx>
      <c:spPr>
        <a:noFill/>
        <a:ln>
          <a:noFill/>
        </a:ln>
        <a:effectLst/>
      </c:spPr>
    </c:plotArea>
    <c:legend>
      <c:legendPos val="b"/>
      <c:legendEntry>
        <c:idx val="0"/>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legendEntry>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percentStacked"/>
        <c:varyColors val="0"/>
        <c:ser>
          <c:idx val="0"/>
          <c:order val="0"/>
          <c:tx>
            <c:strRef>
              <c:f>'A1'!$D$66</c:f>
              <c:strCache>
                <c:ptCount val="1"/>
                <c:pt idx="0">
                  <c:v>Prepayment &amp; Spread Risk</c:v>
                </c:pt>
              </c:strCache>
            </c:strRef>
          </c:tx>
          <c:spPr>
            <a:solidFill>
              <a:srgbClr val="2E398A"/>
            </a:solidFill>
          </c:spPr>
          <c:invertIfNegative val="0"/>
          <c:cat>
            <c:numRef>
              <c:f>'A1'!$B$67:$B$95</c:f>
              <c:numCache>
                <c:formatCode>[$-409]mmm\-yy;@</c:formatCode>
                <c:ptCount val="29"/>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pt idx="17">
                  <c:v>40909</c:v>
                </c:pt>
                <c:pt idx="18">
                  <c:v>40940</c:v>
                </c:pt>
                <c:pt idx="19">
                  <c:v>40969</c:v>
                </c:pt>
                <c:pt idx="20">
                  <c:v>41000</c:v>
                </c:pt>
                <c:pt idx="21">
                  <c:v>41030</c:v>
                </c:pt>
                <c:pt idx="22">
                  <c:v>41061</c:v>
                </c:pt>
                <c:pt idx="23">
                  <c:v>41091</c:v>
                </c:pt>
                <c:pt idx="24">
                  <c:v>41122</c:v>
                </c:pt>
                <c:pt idx="25">
                  <c:v>41153</c:v>
                </c:pt>
                <c:pt idx="26">
                  <c:v>41183</c:v>
                </c:pt>
                <c:pt idx="27">
                  <c:v>41214</c:v>
                </c:pt>
                <c:pt idx="28">
                  <c:v>41244</c:v>
                </c:pt>
              </c:numCache>
            </c:numRef>
          </c:cat>
          <c:val>
            <c:numRef>
              <c:f>'A1'!$D$67:$D$95</c:f>
              <c:numCache>
                <c:formatCode>0.00%</c:formatCode>
                <c:ptCount val="29"/>
                <c:pt idx="0">
                  <c:v>0.70299999999999996</c:v>
                </c:pt>
                <c:pt idx="1">
                  <c:v>0.874</c:v>
                </c:pt>
                <c:pt idx="2">
                  <c:v>0.93</c:v>
                </c:pt>
                <c:pt idx="3">
                  <c:v>0.96</c:v>
                </c:pt>
                <c:pt idx="4">
                  <c:v>0.84899999999999998</c:v>
                </c:pt>
                <c:pt idx="5">
                  <c:v>0.96399999999999997</c:v>
                </c:pt>
                <c:pt idx="6">
                  <c:v>0.879</c:v>
                </c:pt>
                <c:pt idx="7">
                  <c:v>0.92800000000000005</c:v>
                </c:pt>
                <c:pt idx="8">
                  <c:v>0.96699999999999997</c:v>
                </c:pt>
                <c:pt idx="9">
                  <c:v>0.92300000000000004</c:v>
                </c:pt>
                <c:pt idx="10">
                  <c:v>0.77800000000000002</c:v>
                </c:pt>
                <c:pt idx="11">
                  <c:v>0.878</c:v>
                </c:pt>
                <c:pt idx="12">
                  <c:v>0.73699999999999999</c:v>
                </c:pt>
                <c:pt idx="13">
                  <c:v>0.90800000000000003</c:v>
                </c:pt>
                <c:pt idx="14">
                  <c:v>0.82099999999999995</c:v>
                </c:pt>
                <c:pt idx="15">
                  <c:v>0.83699999999999997</c:v>
                </c:pt>
                <c:pt idx="16">
                  <c:v>0.96199999999999997</c:v>
                </c:pt>
                <c:pt idx="17">
                  <c:v>0.92800000000000005</c:v>
                </c:pt>
                <c:pt idx="18">
                  <c:v>0.93</c:v>
                </c:pt>
                <c:pt idx="19">
                  <c:v>1</c:v>
                </c:pt>
                <c:pt idx="20">
                  <c:v>0.91600000000000004</c:v>
                </c:pt>
                <c:pt idx="21">
                  <c:v>0.97</c:v>
                </c:pt>
                <c:pt idx="22">
                  <c:v>1.024</c:v>
                </c:pt>
                <c:pt idx="23">
                  <c:v>0.95499999999999996</c:v>
                </c:pt>
                <c:pt idx="24">
                  <c:v>0.89100000000000001</c:v>
                </c:pt>
                <c:pt idx="25">
                  <c:v>0.98599999999999999</c:v>
                </c:pt>
                <c:pt idx="26">
                  <c:v>1.014</c:v>
                </c:pt>
                <c:pt idx="27">
                  <c:v>0.82099999999999995</c:v>
                </c:pt>
                <c:pt idx="28">
                  <c:v>0.93700000000000006</c:v>
                </c:pt>
              </c:numCache>
            </c:numRef>
          </c:val>
        </c:ser>
        <c:ser>
          <c:idx val="1"/>
          <c:order val="1"/>
          <c:tx>
            <c:strRef>
              <c:f>'A1'!$C$66</c:f>
              <c:strCache>
                <c:ptCount val="1"/>
                <c:pt idx="0">
                  <c:v>Interest Rate Risk</c:v>
                </c:pt>
              </c:strCache>
            </c:strRef>
          </c:tx>
          <c:spPr>
            <a:solidFill>
              <a:srgbClr val="8891D5"/>
            </a:solidFill>
          </c:spPr>
          <c:invertIfNegative val="0"/>
          <c:cat>
            <c:numRef>
              <c:f>'A1'!$B$67:$B$95</c:f>
              <c:numCache>
                <c:formatCode>[$-409]mmm\-yy;@</c:formatCode>
                <c:ptCount val="29"/>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pt idx="17">
                  <c:v>40909</c:v>
                </c:pt>
                <c:pt idx="18">
                  <c:v>40940</c:v>
                </c:pt>
                <c:pt idx="19">
                  <c:v>40969</c:v>
                </c:pt>
                <c:pt idx="20">
                  <c:v>41000</c:v>
                </c:pt>
                <c:pt idx="21">
                  <c:v>41030</c:v>
                </c:pt>
                <c:pt idx="22">
                  <c:v>41061</c:v>
                </c:pt>
                <c:pt idx="23">
                  <c:v>41091</c:v>
                </c:pt>
                <c:pt idx="24">
                  <c:v>41122</c:v>
                </c:pt>
                <c:pt idx="25">
                  <c:v>41153</c:v>
                </c:pt>
                <c:pt idx="26">
                  <c:v>41183</c:v>
                </c:pt>
                <c:pt idx="27">
                  <c:v>41214</c:v>
                </c:pt>
                <c:pt idx="28">
                  <c:v>41244</c:v>
                </c:pt>
              </c:numCache>
            </c:numRef>
          </c:cat>
          <c:val>
            <c:numRef>
              <c:f>'A1'!$C$67:$C$95</c:f>
              <c:numCache>
                <c:formatCode>0.00%</c:formatCode>
                <c:ptCount val="29"/>
                <c:pt idx="0">
                  <c:v>0.29699999999999999</c:v>
                </c:pt>
                <c:pt idx="1">
                  <c:v>0.126</c:v>
                </c:pt>
                <c:pt idx="2">
                  <c:v>7.0000000000000007E-2</c:v>
                </c:pt>
                <c:pt idx="3">
                  <c:v>0.04</c:v>
                </c:pt>
                <c:pt idx="4">
                  <c:v>0.151</c:v>
                </c:pt>
                <c:pt idx="5">
                  <c:v>3.5999999999999997E-2</c:v>
                </c:pt>
                <c:pt idx="6">
                  <c:v>0.121</c:v>
                </c:pt>
                <c:pt idx="7">
                  <c:v>7.1999999999999995E-2</c:v>
                </c:pt>
                <c:pt idx="8">
                  <c:v>3.3000000000000002E-2</c:v>
                </c:pt>
                <c:pt idx="9">
                  <c:v>7.6999999999999999E-2</c:v>
                </c:pt>
                <c:pt idx="10">
                  <c:v>0.222</c:v>
                </c:pt>
                <c:pt idx="11">
                  <c:v>0.122</c:v>
                </c:pt>
                <c:pt idx="12">
                  <c:v>0.26300000000000001</c:v>
                </c:pt>
                <c:pt idx="13">
                  <c:v>9.1999999999999998E-2</c:v>
                </c:pt>
                <c:pt idx="14">
                  <c:v>0.17899999999999999</c:v>
                </c:pt>
                <c:pt idx="15">
                  <c:v>0.16300000000000001</c:v>
                </c:pt>
                <c:pt idx="16">
                  <c:v>3.7999999999999999E-2</c:v>
                </c:pt>
                <c:pt idx="17">
                  <c:v>7.1999999999999995E-2</c:v>
                </c:pt>
                <c:pt idx="18">
                  <c:v>7.0000000000000007E-2</c:v>
                </c:pt>
                <c:pt idx="19">
                  <c:v>0</c:v>
                </c:pt>
                <c:pt idx="20">
                  <c:v>8.4000000000000005E-2</c:v>
                </c:pt>
                <c:pt idx="21">
                  <c:v>0.03</c:v>
                </c:pt>
                <c:pt idx="22">
                  <c:v>-2.4E-2</c:v>
                </c:pt>
                <c:pt idx="23">
                  <c:v>4.4999999999999998E-2</c:v>
                </c:pt>
                <c:pt idx="24">
                  <c:v>0.109</c:v>
                </c:pt>
                <c:pt idx="25">
                  <c:v>1.4E-2</c:v>
                </c:pt>
                <c:pt idx="26">
                  <c:v>-1.4E-2</c:v>
                </c:pt>
                <c:pt idx="27">
                  <c:v>0.17899999999999999</c:v>
                </c:pt>
                <c:pt idx="28">
                  <c:v>6.3E-2</c:v>
                </c:pt>
              </c:numCache>
            </c:numRef>
          </c:val>
        </c:ser>
        <c:dLbls>
          <c:showLegendKey val="0"/>
          <c:showVal val="0"/>
          <c:showCatName val="0"/>
          <c:showSerName val="0"/>
          <c:showPercent val="0"/>
          <c:showBubbleSize val="0"/>
        </c:dLbls>
        <c:gapWidth val="75"/>
        <c:overlap val="100"/>
        <c:axId val="122711040"/>
        <c:axId val="122716928"/>
      </c:barChart>
      <c:dateAx>
        <c:axId val="122711040"/>
        <c:scaling>
          <c:orientation val="minMax"/>
          <c:min val="40909"/>
        </c:scaling>
        <c:delete val="0"/>
        <c:axPos val="b"/>
        <c:numFmt formatCode="mmm\ yy" sourceLinked="0"/>
        <c:majorTickMark val="none"/>
        <c:minorTickMark val="none"/>
        <c:tickLblPos val="nextTo"/>
        <c:crossAx val="122716928"/>
        <c:crosses val="autoZero"/>
        <c:auto val="1"/>
        <c:lblOffset val="100"/>
        <c:baseTimeUnit val="months"/>
        <c:majorUnit val="2"/>
        <c:majorTimeUnit val="months"/>
        <c:minorUnit val="1"/>
        <c:minorTimeUnit val="months"/>
      </c:dateAx>
      <c:valAx>
        <c:axId val="122716928"/>
        <c:scaling>
          <c:orientation val="minMax"/>
          <c:max val="1"/>
          <c:min val="0"/>
        </c:scaling>
        <c:delete val="0"/>
        <c:axPos val="l"/>
        <c:numFmt formatCode="0%" sourceLinked="0"/>
        <c:majorTickMark val="out"/>
        <c:minorTickMark val="none"/>
        <c:tickLblPos val="nextTo"/>
        <c:crossAx val="122711040"/>
        <c:crosses val="autoZero"/>
        <c:crossBetween val="between"/>
        <c:majorUnit val="0.2"/>
      </c:valAx>
    </c:plotArea>
    <c:legend>
      <c:legendPos val="b"/>
      <c:layout>
        <c:manualLayout>
          <c:xMode val="edge"/>
          <c:yMode val="edge"/>
          <c:x val="0.12023829118460665"/>
          <c:y val="0.85744733338720858"/>
          <c:w val="0.76125646576459272"/>
          <c:h val="8.8676412417964284E-2"/>
        </c:manualLayout>
      </c:layout>
      <c:overlay val="0"/>
    </c:legend>
    <c:plotVisOnly val="1"/>
    <c:dispBlanksAs val="gap"/>
    <c:showDLblsOverMax val="0"/>
  </c:chart>
  <c:spPr>
    <a:ln>
      <a:noFill/>
    </a:ln>
  </c:spPr>
  <c:txPr>
    <a:bodyPr/>
    <a:lstStyle/>
    <a:p>
      <a:pPr>
        <a:defRPr sz="700"/>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Sheet1!$F$17:$F$28</c:f>
              <c:numCache>
                <c:formatCode>mmm\-yy</c:formatCode>
                <c:ptCount val="12"/>
                <c:pt idx="0">
                  <c:v>40909</c:v>
                </c:pt>
                <c:pt idx="1">
                  <c:v>40940</c:v>
                </c:pt>
                <c:pt idx="2">
                  <c:v>40969</c:v>
                </c:pt>
                <c:pt idx="3">
                  <c:v>41000</c:v>
                </c:pt>
                <c:pt idx="4">
                  <c:v>41030</c:v>
                </c:pt>
                <c:pt idx="5">
                  <c:v>41061</c:v>
                </c:pt>
                <c:pt idx="6">
                  <c:v>41091</c:v>
                </c:pt>
                <c:pt idx="7">
                  <c:v>41122</c:v>
                </c:pt>
                <c:pt idx="8">
                  <c:v>41153</c:v>
                </c:pt>
                <c:pt idx="9">
                  <c:v>41183</c:v>
                </c:pt>
                <c:pt idx="10">
                  <c:v>41214</c:v>
                </c:pt>
                <c:pt idx="11">
                  <c:v>41244</c:v>
                </c:pt>
              </c:numCache>
            </c:numRef>
          </c:cat>
          <c:val>
            <c:numRef>
              <c:f>Sheet1!$G$17:$G$28</c:f>
              <c:numCache>
                <c:formatCode>#,##0.00</c:formatCode>
                <c:ptCount val="12"/>
                <c:pt idx="0">
                  <c:v>108832011.670545</c:v>
                </c:pt>
                <c:pt idx="1">
                  <c:v>148308619.60780999</c:v>
                </c:pt>
                <c:pt idx="2">
                  <c:v>171211556.99525401</c:v>
                </c:pt>
                <c:pt idx="3">
                  <c:v>198634764.16066101</c:v>
                </c:pt>
                <c:pt idx="4">
                  <c:v>236839034.71622699</c:v>
                </c:pt>
                <c:pt idx="5">
                  <c:v>241176963.45986101</c:v>
                </c:pt>
                <c:pt idx="6">
                  <c:v>264645229.3971</c:v>
                </c:pt>
                <c:pt idx="7">
                  <c:v>368832183.80288601</c:v>
                </c:pt>
                <c:pt idx="8">
                  <c:v>382515413.21533102</c:v>
                </c:pt>
                <c:pt idx="9">
                  <c:v>392813690.39591902</c:v>
                </c:pt>
                <c:pt idx="10">
                  <c:v>396684982.726165</c:v>
                </c:pt>
                <c:pt idx="11">
                  <c:v>397384556.31748998</c:v>
                </c:pt>
              </c:numCache>
            </c:numRef>
          </c:val>
          <c:smooth val="0"/>
        </c:ser>
        <c:dLbls>
          <c:showLegendKey val="0"/>
          <c:showVal val="0"/>
          <c:showCatName val="0"/>
          <c:showSerName val="0"/>
          <c:showPercent val="0"/>
          <c:showBubbleSize val="0"/>
        </c:dLbls>
        <c:marker val="1"/>
        <c:smooth val="0"/>
        <c:axId val="122769792"/>
        <c:axId val="122771328"/>
      </c:lineChart>
      <c:dateAx>
        <c:axId val="122769792"/>
        <c:scaling>
          <c:orientation val="minMax"/>
        </c:scaling>
        <c:delete val="0"/>
        <c:axPos val="b"/>
        <c:numFmt formatCode="mmm\-yy" sourceLinked="1"/>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2771328"/>
        <c:crosses val="autoZero"/>
        <c:auto val="1"/>
        <c:lblOffset val="100"/>
        <c:baseTimeUnit val="months"/>
        <c:majorUnit val="2"/>
        <c:majorTimeUnit val="months"/>
      </c:dateAx>
      <c:valAx>
        <c:axId val="122771328"/>
        <c:scaling>
          <c:orientation val="minMax"/>
          <c:min val="75000000"/>
        </c:scaling>
        <c:delete val="0"/>
        <c:axPos val="l"/>
        <c:numFmt formatCode="&quot;$&quot;#,##0" sourceLinked="0"/>
        <c:majorTickMark val="none"/>
        <c:minorTickMark val="none"/>
        <c:tickLblPos val="nextTo"/>
        <c:spPr>
          <a:noFill/>
          <a:ln>
            <a:solidFill>
              <a:schemeClr val="tx1"/>
            </a:solidFill>
          </a:ln>
          <a:effectLst/>
        </c:spPr>
        <c:txPr>
          <a:bodyPr rot="-60000000" vert="horz"/>
          <a:lstStyle/>
          <a:p>
            <a:pPr>
              <a:defRPr/>
            </a:pPr>
            <a:endParaRPr lang="en-US"/>
          </a:p>
        </c:txPr>
        <c:crossAx val="122769792"/>
        <c:crosses val="autoZero"/>
        <c:crossBetween val="between"/>
        <c:dispUnits>
          <c:builtInUnit val="millions"/>
        </c:dispUnits>
      </c:valAx>
      <c:spPr>
        <a:noFill/>
        <a:ln>
          <a:noFill/>
        </a:ln>
        <a:effectLst/>
      </c:spPr>
    </c:plotArea>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088815978420953"/>
          <c:y val="3.3162515912132387E-2"/>
          <c:w val="0.82561608196607061"/>
          <c:h val="0.77074474219625511"/>
        </c:manualLayout>
      </c:layout>
      <c:lineChart>
        <c:grouping val="standard"/>
        <c:varyColors val="0"/>
        <c:ser>
          <c:idx val="0"/>
          <c:order val="0"/>
          <c:tx>
            <c:strRef>
              <c:f>'Bond-NAV and Invest%'!$F$3</c:f>
              <c:strCache>
                <c:ptCount val="1"/>
                <c:pt idx="0">
                  <c:v>Net IO (%)</c:v>
                </c:pt>
              </c:strCache>
            </c:strRef>
          </c:tx>
          <c:spPr>
            <a:ln>
              <a:solidFill>
                <a:srgbClr val="2E398A"/>
              </a:solidFill>
            </a:ln>
          </c:spPr>
          <c:marker>
            <c:symbol val="none"/>
          </c:marker>
          <c:cat>
            <c:numRef>
              <c:f>'Bond-NAV and Invest%'!$E$131:$E$377</c:f>
              <c:numCache>
                <c:formatCode>mm/dd/yy;@</c:formatCode>
                <c:ptCount val="247"/>
                <c:pt idx="0">
                  <c:v>40912</c:v>
                </c:pt>
                <c:pt idx="1">
                  <c:v>40913</c:v>
                </c:pt>
                <c:pt idx="2">
                  <c:v>40914</c:v>
                </c:pt>
                <c:pt idx="3">
                  <c:v>40917</c:v>
                </c:pt>
                <c:pt idx="4">
                  <c:v>40918</c:v>
                </c:pt>
                <c:pt idx="5">
                  <c:v>40919</c:v>
                </c:pt>
                <c:pt idx="6">
                  <c:v>40920</c:v>
                </c:pt>
                <c:pt idx="7">
                  <c:v>40925</c:v>
                </c:pt>
                <c:pt idx="8">
                  <c:v>40926</c:v>
                </c:pt>
                <c:pt idx="9">
                  <c:v>40927</c:v>
                </c:pt>
                <c:pt idx="10">
                  <c:v>40928</c:v>
                </c:pt>
                <c:pt idx="11">
                  <c:v>40932</c:v>
                </c:pt>
                <c:pt idx="12">
                  <c:v>40933</c:v>
                </c:pt>
                <c:pt idx="13">
                  <c:v>40934</c:v>
                </c:pt>
                <c:pt idx="14">
                  <c:v>40935</c:v>
                </c:pt>
                <c:pt idx="15">
                  <c:v>40938</c:v>
                </c:pt>
                <c:pt idx="16">
                  <c:v>40939</c:v>
                </c:pt>
                <c:pt idx="17">
                  <c:v>40940</c:v>
                </c:pt>
                <c:pt idx="18">
                  <c:v>40941</c:v>
                </c:pt>
                <c:pt idx="19">
                  <c:v>40942</c:v>
                </c:pt>
                <c:pt idx="20">
                  <c:v>40945</c:v>
                </c:pt>
                <c:pt idx="21">
                  <c:v>40946</c:v>
                </c:pt>
                <c:pt idx="22">
                  <c:v>40947</c:v>
                </c:pt>
                <c:pt idx="23">
                  <c:v>40948</c:v>
                </c:pt>
                <c:pt idx="24">
                  <c:v>40949</c:v>
                </c:pt>
                <c:pt idx="25">
                  <c:v>40952</c:v>
                </c:pt>
                <c:pt idx="26">
                  <c:v>40953</c:v>
                </c:pt>
                <c:pt idx="27">
                  <c:v>40954</c:v>
                </c:pt>
                <c:pt idx="28">
                  <c:v>40955</c:v>
                </c:pt>
                <c:pt idx="29">
                  <c:v>40956</c:v>
                </c:pt>
                <c:pt idx="30">
                  <c:v>40960</c:v>
                </c:pt>
                <c:pt idx="31">
                  <c:v>40961</c:v>
                </c:pt>
                <c:pt idx="32">
                  <c:v>40962</c:v>
                </c:pt>
                <c:pt idx="33">
                  <c:v>40963</c:v>
                </c:pt>
                <c:pt idx="34">
                  <c:v>40966</c:v>
                </c:pt>
                <c:pt idx="35">
                  <c:v>40967</c:v>
                </c:pt>
                <c:pt idx="36">
                  <c:v>40968</c:v>
                </c:pt>
                <c:pt idx="37">
                  <c:v>40969</c:v>
                </c:pt>
                <c:pt idx="38">
                  <c:v>40970</c:v>
                </c:pt>
                <c:pt idx="39">
                  <c:v>40973</c:v>
                </c:pt>
                <c:pt idx="40">
                  <c:v>40974</c:v>
                </c:pt>
                <c:pt idx="41">
                  <c:v>40975</c:v>
                </c:pt>
                <c:pt idx="42">
                  <c:v>40976</c:v>
                </c:pt>
                <c:pt idx="43">
                  <c:v>40977</c:v>
                </c:pt>
                <c:pt idx="44">
                  <c:v>40980</c:v>
                </c:pt>
                <c:pt idx="45">
                  <c:v>40981</c:v>
                </c:pt>
                <c:pt idx="46">
                  <c:v>40982</c:v>
                </c:pt>
                <c:pt idx="47">
                  <c:v>40983</c:v>
                </c:pt>
                <c:pt idx="48">
                  <c:v>40984</c:v>
                </c:pt>
                <c:pt idx="49">
                  <c:v>40987</c:v>
                </c:pt>
                <c:pt idx="50">
                  <c:v>40988</c:v>
                </c:pt>
                <c:pt idx="51">
                  <c:v>40989</c:v>
                </c:pt>
                <c:pt idx="52">
                  <c:v>40990</c:v>
                </c:pt>
                <c:pt idx="53">
                  <c:v>40991</c:v>
                </c:pt>
                <c:pt idx="54">
                  <c:v>40994</c:v>
                </c:pt>
                <c:pt idx="55">
                  <c:v>40995</c:v>
                </c:pt>
                <c:pt idx="56">
                  <c:v>40996</c:v>
                </c:pt>
                <c:pt idx="57">
                  <c:v>40997</c:v>
                </c:pt>
                <c:pt idx="58">
                  <c:v>40998</c:v>
                </c:pt>
                <c:pt idx="59">
                  <c:v>41001</c:v>
                </c:pt>
                <c:pt idx="60">
                  <c:v>41002</c:v>
                </c:pt>
                <c:pt idx="61">
                  <c:v>41003</c:v>
                </c:pt>
                <c:pt idx="62">
                  <c:v>41004</c:v>
                </c:pt>
                <c:pt idx="63">
                  <c:v>41005</c:v>
                </c:pt>
                <c:pt idx="64">
                  <c:v>41008</c:v>
                </c:pt>
                <c:pt idx="65">
                  <c:v>41009</c:v>
                </c:pt>
                <c:pt idx="66">
                  <c:v>41010</c:v>
                </c:pt>
                <c:pt idx="67">
                  <c:v>41011</c:v>
                </c:pt>
                <c:pt idx="68">
                  <c:v>41012</c:v>
                </c:pt>
                <c:pt idx="69">
                  <c:v>41015</c:v>
                </c:pt>
                <c:pt idx="70">
                  <c:v>41016</c:v>
                </c:pt>
                <c:pt idx="71">
                  <c:v>41017</c:v>
                </c:pt>
                <c:pt idx="72">
                  <c:v>41018</c:v>
                </c:pt>
                <c:pt idx="73">
                  <c:v>41019</c:v>
                </c:pt>
                <c:pt idx="74">
                  <c:v>41022</c:v>
                </c:pt>
                <c:pt idx="75">
                  <c:v>41023</c:v>
                </c:pt>
                <c:pt idx="76">
                  <c:v>41024</c:v>
                </c:pt>
                <c:pt idx="77">
                  <c:v>41025</c:v>
                </c:pt>
                <c:pt idx="78">
                  <c:v>41026</c:v>
                </c:pt>
                <c:pt idx="79">
                  <c:v>41029</c:v>
                </c:pt>
                <c:pt idx="80">
                  <c:v>41030</c:v>
                </c:pt>
                <c:pt idx="81">
                  <c:v>41031</c:v>
                </c:pt>
                <c:pt idx="82">
                  <c:v>41032</c:v>
                </c:pt>
                <c:pt idx="83">
                  <c:v>41033</c:v>
                </c:pt>
                <c:pt idx="84">
                  <c:v>41036</c:v>
                </c:pt>
                <c:pt idx="85">
                  <c:v>41037</c:v>
                </c:pt>
                <c:pt idx="86">
                  <c:v>41038</c:v>
                </c:pt>
                <c:pt idx="87">
                  <c:v>41039</c:v>
                </c:pt>
                <c:pt idx="88">
                  <c:v>41040</c:v>
                </c:pt>
                <c:pt idx="89">
                  <c:v>41043</c:v>
                </c:pt>
                <c:pt idx="90">
                  <c:v>41044</c:v>
                </c:pt>
                <c:pt idx="91">
                  <c:v>41045</c:v>
                </c:pt>
                <c:pt idx="92">
                  <c:v>41046</c:v>
                </c:pt>
                <c:pt idx="93">
                  <c:v>41047</c:v>
                </c:pt>
                <c:pt idx="94">
                  <c:v>41050</c:v>
                </c:pt>
                <c:pt idx="95">
                  <c:v>41051</c:v>
                </c:pt>
                <c:pt idx="96">
                  <c:v>41052</c:v>
                </c:pt>
                <c:pt idx="97">
                  <c:v>41053</c:v>
                </c:pt>
                <c:pt idx="98">
                  <c:v>41054</c:v>
                </c:pt>
                <c:pt idx="99">
                  <c:v>41058</c:v>
                </c:pt>
                <c:pt idx="100">
                  <c:v>41059</c:v>
                </c:pt>
                <c:pt idx="101">
                  <c:v>41060</c:v>
                </c:pt>
                <c:pt idx="102">
                  <c:v>41061</c:v>
                </c:pt>
                <c:pt idx="103">
                  <c:v>41064</c:v>
                </c:pt>
                <c:pt idx="104">
                  <c:v>41065</c:v>
                </c:pt>
                <c:pt idx="105">
                  <c:v>41066</c:v>
                </c:pt>
                <c:pt idx="106">
                  <c:v>41067</c:v>
                </c:pt>
                <c:pt idx="107">
                  <c:v>41068</c:v>
                </c:pt>
                <c:pt idx="108">
                  <c:v>41071</c:v>
                </c:pt>
                <c:pt idx="109">
                  <c:v>41072</c:v>
                </c:pt>
                <c:pt idx="110">
                  <c:v>41073</c:v>
                </c:pt>
                <c:pt idx="111">
                  <c:v>41074</c:v>
                </c:pt>
                <c:pt idx="112">
                  <c:v>41075</c:v>
                </c:pt>
                <c:pt idx="113">
                  <c:v>41078</c:v>
                </c:pt>
                <c:pt idx="114">
                  <c:v>41079</c:v>
                </c:pt>
                <c:pt idx="115">
                  <c:v>41080</c:v>
                </c:pt>
                <c:pt idx="116">
                  <c:v>41081</c:v>
                </c:pt>
                <c:pt idx="117">
                  <c:v>41082</c:v>
                </c:pt>
                <c:pt idx="118">
                  <c:v>41085</c:v>
                </c:pt>
                <c:pt idx="119">
                  <c:v>41086</c:v>
                </c:pt>
                <c:pt idx="120">
                  <c:v>41087</c:v>
                </c:pt>
                <c:pt idx="121">
                  <c:v>41088</c:v>
                </c:pt>
                <c:pt idx="122">
                  <c:v>41089</c:v>
                </c:pt>
                <c:pt idx="123">
                  <c:v>41092</c:v>
                </c:pt>
                <c:pt idx="124">
                  <c:v>41093</c:v>
                </c:pt>
                <c:pt idx="125">
                  <c:v>41095</c:v>
                </c:pt>
                <c:pt idx="126">
                  <c:v>41096</c:v>
                </c:pt>
                <c:pt idx="127">
                  <c:v>41099</c:v>
                </c:pt>
                <c:pt idx="128">
                  <c:v>41100</c:v>
                </c:pt>
                <c:pt idx="129">
                  <c:v>41101</c:v>
                </c:pt>
                <c:pt idx="130">
                  <c:v>41102</c:v>
                </c:pt>
                <c:pt idx="131">
                  <c:v>41103</c:v>
                </c:pt>
                <c:pt idx="132">
                  <c:v>41106</c:v>
                </c:pt>
                <c:pt idx="133">
                  <c:v>41107</c:v>
                </c:pt>
                <c:pt idx="134">
                  <c:v>41108</c:v>
                </c:pt>
                <c:pt idx="135">
                  <c:v>41109</c:v>
                </c:pt>
                <c:pt idx="136">
                  <c:v>41110</c:v>
                </c:pt>
                <c:pt idx="137">
                  <c:v>41113</c:v>
                </c:pt>
                <c:pt idx="138">
                  <c:v>41114</c:v>
                </c:pt>
                <c:pt idx="139">
                  <c:v>41115</c:v>
                </c:pt>
                <c:pt idx="140">
                  <c:v>41116</c:v>
                </c:pt>
                <c:pt idx="141">
                  <c:v>41117</c:v>
                </c:pt>
                <c:pt idx="142">
                  <c:v>41120</c:v>
                </c:pt>
                <c:pt idx="143">
                  <c:v>41121</c:v>
                </c:pt>
                <c:pt idx="144">
                  <c:v>41122</c:v>
                </c:pt>
                <c:pt idx="145">
                  <c:v>41123</c:v>
                </c:pt>
                <c:pt idx="146">
                  <c:v>41124</c:v>
                </c:pt>
                <c:pt idx="147">
                  <c:v>41127</c:v>
                </c:pt>
                <c:pt idx="148">
                  <c:v>41128</c:v>
                </c:pt>
                <c:pt idx="149">
                  <c:v>41129</c:v>
                </c:pt>
                <c:pt idx="150">
                  <c:v>41130</c:v>
                </c:pt>
                <c:pt idx="151">
                  <c:v>41131</c:v>
                </c:pt>
                <c:pt idx="152">
                  <c:v>41134</c:v>
                </c:pt>
                <c:pt idx="153">
                  <c:v>41135</c:v>
                </c:pt>
                <c:pt idx="154">
                  <c:v>41136</c:v>
                </c:pt>
                <c:pt idx="155">
                  <c:v>41137</c:v>
                </c:pt>
                <c:pt idx="156">
                  <c:v>41138</c:v>
                </c:pt>
                <c:pt idx="157">
                  <c:v>41141</c:v>
                </c:pt>
                <c:pt idx="158">
                  <c:v>41142</c:v>
                </c:pt>
                <c:pt idx="159">
                  <c:v>41143</c:v>
                </c:pt>
                <c:pt idx="160">
                  <c:v>41144</c:v>
                </c:pt>
                <c:pt idx="161">
                  <c:v>41145</c:v>
                </c:pt>
                <c:pt idx="162">
                  <c:v>41148</c:v>
                </c:pt>
                <c:pt idx="163">
                  <c:v>41149</c:v>
                </c:pt>
                <c:pt idx="164">
                  <c:v>41150</c:v>
                </c:pt>
                <c:pt idx="165">
                  <c:v>41151</c:v>
                </c:pt>
                <c:pt idx="166">
                  <c:v>41152</c:v>
                </c:pt>
                <c:pt idx="167">
                  <c:v>41156</c:v>
                </c:pt>
                <c:pt idx="168">
                  <c:v>41157</c:v>
                </c:pt>
                <c:pt idx="169">
                  <c:v>41158</c:v>
                </c:pt>
                <c:pt idx="170">
                  <c:v>41159</c:v>
                </c:pt>
                <c:pt idx="171">
                  <c:v>41162</c:v>
                </c:pt>
                <c:pt idx="172">
                  <c:v>41163</c:v>
                </c:pt>
                <c:pt idx="173">
                  <c:v>41164</c:v>
                </c:pt>
                <c:pt idx="174">
                  <c:v>41165</c:v>
                </c:pt>
                <c:pt idx="175">
                  <c:v>41166</c:v>
                </c:pt>
                <c:pt idx="176">
                  <c:v>41169</c:v>
                </c:pt>
                <c:pt idx="177">
                  <c:v>41170</c:v>
                </c:pt>
                <c:pt idx="178">
                  <c:v>41171</c:v>
                </c:pt>
                <c:pt idx="179">
                  <c:v>41172</c:v>
                </c:pt>
                <c:pt idx="180">
                  <c:v>41173</c:v>
                </c:pt>
                <c:pt idx="181">
                  <c:v>41176</c:v>
                </c:pt>
                <c:pt idx="182">
                  <c:v>41177</c:v>
                </c:pt>
                <c:pt idx="183">
                  <c:v>41178</c:v>
                </c:pt>
                <c:pt idx="184">
                  <c:v>41179</c:v>
                </c:pt>
                <c:pt idx="185">
                  <c:v>41180</c:v>
                </c:pt>
                <c:pt idx="186">
                  <c:v>41183</c:v>
                </c:pt>
                <c:pt idx="187">
                  <c:v>41184</c:v>
                </c:pt>
                <c:pt idx="188">
                  <c:v>41185</c:v>
                </c:pt>
                <c:pt idx="189">
                  <c:v>41186</c:v>
                </c:pt>
                <c:pt idx="190">
                  <c:v>41187</c:v>
                </c:pt>
                <c:pt idx="191">
                  <c:v>41191</c:v>
                </c:pt>
                <c:pt idx="192">
                  <c:v>41192</c:v>
                </c:pt>
                <c:pt idx="193">
                  <c:v>41193</c:v>
                </c:pt>
                <c:pt idx="194">
                  <c:v>41194</c:v>
                </c:pt>
                <c:pt idx="195">
                  <c:v>41197</c:v>
                </c:pt>
                <c:pt idx="196">
                  <c:v>41198</c:v>
                </c:pt>
                <c:pt idx="197">
                  <c:v>41199</c:v>
                </c:pt>
                <c:pt idx="198">
                  <c:v>41200</c:v>
                </c:pt>
                <c:pt idx="199">
                  <c:v>41201</c:v>
                </c:pt>
                <c:pt idx="200">
                  <c:v>41204</c:v>
                </c:pt>
                <c:pt idx="201">
                  <c:v>41205</c:v>
                </c:pt>
                <c:pt idx="202">
                  <c:v>41206</c:v>
                </c:pt>
                <c:pt idx="203">
                  <c:v>41207</c:v>
                </c:pt>
                <c:pt idx="204">
                  <c:v>41208</c:v>
                </c:pt>
                <c:pt idx="205">
                  <c:v>41211</c:v>
                </c:pt>
                <c:pt idx="206">
                  <c:v>41213</c:v>
                </c:pt>
                <c:pt idx="207">
                  <c:v>41214</c:v>
                </c:pt>
                <c:pt idx="208">
                  <c:v>41215</c:v>
                </c:pt>
                <c:pt idx="209">
                  <c:v>41218</c:v>
                </c:pt>
                <c:pt idx="210">
                  <c:v>41219</c:v>
                </c:pt>
                <c:pt idx="211">
                  <c:v>41220</c:v>
                </c:pt>
                <c:pt idx="212">
                  <c:v>41221</c:v>
                </c:pt>
                <c:pt idx="213">
                  <c:v>41222</c:v>
                </c:pt>
                <c:pt idx="214">
                  <c:v>41226</c:v>
                </c:pt>
                <c:pt idx="215">
                  <c:v>41227</c:v>
                </c:pt>
                <c:pt idx="216">
                  <c:v>41228</c:v>
                </c:pt>
                <c:pt idx="217">
                  <c:v>41229</c:v>
                </c:pt>
                <c:pt idx="218">
                  <c:v>41232</c:v>
                </c:pt>
                <c:pt idx="219">
                  <c:v>41233</c:v>
                </c:pt>
                <c:pt idx="220">
                  <c:v>41234</c:v>
                </c:pt>
                <c:pt idx="221">
                  <c:v>41236</c:v>
                </c:pt>
                <c:pt idx="222">
                  <c:v>41239</c:v>
                </c:pt>
                <c:pt idx="223">
                  <c:v>41240</c:v>
                </c:pt>
                <c:pt idx="224">
                  <c:v>41241</c:v>
                </c:pt>
                <c:pt idx="225">
                  <c:v>41242</c:v>
                </c:pt>
                <c:pt idx="226">
                  <c:v>41243</c:v>
                </c:pt>
                <c:pt idx="227">
                  <c:v>41246</c:v>
                </c:pt>
                <c:pt idx="228">
                  <c:v>41247</c:v>
                </c:pt>
                <c:pt idx="229">
                  <c:v>41248</c:v>
                </c:pt>
                <c:pt idx="230">
                  <c:v>41249</c:v>
                </c:pt>
                <c:pt idx="231">
                  <c:v>41250</c:v>
                </c:pt>
                <c:pt idx="232">
                  <c:v>41253</c:v>
                </c:pt>
                <c:pt idx="233">
                  <c:v>41254</c:v>
                </c:pt>
                <c:pt idx="234">
                  <c:v>41255</c:v>
                </c:pt>
                <c:pt idx="235">
                  <c:v>41256</c:v>
                </c:pt>
                <c:pt idx="236">
                  <c:v>41257</c:v>
                </c:pt>
                <c:pt idx="237">
                  <c:v>41260</c:v>
                </c:pt>
                <c:pt idx="238">
                  <c:v>41261</c:v>
                </c:pt>
                <c:pt idx="239">
                  <c:v>41262</c:v>
                </c:pt>
                <c:pt idx="240">
                  <c:v>41263</c:v>
                </c:pt>
                <c:pt idx="241">
                  <c:v>41264</c:v>
                </c:pt>
                <c:pt idx="242">
                  <c:v>41267</c:v>
                </c:pt>
                <c:pt idx="243">
                  <c:v>41269</c:v>
                </c:pt>
                <c:pt idx="244">
                  <c:v>41270</c:v>
                </c:pt>
                <c:pt idx="245">
                  <c:v>41271</c:v>
                </c:pt>
                <c:pt idx="246">
                  <c:v>41274</c:v>
                </c:pt>
              </c:numCache>
            </c:numRef>
          </c:cat>
          <c:val>
            <c:numRef>
              <c:f>'Bond-NAV and Invest%'!$F$131:$F$377</c:f>
              <c:numCache>
                <c:formatCode>General</c:formatCode>
                <c:ptCount val="247"/>
                <c:pt idx="0">
                  <c:v>50.170448999999998</c:v>
                </c:pt>
                <c:pt idx="1">
                  <c:v>45.593559999999997</c:v>
                </c:pt>
                <c:pt idx="2">
                  <c:v>46.275680999999999</c:v>
                </c:pt>
                <c:pt idx="3">
                  <c:v>48.028500999999999</c:v>
                </c:pt>
                <c:pt idx="4">
                  <c:v>51.135938000000003</c:v>
                </c:pt>
                <c:pt idx="5">
                  <c:v>47.952277000000002</c:v>
                </c:pt>
                <c:pt idx="6">
                  <c:v>47.368994000000001</c:v>
                </c:pt>
                <c:pt idx="7">
                  <c:v>45.099341000000003</c:v>
                </c:pt>
                <c:pt idx="8">
                  <c:v>44.886712000000003</c:v>
                </c:pt>
                <c:pt idx="9">
                  <c:v>46.402987000000003</c:v>
                </c:pt>
                <c:pt idx="10">
                  <c:v>46.888497000000001</c:v>
                </c:pt>
                <c:pt idx="11">
                  <c:v>70.951459</c:v>
                </c:pt>
                <c:pt idx="12">
                  <c:v>70.552601999999993</c:v>
                </c:pt>
                <c:pt idx="13">
                  <c:v>69.566089000000005</c:v>
                </c:pt>
                <c:pt idx="14">
                  <c:v>67.718387000000007</c:v>
                </c:pt>
                <c:pt idx="15">
                  <c:v>62.216647999999999</c:v>
                </c:pt>
                <c:pt idx="16">
                  <c:v>61.814509000000001</c:v>
                </c:pt>
                <c:pt idx="17">
                  <c:v>46.123621</c:v>
                </c:pt>
                <c:pt idx="18">
                  <c:v>52.180911999999999</c:v>
                </c:pt>
                <c:pt idx="19">
                  <c:v>58.518185000000003</c:v>
                </c:pt>
                <c:pt idx="20">
                  <c:v>57.078631000000001</c:v>
                </c:pt>
                <c:pt idx="21">
                  <c:v>57.515120000000003</c:v>
                </c:pt>
                <c:pt idx="22">
                  <c:v>55.226869000000001</c:v>
                </c:pt>
                <c:pt idx="23">
                  <c:v>58.595044000000001</c:v>
                </c:pt>
                <c:pt idx="24">
                  <c:v>55.330618999999999</c:v>
                </c:pt>
                <c:pt idx="25">
                  <c:v>55.119658999999999</c:v>
                </c:pt>
                <c:pt idx="26">
                  <c:v>56.159337999999998</c:v>
                </c:pt>
                <c:pt idx="27">
                  <c:v>57.536326000000003</c:v>
                </c:pt>
                <c:pt idx="28">
                  <c:v>59.121251000000001</c:v>
                </c:pt>
                <c:pt idx="29">
                  <c:v>60.795231999999999</c:v>
                </c:pt>
                <c:pt idx="30">
                  <c:v>61.859945000000003</c:v>
                </c:pt>
                <c:pt idx="31">
                  <c:v>60.227741000000002</c:v>
                </c:pt>
                <c:pt idx="32">
                  <c:v>58.161706000000002</c:v>
                </c:pt>
                <c:pt idx="33">
                  <c:v>57.420594999999999</c:v>
                </c:pt>
                <c:pt idx="34">
                  <c:v>56.376890000000003</c:v>
                </c:pt>
                <c:pt idx="35">
                  <c:v>55.649833000000001</c:v>
                </c:pt>
                <c:pt idx="36">
                  <c:v>56.767622000000003</c:v>
                </c:pt>
                <c:pt idx="37">
                  <c:v>60.652569</c:v>
                </c:pt>
                <c:pt idx="38">
                  <c:v>59.964593000000001</c:v>
                </c:pt>
                <c:pt idx="39">
                  <c:v>60.692087000000001</c:v>
                </c:pt>
                <c:pt idx="40">
                  <c:v>60.162610999999998</c:v>
                </c:pt>
                <c:pt idx="41">
                  <c:v>62.525913000000003</c:v>
                </c:pt>
                <c:pt idx="42">
                  <c:v>64.337980999999999</c:v>
                </c:pt>
                <c:pt idx="43">
                  <c:v>61.560454</c:v>
                </c:pt>
                <c:pt idx="44">
                  <c:v>64.460652999999994</c:v>
                </c:pt>
                <c:pt idx="45">
                  <c:v>66.110491999999994</c:v>
                </c:pt>
                <c:pt idx="46">
                  <c:v>68.529968999999994</c:v>
                </c:pt>
                <c:pt idx="47">
                  <c:v>69.743404999999996</c:v>
                </c:pt>
                <c:pt idx="48">
                  <c:v>68.946872999999997</c:v>
                </c:pt>
                <c:pt idx="49">
                  <c:v>67.960976000000002</c:v>
                </c:pt>
                <c:pt idx="50">
                  <c:v>66.987492000000003</c:v>
                </c:pt>
                <c:pt idx="51">
                  <c:v>67.125968999999998</c:v>
                </c:pt>
                <c:pt idx="52">
                  <c:v>69.279630999999995</c:v>
                </c:pt>
                <c:pt idx="53">
                  <c:v>68.648543000000004</c:v>
                </c:pt>
                <c:pt idx="54">
                  <c:v>68.312262000000004</c:v>
                </c:pt>
                <c:pt idx="55">
                  <c:v>68.242609000000002</c:v>
                </c:pt>
                <c:pt idx="56">
                  <c:v>68.374105</c:v>
                </c:pt>
                <c:pt idx="57">
                  <c:v>67.886655000000005</c:v>
                </c:pt>
                <c:pt idx="58">
                  <c:v>67.350111999999996</c:v>
                </c:pt>
                <c:pt idx="59">
                  <c:v>62.182231999999999</c:v>
                </c:pt>
                <c:pt idx="60">
                  <c:v>56.662601000000002</c:v>
                </c:pt>
                <c:pt idx="61">
                  <c:v>55.886257000000001</c:v>
                </c:pt>
                <c:pt idx="62">
                  <c:v>61.324660000000002</c:v>
                </c:pt>
                <c:pt idx="63">
                  <c:v>59.069609999999997</c:v>
                </c:pt>
                <c:pt idx="64">
                  <c:v>60.045577000000002</c:v>
                </c:pt>
                <c:pt idx="65">
                  <c:v>62.440286</c:v>
                </c:pt>
                <c:pt idx="66">
                  <c:v>62.979422999999997</c:v>
                </c:pt>
                <c:pt idx="67">
                  <c:v>64.892904000000001</c:v>
                </c:pt>
                <c:pt idx="68">
                  <c:v>65.725132000000002</c:v>
                </c:pt>
                <c:pt idx="69">
                  <c:v>65.208194000000006</c:v>
                </c:pt>
                <c:pt idx="70">
                  <c:v>72.180812000000003</c:v>
                </c:pt>
                <c:pt idx="71">
                  <c:v>71.575244999999995</c:v>
                </c:pt>
                <c:pt idx="72">
                  <c:v>70.104902999999993</c:v>
                </c:pt>
                <c:pt idx="73">
                  <c:v>66.984492000000003</c:v>
                </c:pt>
                <c:pt idx="74">
                  <c:v>65.847927999999996</c:v>
                </c:pt>
                <c:pt idx="75">
                  <c:v>63.572304000000003</c:v>
                </c:pt>
                <c:pt idx="76">
                  <c:v>65.538842000000002</c:v>
                </c:pt>
                <c:pt idx="77">
                  <c:v>66.728596999999993</c:v>
                </c:pt>
                <c:pt idx="78">
                  <c:v>64.053740000000005</c:v>
                </c:pt>
                <c:pt idx="79">
                  <c:v>62.153694000000002</c:v>
                </c:pt>
                <c:pt idx="80">
                  <c:v>56.876264999999997</c:v>
                </c:pt>
                <c:pt idx="81">
                  <c:v>56.354747000000003</c:v>
                </c:pt>
                <c:pt idx="82">
                  <c:v>56.350949999999997</c:v>
                </c:pt>
                <c:pt idx="83">
                  <c:v>56.625909999999998</c:v>
                </c:pt>
                <c:pt idx="84">
                  <c:v>54.433731000000002</c:v>
                </c:pt>
                <c:pt idx="85">
                  <c:v>52.894941000000003</c:v>
                </c:pt>
                <c:pt idx="86">
                  <c:v>53.631196000000003</c:v>
                </c:pt>
                <c:pt idx="87">
                  <c:v>56.553260999999999</c:v>
                </c:pt>
                <c:pt idx="88">
                  <c:v>54.849120999999997</c:v>
                </c:pt>
                <c:pt idx="89">
                  <c:v>53.865169999999999</c:v>
                </c:pt>
                <c:pt idx="90">
                  <c:v>53.891267999999997</c:v>
                </c:pt>
                <c:pt idx="91">
                  <c:v>52.314278999999999</c:v>
                </c:pt>
                <c:pt idx="92">
                  <c:v>48.080872999999997</c:v>
                </c:pt>
                <c:pt idx="93">
                  <c:v>48.241241000000002</c:v>
                </c:pt>
                <c:pt idx="94">
                  <c:v>51.063493999999999</c:v>
                </c:pt>
                <c:pt idx="95">
                  <c:v>52.680624999999999</c:v>
                </c:pt>
                <c:pt idx="96">
                  <c:v>50.002687999999999</c:v>
                </c:pt>
                <c:pt idx="97">
                  <c:v>50.061667999999997</c:v>
                </c:pt>
                <c:pt idx="98">
                  <c:v>50.157150999999999</c:v>
                </c:pt>
                <c:pt idx="99">
                  <c:v>49.165562000000001</c:v>
                </c:pt>
                <c:pt idx="100">
                  <c:v>46.291248000000003</c:v>
                </c:pt>
                <c:pt idx="101">
                  <c:v>48.575381</c:v>
                </c:pt>
                <c:pt idx="102">
                  <c:v>41.885356999999999</c:v>
                </c:pt>
                <c:pt idx="103">
                  <c:v>37.840024</c:v>
                </c:pt>
                <c:pt idx="104">
                  <c:v>46.368665</c:v>
                </c:pt>
                <c:pt idx="105">
                  <c:v>48.362136999999997</c:v>
                </c:pt>
                <c:pt idx="106">
                  <c:v>49.503073000000001</c:v>
                </c:pt>
                <c:pt idx="107">
                  <c:v>47.488342000000003</c:v>
                </c:pt>
                <c:pt idx="108">
                  <c:v>44.775098999999997</c:v>
                </c:pt>
                <c:pt idx="109">
                  <c:v>45.946192000000003</c:v>
                </c:pt>
                <c:pt idx="110">
                  <c:v>48.948717000000002</c:v>
                </c:pt>
                <c:pt idx="111">
                  <c:v>50.231065999999998</c:v>
                </c:pt>
                <c:pt idx="112">
                  <c:v>50.472092000000004</c:v>
                </c:pt>
                <c:pt idx="113">
                  <c:v>53.389631000000001</c:v>
                </c:pt>
                <c:pt idx="114">
                  <c:v>47.733263000000001</c:v>
                </c:pt>
                <c:pt idx="115">
                  <c:v>47.420378999999997</c:v>
                </c:pt>
                <c:pt idx="116">
                  <c:v>46.311059999999998</c:v>
                </c:pt>
                <c:pt idx="117">
                  <c:v>48.532462000000002</c:v>
                </c:pt>
                <c:pt idx="118">
                  <c:v>52.931888000000001</c:v>
                </c:pt>
                <c:pt idx="119">
                  <c:v>45.284035000000003</c:v>
                </c:pt>
                <c:pt idx="120">
                  <c:v>44.788072999999997</c:v>
                </c:pt>
                <c:pt idx="121">
                  <c:v>43.547787999999997</c:v>
                </c:pt>
                <c:pt idx="122">
                  <c:v>46.846497999999997</c:v>
                </c:pt>
                <c:pt idx="123">
                  <c:v>41.456257000000001</c:v>
                </c:pt>
                <c:pt idx="124">
                  <c:v>42.634300000000003</c:v>
                </c:pt>
                <c:pt idx="125">
                  <c:v>42.028793999999998</c:v>
                </c:pt>
                <c:pt idx="126">
                  <c:v>40.415483000000002</c:v>
                </c:pt>
                <c:pt idx="127">
                  <c:v>40.491078000000002</c:v>
                </c:pt>
                <c:pt idx="128">
                  <c:v>38.997551000000001</c:v>
                </c:pt>
                <c:pt idx="129">
                  <c:v>35.510717999999997</c:v>
                </c:pt>
                <c:pt idx="130">
                  <c:v>35.166240000000002</c:v>
                </c:pt>
                <c:pt idx="131">
                  <c:v>36.61797</c:v>
                </c:pt>
                <c:pt idx="132">
                  <c:v>37.996115000000003</c:v>
                </c:pt>
                <c:pt idx="133">
                  <c:v>38.931949000000003</c:v>
                </c:pt>
                <c:pt idx="134">
                  <c:v>37.022360999999997</c:v>
                </c:pt>
                <c:pt idx="135">
                  <c:v>39.333609000000003</c:v>
                </c:pt>
                <c:pt idx="136">
                  <c:v>38.685896999999997</c:v>
                </c:pt>
                <c:pt idx="137">
                  <c:v>37.847835000000003</c:v>
                </c:pt>
                <c:pt idx="138">
                  <c:v>37.536906000000002</c:v>
                </c:pt>
                <c:pt idx="139">
                  <c:v>37.846905</c:v>
                </c:pt>
                <c:pt idx="140">
                  <c:v>37.829996000000001</c:v>
                </c:pt>
                <c:pt idx="141">
                  <c:v>42.067368999999999</c:v>
                </c:pt>
                <c:pt idx="142">
                  <c:v>38.674047999999999</c:v>
                </c:pt>
                <c:pt idx="143">
                  <c:v>38.928877999999997</c:v>
                </c:pt>
                <c:pt idx="144">
                  <c:v>30.793683000000001</c:v>
                </c:pt>
                <c:pt idx="145">
                  <c:v>30.625785</c:v>
                </c:pt>
                <c:pt idx="146">
                  <c:v>32.895183000000003</c:v>
                </c:pt>
                <c:pt idx="147">
                  <c:v>32.797384999999998</c:v>
                </c:pt>
                <c:pt idx="148">
                  <c:v>36.947648000000001</c:v>
                </c:pt>
                <c:pt idx="149">
                  <c:v>29.853818</c:v>
                </c:pt>
                <c:pt idx="150">
                  <c:v>33.509583999999997</c:v>
                </c:pt>
                <c:pt idx="151">
                  <c:v>35.585636000000001</c:v>
                </c:pt>
                <c:pt idx="152">
                  <c:v>42.911409999999997</c:v>
                </c:pt>
                <c:pt idx="153">
                  <c:v>44.887784000000003</c:v>
                </c:pt>
                <c:pt idx="154">
                  <c:v>48.391683</c:v>
                </c:pt>
                <c:pt idx="155">
                  <c:v>48.494140000000002</c:v>
                </c:pt>
                <c:pt idx="156">
                  <c:v>47.805829000000003</c:v>
                </c:pt>
                <c:pt idx="157">
                  <c:v>47.438102000000001</c:v>
                </c:pt>
                <c:pt idx="158">
                  <c:v>48.542591999999999</c:v>
                </c:pt>
                <c:pt idx="159">
                  <c:v>46.514853000000002</c:v>
                </c:pt>
                <c:pt idx="160">
                  <c:v>45.662002000000001</c:v>
                </c:pt>
                <c:pt idx="161">
                  <c:v>46.089976999999998</c:v>
                </c:pt>
                <c:pt idx="162">
                  <c:v>45.564633999999998</c:v>
                </c:pt>
                <c:pt idx="163">
                  <c:v>44.349316999999999</c:v>
                </c:pt>
                <c:pt idx="164">
                  <c:v>45.677360999999998</c:v>
                </c:pt>
                <c:pt idx="165">
                  <c:v>44.935932000000001</c:v>
                </c:pt>
                <c:pt idx="166">
                  <c:v>45.876795999999999</c:v>
                </c:pt>
                <c:pt idx="167">
                  <c:v>44.999673000000001</c:v>
                </c:pt>
                <c:pt idx="168">
                  <c:v>45.219895000000001</c:v>
                </c:pt>
                <c:pt idx="169">
                  <c:v>46.253960999999997</c:v>
                </c:pt>
                <c:pt idx="170">
                  <c:v>44.349854000000001</c:v>
                </c:pt>
                <c:pt idx="171">
                  <c:v>46.332738999999997</c:v>
                </c:pt>
                <c:pt idx="172">
                  <c:v>46.860342000000003</c:v>
                </c:pt>
                <c:pt idx="173">
                  <c:v>46.811154000000002</c:v>
                </c:pt>
                <c:pt idx="174">
                  <c:v>44.275201000000003</c:v>
                </c:pt>
                <c:pt idx="175">
                  <c:v>45.370885000000001</c:v>
                </c:pt>
                <c:pt idx="176">
                  <c:v>44.044144000000003</c:v>
                </c:pt>
                <c:pt idx="177">
                  <c:v>42.195638000000002</c:v>
                </c:pt>
                <c:pt idx="178">
                  <c:v>39.335377999999999</c:v>
                </c:pt>
                <c:pt idx="179">
                  <c:v>36.463787000000004</c:v>
                </c:pt>
                <c:pt idx="180">
                  <c:v>35.055937999999998</c:v>
                </c:pt>
                <c:pt idx="181">
                  <c:v>33.550716000000001</c:v>
                </c:pt>
                <c:pt idx="182">
                  <c:v>28.947030000000002</c:v>
                </c:pt>
                <c:pt idx="183">
                  <c:v>27.712693000000002</c:v>
                </c:pt>
                <c:pt idx="184">
                  <c:v>27.806746</c:v>
                </c:pt>
                <c:pt idx="185">
                  <c:v>28.535056999999998</c:v>
                </c:pt>
                <c:pt idx="186">
                  <c:v>26.536936000000001</c:v>
                </c:pt>
                <c:pt idx="187">
                  <c:v>25.883645999999999</c:v>
                </c:pt>
                <c:pt idx="188">
                  <c:v>26.831116000000002</c:v>
                </c:pt>
                <c:pt idx="189">
                  <c:v>28.309221999999998</c:v>
                </c:pt>
                <c:pt idx="190">
                  <c:v>28.816966000000001</c:v>
                </c:pt>
                <c:pt idx="191">
                  <c:v>29.056712000000001</c:v>
                </c:pt>
                <c:pt idx="192">
                  <c:v>28.313753999999999</c:v>
                </c:pt>
                <c:pt idx="193">
                  <c:v>27.167952</c:v>
                </c:pt>
                <c:pt idx="194">
                  <c:v>26.142544999999998</c:v>
                </c:pt>
                <c:pt idx="195">
                  <c:v>26.367825</c:v>
                </c:pt>
                <c:pt idx="196">
                  <c:v>28.947092999999999</c:v>
                </c:pt>
                <c:pt idx="197">
                  <c:v>30.622824999999999</c:v>
                </c:pt>
                <c:pt idx="198">
                  <c:v>31.085387000000001</c:v>
                </c:pt>
                <c:pt idx="199">
                  <c:v>30.200389000000001</c:v>
                </c:pt>
                <c:pt idx="200">
                  <c:v>31.086841</c:v>
                </c:pt>
                <c:pt idx="201">
                  <c:v>30.412296999999999</c:v>
                </c:pt>
                <c:pt idx="202">
                  <c:v>30.788242</c:v>
                </c:pt>
                <c:pt idx="203">
                  <c:v>31.372575999999999</c:v>
                </c:pt>
                <c:pt idx="204">
                  <c:v>29.850722000000001</c:v>
                </c:pt>
                <c:pt idx="205">
                  <c:v>29.407878</c:v>
                </c:pt>
                <c:pt idx="206">
                  <c:v>28.520900999999999</c:v>
                </c:pt>
                <c:pt idx="207">
                  <c:v>29.970516</c:v>
                </c:pt>
                <c:pt idx="208">
                  <c:v>29.378712</c:v>
                </c:pt>
                <c:pt idx="209">
                  <c:v>28.706379999999999</c:v>
                </c:pt>
                <c:pt idx="210">
                  <c:v>29.422011000000001</c:v>
                </c:pt>
                <c:pt idx="211">
                  <c:v>29.135427</c:v>
                </c:pt>
                <c:pt idx="212">
                  <c:v>27.911749</c:v>
                </c:pt>
                <c:pt idx="213">
                  <c:v>26.509743</c:v>
                </c:pt>
                <c:pt idx="214">
                  <c:v>27.83314</c:v>
                </c:pt>
                <c:pt idx="215">
                  <c:v>28.587439</c:v>
                </c:pt>
                <c:pt idx="216">
                  <c:v>27.722311000000001</c:v>
                </c:pt>
                <c:pt idx="217">
                  <c:v>27.565147</c:v>
                </c:pt>
                <c:pt idx="218">
                  <c:v>28.060596</c:v>
                </c:pt>
                <c:pt idx="219">
                  <c:v>26.693218999999999</c:v>
                </c:pt>
                <c:pt idx="220">
                  <c:v>27.073944000000001</c:v>
                </c:pt>
                <c:pt idx="221">
                  <c:v>27.109318999999999</c:v>
                </c:pt>
                <c:pt idx="222">
                  <c:v>26.221747000000001</c:v>
                </c:pt>
                <c:pt idx="223">
                  <c:v>24.928211000000001</c:v>
                </c:pt>
                <c:pt idx="224">
                  <c:v>25.059723000000002</c:v>
                </c:pt>
                <c:pt idx="225">
                  <c:v>25.284609</c:v>
                </c:pt>
                <c:pt idx="226">
                  <c:v>25.508417999999999</c:v>
                </c:pt>
                <c:pt idx="227">
                  <c:v>25.825151000000002</c:v>
                </c:pt>
                <c:pt idx="228">
                  <c:v>27.553262</c:v>
                </c:pt>
                <c:pt idx="229">
                  <c:v>27.733855999999999</c:v>
                </c:pt>
                <c:pt idx="230">
                  <c:v>28.179123000000001</c:v>
                </c:pt>
                <c:pt idx="231">
                  <c:v>29.816201</c:v>
                </c:pt>
                <c:pt idx="232">
                  <c:v>31.194579999999998</c:v>
                </c:pt>
                <c:pt idx="233">
                  <c:v>30.092714000000001</c:v>
                </c:pt>
                <c:pt idx="234">
                  <c:v>31.177085000000002</c:v>
                </c:pt>
                <c:pt idx="235">
                  <c:v>31.307652999999998</c:v>
                </c:pt>
                <c:pt idx="236">
                  <c:v>31.287519</c:v>
                </c:pt>
                <c:pt idx="237">
                  <c:v>34.835250000000002</c:v>
                </c:pt>
                <c:pt idx="238">
                  <c:v>35.688836999999999</c:v>
                </c:pt>
                <c:pt idx="239">
                  <c:v>34.987439999999999</c:v>
                </c:pt>
                <c:pt idx="240">
                  <c:v>34.692906000000001</c:v>
                </c:pt>
                <c:pt idx="241">
                  <c:v>34.304803999999997</c:v>
                </c:pt>
                <c:pt idx="242">
                  <c:v>34.631424000000003</c:v>
                </c:pt>
                <c:pt idx="243">
                  <c:v>33.837757000000003</c:v>
                </c:pt>
                <c:pt idx="244">
                  <c:v>33.528222999999997</c:v>
                </c:pt>
                <c:pt idx="245">
                  <c:v>33.803725</c:v>
                </c:pt>
                <c:pt idx="246">
                  <c:v>34.593195000000001</c:v>
                </c:pt>
              </c:numCache>
            </c:numRef>
          </c:val>
          <c:smooth val="0"/>
        </c:ser>
        <c:ser>
          <c:idx val="1"/>
          <c:order val="1"/>
          <c:tx>
            <c:strRef>
              <c:f>'Bond-NAV and Invest%'!$G$3</c:f>
              <c:strCache>
                <c:ptCount val="1"/>
                <c:pt idx="0">
                  <c:v>CMO/NAV (%)</c:v>
                </c:pt>
              </c:strCache>
            </c:strRef>
          </c:tx>
          <c:spPr>
            <a:ln>
              <a:solidFill>
                <a:srgbClr val="968880"/>
              </a:solidFill>
            </a:ln>
          </c:spPr>
          <c:marker>
            <c:symbol val="none"/>
          </c:marker>
          <c:cat>
            <c:numRef>
              <c:f>'Bond-NAV and Invest%'!$E$131:$E$377</c:f>
              <c:numCache>
                <c:formatCode>mm/dd/yy;@</c:formatCode>
                <c:ptCount val="247"/>
                <c:pt idx="0">
                  <c:v>40912</c:v>
                </c:pt>
                <c:pt idx="1">
                  <c:v>40913</c:v>
                </c:pt>
                <c:pt idx="2">
                  <c:v>40914</c:v>
                </c:pt>
                <c:pt idx="3">
                  <c:v>40917</c:v>
                </c:pt>
                <c:pt idx="4">
                  <c:v>40918</c:v>
                </c:pt>
                <c:pt idx="5">
                  <c:v>40919</c:v>
                </c:pt>
                <c:pt idx="6">
                  <c:v>40920</c:v>
                </c:pt>
                <c:pt idx="7">
                  <c:v>40925</c:v>
                </c:pt>
                <c:pt idx="8">
                  <c:v>40926</c:v>
                </c:pt>
                <c:pt idx="9">
                  <c:v>40927</c:v>
                </c:pt>
                <c:pt idx="10">
                  <c:v>40928</c:v>
                </c:pt>
                <c:pt idx="11">
                  <c:v>40932</c:v>
                </c:pt>
                <c:pt idx="12">
                  <c:v>40933</c:v>
                </c:pt>
                <c:pt idx="13">
                  <c:v>40934</c:v>
                </c:pt>
                <c:pt idx="14">
                  <c:v>40935</c:v>
                </c:pt>
                <c:pt idx="15">
                  <c:v>40938</c:v>
                </c:pt>
                <c:pt idx="16">
                  <c:v>40939</c:v>
                </c:pt>
                <c:pt idx="17">
                  <c:v>40940</c:v>
                </c:pt>
                <c:pt idx="18">
                  <c:v>40941</c:v>
                </c:pt>
                <c:pt idx="19">
                  <c:v>40942</c:v>
                </c:pt>
                <c:pt idx="20">
                  <c:v>40945</c:v>
                </c:pt>
                <c:pt idx="21">
                  <c:v>40946</c:v>
                </c:pt>
                <c:pt idx="22">
                  <c:v>40947</c:v>
                </c:pt>
                <c:pt idx="23">
                  <c:v>40948</c:v>
                </c:pt>
                <c:pt idx="24">
                  <c:v>40949</c:v>
                </c:pt>
                <c:pt idx="25">
                  <c:v>40952</c:v>
                </c:pt>
                <c:pt idx="26">
                  <c:v>40953</c:v>
                </c:pt>
                <c:pt idx="27">
                  <c:v>40954</c:v>
                </c:pt>
                <c:pt idx="28">
                  <c:v>40955</c:v>
                </c:pt>
                <c:pt idx="29">
                  <c:v>40956</c:v>
                </c:pt>
                <c:pt idx="30">
                  <c:v>40960</c:v>
                </c:pt>
                <c:pt idx="31">
                  <c:v>40961</c:v>
                </c:pt>
                <c:pt idx="32">
                  <c:v>40962</c:v>
                </c:pt>
                <c:pt idx="33">
                  <c:v>40963</c:v>
                </c:pt>
                <c:pt idx="34">
                  <c:v>40966</c:v>
                </c:pt>
                <c:pt idx="35">
                  <c:v>40967</c:v>
                </c:pt>
                <c:pt idx="36">
                  <c:v>40968</c:v>
                </c:pt>
                <c:pt idx="37">
                  <c:v>40969</c:v>
                </c:pt>
                <c:pt idx="38">
                  <c:v>40970</c:v>
                </c:pt>
                <c:pt idx="39">
                  <c:v>40973</c:v>
                </c:pt>
                <c:pt idx="40">
                  <c:v>40974</c:v>
                </c:pt>
                <c:pt idx="41">
                  <c:v>40975</c:v>
                </c:pt>
                <c:pt idx="42">
                  <c:v>40976</c:v>
                </c:pt>
                <c:pt idx="43">
                  <c:v>40977</c:v>
                </c:pt>
                <c:pt idx="44">
                  <c:v>40980</c:v>
                </c:pt>
                <c:pt idx="45">
                  <c:v>40981</c:v>
                </c:pt>
                <c:pt idx="46">
                  <c:v>40982</c:v>
                </c:pt>
                <c:pt idx="47">
                  <c:v>40983</c:v>
                </c:pt>
                <c:pt idx="48">
                  <c:v>40984</c:v>
                </c:pt>
                <c:pt idx="49">
                  <c:v>40987</c:v>
                </c:pt>
                <c:pt idx="50">
                  <c:v>40988</c:v>
                </c:pt>
                <c:pt idx="51">
                  <c:v>40989</c:v>
                </c:pt>
                <c:pt idx="52">
                  <c:v>40990</c:v>
                </c:pt>
                <c:pt idx="53">
                  <c:v>40991</c:v>
                </c:pt>
                <c:pt idx="54">
                  <c:v>40994</c:v>
                </c:pt>
                <c:pt idx="55">
                  <c:v>40995</c:v>
                </c:pt>
                <c:pt idx="56">
                  <c:v>40996</c:v>
                </c:pt>
                <c:pt idx="57">
                  <c:v>40997</c:v>
                </c:pt>
                <c:pt idx="58">
                  <c:v>40998</c:v>
                </c:pt>
                <c:pt idx="59">
                  <c:v>41001</c:v>
                </c:pt>
                <c:pt idx="60">
                  <c:v>41002</c:v>
                </c:pt>
                <c:pt idx="61">
                  <c:v>41003</c:v>
                </c:pt>
                <c:pt idx="62">
                  <c:v>41004</c:v>
                </c:pt>
                <c:pt idx="63">
                  <c:v>41005</c:v>
                </c:pt>
                <c:pt idx="64">
                  <c:v>41008</c:v>
                </c:pt>
                <c:pt idx="65">
                  <c:v>41009</c:v>
                </c:pt>
                <c:pt idx="66">
                  <c:v>41010</c:v>
                </c:pt>
                <c:pt idx="67">
                  <c:v>41011</c:v>
                </c:pt>
                <c:pt idx="68">
                  <c:v>41012</c:v>
                </c:pt>
                <c:pt idx="69">
                  <c:v>41015</c:v>
                </c:pt>
                <c:pt idx="70">
                  <c:v>41016</c:v>
                </c:pt>
                <c:pt idx="71">
                  <c:v>41017</c:v>
                </c:pt>
                <c:pt idx="72">
                  <c:v>41018</c:v>
                </c:pt>
                <c:pt idx="73">
                  <c:v>41019</c:v>
                </c:pt>
                <c:pt idx="74">
                  <c:v>41022</c:v>
                </c:pt>
                <c:pt idx="75">
                  <c:v>41023</c:v>
                </c:pt>
                <c:pt idx="76">
                  <c:v>41024</c:v>
                </c:pt>
                <c:pt idx="77">
                  <c:v>41025</c:v>
                </c:pt>
                <c:pt idx="78">
                  <c:v>41026</c:v>
                </c:pt>
                <c:pt idx="79">
                  <c:v>41029</c:v>
                </c:pt>
                <c:pt idx="80">
                  <c:v>41030</c:v>
                </c:pt>
                <c:pt idx="81">
                  <c:v>41031</c:v>
                </c:pt>
                <c:pt idx="82">
                  <c:v>41032</c:v>
                </c:pt>
                <c:pt idx="83">
                  <c:v>41033</c:v>
                </c:pt>
                <c:pt idx="84">
                  <c:v>41036</c:v>
                </c:pt>
                <c:pt idx="85">
                  <c:v>41037</c:v>
                </c:pt>
                <c:pt idx="86">
                  <c:v>41038</c:v>
                </c:pt>
                <c:pt idx="87">
                  <c:v>41039</c:v>
                </c:pt>
                <c:pt idx="88">
                  <c:v>41040</c:v>
                </c:pt>
                <c:pt idx="89">
                  <c:v>41043</c:v>
                </c:pt>
                <c:pt idx="90">
                  <c:v>41044</c:v>
                </c:pt>
                <c:pt idx="91">
                  <c:v>41045</c:v>
                </c:pt>
                <c:pt idx="92">
                  <c:v>41046</c:v>
                </c:pt>
                <c:pt idx="93">
                  <c:v>41047</c:v>
                </c:pt>
                <c:pt idx="94">
                  <c:v>41050</c:v>
                </c:pt>
                <c:pt idx="95">
                  <c:v>41051</c:v>
                </c:pt>
                <c:pt idx="96">
                  <c:v>41052</c:v>
                </c:pt>
                <c:pt idx="97">
                  <c:v>41053</c:v>
                </c:pt>
                <c:pt idx="98">
                  <c:v>41054</c:v>
                </c:pt>
                <c:pt idx="99">
                  <c:v>41058</c:v>
                </c:pt>
                <c:pt idx="100">
                  <c:v>41059</c:v>
                </c:pt>
                <c:pt idx="101">
                  <c:v>41060</c:v>
                </c:pt>
                <c:pt idx="102">
                  <c:v>41061</c:v>
                </c:pt>
                <c:pt idx="103">
                  <c:v>41064</c:v>
                </c:pt>
                <c:pt idx="104">
                  <c:v>41065</c:v>
                </c:pt>
                <c:pt idx="105">
                  <c:v>41066</c:v>
                </c:pt>
                <c:pt idx="106">
                  <c:v>41067</c:v>
                </c:pt>
                <c:pt idx="107">
                  <c:v>41068</c:v>
                </c:pt>
                <c:pt idx="108">
                  <c:v>41071</c:v>
                </c:pt>
                <c:pt idx="109">
                  <c:v>41072</c:v>
                </c:pt>
                <c:pt idx="110">
                  <c:v>41073</c:v>
                </c:pt>
                <c:pt idx="111">
                  <c:v>41074</c:v>
                </c:pt>
                <c:pt idx="112">
                  <c:v>41075</c:v>
                </c:pt>
                <c:pt idx="113">
                  <c:v>41078</c:v>
                </c:pt>
                <c:pt idx="114">
                  <c:v>41079</c:v>
                </c:pt>
                <c:pt idx="115">
                  <c:v>41080</c:v>
                </c:pt>
                <c:pt idx="116">
                  <c:v>41081</c:v>
                </c:pt>
                <c:pt idx="117">
                  <c:v>41082</c:v>
                </c:pt>
                <c:pt idx="118">
                  <c:v>41085</c:v>
                </c:pt>
                <c:pt idx="119">
                  <c:v>41086</c:v>
                </c:pt>
                <c:pt idx="120">
                  <c:v>41087</c:v>
                </c:pt>
                <c:pt idx="121">
                  <c:v>41088</c:v>
                </c:pt>
                <c:pt idx="122">
                  <c:v>41089</c:v>
                </c:pt>
                <c:pt idx="123">
                  <c:v>41092</c:v>
                </c:pt>
                <c:pt idx="124">
                  <c:v>41093</c:v>
                </c:pt>
                <c:pt idx="125">
                  <c:v>41095</c:v>
                </c:pt>
                <c:pt idx="126">
                  <c:v>41096</c:v>
                </c:pt>
                <c:pt idx="127">
                  <c:v>41099</c:v>
                </c:pt>
                <c:pt idx="128">
                  <c:v>41100</c:v>
                </c:pt>
                <c:pt idx="129">
                  <c:v>41101</c:v>
                </c:pt>
                <c:pt idx="130">
                  <c:v>41102</c:v>
                </c:pt>
                <c:pt idx="131">
                  <c:v>41103</c:v>
                </c:pt>
                <c:pt idx="132">
                  <c:v>41106</c:v>
                </c:pt>
                <c:pt idx="133">
                  <c:v>41107</c:v>
                </c:pt>
                <c:pt idx="134">
                  <c:v>41108</c:v>
                </c:pt>
                <c:pt idx="135">
                  <c:v>41109</c:v>
                </c:pt>
                <c:pt idx="136">
                  <c:v>41110</c:v>
                </c:pt>
                <c:pt idx="137">
                  <c:v>41113</c:v>
                </c:pt>
                <c:pt idx="138">
                  <c:v>41114</c:v>
                </c:pt>
                <c:pt idx="139">
                  <c:v>41115</c:v>
                </c:pt>
                <c:pt idx="140">
                  <c:v>41116</c:v>
                </c:pt>
                <c:pt idx="141">
                  <c:v>41117</c:v>
                </c:pt>
                <c:pt idx="142">
                  <c:v>41120</c:v>
                </c:pt>
                <c:pt idx="143">
                  <c:v>41121</c:v>
                </c:pt>
                <c:pt idx="144">
                  <c:v>41122</c:v>
                </c:pt>
                <c:pt idx="145">
                  <c:v>41123</c:v>
                </c:pt>
                <c:pt idx="146">
                  <c:v>41124</c:v>
                </c:pt>
                <c:pt idx="147">
                  <c:v>41127</c:v>
                </c:pt>
                <c:pt idx="148">
                  <c:v>41128</c:v>
                </c:pt>
                <c:pt idx="149">
                  <c:v>41129</c:v>
                </c:pt>
                <c:pt idx="150">
                  <c:v>41130</c:v>
                </c:pt>
                <c:pt idx="151">
                  <c:v>41131</c:v>
                </c:pt>
                <c:pt idx="152">
                  <c:v>41134</c:v>
                </c:pt>
                <c:pt idx="153">
                  <c:v>41135</c:v>
                </c:pt>
                <c:pt idx="154">
                  <c:v>41136</c:v>
                </c:pt>
                <c:pt idx="155">
                  <c:v>41137</c:v>
                </c:pt>
                <c:pt idx="156">
                  <c:v>41138</c:v>
                </c:pt>
                <c:pt idx="157">
                  <c:v>41141</c:v>
                </c:pt>
                <c:pt idx="158">
                  <c:v>41142</c:v>
                </c:pt>
                <c:pt idx="159">
                  <c:v>41143</c:v>
                </c:pt>
                <c:pt idx="160">
                  <c:v>41144</c:v>
                </c:pt>
                <c:pt idx="161">
                  <c:v>41145</c:v>
                </c:pt>
                <c:pt idx="162">
                  <c:v>41148</c:v>
                </c:pt>
                <c:pt idx="163">
                  <c:v>41149</c:v>
                </c:pt>
                <c:pt idx="164">
                  <c:v>41150</c:v>
                </c:pt>
                <c:pt idx="165">
                  <c:v>41151</c:v>
                </c:pt>
                <c:pt idx="166">
                  <c:v>41152</c:v>
                </c:pt>
                <c:pt idx="167">
                  <c:v>41156</c:v>
                </c:pt>
                <c:pt idx="168">
                  <c:v>41157</c:v>
                </c:pt>
                <c:pt idx="169">
                  <c:v>41158</c:v>
                </c:pt>
                <c:pt idx="170">
                  <c:v>41159</c:v>
                </c:pt>
                <c:pt idx="171">
                  <c:v>41162</c:v>
                </c:pt>
                <c:pt idx="172">
                  <c:v>41163</c:v>
                </c:pt>
                <c:pt idx="173">
                  <c:v>41164</c:v>
                </c:pt>
                <c:pt idx="174">
                  <c:v>41165</c:v>
                </c:pt>
                <c:pt idx="175">
                  <c:v>41166</c:v>
                </c:pt>
                <c:pt idx="176">
                  <c:v>41169</c:v>
                </c:pt>
                <c:pt idx="177">
                  <c:v>41170</c:v>
                </c:pt>
                <c:pt idx="178">
                  <c:v>41171</c:v>
                </c:pt>
                <c:pt idx="179">
                  <c:v>41172</c:v>
                </c:pt>
                <c:pt idx="180">
                  <c:v>41173</c:v>
                </c:pt>
                <c:pt idx="181">
                  <c:v>41176</c:v>
                </c:pt>
                <c:pt idx="182">
                  <c:v>41177</c:v>
                </c:pt>
                <c:pt idx="183">
                  <c:v>41178</c:v>
                </c:pt>
                <c:pt idx="184">
                  <c:v>41179</c:v>
                </c:pt>
                <c:pt idx="185">
                  <c:v>41180</c:v>
                </c:pt>
                <c:pt idx="186">
                  <c:v>41183</c:v>
                </c:pt>
                <c:pt idx="187">
                  <c:v>41184</c:v>
                </c:pt>
                <c:pt idx="188">
                  <c:v>41185</c:v>
                </c:pt>
                <c:pt idx="189">
                  <c:v>41186</c:v>
                </c:pt>
                <c:pt idx="190">
                  <c:v>41187</c:v>
                </c:pt>
                <c:pt idx="191">
                  <c:v>41191</c:v>
                </c:pt>
                <c:pt idx="192">
                  <c:v>41192</c:v>
                </c:pt>
                <c:pt idx="193">
                  <c:v>41193</c:v>
                </c:pt>
                <c:pt idx="194">
                  <c:v>41194</c:v>
                </c:pt>
                <c:pt idx="195">
                  <c:v>41197</c:v>
                </c:pt>
                <c:pt idx="196">
                  <c:v>41198</c:v>
                </c:pt>
                <c:pt idx="197">
                  <c:v>41199</c:v>
                </c:pt>
                <c:pt idx="198">
                  <c:v>41200</c:v>
                </c:pt>
                <c:pt idx="199">
                  <c:v>41201</c:v>
                </c:pt>
                <c:pt idx="200">
                  <c:v>41204</c:v>
                </c:pt>
                <c:pt idx="201">
                  <c:v>41205</c:v>
                </c:pt>
                <c:pt idx="202">
                  <c:v>41206</c:v>
                </c:pt>
                <c:pt idx="203">
                  <c:v>41207</c:v>
                </c:pt>
                <c:pt idx="204">
                  <c:v>41208</c:v>
                </c:pt>
                <c:pt idx="205">
                  <c:v>41211</c:v>
                </c:pt>
                <c:pt idx="206">
                  <c:v>41213</c:v>
                </c:pt>
                <c:pt idx="207">
                  <c:v>41214</c:v>
                </c:pt>
                <c:pt idx="208">
                  <c:v>41215</c:v>
                </c:pt>
                <c:pt idx="209">
                  <c:v>41218</c:v>
                </c:pt>
                <c:pt idx="210">
                  <c:v>41219</c:v>
                </c:pt>
                <c:pt idx="211">
                  <c:v>41220</c:v>
                </c:pt>
                <c:pt idx="212">
                  <c:v>41221</c:v>
                </c:pt>
                <c:pt idx="213">
                  <c:v>41222</c:v>
                </c:pt>
                <c:pt idx="214">
                  <c:v>41226</c:v>
                </c:pt>
                <c:pt idx="215">
                  <c:v>41227</c:v>
                </c:pt>
                <c:pt idx="216">
                  <c:v>41228</c:v>
                </c:pt>
                <c:pt idx="217">
                  <c:v>41229</c:v>
                </c:pt>
                <c:pt idx="218">
                  <c:v>41232</c:v>
                </c:pt>
                <c:pt idx="219">
                  <c:v>41233</c:v>
                </c:pt>
                <c:pt idx="220">
                  <c:v>41234</c:v>
                </c:pt>
                <c:pt idx="221">
                  <c:v>41236</c:v>
                </c:pt>
                <c:pt idx="222">
                  <c:v>41239</c:v>
                </c:pt>
                <c:pt idx="223">
                  <c:v>41240</c:v>
                </c:pt>
                <c:pt idx="224">
                  <c:v>41241</c:v>
                </c:pt>
                <c:pt idx="225">
                  <c:v>41242</c:v>
                </c:pt>
                <c:pt idx="226">
                  <c:v>41243</c:v>
                </c:pt>
                <c:pt idx="227">
                  <c:v>41246</c:v>
                </c:pt>
                <c:pt idx="228">
                  <c:v>41247</c:v>
                </c:pt>
                <c:pt idx="229">
                  <c:v>41248</c:v>
                </c:pt>
                <c:pt idx="230">
                  <c:v>41249</c:v>
                </c:pt>
                <c:pt idx="231">
                  <c:v>41250</c:v>
                </c:pt>
                <c:pt idx="232">
                  <c:v>41253</c:v>
                </c:pt>
                <c:pt idx="233">
                  <c:v>41254</c:v>
                </c:pt>
                <c:pt idx="234">
                  <c:v>41255</c:v>
                </c:pt>
                <c:pt idx="235">
                  <c:v>41256</c:v>
                </c:pt>
                <c:pt idx="236">
                  <c:v>41257</c:v>
                </c:pt>
                <c:pt idx="237">
                  <c:v>41260</c:v>
                </c:pt>
                <c:pt idx="238">
                  <c:v>41261</c:v>
                </c:pt>
                <c:pt idx="239">
                  <c:v>41262</c:v>
                </c:pt>
                <c:pt idx="240">
                  <c:v>41263</c:v>
                </c:pt>
                <c:pt idx="241">
                  <c:v>41264</c:v>
                </c:pt>
                <c:pt idx="242">
                  <c:v>41267</c:v>
                </c:pt>
                <c:pt idx="243">
                  <c:v>41269</c:v>
                </c:pt>
                <c:pt idx="244">
                  <c:v>41270</c:v>
                </c:pt>
                <c:pt idx="245">
                  <c:v>41271</c:v>
                </c:pt>
                <c:pt idx="246">
                  <c:v>41274</c:v>
                </c:pt>
              </c:numCache>
            </c:numRef>
          </c:cat>
          <c:val>
            <c:numRef>
              <c:f>'Bond-NAV and Invest%'!$G$131:$G$377</c:f>
              <c:numCache>
                <c:formatCode>General</c:formatCode>
                <c:ptCount val="247"/>
                <c:pt idx="0">
                  <c:v>72.241182539854904</c:v>
                </c:pt>
                <c:pt idx="1">
                  <c:v>71.69164768731396</c:v>
                </c:pt>
                <c:pt idx="2">
                  <c:v>70.838106019629649</c:v>
                </c:pt>
                <c:pt idx="3">
                  <c:v>71.350231320754787</c:v>
                </c:pt>
                <c:pt idx="4">
                  <c:v>73.249893569629066</c:v>
                </c:pt>
                <c:pt idx="5">
                  <c:v>72.372964782053131</c:v>
                </c:pt>
                <c:pt idx="6">
                  <c:v>72.592047423733817</c:v>
                </c:pt>
                <c:pt idx="7">
                  <c:v>69.025299062678371</c:v>
                </c:pt>
                <c:pt idx="8">
                  <c:v>64.549007657548813</c:v>
                </c:pt>
                <c:pt idx="9">
                  <c:v>64.972547436007645</c:v>
                </c:pt>
                <c:pt idx="10">
                  <c:v>65.573822900215973</c:v>
                </c:pt>
                <c:pt idx="11">
                  <c:v>65.696388333909084</c:v>
                </c:pt>
                <c:pt idx="12">
                  <c:v>65.006409915256043</c:v>
                </c:pt>
                <c:pt idx="13">
                  <c:v>63.081148046133883</c:v>
                </c:pt>
                <c:pt idx="14">
                  <c:v>62.130413149191213</c:v>
                </c:pt>
                <c:pt idx="15">
                  <c:v>53.640461148427931</c:v>
                </c:pt>
                <c:pt idx="16">
                  <c:v>52.909782893054846</c:v>
                </c:pt>
                <c:pt idx="17">
                  <c:v>40.071413405014709</c:v>
                </c:pt>
                <c:pt idx="18">
                  <c:v>45.054581699885262</c:v>
                </c:pt>
                <c:pt idx="19">
                  <c:v>50.133268781091154</c:v>
                </c:pt>
                <c:pt idx="20">
                  <c:v>49.673145877128</c:v>
                </c:pt>
                <c:pt idx="21">
                  <c:v>50.382851136834873</c:v>
                </c:pt>
                <c:pt idx="22">
                  <c:v>49.643606539868053</c:v>
                </c:pt>
                <c:pt idx="23">
                  <c:v>50.737052653199989</c:v>
                </c:pt>
                <c:pt idx="24">
                  <c:v>49.813579257915158</c:v>
                </c:pt>
                <c:pt idx="25">
                  <c:v>49.903528999076237</c:v>
                </c:pt>
                <c:pt idx="26">
                  <c:v>51.40132992372034</c:v>
                </c:pt>
                <c:pt idx="27">
                  <c:v>51.591973537211842</c:v>
                </c:pt>
                <c:pt idx="28">
                  <c:v>52.774855753434103</c:v>
                </c:pt>
                <c:pt idx="29">
                  <c:v>53.337177792829152</c:v>
                </c:pt>
                <c:pt idx="30">
                  <c:v>54.537827549926</c:v>
                </c:pt>
                <c:pt idx="31">
                  <c:v>52.866141039682624</c:v>
                </c:pt>
                <c:pt idx="32">
                  <c:v>52.232598966503907</c:v>
                </c:pt>
                <c:pt idx="33">
                  <c:v>51.558485626184506</c:v>
                </c:pt>
                <c:pt idx="34">
                  <c:v>51.163788307760584</c:v>
                </c:pt>
                <c:pt idx="35">
                  <c:v>51.003015532635956</c:v>
                </c:pt>
                <c:pt idx="36">
                  <c:v>51.720337034429789</c:v>
                </c:pt>
                <c:pt idx="37">
                  <c:v>52.9956143652064</c:v>
                </c:pt>
                <c:pt idx="38">
                  <c:v>52.671126327923737</c:v>
                </c:pt>
                <c:pt idx="39">
                  <c:v>53.826049323124458</c:v>
                </c:pt>
                <c:pt idx="40">
                  <c:v>53.234267341613538</c:v>
                </c:pt>
                <c:pt idx="41">
                  <c:v>53.85087865915883</c:v>
                </c:pt>
                <c:pt idx="42">
                  <c:v>54.298785357341828</c:v>
                </c:pt>
                <c:pt idx="43">
                  <c:v>53.731958339939609</c:v>
                </c:pt>
                <c:pt idx="44">
                  <c:v>55.737825348280545</c:v>
                </c:pt>
                <c:pt idx="45">
                  <c:v>56.479618993281733</c:v>
                </c:pt>
                <c:pt idx="46">
                  <c:v>58.152335564538703</c:v>
                </c:pt>
                <c:pt idx="47">
                  <c:v>58.31805382617641</c:v>
                </c:pt>
                <c:pt idx="48">
                  <c:v>58.092735756299078</c:v>
                </c:pt>
                <c:pt idx="49">
                  <c:v>58.617566645330555</c:v>
                </c:pt>
                <c:pt idx="50">
                  <c:v>57.85883291774099</c:v>
                </c:pt>
                <c:pt idx="51">
                  <c:v>57.650837882579317</c:v>
                </c:pt>
                <c:pt idx="52">
                  <c:v>61.328907358892138</c:v>
                </c:pt>
                <c:pt idx="53">
                  <c:v>61.233191921908023</c:v>
                </c:pt>
                <c:pt idx="54">
                  <c:v>61.205224426529782</c:v>
                </c:pt>
                <c:pt idx="55">
                  <c:v>60.423955388693031</c:v>
                </c:pt>
                <c:pt idx="56">
                  <c:v>60.60312001881163</c:v>
                </c:pt>
                <c:pt idx="57">
                  <c:v>60.314985472006263</c:v>
                </c:pt>
                <c:pt idx="58">
                  <c:v>60.450238236074007</c:v>
                </c:pt>
                <c:pt idx="59">
                  <c:v>55.943347005172306</c:v>
                </c:pt>
                <c:pt idx="60">
                  <c:v>53.366337224513003</c:v>
                </c:pt>
                <c:pt idx="61">
                  <c:v>52.954038012722293</c:v>
                </c:pt>
                <c:pt idx="62">
                  <c:v>52.395240867617574</c:v>
                </c:pt>
                <c:pt idx="63">
                  <c:v>56.053679369054265</c:v>
                </c:pt>
                <c:pt idx="64">
                  <c:v>55.829672084396378</c:v>
                </c:pt>
                <c:pt idx="65">
                  <c:v>55.945886608535112</c:v>
                </c:pt>
                <c:pt idx="66">
                  <c:v>58.578084151445168</c:v>
                </c:pt>
                <c:pt idx="67">
                  <c:v>60.040294991551832</c:v>
                </c:pt>
                <c:pt idx="68">
                  <c:v>61.70237102153898</c:v>
                </c:pt>
                <c:pt idx="69">
                  <c:v>61.256716154018818</c:v>
                </c:pt>
                <c:pt idx="70">
                  <c:v>66.955691321362593</c:v>
                </c:pt>
                <c:pt idx="71">
                  <c:v>66.481929439703393</c:v>
                </c:pt>
                <c:pt idx="72">
                  <c:v>64.978835733385324</c:v>
                </c:pt>
                <c:pt idx="73">
                  <c:v>65.234537774511509</c:v>
                </c:pt>
                <c:pt idx="74">
                  <c:v>64.594454671745851</c:v>
                </c:pt>
                <c:pt idx="75">
                  <c:v>62.445414041358795</c:v>
                </c:pt>
                <c:pt idx="76">
                  <c:v>63.767731279657667</c:v>
                </c:pt>
                <c:pt idx="77">
                  <c:v>67.61473375936788</c:v>
                </c:pt>
                <c:pt idx="78">
                  <c:v>65.410759486561005</c:v>
                </c:pt>
                <c:pt idx="79">
                  <c:v>63.602462391785167</c:v>
                </c:pt>
                <c:pt idx="80">
                  <c:v>58.961285983387526</c:v>
                </c:pt>
                <c:pt idx="81">
                  <c:v>58.546609794726002</c:v>
                </c:pt>
                <c:pt idx="82">
                  <c:v>58.617680199120059</c:v>
                </c:pt>
                <c:pt idx="83">
                  <c:v>58.177064195001662</c:v>
                </c:pt>
                <c:pt idx="84">
                  <c:v>58.158354696485404</c:v>
                </c:pt>
                <c:pt idx="85">
                  <c:v>57.721064331991698</c:v>
                </c:pt>
                <c:pt idx="86">
                  <c:v>56.949570694650895</c:v>
                </c:pt>
                <c:pt idx="87">
                  <c:v>60.910895277750058</c:v>
                </c:pt>
                <c:pt idx="88">
                  <c:v>60.680485814062394</c:v>
                </c:pt>
                <c:pt idx="89">
                  <c:v>59.661206438088989</c:v>
                </c:pt>
                <c:pt idx="90">
                  <c:v>59.181159413192262</c:v>
                </c:pt>
                <c:pt idx="91">
                  <c:v>56.851873131643835</c:v>
                </c:pt>
                <c:pt idx="92">
                  <c:v>53.551405039165687</c:v>
                </c:pt>
                <c:pt idx="93">
                  <c:v>53.720045094046441</c:v>
                </c:pt>
                <c:pt idx="94">
                  <c:v>54.643698387884008</c:v>
                </c:pt>
                <c:pt idx="95">
                  <c:v>55.069413061953568</c:v>
                </c:pt>
                <c:pt idx="96">
                  <c:v>54.038942070513386</c:v>
                </c:pt>
                <c:pt idx="97">
                  <c:v>54.618811690348224</c:v>
                </c:pt>
                <c:pt idx="98">
                  <c:v>54.17345342991463</c:v>
                </c:pt>
                <c:pt idx="99">
                  <c:v>53.012442820561525</c:v>
                </c:pt>
                <c:pt idx="100">
                  <c:v>54.444411883100805</c:v>
                </c:pt>
                <c:pt idx="101">
                  <c:v>53.926594691662224</c:v>
                </c:pt>
                <c:pt idx="102">
                  <c:v>51.042442894579843</c:v>
                </c:pt>
                <c:pt idx="103">
                  <c:v>52.428802434460067</c:v>
                </c:pt>
                <c:pt idx="104">
                  <c:v>55.223252174874396</c:v>
                </c:pt>
                <c:pt idx="105">
                  <c:v>57.362116799738104</c:v>
                </c:pt>
                <c:pt idx="106">
                  <c:v>56.7901016063987</c:v>
                </c:pt>
                <c:pt idx="107">
                  <c:v>55.554683333153285</c:v>
                </c:pt>
                <c:pt idx="108">
                  <c:v>54.35612971732651</c:v>
                </c:pt>
                <c:pt idx="109">
                  <c:v>55.521396970341485</c:v>
                </c:pt>
                <c:pt idx="110">
                  <c:v>62.025050694346241</c:v>
                </c:pt>
                <c:pt idx="111">
                  <c:v>65.786933926780293</c:v>
                </c:pt>
                <c:pt idx="112">
                  <c:v>65.927978267691543</c:v>
                </c:pt>
                <c:pt idx="113">
                  <c:v>72.268687644472308</c:v>
                </c:pt>
                <c:pt idx="114">
                  <c:v>63.798917303199318</c:v>
                </c:pt>
                <c:pt idx="115">
                  <c:v>64.298572384993832</c:v>
                </c:pt>
                <c:pt idx="116">
                  <c:v>63.682293577769933</c:v>
                </c:pt>
                <c:pt idx="117">
                  <c:v>64.492658946108364</c:v>
                </c:pt>
                <c:pt idx="118">
                  <c:v>72.941261358700331</c:v>
                </c:pt>
                <c:pt idx="119">
                  <c:v>59.541431393636145</c:v>
                </c:pt>
                <c:pt idx="120">
                  <c:v>60.498011303445786</c:v>
                </c:pt>
                <c:pt idx="121">
                  <c:v>59.994233209578439</c:v>
                </c:pt>
                <c:pt idx="122">
                  <c:v>61.245912978252193</c:v>
                </c:pt>
                <c:pt idx="123">
                  <c:v>56.769934583656465</c:v>
                </c:pt>
                <c:pt idx="124">
                  <c:v>57.375993295020947</c:v>
                </c:pt>
                <c:pt idx="125">
                  <c:v>57.032757288532252</c:v>
                </c:pt>
                <c:pt idx="126">
                  <c:v>56.361209745315257</c:v>
                </c:pt>
                <c:pt idx="127">
                  <c:v>56.28215962652461</c:v>
                </c:pt>
                <c:pt idx="128">
                  <c:v>55.387218160384521</c:v>
                </c:pt>
                <c:pt idx="129">
                  <c:v>60.239479459014646</c:v>
                </c:pt>
                <c:pt idx="130">
                  <c:v>58.794993490638113</c:v>
                </c:pt>
                <c:pt idx="131">
                  <c:v>59.349362219518618</c:v>
                </c:pt>
                <c:pt idx="132">
                  <c:v>58.382923345603331</c:v>
                </c:pt>
                <c:pt idx="133">
                  <c:v>58.848437552788766</c:v>
                </c:pt>
                <c:pt idx="134">
                  <c:v>55.545826305204393</c:v>
                </c:pt>
                <c:pt idx="135">
                  <c:v>57.004391297802073</c:v>
                </c:pt>
                <c:pt idx="136">
                  <c:v>55.070464307474921</c:v>
                </c:pt>
                <c:pt idx="137">
                  <c:v>54.737442015196137</c:v>
                </c:pt>
                <c:pt idx="138">
                  <c:v>54.54323851702739</c:v>
                </c:pt>
                <c:pt idx="139">
                  <c:v>54.673596057712778</c:v>
                </c:pt>
                <c:pt idx="140">
                  <c:v>54.287726740627932</c:v>
                </c:pt>
                <c:pt idx="141">
                  <c:v>55.350687923113618</c:v>
                </c:pt>
                <c:pt idx="142">
                  <c:v>54.705747298702278</c:v>
                </c:pt>
                <c:pt idx="143">
                  <c:v>55.465255191173156</c:v>
                </c:pt>
                <c:pt idx="144">
                  <c:v>43.72127243853074</c:v>
                </c:pt>
                <c:pt idx="145">
                  <c:v>44.038696645394822</c:v>
                </c:pt>
                <c:pt idx="146">
                  <c:v>45.611252242622989</c:v>
                </c:pt>
                <c:pt idx="147">
                  <c:v>45.610146803206774</c:v>
                </c:pt>
                <c:pt idx="148">
                  <c:v>46.976579107520202</c:v>
                </c:pt>
                <c:pt idx="149">
                  <c:v>49.381087621366966</c:v>
                </c:pt>
                <c:pt idx="150">
                  <c:v>53.202782309863359</c:v>
                </c:pt>
                <c:pt idx="151">
                  <c:v>53.193045435097339</c:v>
                </c:pt>
                <c:pt idx="152">
                  <c:v>55.594558187390945</c:v>
                </c:pt>
                <c:pt idx="153">
                  <c:v>56.016242973842687</c:v>
                </c:pt>
                <c:pt idx="154">
                  <c:v>57.093344450237602</c:v>
                </c:pt>
                <c:pt idx="155">
                  <c:v>57.106490539503717</c:v>
                </c:pt>
                <c:pt idx="156">
                  <c:v>56.728426922492616</c:v>
                </c:pt>
                <c:pt idx="157">
                  <c:v>56.676356035797518</c:v>
                </c:pt>
                <c:pt idx="158">
                  <c:v>57.464371883547159</c:v>
                </c:pt>
                <c:pt idx="159">
                  <c:v>57.54700771691634</c:v>
                </c:pt>
                <c:pt idx="160">
                  <c:v>61.623711041101345</c:v>
                </c:pt>
                <c:pt idx="161">
                  <c:v>61.737527846717164</c:v>
                </c:pt>
                <c:pt idx="162">
                  <c:v>61.975828525697231</c:v>
                </c:pt>
                <c:pt idx="163">
                  <c:v>61.441853355351718</c:v>
                </c:pt>
                <c:pt idx="164">
                  <c:v>61.606280564369698</c:v>
                </c:pt>
                <c:pt idx="165">
                  <c:v>61.586367927390995</c:v>
                </c:pt>
                <c:pt idx="166">
                  <c:v>61.171274875746619</c:v>
                </c:pt>
                <c:pt idx="167">
                  <c:v>59.747387031859809</c:v>
                </c:pt>
                <c:pt idx="168">
                  <c:v>59.613346384689777</c:v>
                </c:pt>
                <c:pt idx="169">
                  <c:v>59.57742220399426</c:v>
                </c:pt>
                <c:pt idx="170">
                  <c:v>59.430538474903202</c:v>
                </c:pt>
                <c:pt idx="171">
                  <c:v>59.690388675511308</c:v>
                </c:pt>
                <c:pt idx="172">
                  <c:v>59.217758341572157</c:v>
                </c:pt>
                <c:pt idx="173">
                  <c:v>57.657911873168558</c:v>
                </c:pt>
                <c:pt idx="174">
                  <c:v>56.145349897207495</c:v>
                </c:pt>
                <c:pt idx="175">
                  <c:v>57.055209200326473</c:v>
                </c:pt>
                <c:pt idx="176">
                  <c:v>54.774703199191052</c:v>
                </c:pt>
                <c:pt idx="177">
                  <c:v>53.226232875718615</c:v>
                </c:pt>
                <c:pt idx="178">
                  <c:v>50.721239350569633</c:v>
                </c:pt>
                <c:pt idx="179">
                  <c:v>48.520753880914619</c:v>
                </c:pt>
                <c:pt idx="180">
                  <c:v>47.939616367827995</c:v>
                </c:pt>
                <c:pt idx="181">
                  <c:v>45.695233439207499</c:v>
                </c:pt>
                <c:pt idx="182">
                  <c:v>41.314696455306553</c:v>
                </c:pt>
                <c:pt idx="183">
                  <c:v>40.0131628955167</c:v>
                </c:pt>
                <c:pt idx="184">
                  <c:v>37.71400164500686</c:v>
                </c:pt>
                <c:pt idx="185">
                  <c:v>38.273304027494461</c:v>
                </c:pt>
                <c:pt idx="186">
                  <c:v>36.885865569171429</c:v>
                </c:pt>
                <c:pt idx="187">
                  <c:v>36.682991776618138</c:v>
                </c:pt>
                <c:pt idx="188">
                  <c:v>36.922118878484305</c:v>
                </c:pt>
                <c:pt idx="189">
                  <c:v>37.37303119752238</c:v>
                </c:pt>
                <c:pt idx="190">
                  <c:v>37.496253369290919</c:v>
                </c:pt>
                <c:pt idx="191">
                  <c:v>37.760229946414313</c:v>
                </c:pt>
                <c:pt idx="192">
                  <c:v>37.334114580581321</c:v>
                </c:pt>
                <c:pt idx="193">
                  <c:v>36.015121053243881</c:v>
                </c:pt>
                <c:pt idx="194">
                  <c:v>35.855868269296707</c:v>
                </c:pt>
                <c:pt idx="195">
                  <c:v>36.041637186035231</c:v>
                </c:pt>
                <c:pt idx="196">
                  <c:v>37.302311984356471</c:v>
                </c:pt>
                <c:pt idx="197">
                  <c:v>37.861461076665506</c:v>
                </c:pt>
                <c:pt idx="198">
                  <c:v>38.142088707151785</c:v>
                </c:pt>
                <c:pt idx="199">
                  <c:v>37.425769529901558</c:v>
                </c:pt>
                <c:pt idx="200">
                  <c:v>37.549864748425819</c:v>
                </c:pt>
                <c:pt idx="201">
                  <c:v>37.43000950892398</c:v>
                </c:pt>
                <c:pt idx="202">
                  <c:v>37.72792627419296</c:v>
                </c:pt>
                <c:pt idx="203">
                  <c:v>37.884955429547126</c:v>
                </c:pt>
                <c:pt idx="204">
                  <c:v>37.017421104737224</c:v>
                </c:pt>
                <c:pt idx="205">
                  <c:v>36.877949043616745</c:v>
                </c:pt>
                <c:pt idx="206">
                  <c:v>36.759935647866904</c:v>
                </c:pt>
                <c:pt idx="207">
                  <c:v>36.968204738595908</c:v>
                </c:pt>
                <c:pt idx="208">
                  <c:v>36.72381927154278</c:v>
                </c:pt>
                <c:pt idx="209">
                  <c:v>36.46607434335197</c:v>
                </c:pt>
                <c:pt idx="210">
                  <c:v>36.973279647277998</c:v>
                </c:pt>
                <c:pt idx="211">
                  <c:v>36.302066285256259</c:v>
                </c:pt>
                <c:pt idx="212">
                  <c:v>35.774287465618656</c:v>
                </c:pt>
                <c:pt idx="213">
                  <c:v>35.808624756997432</c:v>
                </c:pt>
                <c:pt idx="214">
                  <c:v>40.137753675464189</c:v>
                </c:pt>
                <c:pt idx="215">
                  <c:v>40.345640269398629</c:v>
                </c:pt>
                <c:pt idx="216">
                  <c:v>42.390994285575267</c:v>
                </c:pt>
                <c:pt idx="217">
                  <c:v>42.123770228191646</c:v>
                </c:pt>
                <c:pt idx="218">
                  <c:v>42.094647536122658</c:v>
                </c:pt>
                <c:pt idx="219">
                  <c:v>39.678803635211651</c:v>
                </c:pt>
                <c:pt idx="220">
                  <c:v>39.758736726453435</c:v>
                </c:pt>
                <c:pt idx="221">
                  <c:v>39.770486464818674</c:v>
                </c:pt>
                <c:pt idx="222">
                  <c:v>39.643355238323643</c:v>
                </c:pt>
                <c:pt idx="223">
                  <c:v>38.980060209375047</c:v>
                </c:pt>
                <c:pt idx="224">
                  <c:v>39.164499799457317</c:v>
                </c:pt>
                <c:pt idx="225">
                  <c:v>39.243559677462521</c:v>
                </c:pt>
                <c:pt idx="226">
                  <c:v>39.215085214125942</c:v>
                </c:pt>
                <c:pt idx="227">
                  <c:v>40.033075143830473</c:v>
                </c:pt>
                <c:pt idx="228">
                  <c:v>41.668078264383936</c:v>
                </c:pt>
                <c:pt idx="229">
                  <c:v>41.690824503500821</c:v>
                </c:pt>
                <c:pt idx="230">
                  <c:v>41.893436959084738</c:v>
                </c:pt>
                <c:pt idx="231">
                  <c:v>42.080252009462043</c:v>
                </c:pt>
                <c:pt idx="232">
                  <c:v>43.643391831149373</c:v>
                </c:pt>
                <c:pt idx="233">
                  <c:v>44.070993558281927</c:v>
                </c:pt>
                <c:pt idx="234">
                  <c:v>44.76881619014668</c:v>
                </c:pt>
                <c:pt idx="235">
                  <c:v>44.772780322551448</c:v>
                </c:pt>
                <c:pt idx="236">
                  <c:v>44.497428042720315</c:v>
                </c:pt>
                <c:pt idx="237">
                  <c:v>47.267367115333805</c:v>
                </c:pt>
                <c:pt idx="238">
                  <c:v>47.495357954412093</c:v>
                </c:pt>
                <c:pt idx="239">
                  <c:v>46.981126016146412</c:v>
                </c:pt>
                <c:pt idx="240">
                  <c:v>46.901885578560226</c:v>
                </c:pt>
                <c:pt idx="241">
                  <c:v>46.695441607803048</c:v>
                </c:pt>
                <c:pt idx="242">
                  <c:v>46.737805478397007</c:v>
                </c:pt>
                <c:pt idx="243">
                  <c:v>46.020195972931404</c:v>
                </c:pt>
                <c:pt idx="244">
                  <c:v>45.983469912454048</c:v>
                </c:pt>
                <c:pt idx="245">
                  <c:v>46.090365589479809</c:v>
                </c:pt>
                <c:pt idx="246">
                  <c:v>45.934869335080627</c:v>
                </c:pt>
              </c:numCache>
            </c:numRef>
          </c:val>
          <c:smooth val="0"/>
        </c:ser>
        <c:dLbls>
          <c:showLegendKey val="0"/>
          <c:showVal val="0"/>
          <c:showCatName val="0"/>
          <c:showSerName val="0"/>
          <c:showPercent val="0"/>
          <c:showBubbleSize val="0"/>
        </c:dLbls>
        <c:marker val="1"/>
        <c:smooth val="0"/>
        <c:axId val="122473088"/>
        <c:axId val="122478976"/>
      </c:lineChart>
      <c:dateAx>
        <c:axId val="122473088"/>
        <c:scaling>
          <c:orientation val="minMax"/>
        </c:scaling>
        <c:delete val="0"/>
        <c:axPos val="b"/>
        <c:numFmt formatCode="[$-409]mmm\-yy;@" sourceLinked="0"/>
        <c:majorTickMark val="out"/>
        <c:minorTickMark val="none"/>
        <c:tickLblPos val="nextTo"/>
        <c:crossAx val="122478976"/>
        <c:crosses val="autoZero"/>
        <c:auto val="1"/>
        <c:lblOffset val="100"/>
        <c:baseTimeUnit val="days"/>
        <c:majorUnit val="2"/>
        <c:majorTimeUnit val="months"/>
      </c:dateAx>
      <c:valAx>
        <c:axId val="122478976"/>
        <c:scaling>
          <c:orientation val="minMax"/>
          <c:max val="110"/>
          <c:min val="10"/>
        </c:scaling>
        <c:delete val="0"/>
        <c:axPos val="l"/>
        <c:numFmt formatCode="General" sourceLinked="1"/>
        <c:majorTickMark val="out"/>
        <c:minorTickMark val="none"/>
        <c:tickLblPos val="nextTo"/>
        <c:crossAx val="122473088"/>
        <c:crosses val="autoZero"/>
        <c:crossBetween val="between"/>
        <c:majorUnit val="20"/>
      </c:valAx>
      <c:spPr>
        <a:ln>
          <a:noFill/>
        </a:ln>
      </c:spPr>
    </c:plotArea>
    <c:legend>
      <c:legendPos val="b"/>
      <c:layout>
        <c:manualLayout>
          <c:xMode val="edge"/>
          <c:yMode val="edge"/>
          <c:x val="0.13755532426394509"/>
          <c:y val="0.88358042018909599"/>
          <c:w val="0.71516284997216073"/>
          <c:h val="8.3257063898771633E-2"/>
        </c:manualLayout>
      </c:layout>
      <c:overlay val="0"/>
    </c:legend>
    <c:plotVisOnly val="1"/>
    <c:dispBlanksAs val="gap"/>
    <c:showDLblsOverMax val="0"/>
  </c:chart>
  <c:spPr>
    <a:ln>
      <a:noFill/>
    </a:ln>
  </c:spPr>
  <c:txPr>
    <a:bodyPr/>
    <a:lstStyle/>
    <a:p>
      <a:pPr>
        <a:defRPr sz="7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Sheet2!$E$16:$E$263</c:f>
              <c:numCache>
                <c:formatCode>mm/dd/yy</c:formatCode>
                <c:ptCount val="248"/>
                <c:pt idx="0">
                  <c:v>40911</c:v>
                </c:pt>
                <c:pt idx="1">
                  <c:v>40912</c:v>
                </c:pt>
                <c:pt idx="2">
                  <c:v>40913</c:v>
                </c:pt>
                <c:pt idx="3">
                  <c:v>40914</c:v>
                </c:pt>
                <c:pt idx="4">
                  <c:v>40917</c:v>
                </c:pt>
                <c:pt idx="5">
                  <c:v>40918</c:v>
                </c:pt>
                <c:pt idx="6">
                  <c:v>40919</c:v>
                </c:pt>
                <c:pt idx="7">
                  <c:v>40920</c:v>
                </c:pt>
                <c:pt idx="8">
                  <c:v>40921</c:v>
                </c:pt>
                <c:pt idx="9">
                  <c:v>40925</c:v>
                </c:pt>
                <c:pt idx="10">
                  <c:v>40926</c:v>
                </c:pt>
                <c:pt idx="11">
                  <c:v>40927</c:v>
                </c:pt>
                <c:pt idx="12">
                  <c:v>40928</c:v>
                </c:pt>
                <c:pt idx="13">
                  <c:v>40932</c:v>
                </c:pt>
                <c:pt idx="14">
                  <c:v>40933</c:v>
                </c:pt>
                <c:pt idx="15">
                  <c:v>40934</c:v>
                </c:pt>
                <c:pt idx="16">
                  <c:v>40935</c:v>
                </c:pt>
                <c:pt idx="17">
                  <c:v>40938</c:v>
                </c:pt>
                <c:pt idx="18">
                  <c:v>40939</c:v>
                </c:pt>
                <c:pt idx="19">
                  <c:v>40940</c:v>
                </c:pt>
                <c:pt idx="20">
                  <c:v>40941</c:v>
                </c:pt>
                <c:pt idx="21">
                  <c:v>40942</c:v>
                </c:pt>
                <c:pt idx="22">
                  <c:v>40945</c:v>
                </c:pt>
                <c:pt idx="23">
                  <c:v>40946</c:v>
                </c:pt>
                <c:pt idx="24">
                  <c:v>40947</c:v>
                </c:pt>
                <c:pt idx="25">
                  <c:v>40948</c:v>
                </c:pt>
                <c:pt idx="26">
                  <c:v>40949</c:v>
                </c:pt>
                <c:pt idx="27">
                  <c:v>40952</c:v>
                </c:pt>
                <c:pt idx="28">
                  <c:v>40953</c:v>
                </c:pt>
                <c:pt idx="29">
                  <c:v>40954</c:v>
                </c:pt>
                <c:pt idx="30">
                  <c:v>40955</c:v>
                </c:pt>
                <c:pt idx="31">
                  <c:v>40956</c:v>
                </c:pt>
                <c:pt idx="32">
                  <c:v>40960</c:v>
                </c:pt>
                <c:pt idx="33">
                  <c:v>40961</c:v>
                </c:pt>
                <c:pt idx="34">
                  <c:v>40962</c:v>
                </c:pt>
                <c:pt idx="35">
                  <c:v>40963</c:v>
                </c:pt>
                <c:pt idx="36">
                  <c:v>40966</c:v>
                </c:pt>
                <c:pt idx="37">
                  <c:v>40967</c:v>
                </c:pt>
                <c:pt idx="38">
                  <c:v>40968</c:v>
                </c:pt>
                <c:pt idx="39">
                  <c:v>40969</c:v>
                </c:pt>
                <c:pt idx="40">
                  <c:v>40970</c:v>
                </c:pt>
                <c:pt idx="41">
                  <c:v>40973</c:v>
                </c:pt>
                <c:pt idx="42">
                  <c:v>40974</c:v>
                </c:pt>
                <c:pt idx="43">
                  <c:v>40975</c:v>
                </c:pt>
                <c:pt idx="44">
                  <c:v>40976</c:v>
                </c:pt>
                <c:pt idx="45">
                  <c:v>40977</c:v>
                </c:pt>
                <c:pt idx="46">
                  <c:v>40980</c:v>
                </c:pt>
                <c:pt idx="47">
                  <c:v>40981</c:v>
                </c:pt>
                <c:pt idx="48">
                  <c:v>40982</c:v>
                </c:pt>
                <c:pt idx="49">
                  <c:v>40983</c:v>
                </c:pt>
                <c:pt idx="50">
                  <c:v>40984</c:v>
                </c:pt>
                <c:pt idx="51">
                  <c:v>40987</c:v>
                </c:pt>
                <c:pt idx="52">
                  <c:v>40988</c:v>
                </c:pt>
                <c:pt idx="53">
                  <c:v>40989</c:v>
                </c:pt>
                <c:pt idx="54">
                  <c:v>40990</c:v>
                </c:pt>
                <c:pt idx="55">
                  <c:v>40991</c:v>
                </c:pt>
                <c:pt idx="56">
                  <c:v>40994</c:v>
                </c:pt>
                <c:pt idx="57">
                  <c:v>40995</c:v>
                </c:pt>
                <c:pt idx="58">
                  <c:v>40996</c:v>
                </c:pt>
                <c:pt idx="59">
                  <c:v>40997</c:v>
                </c:pt>
                <c:pt idx="60">
                  <c:v>40998</c:v>
                </c:pt>
                <c:pt idx="61">
                  <c:v>41001</c:v>
                </c:pt>
                <c:pt idx="62">
                  <c:v>41002</c:v>
                </c:pt>
                <c:pt idx="63">
                  <c:v>41003</c:v>
                </c:pt>
                <c:pt idx="64">
                  <c:v>41004</c:v>
                </c:pt>
                <c:pt idx="65">
                  <c:v>41005</c:v>
                </c:pt>
                <c:pt idx="66">
                  <c:v>41008</c:v>
                </c:pt>
                <c:pt idx="67">
                  <c:v>41009</c:v>
                </c:pt>
                <c:pt idx="68">
                  <c:v>41010</c:v>
                </c:pt>
                <c:pt idx="69">
                  <c:v>41011</c:v>
                </c:pt>
                <c:pt idx="70">
                  <c:v>41012</c:v>
                </c:pt>
                <c:pt idx="71">
                  <c:v>41015</c:v>
                </c:pt>
                <c:pt idx="72">
                  <c:v>41016</c:v>
                </c:pt>
                <c:pt idx="73">
                  <c:v>41017</c:v>
                </c:pt>
                <c:pt idx="74">
                  <c:v>41018</c:v>
                </c:pt>
                <c:pt idx="75">
                  <c:v>41019</c:v>
                </c:pt>
                <c:pt idx="76">
                  <c:v>41022</c:v>
                </c:pt>
                <c:pt idx="77">
                  <c:v>41023</c:v>
                </c:pt>
                <c:pt idx="78">
                  <c:v>41024</c:v>
                </c:pt>
                <c:pt idx="79">
                  <c:v>41025</c:v>
                </c:pt>
                <c:pt idx="80">
                  <c:v>41026</c:v>
                </c:pt>
                <c:pt idx="81">
                  <c:v>41029</c:v>
                </c:pt>
                <c:pt idx="82">
                  <c:v>41030</c:v>
                </c:pt>
                <c:pt idx="83">
                  <c:v>41031</c:v>
                </c:pt>
                <c:pt idx="84">
                  <c:v>41032</c:v>
                </c:pt>
                <c:pt idx="85">
                  <c:v>41033</c:v>
                </c:pt>
                <c:pt idx="86">
                  <c:v>41036</c:v>
                </c:pt>
                <c:pt idx="87">
                  <c:v>41037</c:v>
                </c:pt>
                <c:pt idx="88">
                  <c:v>41038</c:v>
                </c:pt>
                <c:pt idx="89">
                  <c:v>41039</c:v>
                </c:pt>
                <c:pt idx="90">
                  <c:v>41040</c:v>
                </c:pt>
                <c:pt idx="91">
                  <c:v>41043</c:v>
                </c:pt>
                <c:pt idx="92">
                  <c:v>41044</c:v>
                </c:pt>
                <c:pt idx="93">
                  <c:v>41045</c:v>
                </c:pt>
                <c:pt idx="94">
                  <c:v>41046</c:v>
                </c:pt>
                <c:pt idx="95">
                  <c:v>41047</c:v>
                </c:pt>
                <c:pt idx="96">
                  <c:v>41050</c:v>
                </c:pt>
                <c:pt idx="97">
                  <c:v>41051</c:v>
                </c:pt>
                <c:pt idx="98">
                  <c:v>41052</c:v>
                </c:pt>
                <c:pt idx="99">
                  <c:v>41053</c:v>
                </c:pt>
                <c:pt idx="100">
                  <c:v>41054</c:v>
                </c:pt>
                <c:pt idx="101">
                  <c:v>41058</c:v>
                </c:pt>
                <c:pt idx="102">
                  <c:v>41059</c:v>
                </c:pt>
                <c:pt idx="103">
                  <c:v>41060</c:v>
                </c:pt>
                <c:pt idx="104">
                  <c:v>41061</c:v>
                </c:pt>
                <c:pt idx="105">
                  <c:v>41064</c:v>
                </c:pt>
                <c:pt idx="106">
                  <c:v>41065</c:v>
                </c:pt>
                <c:pt idx="107">
                  <c:v>41066</c:v>
                </c:pt>
                <c:pt idx="108">
                  <c:v>41067</c:v>
                </c:pt>
                <c:pt idx="109">
                  <c:v>41068</c:v>
                </c:pt>
                <c:pt idx="110">
                  <c:v>41071</c:v>
                </c:pt>
                <c:pt idx="111">
                  <c:v>41072</c:v>
                </c:pt>
                <c:pt idx="112">
                  <c:v>41073</c:v>
                </c:pt>
                <c:pt idx="113">
                  <c:v>41074</c:v>
                </c:pt>
                <c:pt idx="114">
                  <c:v>41075</c:v>
                </c:pt>
                <c:pt idx="115">
                  <c:v>41078</c:v>
                </c:pt>
                <c:pt idx="116">
                  <c:v>41079</c:v>
                </c:pt>
                <c:pt idx="117">
                  <c:v>41080</c:v>
                </c:pt>
                <c:pt idx="118">
                  <c:v>41081</c:v>
                </c:pt>
                <c:pt idx="119">
                  <c:v>41082</c:v>
                </c:pt>
                <c:pt idx="120">
                  <c:v>41085</c:v>
                </c:pt>
                <c:pt idx="121">
                  <c:v>41086</c:v>
                </c:pt>
                <c:pt idx="122">
                  <c:v>41087</c:v>
                </c:pt>
                <c:pt idx="123">
                  <c:v>41088</c:v>
                </c:pt>
                <c:pt idx="124">
                  <c:v>41089</c:v>
                </c:pt>
                <c:pt idx="125">
                  <c:v>41092</c:v>
                </c:pt>
                <c:pt idx="126">
                  <c:v>41093</c:v>
                </c:pt>
                <c:pt idx="127">
                  <c:v>41095</c:v>
                </c:pt>
                <c:pt idx="128">
                  <c:v>41096</c:v>
                </c:pt>
                <c:pt idx="129">
                  <c:v>41099</c:v>
                </c:pt>
                <c:pt idx="130">
                  <c:v>41100</c:v>
                </c:pt>
                <c:pt idx="131">
                  <c:v>41101</c:v>
                </c:pt>
                <c:pt idx="132">
                  <c:v>41102</c:v>
                </c:pt>
                <c:pt idx="133">
                  <c:v>41103</c:v>
                </c:pt>
                <c:pt idx="134">
                  <c:v>41106</c:v>
                </c:pt>
                <c:pt idx="135">
                  <c:v>41107</c:v>
                </c:pt>
                <c:pt idx="136">
                  <c:v>41108</c:v>
                </c:pt>
                <c:pt idx="137">
                  <c:v>41109</c:v>
                </c:pt>
                <c:pt idx="138">
                  <c:v>41110</c:v>
                </c:pt>
                <c:pt idx="139">
                  <c:v>41113</c:v>
                </c:pt>
                <c:pt idx="140">
                  <c:v>41114</c:v>
                </c:pt>
                <c:pt idx="141">
                  <c:v>41115</c:v>
                </c:pt>
                <c:pt idx="142">
                  <c:v>41116</c:v>
                </c:pt>
                <c:pt idx="143">
                  <c:v>41117</c:v>
                </c:pt>
                <c:pt idx="144">
                  <c:v>41120</c:v>
                </c:pt>
                <c:pt idx="145">
                  <c:v>41121</c:v>
                </c:pt>
                <c:pt idx="146">
                  <c:v>41122</c:v>
                </c:pt>
                <c:pt idx="147">
                  <c:v>41123</c:v>
                </c:pt>
                <c:pt idx="148">
                  <c:v>41124</c:v>
                </c:pt>
                <c:pt idx="149">
                  <c:v>41127</c:v>
                </c:pt>
                <c:pt idx="150">
                  <c:v>41128</c:v>
                </c:pt>
                <c:pt idx="151">
                  <c:v>41129</c:v>
                </c:pt>
                <c:pt idx="152">
                  <c:v>41130</c:v>
                </c:pt>
                <c:pt idx="153">
                  <c:v>41131</c:v>
                </c:pt>
                <c:pt idx="154">
                  <c:v>41134</c:v>
                </c:pt>
                <c:pt idx="155">
                  <c:v>41135</c:v>
                </c:pt>
                <c:pt idx="156">
                  <c:v>41136</c:v>
                </c:pt>
                <c:pt idx="157">
                  <c:v>41137</c:v>
                </c:pt>
                <c:pt idx="158">
                  <c:v>41138</c:v>
                </c:pt>
                <c:pt idx="159">
                  <c:v>41141</c:v>
                </c:pt>
                <c:pt idx="160">
                  <c:v>41142</c:v>
                </c:pt>
                <c:pt idx="161">
                  <c:v>41143</c:v>
                </c:pt>
                <c:pt idx="162">
                  <c:v>41144</c:v>
                </c:pt>
                <c:pt idx="163">
                  <c:v>41145</c:v>
                </c:pt>
                <c:pt idx="164">
                  <c:v>41148</c:v>
                </c:pt>
                <c:pt idx="165">
                  <c:v>41149</c:v>
                </c:pt>
                <c:pt idx="166">
                  <c:v>41150</c:v>
                </c:pt>
                <c:pt idx="167">
                  <c:v>41152</c:v>
                </c:pt>
                <c:pt idx="168">
                  <c:v>41156</c:v>
                </c:pt>
                <c:pt idx="169">
                  <c:v>41157</c:v>
                </c:pt>
                <c:pt idx="170">
                  <c:v>41158</c:v>
                </c:pt>
                <c:pt idx="171">
                  <c:v>41159</c:v>
                </c:pt>
                <c:pt idx="172">
                  <c:v>41162</c:v>
                </c:pt>
                <c:pt idx="173">
                  <c:v>41163</c:v>
                </c:pt>
                <c:pt idx="174">
                  <c:v>41164</c:v>
                </c:pt>
                <c:pt idx="175">
                  <c:v>41165</c:v>
                </c:pt>
                <c:pt idx="176">
                  <c:v>41166</c:v>
                </c:pt>
                <c:pt idx="177">
                  <c:v>41169</c:v>
                </c:pt>
                <c:pt idx="178">
                  <c:v>41170</c:v>
                </c:pt>
                <c:pt idx="179">
                  <c:v>41171</c:v>
                </c:pt>
                <c:pt idx="180">
                  <c:v>41172</c:v>
                </c:pt>
                <c:pt idx="181">
                  <c:v>41173</c:v>
                </c:pt>
                <c:pt idx="182">
                  <c:v>41176</c:v>
                </c:pt>
                <c:pt idx="183">
                  <c:v>41177</c:v>
                </c:pt>
                <c:pt idx="184">
                  <c:v>41178</c:v>
                </c:pt>
                <c:pt idx="185">
                  <c:v>41179</c:v>
                </c:pt>
                <c:pt idx="186">
                  <c:v>41180</c:v>
                </c:pt>
                <c:pt idx="187">
                  <c:v>41183</c:v>
                </c:pt>
                <c:pt idx="188">
                  <c:v>41184</c:v>
                </c:pt>
                <c:pt idx="189">
                  <c:v>41185</c:v>
                </c:pt>
                <c:pt idx="190">
                  <c:v>41186</c:v>
                </c:pt>
                <c:pt idx="191">
                  <c:v>41187</c:v>
                </c:pt>
                <c:pt idx="192">
                  <c:v>41191</c:v>
                </c:pt>
                <c:pt idx="193">
                  <c:v>41192</c:v>
                </c:pt>
                <c:pt idx="194">
                  <c:v>41193</c:v>
                </c:pt>
                <c:pt idx="195">
                  <c:v>41194</c:v>
                </c:pt>
                <c:pt idx="196">
                  <c:v>41197</c:v>
                </c:pt>
                <c:pt idx="197">
                  <c:v>41198</c:v>
                </c:pt>
                <c:pt idx="198">
                  <c:v>41199</c:v>
                </c:pt>
                <c:pt idx="199">
                  <c:v>41200</c:v>
                </c:pt>
                <c:pt idx="200">
                  <c:v>41201</c:v>
                </c:pt>
                <c:pt idx="201">
                  <c:v>41204</c:v>
                </c:pt>
                <c:pt idx="202">
                  <c:v>41205</c:v>
                </c:pt>
                <c:pt idx="203">
                  <c:v>41206</c:v>
                </c:pt>
                <c:pt idx="204">
                  <c:v>41207</c:v>
                </c:pt>
                <c:pt idx="205">
                  <c:v>41208</c:v>
                </c:pt>
                <c:pt idx="206">
                  <c:v>41211</c:v>
                </c:pt>
                <c:pt idx="207">
                  <c:v>41213</c:v>
                </c:pt>
                <c:pt idx="208">
                  <c:v>41214</c:v>
                </c:pt>
                <c:pt idx="209">
                  <c:v>41215</c:v>
                </c:pt>
                <c:pt idx="210">
                  <c:v>41218</c:v>
                </c:pt>
                <c:pt idx="211">
                  <c:v>41219</c:v>
                </c:pt>
                <c:pt idx="212">
                  <c:v>41220</c:v>
                </c:pt>
                <c:pt idx="213">
                  <c:v>41221</c:v>
                </c:pt>
                <c:pt idx="214">
                  <c:v>41222</c:v>
                </c:pt>
                <c:pt idx="215">
                  <c:v>41226</c:v>
                </c:pt>
                <c:pt idx="216">
                  <c:v>41227</c:v>
                </c:pt>
                <c:pt idx="217">
                  <c:v>41228</c:v>
                </c:pt>
                <c:pt idx="218">
                  <c:v>41229</c:v>
                </c:pt>
                <c:pt idx="219">
                  <c:v>41232</c:v>
                </c:pt>
                <c:pt idx="220">
                  <c:v>41233</c:v>
                </c:pt>
                <c:pt idx="221">
                  <c:v>41234</c:v>
                </c:pt>
                <c:pt idx="222">
                  <c:v>41236</c:v>
                </c:pt>
                <c:pt idx="223">
                  <c:v>41239</c:v>
                </c:pt>
                <c:pt idx="224">
                  <c:v>41240</c:v>
                </c:pt>
                <c:pt idx="225">
                  <c:v>41241</c:v>
                </c:pt>
                <c:pt idx="226">
                  <c:v>41242</c:v>
                </c:pt>
                <c:pt idx="227">
                  <c:v>41243</c:v>
                </c:pt>
                <c:pt idx="228">
                  <c:v>41246</c:v>
                </c:pt>
                <c:pt idx="229">
                  <c:v>41247</c:v>
                </c:pt>
                <c:pt idx="230">
                  <c:v>41248</c:v>
                </c:pt>
                <c:pt idx="231">
                  <c:v>41249</c:v>
                </c:pt>
                <c:pt idx="232">
                  <c:v>41250</c:v>
                </c:pt>
                <c:pt idx="233">
                  <c:v>41253</c:v>
                </c:pt>
                <c:pt idx="234">
                  <c:v>41254</c:v>
                </c:pt>
                <c:pt idx="235">
                  <c:v>41255</c:v>
                </c:pt>
                <c:pt idx="236">
                  <c:v>41256</c:v>
                </c:pt>
                <c:pt idx="237">
                  <c:v>41257</c:v>
                </c:pt>
                <c:pt idx="238">
                  <c:v>41260</c:v>
                </c:pt>
                <c:pt idx="239">
                  <c:v>41261</c:v>
                </c:pt>
                <c:pt idx="240">
                  <c:v>41262</c:v>
                </c:pt>
                <c:pt idx="241">
                  <c:v>41263</c:v>
                </c:pt>
                <c:pt idx="242">
                  <c:v>41264</c:v>
                </c:pt>
                <c:pt idx="243">
                  <c:v>41267</c:v>
                </c:pt>
                <c:pt idx="244">
                  <c:v>41269</c:v>
                </c:pt>
                <c:pt idx="245">
                  <c:v>41270</c:v>
                </c:pt>
                <c:pt idx="246">
                  <c:v>41271</c:v>
                </c:pt>
                <c:pt idx="247">
                  <c:v>41274</c:v>
                </c:pt>
              </c:numCache>
            </c:numRef>
          </c:cat>
          <c:val>
            <c:numRef>
              <c:f>Sheet2!$F$16:$F$263</c:f>
              <c:numCache>
                <c:formatCode>0.0</c:formatCode>
                <c:ptCount val="248"/>
                <c:pt idx="0">
                  <c:v>43.478422006247001</c:v>
                </c:pt>
                <c:pt idx="1">
                  <c:v>43.385415438076002</c:v>
                </c:pt>
                <c:pt idx="2">
                  <c:v>45.365970409368998</c:v>
                </c:pt>
                <c:pt idx="3">
                  <c:v>46.355737226339997</c:v>
                </c:pt>
                <c:pt idx="4">
                  <c:v>45.208264074950002</c:v>
                </c:pt>
                <c:pt idx="5">
                  <c:v>47.232862807604</c:v>
                </c:pt>
                <c:pt idx="6">
                  <c:v>48.030640814971001</c:v>
                </c:pt>
                <c:pt idx="7">
                  <c:v>48.640190759157001</c:v>
                </c:pt>
                <c:pt idx="8">
                  <c:v>46.905084551187002</c:v>
                </c:pt>
                <c:pt idx="9">
                  <c:v>46.242375549555</c:v>
                </c:pt>
                <c:pt idx="10">
                  <c:v>44.168781652759002</c:v>
                </c:pt>
                <c:pt idx="11">
                  <c:v>43.19480303057</c:v>
                </c:pt>
                <c:pt idx="12">
                  <c:v>42.931809409114003</c:v>
                </c:pt>
                <c:pt idx="13">
                  <c:v>32.373887559693998</c:v>
                </c:pt>
                <c:pt idx="14">
                  <c:v>33.841565962608001</c:v>
                </c:pt>
                <c:pt idx="15">
                  <c:v>36.028121149763003</c:v>
                </c:pt>
                <c:pt idx="16">
                  <c:v>37.670110175910999</c:v>
                </c:pt>
                <c:pt idx="17">
                  <c:v>34.611293930005999</c:v>
                </c:pt>
                <c:pt idx="18">
                  <c:v>36.039038057047001</c:v>
                </c:pt>
                <c:pt idx="19">
                  <c:v>26.565141867057001</c:v>
                </c:pt>
                <c:pt idx="20">
                  <c:v>32.467086385824999</c:v>
                </c:pt>
                <c:pt idx="21">
                  <c:v>32.634268808178</c:v>
                </c:pt>
                <c:pt idx="22">
                  <c:v>33.510059875624997</c:v>
                </c:pt>
                <c:pt idx="23">
                  <c:v>31.976508557686</c:v>
                </c:pt>
                <c:pt idx="24">
                  <c:v>33.368810038618001</c:v>
                </c:pt>
                <c:pt idx="25">
                  <c:v>30.312172384810999</c:v>
                </c:pt>
                <c:pt idx="26">
                  <c:v>31.613228876665001</c:v>
                </c:pt>
                <c:pt idx="27">
                  <c:v>30.667891133228</c:v>
                </c:pt>
                <c:pt idx="28">
                  <c:v>32.741942110179998</c:v>
                </c:pt>
                <c:pt idx="29">
                  <c:v>33.434961838707999</c:v>
                </c:pt>
                <c:pt idx="30">
                  <c:v>30.366624128302</c:v>
                </c:pt>
                <c:pt idx="31">
                  <c:v>29.332311179586998</c:v>
                </c:pt>
                <c:pt idx="32">
                  <c:v>26.919439476278999</c:v>
                </c:pt>
                <c:pt idx="33">
                  <c:v>28.555398505285002</c:v>
                </c:pt>
                <c:pt idx="34">
                  <c:v>29.545857962431</c:v>
                </c:pt>
                <c:pt idx="35">
                  <c:v>29.280203305173998</c:v>
                </c:pt>
                <c:pt idx="36">
                  <c:v>30.057658848668002</c:v>
                </c:pt>
                <c:pt idx="37">
                  <c:v>29.853208353540001</c:v>
                </c:pt>
                <c:pt idx="38">
                  <c:v>27.914141490794002</c:v>
                </c:pt>
                <c:pt idx="39">
                  <c:v>27.617186697832</c:v>
                </c:pt>
                <c:pt idx="40">
                  <c:v>28.458355535123999</c:v>
                </c:pt>
                <c:pt idx="41">
                  <c:v>28.986998699733</c:v>
                </c:pt>
                <c:pt idx="42">
                  <c:v>28.954115904967001</c:v>
                </c:pt>
                <c:pt idx="43">
                  <c:v>28.128699424314998</c:v>
                </c:pt>
                <c:pt idx="44">
                  <c:v>27.202892364912</c:v>
                </c:pt>
                <c:pt idx="45">
                  <c:v>27.306915979479001</c:v>
                </c:pt>
                <c:pt idx="46">
                  <c:v>28.578630584652</c:v>
                </c:pt>
                <c:pt idx="47">
                  <c:v>27.063589707041999</c:v>
                </c:pt>
                <c:pt idx="48">
                  <c:v>24.987596703647</c:v>
                </c:pt>
                <c:pt idx="49">
                  <c:v>24.875700795115002</c:v>
                </c:pt>
                <c:pt idx="50">
                  <c:v>25.081255995002</c:v>
                </c:pt>
                <c:pt idx="51">
                  <c:v>23.757236515527001</c:v>
                </c:pt>
                <c:pt idx="52">
                  <c:v>24.083178549029999</c:v>
                </c:pt>
                <c:pt idx="53">
                  <c:v>25.222421269901002</c:v>
                </c:pt>
                <c:pt idx="54">
                  <c:v>26.122304432947001</c:v>
                </c:pt>
                <c:pt idx="55">
                  <c:v>26.570718600595999</c:v>
                </c:pt>
                <c:pt idx="56">
                  <c:v>26.765628695570999</c:v>
                </c:pt>
                <c:pt idx="57">
                  <c:v>27.801471304174999</c:v>
                </c:pt>
                <c:pt idx="58">
                  <c:v>27.516949715717999</c:v>
                </c:pt>
                <c:pt idx="59">
                  <c:v>28.102717790467</c:v>
                </c:pt>
                <c:pt idx="60">
                  <c:v>27.218430314422999</c:v>
                </c:pt>
                <c:pt idx="61">
                  <c:v>25.504250012574001</c:v>
                </c:pt>
                <c:pt idx="62">
                  <c:v>21.805171687811999</c:v>
                </c:pt>
                <c:pt idx="63">
                  <c:v>22.504695803215998</c:v>
                </c:pt>
                <c:pt idx="64">
                  <c:v>25.730564254008002</c:v>
                </c:pt>
                <c:pt idx="65">
                  <c:v>27.429928386648999</c:v>
                </c:pt>
                <c:pt idx="66">
                  <c:v>28.046522382576001</c:v>
                </c:pt>
                <c:pt idx="67">
                  <c:v>28.764419715843001</c:v>
                </c:pt>
                <c:pt idx="68">
                  <c:v>28.798284157964002</c:v>
                </c:pt>
                <c:pt idx="69">
                  <c:v>28.743529161156001</c:v>
                </c:pt>
                <c:pt idx="70">
                  <c:v>30.450453574354999</c:v>
                </c:pt>
                <c:pt idx="71">
                  <c:v>30.881527296310999</c:v>
                </c:pt>
                <c:pt idx="72">
                  <c:v>32.592033823083</c:v>
                </c:pt>
                <c:pt idx="73">
                  <c:v>33.438271740262998</c:v>
                </c:pt>
                <c:pt idx="74">
                  <c:v>34.421804544098997</c:v>
                </c:pt>
                <c:pt idx="75">
                  <c:v>34.260339983800002</c:v>
                </c:pt>
                <c:pt idx="76">
                  <c:v>35.219178415664999</c:v>
                </c:pt>
                <c:pt idx="77">
                  <c:v>32.782443862923003</c:v>
                </c:pt>
                <c:pt idx="78">
                  <c:v>33.042829645547997</c:v>
                </c:pt>
                <c:pt idx="79">
                  <c:v>34.658731793956001</c:v>
                </c:pt>
                <c:pt idx="80">
                  <c:v>33.099202006026999</c:v>
                </c:pt>
                <c:pt idx="81">
                  <c:v>33.916413673756999</c:v>
                </c:pt>
                <c:pt idx="82">
                  <c:v>30.270054452663999</c:v>
                </c:pt>
                <c:pt idx="83">
                  <c:v>30.699856181520001</c:v>
                </c:pt>
                <c:pt idx="84">
                  <c:v>30.626491195528999</c:v>
                </c:pt>
                <c:pt idx="85">
                  <c:v>31.17239528104</c:v>
                </c:pt>
                <c:pt idx="86">
                  <c:v>30.269664140642998</c:v>
                </c:pt>
                <c:pt idx="87">
                  <c:v>30.516666792934</c:v>
                </c:pt>
                <c:pt idx="88">
                  <c:v>31.484619342167001</c:v>
                </c:pt>
                <c:pt idx="89">
                  <c:v>32.988752418209003</c:v>
                </c:pt>
                <c:pt idx="90">
                  <c:v>33.928169759825003</c:v>
                </c:pt>
                <c:pt idx="91">
                  <c:v>34.834142326209999</c:v>
                </c:pt>
                <c:pt idx="92">
                  <c:v>34.972185058409003</c:v>
                </c:pt>
                <c:pt idx="93">
                  <c:v>35.091998536795998</c:v>
                </c:pt>
                <c:pt idx="94">
                  <c:v>36.385711249849003</c:v>
                </c:pt>
                <c:pt idx="95">
                  <c:v>37.004917386043999</c:v>
                </c:pt>
                <c:pt idx="96">
                  <c:v>35.338660643033002</c:v>
                </c:pt>
                <c:pt idx="97">
                  <c:v>33.830151048293999</c:v>
                </c:pt>
                <c:pt idx="98">
                  <c:v>34.899319652763999</c:v>
                </c:pt>
                <c:pt idx="99">
                  <c:v>33.222160154371998</c:v>
                </c:pt>
                <c:pt idx="100">
                  <c:v>33.071336771916997</c:v>
                </c:pt>
                <c:pt idx="101">
                  <c:v>32.231480741410998</c:v>
                </c:pt>
                <c:pt idx="102">
                  <c:v>35.748361783777</c:v>
                </c:pt>
                <c:pt idx="103">
                  <c:v>37.206425401621999</c:v>
                </c:pt>
                <c:pt idx="104">
                  <c:v>38.454303737516</c:v>
                </c:pt>
                <c:pt idx="105">
                  <c:v>32.302530411744002</c:v>
                </c:pt>
                <c:pt idx="106">
                  <c:v>31.790610828456</c:v>
                </c:pt>
                <c:pt idx="107">
                  <c:v>30.915794570193</c:v>
                </c:pt>
                <c:pt idx="108">
                  <c:v>31.068544589742999</c:v>
                </c:pt>
                <c:pt idx="109">
                  <c:v>29.143114524411001</c:v>
                </c:pt>
                <c:pt idx="110">
                  <c:v>30.073115677033002</c:v>
                </c:pt>
                <c:pt idx="111">
                  <c:v>29.427786718253</c:v>
                </c:pt>
                <c:pt idx="112">
                  <c:v>33.086136125666002</c:v>
                </c:pt>
                <c:pt idx="113">
                  <c:v>34.699265004897001</c:v>
                </c:pt>
                <c:pt idx="114">
                  <c:v>34.806703118767999</c:v>
                </c:pt>
                <c:pt idx="115">
                  <c:v>37.495723894255001</c:v>
                </c:pt>
                <c:pt idx="116">
                  <c:v>32.828531638648997</c:v>
                </c:pt>
                <c:pt idx="117">
                  <c:v>31.994395568085</c:v>
                </c:pt>
                <c:pt idx="118">
                  <c:v>32.473217401568</c:v>
                </c:pt>
                <c:pt idx="119">
                  <c:v>31.608428129315001</c:v>
                </c:pt>
                <c:pt idx="120">
                  <c:v>38.306387907198001</c:v>
                </c:pt>
                <c:pt idx="121">
                  <c:v>31.386801161076999</c:v>
                </c:pt>
                <c:pt idx="122">
                  <c:v>32.031199959931001</c:v>
                </c:pt>
                <c:pt idx="123">
                  <c:v>32.761855381661</c:v>
                </c:pt>
                <c:pt idx="124">
                  <c:v>32.090677225698002</c:v>
                </c:pt>
                <c:pt idx="125">
                  <c:v>30.957803076358001</c:v>
                </c:pt>
                <c:pt idx="126">
                  <c:v>30.307978279522999</c:v>
                </c:pt>
                <c:pt idx="127">
                  <c:v>30.819260809660999</c:v>
                </c:pt>
                <c:pt idx="128">
                  <c:v>30.810433520773</c:v>
                </c:pt>
                <c:pt idx="129">
                  <c:v>31.782106688087001</c:v>
                </c:pt>
                <c:pt idx="130">
                  <c:v>32.505030460896002</c:v>
                </c:pt>
                <c:pt idx="131">
                  <c:v>33.144070977746999</c:v>
                </c:pt>
                <c:pt idx="132">
                  <c:v>32.435263478621003</c:v>
                </c:pt>
                <c:pt idx="133">
                  <c:v>27.539740579233001</c:v>
                </c:pt>
                <c:pt idx="134">
                  <c:v>27.589799864753001</c:v>
                </c:pt>
                <c:pt idx="135">
                  <c:v>27.177224162106</c:v>
                </c:pt>
                <c:pt idx="136">
                  <c:v>26.860565984866</c:v>
                </c:pt>
                <c:pt idx="137">
                  <c:v>27.670283406894999</c:v>
                </c:pt>
                <c:pt idx="138">
                  <c:v>26.211853860063002</c:v>
                </c:pt>
                <c:pt idx="139">
                  <c:v>26.560918541966</c:v>
                </c:pt>
                <c:pt idx="140">
                  <c:v>26.781149534954</c:v>
                </c:pt>
                <c:pt idx="141">
                  <c:v>26.746487422428999</c:v>
                </c:pt>
                <c:pt idx="142">
                  <c:v>26.547006561951001</c:v>
                </c:pt>
                <c:pt idx="143">
                  <c:v>29.643635793360001</c:v>
                </c:pt>
                <c:pt idx="144">
                  <c:v>30.340325011981999</c:v>
                </c:pt>
                <c:pt idx="145">
                  <c:v>28.599461832856999</c:v>
                </c:pt>
                <c:pt idx="146">
                  <c:v>21.786539428262</c:v>
                </c:pt>
                <c:pt idx="147">
                  <c:v>22.327263323223999</c:v>
                </c:pt>
                <c:pt idx="148">
                  <c:v>22.195880639455002</c:v>
                </c:pt>
                <c:pt idx="149">
                  <c:v>21.864029638101002</c:v>
                </c:pt>
                <c:pt idx="150">
                  <c:v>23.035507992671</c:v>
                </c:pt>
                <c:pt idx="151">
                  <c:v>18.376811882793</c:v>
                </c:pt>
                <c:pt idx="152">
                  <c:v>20.639410145962</c:v>
                </c:pt>
                <c:pt idx="153">
                  <c:v>22.991538161729999</c:v>
                </c:pt>
                <c:pt idx="154">
                  <c:v>27.411657546371998</c:v>
                </c:pt>
                <c:pt idx="155">
                  <c:v>26.886215368904001</c:v>
                </c:pt>
                <c:pt idx="156">
                  <c:v>25.827393177400001</c:v>
                </c:pt>
                <c:pt idx="157">
                  <c:v>25.470337819028</c:v>
                </c:pt>
                <c:pt idx="158">
                  <c:v>25.635349923244998</c:v>
                </c:pt>
                <c:pt idx="159">
                  <c:v>25.795984124440999</c:v>
                </c:pt>
                <c:pt idx="160">
                  <c:v>26.612533941894</c:v>
                </c:pt>
                <c:pt idx="161">
                  <c:v>28.037700561308998</c:v>
                </c:pt>
                <c:pt idx="162">
                  <c:v>29.904701249575002</c:v>
                </c:pt>
                <c:pt idx="163">
                  <c:v>29.641496794003999</c:v>
                </c:pt>
                <c:pt idx="164">
                  <c:v>30.331547315291999</c:v>
                </c:pt>
                <c:pt idx="165">
                  <c:v>30.862736327497</c:v>
                </c:pt>
                <c:pt idx="166">
                  <c:v>29.964521258354999</c:v>
                </c:pt>
                <c:pt idx="167">
                  <c:v>30.977112638026998</c:v>
                </c:pt>
                <c:pt idx="168">
                  <c:v>29.919857075751001</c:v>
                </c:pt>
                <c:pt idx="169">
                  <c:v>29.724111270887001</c:v>
                </c:pt>
                <c:pt idx="170">
                  <c:v>28.810138368103999</c:v>
                </c:pt>
                <c:pt idx="171">
                  <c:v>28.730394566135999</c:v>
                </c:pt>
                <c:pt idx="172">
                  <c:v>29.290166276362001</c:v>
                </c:pt>
                <c:pt idx="173">
                  <c:v>29.06030988777</c:v>
                </c:pt>
                <c:pt idx="174">
                  <c:v>27.826058262787999</c:v>
                </c:pt>
                <c:pt idx="175">
                  <c:v>29.536538789335001</c:v>
                </c:pt>
                <c:pt idx="176">
                  <c:v>28.814491679555001</c:v>
                </c:pt>
                <c:pt idx="177">
                  <c:v>27.98178840524</c:v>
                </c:pt>
                <c:pt idx="178">
                  <c:v>27.165527997944</c:v>
                </c:pt>
                <c:pt idx="179">
                  <c:v>26.465476160836999</c:v>
                </c:pt>
                <c:pt idx="180">
                  <c:v>25.303515306215001</c:v>
                </c:pt>
                <c:pt idx="181">
                  <c:v>25.612081796386999</c:v>
                </c:pt>
                <c:pt idx="182">
                  <c:v>25.437263264954002</c:v>
                </c:pt>
                <c:pt idx="183">
                  <c:v>22.952577912719001</c:v>
                </c:pt>
                <c:pt idx="184">
                  <c:v>22.432291800158001</c:v>
                </c:pt>
                <c:pt idx="185">
                  <c:v>21.354150347181999</c:v>
                </c:pt>
                <c:pt idx="186">
                  <c:v>22.107621122552001</c:v>
                </c:pt>
                <c:pt idx="187">
                  <c:v>21.490986946827999</c:v>
                </c:pt>
                <c:pt idx="188">
                  <c:v>21.859736803520999</c:v>
                </c:pt>
                <c:pt idx="189">
                  <c:v>21.483175857711</c:v>
                </c:pt>
                <c:pt idx="190">
                  <c:v>20.416515965813002</c:v>
                </c:pt>
                <c:pt idx="191">
                  <c:v>20.006850410338998</c:v>
                </c:pt>
                <c:pt idx="192">
                  <c:v>20.503454063635999</c:v>
                </c:pt>
                <c:pt idx="193">
                  <c:v>20.762817759931</c:v>
                </c:pt>
                <c:pt idx="194">
                  <c:v>20.13097459386</c:v>
                </c:pt>
                <c:pt idx="195">
                  <c:v>20.532590706419999</c:v>
                </c:pt>
                <c:pt idx="196">
                  <c:v>20.250543418721001</c:v>
                </c:pt>
                <c:pt idx="197">
                  <c:v>20.687877041326999</c:v>
                </c:pt>
                <c:pt idx="198">
                  <c:v>19.145072950968999</c:v>
                </c:pt>
                <c:pt idx="199">
                  <c:v>18.917886245076001</c:v>
                </c:pt>
                <c:pt idx="200">
                  <c:v>19.687246639676001</c:v>
                </c:pt>
                <c:pt idx="201">
                  <c:v>19.213757352136</c:v>
                </c:pt>
                <c:pt idx="202">
                  <c:v>19.555972442687999</c:v>
                </c:pt>
                <c:pt idx="203">
                  <c:v>19.226558545149</c:v>
                </c:pt>
                <c:pt idx="204">
                  <c:v>18.685248891326001</c:v>
                </c:pt>
                <c:pt idx="205">
                  <c:v>19.235444459732999</c:v>
                </c:pt>
                <c:pt idx="206">
                  <c:v>19.668592165593999</c:v>
                </c:pt>
                <c:pt idx="207">
                  <c:v>19.814348977630999</c:v>
                </c:pt>
                <c:pt idx="208">
                  <c:v>19.166492920052999</c:v>
                </c:pt>
                <c:pt idx="209">
                  <c:v>19.508024260086</c:v>
                </c:pt>
                <c:pt idx="210">
                  <c:v>20.150435665446999</c:v>
                </c:pt>
                <c:pt idx="211">
                  <c:v>18.607731526879999</c:v>
                </c:pt>
                <c:pt idx="212">
                  <c:v>20.594221466678999</c:v>
                </c:pt>
                <c:pt idx="213">
                  <c:v>20.779832166597</c:v>
                </c:pt>
                <c:pt idx="214">
                  <c:v>20.882614252193001</c:v>
                </c:pt>
                <c:pt idx="215">
                  <c:v>21.437341506625</c:v>
                </c:pt>
                <c:pt idx="216">
                  <c:v>20.735189480978999</c:v>
                </c:pt>
                <c:pt idx="217">
                  <c:v>20.301935859008999</c:v>
                </c:pt>
                <c:pt idx="218">
                  <c:v>20.264683779710001</c:v>
                </c:pt>
                <c:pt idx="219">
                  <c:v>19.888321479243</c:v>
                </c:pt>
                <c:pt idx="220">
                  <c:v>17.358784913118001</c:v>
                </c:pt>
                <c:pt idx="221">
                  <c:v>17.003799395074999</c:v>
                </c:pt>
                <c:pt idx="222">
                  <c:v>17.009612764303</c:v>
                </c:pt>
                <c:pt idx="223">
                  <c:v>17.494612680347</c:v>
                </c:pt>
                <c:pt idx="224">
                  <c:v>17.864917842690001</c:v>
                </c:pt>
                <c:pt idx="225">
                  <c:v>17.976804561611999</c:v>
                </c:pt>
                <c:pt idx="226">
                  <c:v>17.761561631635001</c:v>
                </c:pt>
                <c:pt idx="227">
                  <c:v>17.876343244966002</c:v>
                </c:pt>
                <c:pt idx="228">
                  <c:v>17.959010802847999</c:v>
                </c:pt>
                <c:pt idx="229">
                  <c:v>19.481146547502</c:v>
                </c:pt>
                <c:pt idx="230">
                  <c:v>19.233463447234001</c:v>
                </c:pt>
                <c:pt idx="231">
                  <c:v>19.121339883602001</c:v>
                </c:pt>
                <c:pt idx="232">
                  <c:v>17.735307696029</c:v>
                </c:pt>
                <c:pt idx="233">
                  <c:v>18.591165237169001</c:v>
                </c:pt>
                <c:pt idx="234">
                  <c:v>18.770457952621001</c:v>
                </c:pt>
                <c:pt idx="235">
                  <c:v>18.66215272126</c:v>
                </c:pt>
                <c:pt idx="236">
                  <c:v>18.602623719688001</c:v>
                </c:pt>
                <c:pt idx="237">
                  <c:v>18.748281737580999</c:v>
                </c:pt>
                <c:pt idx="238">
                  <c:v>20.187942098834</c:v>
                </c:pt>
                <c:pt idx="239">
                  <c:v>19.572662795513999</c:v>
                </c:pt>
                <c:pt idx="240">
                  <c:v>19.986097567104</c:v>
                </c:pt>
                <c:pt idx="241">
                  <c:v>20.088156707793001</c:v>
                </c:pt>
                <c:pt idx="242">
                  <c:v>20.49949031165</c:v>
                </c:pt>
                <c:pt idx="243">
                  <c:v>20.247675988528002</c:v>
                </c:pt>
                <c:pt idx="244">
                  <c:v>20.200697406768001</c:v>
                </c:pt>
                <c:pt idx="245">
                  <c:v>20.514588948505001</c:v>
                </c:pt>
                <c:pt idx="246">
                  <c:v>20.524627028756001</c:v>
                </c:pt>
                <c:pt idx="247">
                  <c:v>20.658476910417999</c:v>
                </c:pt>
              </c:numCache>
            </c:numRef>
          </c:val>
          <c:smooth val="0"/>
        </c:ser>
        <c:dLbls>
          <c:showLegendKey val="0"/>
          <c:showVal val="0"/>
          <c:showCatName val="0"/>
          <c:showSerName val="0"/>
          <c:showPercent val="0"/>
          <c:showBubbleSize val="0"/>
        </c:dLbls>
        <c:marker val="1"/>
        <c:smooth val="0"/>
        <c:axId val="123355136"/>
        <c:axId val="123356672"/>
      </c:lineChart>
      <c:dateAx>
        <c:axId val="123355136"/>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3356672"/>
        <c:crosses val="autoZero"/>
        <c:auto val="1"/>
        <c:lblOffset val="100"/>
        <c:baseTimeUnit val="days"/>
        <c:majorUnit val="2"/>
        <c:majorTimeUnit val="months"/>
      </c:dateAx>
      <c:valAx>
        <c:axId val="123356672"/>
        <c:scaling>
          <c:orientation val="minMax"/>
        </c:scaling>
        <c:delete val="0"/>
        <c:axPos val="l"/>
        <c:numFmt formatCode="0" sourceLinked="0"/>
        <c:majorTickMark val="none"/>
        <c:minorTickMark val="none"/>
        <c:tickLblPos val="nextTo"/>
        <c:spPr>
          <a:noFill/>
          <a:ln>
            <a:solidFill>
              <a:schemeClr val="tx1"/>
            </a:solidFill>
          </a:ln>
          <a:effectLst/>
        </c:spPr>
        <c:txPr>
          <a:bodyPr rot="-60000000" vert="horz"/>
          <a:lstStyle/>
          <a:p>
            <a:pPr>
              <a:defRPr/>
            </a:pPr>
            <a:endParaRPr lang="en-US"/>
          </a:p>
        </c:txPr>
        <c:crossAx val="123355136"/>
        <c:crosses val="autoZero"/>
        <c:crossBetween val="between"/>
      </c:valAx>
      <c:spPr>
        <a:noFill/>
        <a:ln>
          <a:noFill/>
        </a:ln>
        <a:effectLst/>
      </c:spPr>
    </c:plotArea>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'Untitled Chart.1413931024033'!$K$1</c:f>
              <c:strCache>
                <c:ptCount val="1"/>
                <c:pt idx="0">
                  <c:v>OAS of FNMA IOS 4.0 2010</c:v>
                </c:pt>
              </c:strCache>
            </c:strRef>
          </c:tx>
          <c:spPr>
            <a:ln w="28575" cap="rnd">
              <a:solidFill>
                <a:srgbClr val="2E398A"/>
              </a:solidFill>
              <a:round/>
            </a:ln>
            <a:effectLst/>
          </c:spPr>
          <c:marker>
            <c:symbol val="none"/>
          </c:marker>
          <c:cat>
            <c:numRef>
              <c:f>'Untitled Chart.1413931024033'!$J$231:$J$480</c:f>
              <c:numCache>
                <c:formatCode>m/d/yyyy</c:formatCode>
                <c:ptCount val="250"/>
                <c:pt idx="0">
                  <c:v>40911</c:v>
                </c:pt>
                <c:pt idx="1">
                  <c:v>40912</c:v>
                </c:pt>
                <c:pt idx="2">
                  <c:v>40913</c:v>
                </c:pt>
                <c:pt idx="3">
                  <c:v>40914</c:v>
                </c:pt>
                <c:pt idx="4">
                  <c:v>40917</c:v>
                </c:pt>
                <c:pt idx="5">
                  <c:v>40918</c:v>
                </c:pt>
                <c:pt idx="6">
                  <c:v>40919</c:v>
                </c:pt>
                <c:pt idx="7">
                  <c:v>40920</c:v>
                </c:pt>
                <c:pt idx="8">
                  <c:v>40921</c:v>
                </c:pt>
                <c:pt idx="9">
                  <c:v>40925</c:v>
                </c:pt>
                <c:pt idx="10">
                  <c:v>40926</c:v>
                </c:pt>
                <c:pt idx="11">
                  <c:v>40927</c:v>
                </c:pt>
                <c:pt idx="12">
                  <c:v>40928</c:v>
                </c:pt>
                <c:pt idx="13">
                  <c:v>40931</c:v>
                </c:pt>
                <c:pt idx="14">
                  <c:v>40932</c:v>
                </c:pt>
                <c:pt idx="15">
                  <c:v>40933</c:v>
                </c:pt>
                <c:pt idx="16">
                  <c:v>40934</c:v>
                </c:pt>
                <c:pt idx="17">
                  <c:v>40935</c:v>
                </c:pt>
                <c:pt idx="18">
                  <c:v>40938</c:v>
                </c:pt>
                <c:pt idx="19">
                  <c:v>40939</c:v>
                </c:pt>
                <c:pt idx="20">
                  <c:v>40940</c:v>
                </c:pt>
                <c:pt idx="21">
                  <c:v>40941</c:v>
                </c:pt>
                <c:pt idx="22">
                  <c:v>40942</c:v>
                </c:pt>
                <c:pt idx="23">
                  <c:v>40945</c:v>
                </c:pt>
                <c:pt idx="24">
                  <c:v>40946</c:v>
                </c:pt>
                <c:pt idx="25">
                  <c:v>40947</c:v>
                </c:pt>
                <c:pt idx="26">
                  <c:v>40948</c:v>
                </c:pt>
                <c:pt idx="27">
                  <c:v>40949</c:v>
                </c:pt>
                <c:pt idx="28">
                  <c:v>40952</c:v>
                </c:pt>
                <c:pt idx="29">
                  <c:v>40953</c:v>
                </c:pt>
                <c:pt idx="30">
                  <c:v>40954</c:v>
                </c:pt>
                <c:pt idx="31">
                  <c:v>40955</c:v>
                </c:pt>
                <c:pt idx="32">
                  <c:v>40956</c:v>
                </c:pt>
                <c:pt idx="33">
                  <c:v>40960</c:v>
                </c:pt>
                <c:pt idx="34">
                  <c:v>40961</c:v>
                </c:pt>
                <c:pt idx="35">
                  <c:v>40962</c:v>
                </c:pt>
                <c:pt idx="36">
                  <c:v>40963</c:v>
                </c:pt>
                <c:pt idx="37">
                  <c:v>40966</c:v>
                </c:pt>
                <c:pt idx="38">
                  <c:v>40967</c:v>
                </c:pt>
                <c:pt idx="39">
                  <c:v>40968</c:v>
                </c:pt>
                <c:pt idx="40">
                  <c:v>40969</c:v>
                </c:pt>
                <c:pt idx="41">
                  <c:v>40970</c:v>
                </c:pt>
                <c:pt idx="42">
                  <c:v>40973</c:v>
                </c:pt>
                <c:pt idx="43">
                  <c:v>40974</c:v>
                </c:pt>
                <c:pt idx="44">
                  <c:v>40975</c:v>
                </c:pt>
                <c:pt idx="45">
                  <c:v>40976</c:v>
                </c:pt>
                <c:pt idx="46">
                  <c:v>40977</c:v>
                </c:pt>
                <c:pt idx="47">
                  <c:v>40980</c:v>
                </c:pt>
                <c:pt idx="48">
                  <c:v>40981</c:v>
                </c:pt>
                <c:pt idx="49">
                  <c:v>40982</c:v>
                </c:pt>
                <c:pt idx="50">
                  <c:v>40983</c:v>
                </c:pt>
                <c:pt idx="51">
                  <c:v>40984</c:v>
                </c:pt>
                <c:pt idx="52">
                  <c:v>40987</c:v>
                </c:pt>
                <c:pt idx="53">
                  <c:v>40988</c:v>
                </c:pt>
                <c:pt idx="54">
                  <c:v>40989</c:v>
                </c:pt>
                <c:pt idx="55">
                  <c:v>40990</c:v>
                </c:pt>
                <c:pt idx="56">
                  <c:v>40991</c:v>
                </c:pt>
                <c:pt idx="57">
                  <c:v>40994</c:v>
                </c:pt>
                <c:pt idx="58">
                  <c:v>40995</c:v>
                </c:pt>
                <c:pt idx="59">
                  <c:v>40996</c:v>
                </c:pt>
                <c:pt idx="60">
                  <c:v>40997</c:v>
                </c:pt>
                <c:pt idx="61">
                  <c:v>40998</c:v>
                </c:pt>
                <c:pt idx="62">
                  <c:v>41001</c:v>
                </c:pt>
                <c:pt idx="63">
                  <c:v>41002</c:v>
                </c:pt>
                <c:pt idx="64">
                  <c:v>41003</c:v>
                </c:pt>
                <c:pt idx="65">
                  <c:v>41004</c:v>
                </c:pt>
                <c:pt idx="66">
                  <c:v>41005</c:v>
                </c:pt>
                <c:pt idx="67">
                  <c:v>41008</c:v>
                </c:pt>
                <c:pt idx="68">
                  <c:v>41009</c:v>
                </c:pt>
                <c:pt idx="69">
                  <c:v>41010</c:v>
                </c:pt>
                <c:pt idx="70">
                  <c:v>41011</c:v>
                </c:pt>
                <c:pt idx="71">
                  <c:v>41012</c:v>
                </c:pt>
                <c:pt idx="72">
                  <c:v>41015</c:v>
                </c:pt>
                <c:pt idx="73">
                  <c:v>41016</c:v>
                </c:pt>
                <c:pt idx="74">
                  <c:v>41017</c:v>
                </c:pt>
                <c:pt idx="75">
                  <c:v>41018</c:v>
                </c:pt>
                <c:pt idx="76">
                  <c:v>41019</c:v>
                </c:pt>
                <c:pt idx="77">
                  <c:v>41022</c:v>
                </c:pt>
                <c:pt idx="78">
                  <c:v>41023</c:v>
                </c:pt>
                <c:pt idx="79">
                  <c:v>41024</c:v>
                </c:pt>
                <c:pt idx="80">
                  <c:v>41025</c:v>
                </c:pt>
                <c:pt idx="81">
                  <c:v>41026</c:v>
                </c:pt>
                <c:pt idx="82">
                  <c:v>41029</c:v>
                </c:pt>
                <c:pt idx="83">
                  <c:v>41030</c:v>
                </c:pt>
                <c:pt idx="84">
                  <c:v>41031</c:v>
                </c:pt>
                <c:pt idx="85">
                  <c:v>41032</c:v>
                </c:pt>
                <c:pt idx="86">
                  <c:v>41033</c:v>
                </c:pt>
                <c:pt idx="87">
                  <c:v>41036</c:v>
                </c:pt>
                <c:pt idx="88">
                  <c:v>41037</c:v>
                </c:pt>
                <c:pt idx="89">
                  <c:v>41038</c:v>
                </c:pt>
                <c:pt idx="90">
                  <c:v>41039</c:v>
                </c:pt>
                <c:pt idx="91">
                  <c:v>41040</c:v>
                </c:pt>
                <c:pt idx="92">
                  <c:v>41043</c:v>
                </c:pt>
                <c:pt idx="93">
                  <c:v>41044</c:v>
                </c:pt>
                <c:pt idx="94">
                  <c:v>41045</c:v>
                </c:pt>
                <c:pt idx="95">
                  <c:v>41046</c:v>
                </c:pt>
                <c:pt idx="96">
                  <c:v>41047</c:v>
                </c:pt>
                <c:pt idx="97">
                  <c:v>41050</c:v>
                </c:pt>
                <c:pt idx="98">
                  <c:v>41051</c:v>
                </c:pt>
                <c:pt idx="99">
                  <c:v>41052</c:v>
                </c:pt>
                <c:pt idx="100">
                  <c:v>41053</c:v>
                </c:pt>
                <c:pt idx="101">
                  <c:v>41054</c:v>
                </c:pt>
                <c:pt idx="102">
                  <c:v>41058</c:v>
                </c:pt>
                <c:pt idx="103">
                  <c:v>41059</c:v>
                </c:pt>
                <c:pt idx="104">
                  <c:v>41060</c:v>
                </c:pt>
                <c:pt idx="105">
                  <c:v>41061</c:v>
                </c:pt>
                <c:pt idx="106">
                  <c:v>41064</c:v>
                </c:pt>
                <c:pt idx="107">
                  <c:v>41065</c:v>
                </c:pt>
                <c:pt idx="108">
                  <c:v>41066</c:v>
                </c:pt>
                <c:pt idx="109">
                  <c:v>41067</c:v>
                </c:pt>
                <c:pt idx="110">
                  <c:v>41068</c:v>
                </c:pt>
                <c:pt idx="111">
                  <c:v>41071</c:v>
                </c:pt>
                <c:pt idx="112">
                  <c:v>41072</c:v>
                </c:pt>
                <c:pt idx="113">
                  <c:v>41073</c:v>
                </c:pt>
                <c:pt idx="114">
                  <c:v>41074</c:v>
                </c:pt>
                <c:pt idx="115">
                  <c:v>41075</c:v>
                </c:pt>
                <c:pt idx="116">
                  <c:v>41078</c:v>
                </c:pt>
                <c:pt idx="117">
                  <c:v>41079</c:v>
                </c:pt>
                <c:pt idx="118">
                  <c:v>41080</c:v>
                </c:pt>
                <c:pt idx="119">
                  <c:v>41081</c:v>
                </c:pt>
                <c:pt idx="120">
                  <c:v>41082</c:v>
                </c:pt>
                <c:pt idx="121">
                  <c:v>41085</c:v>
                </c:pt>
                <c:pt idx="122">
                  <c:v>41086</c:v>
                </c:pt>
                <c:pt idx="123">
                  <c:v>41087</c:v>
                </c:pt>
                <c:pt idx="124">
                  <c:v>41088</c:v>
                </c:pt>
                <c:pt idx="125">
                  <c:v>41089</c:v>
                </c:pt>
                <c:pt idx="126">
                  <c:v>41092</c:v>
                </c:pt>
                <c:pt idx="127">
                  <c:v>41093</c:v>
                </c:pt>
                <c:pt idx="128">
                  <c:v>41095</c:v>
                </c:pt>
                <c:pt idx="129">
                  <c:v>41096</c:v>
                </c:pt>
                <c:pt idx="130">
                  <c:v>41099</c:v>
                </c:pt>
                <c:pt idx="131">
                  <c:v>41100</c:v>
                </c:pt>
                <c:pt idx="132">
                  <c:v>41101</c:v>
                </c:pt>
                <c:pt idx="133">
                  <c:v>41102</c:v>
                </c:pt>
                <c:pt idx="134">
                  <c:v>41103</c:v>
                </c:pt>
                <c:pt idx="135">
                  <c:v>41106</c:v>
                </c:pt>
                <c:pt idx="136">
                  <c:v>41107</c:v>
                </c:pt>
                <c:pt idx="137">
                  <c:v>41108</c:v>
                </c:pt>
                <c:pt idx="138">
                  <c:v>41109</c:v>
                </c:pt>
                <c:pt idx="139">
                  <c:v>41110</c:v>
                </c:pt>
                <c:pt idx="140">
                  <c:v>41113</c:v>
                </c:pt>
                <c:pt idx="141">
                  <c:v>41114</c:v>
                </c:pt>
                <c:pt idx="142">
                  <c:v>41115</c:v>
                </c:pt>
                <c:pt idx="143">
                  <c:v>41116</c:v>
                </c:pt>
                <c:pt idx="144">
                  <c:v>41117</c:v>
                </c:pt>
                <c:pt idx="145">
                  <c:v>41120</c:v>
                </c:pt>
                <c:pt idx="146">
                  <c:v>41121</c:v>
                </c:pt>
                <c:pt idx="147">
                  <c:v>41122</c:v>
                </c:pt>
                <c:pt idx="148">
                  <c:v>41123</c:v>
                </c:pt>
                <c:pt idx="149">
                  <c:v>41124</c:v>
                </c:pt>
                <c:pt idx="150">
                  <c:v>41127</c:v>
                </c:pt>
                <c:pt idx="151">
                  <c:v>41128</c:v>
                </c:pt>
                <c:pt idx="152">
                  <c:v>41129</c:v>
                </c:pt>
                <c:pt idx="153">
                  <c:v>41130</c:v>
                </c:pt>
                <c:pt idx="154">
                  <c:v>41131</c:v>
                </c:pt>
                <c:pt idx="155">
                  <c:v>41134</c:v>
                </c:pt>
                <c:pt idx="156">
                  <c:v>41135</c:v>
                </c:pt>
                <c:pt idx="157">
                  <c:v>41136</c:v>
                </c:pt>
                <c:pt idx="158">
                  <c:v>41137</c:v>
                </c:pt>
                <c:pt idx="159">
                  <c:v>41138</c:v>
                </c:pt>
                <c:pt idx="160">
                  <c:v>41141</c:v>
                </c:pt>
                <c:pt idx="161">
                  <c:v>41142</c:v>
                </c:pt>
                <c:pt idx="162">
                  <c:v>41143</c:v>
                </c:pt>
                <c:pt idx="163">
                  <c:v>41144</c:v>
                </c:pt>
                <c:pt idx="164">
                  <c:v>41145</c:v>
                </c:pt>
                <c:pt idx="165">
                  <c:v>41148</c:v>
                </c:pt>
                <c:pt idx="166">
                  <c:v>41149</c:v>
                </c:pt>
                <c:pt idx="167">
                  <c:v>41150</c:v>
                </c:pt>
                <c:pt idx="168">
                  <c:v>41151</c:v>
                </c:pt>
                <c:pt idx="169">
                  <c:v>41152</c:v>
                </c:pt>
                <c:pt idx="170">
                  <c:v>41156</c:v>
                </c:pt>
                <c:pt idx="171">
                  <c:v>41157</c:v>
                </c:pt>
                <c:pt idx="172">
                  <c:v>41158</c:v>
                </c:pt>
                <c:pt idx="173">
                  <c:v>41159</c:v>
                </c:pt>
                <c:pt idx="174">
                  <c:v>41162</c:v>
                </c:pt>
                <c:pt idx="175">
                  <c:v>41163</c:v>
                </c:pt>
                <c:pt idx="176">
                  <c:v>41164</c:v>
                </c:pt>
                <c:pt idx="177">
                  <c:v>41165</c:v>
                </c:pt>
                <c:pt idx="178">
                  <c:v>41166</c:v>
                </c:pt>
                <c:pt idx="179">
                  <c:v>41169</c:v>
                </c:pt>
                <c:pt idx="180">
                  <c:v>41170</c:v>
                </c:pt>
                <c:pt idx="181">
                  <c:v>41171</c:v>
                </c:pt>
                <c:pt idx="182">
                  <c:v>41172</c:v>
                </c:pt>
                <c:pt idx="183">
                  <c:v>41173</c:v>
                </c:pt>
                <c:pt idx="184">
                  <c:v>41176</c:v>
                </c:pt>
                <c:pt idx="185">
                  <c:v>41177</c:v>
                </c:pt>
                <c:pt idx="186">
                  <c:v>41178</c:v>
                </c:pt>
                <c:pt idx="187">
                  <c:v>41179</c:v>
                </c:pt>
                <c:pt idx="188">
                  <c:v>41180</c:v>
                </c:pt>
                <c:pt idx="189">
                  <c:v>41183</c:v>
                </c:pt>
                <c:pt idx="190">
                  <c:v>41184</c:v>
                </c:pt>
                <c:pt idx="191">
                  <c:v>41185</c:v>
                </c:pt>
                <c:pt idx="192">
                  <c:v>41186</c:v>
                </c:pt>
                <c:pt idx="193">
                  <c:v>41187</c:v>
                </c:pt>
                <c:pt idx="194">
                  <c:v>41191</c:v>
                </c:pt>
                <c:pt idx="195">
                  <c:v>41192</c:v>
                </c:pt>
                <c:pt idx="196">
                  <c:v>41193</c:v>
                </c:pt>
                <c:pt idx="197">
                  <c:v>41194</c:v>
                </c:pt>
                <c:pt idx="198">
                  <c:v>41197</c:v>
                </c:pt>
                <c:pt idx="199">
                  <c:v>41198</c:v>
                </c:pt>
                <c:pt idx="200">
                  <c:v>41199</c:v>
                </c:pt>
                <c:pt idx="201">
                  <c:v>41200</c:v>
                </c:pt>
                <c:pt idx="202">
                  <c:v>41201</c:v>
                </c:pt>
                <c:pt idx="203">
                  <c:v>41204</c:v>
                </c:pt>
                <c:pt idx="204">
                  <c:v>41205</c:v>
                </c:pt>
                <c:pt idx="205">
                  <c:v>41206</c:v>
                </c:pt>
                <c:pt idx="206">
                  <c:v>41207</c:v>
                </c:pt>
                <c:pt idx="207">
                  <c:v>41208</c:v>
                </c:pt>
                <c:pt idx="208">
                  <c:v>41211</c:v>
                </c:pt>
                <c:pt idx="209">
                  <c:v>41213</c:v>
                </c:pt>
                <c:pt idx="210">
                  <c:v>41214</c:v>
                </c:pt>
                <c:pt idx="211">
                  <c:v>41215</c:v>
                </c:pt>
                <c:pt idx="212">
                  <c:v>41218</c:v>
                </c:pt>
                <c:pt idx="213">
                  <c:v>41219</c:v>
                </c:pt>
                <c:pt idx="214">
                  <c:v>41220</c:v>
                </c:pt>
                <c:pt idx="215">
                  <c:v>41221</c:v>
                </c:pt>
                <c:pt idx="216">
                  <c:v>41222</c:v>
                </c:pt>
                <c:pt idx="217">
                  <c:v>41226</c:v>
                </c:pt>
                <c:pt idx="218">
                  <c:v>41227</c:v>
                </c:pt>
                <c:pt idx="219">
                  <c:v>41228</c:v>
                </c:pt>
                <c:pt idx="220">
                  <c:v>41229</c:v>
                </c:pt>
                <c:pt idx="221">
                  <c:v>41232</c:v>
                </c:pt>
                <c:pt idx="222">
                  <c:v>41233</c:v>
                </c:pt>
                <c:pt idx="223">
                  <c:v>41234</c:v>
                </c:pt>
                <c:pt idx="224">
                  <c:v>41236</c:v>
                </c:pt>
                <c:pt idx="225">
                  <c:v>41239</c:v>
                </c:pt>
                <c:pt idx="226">
                  <c:v>41240</c:v>
                </c:pt>
                <c:pt idx="227">
                  <c:v>41241</c:v>
                </c:pt>
                <c:pt idx="228">
                  <c:v>41242</c:v>
                </c:pt>
                <c:pt idx="229">
                  <c:v>41243</c:v>
                </c:pt>
                <c:pt idx="230">
                  <c:v>41246</c:v>
                </c:pt>
                <c:pt idx="231">
                  <c:v>41247</c:v>
                </c:pt>
                <c:pt idx="232">
                  <c:v>41248</c:v>
                </c:pt>
                <c:pt idx="233">
                  <c:v>41249</c:v>
                </c:pt>
                <c:pt idx="234">
                  <c:v>41250</c:v>
                </c:pt>
                <c:pt idx="235">
                  <c:v>41253</c:v>
                </c:pt>
                <c:pt idx="236">
                  <c:v>41254</c:v>
                </c:pt>
                <c:pt idx="237">
                  <c:v>41255</c:v>
                </c:pt>
                <c:pt idx="238">
                  <c:v>41256</c:v>
                </c:pt>
                <c:pt idx="239">
                  <c:v>41257</c:v>
                </c:pt>
                <c:pt idx="240">
                  <c:v>41260</c:v>
                </c:pt>
                <c:pt idx="241">
                  <c:v>41261</c:v>
                </c:pt>
                <c:pt idx="242">
                  <c:v>41262</c:v>
                </c:pt>
                <c:pt idx="243">
                  <c:v>41263</c:v>
                </c:pt>
                <c:pt idx="244">
                  <c:v>41264</c:v>
                </c:pt>
                <c:pt idx="245">
                  <c:v>41267</c:v>
                </c:pt>
                <c:pt idx="246">
                  <c:v>41269</c:v>
                </c:pt>
                <c:pt idx="247">
                  <c:v>41270</c:v>
                </c:pt>
                <c:pt idx="248">
                  <c:v>41271</c:v>
                </c:pt>
                <c:pt idx="249">
                  <c:v>41274</c:v>
                </c:pt>
              </c:numCache>
            </c:numRef>
          </c:cat>
          <c:val>
            <c:numRef>
              <c:f>'Untitled Chart.1413931024033'!$K$231:$K$480</c:f>
              <c:numCache>
                <c:formatCode>General</c:formatCode>
                <c:ptCount val="250"/>
                <c:pt idx="0">
                  <c:v>741</c:v>
                </c:pt>
                <c:pt idx="1">
                  <c:v>715</c:v>
                </c:pt>
                <c:pt idx="2">
                  <c:v>736</c:v>
                </c:pt>
                <c:pt idx="3">
                  <c:v>752</c:v>
                </c:pt>
                <c:pt idx="4">
                  <c:v>711</c:v>
                </c:pt>
                <c:pt idx="5">
                  <c:v>677</c:v>
                </c:pt>
                <c:pt idx="6">
                  <c:v>719</c:v>
                </c:pt>
                <c:pt idx="7">
                  <c:v>722</c:v>
                </c:pt>
                <c:pt idx="8">
                  <c:v>791</c:v>
                </c:pt>
                <c:pt idx="9">
                  <c:v>791</c:v>
                </c:pt>
                <c:pt idx="10">
                  <c:v>759</c:v>
                </c:pt>
                <c:pt idx="11">
                  <c:v>708</c:v>
                </c:pt>
                <c:pt idx="12">
                  <c:v>678</c:v>
                </c:pt>
                <c:pt idx="13">
                  <c:v>655</c:v>
                </c:pt>
                <c:pt idx="14">
                  <c:v>689</c:v>
                </c:pt>
                <c:pt idx="15">
                  <c:v>782</c:v>
                </c:pt>
                <c:pt idx="16">
                  <c:v>891</c:v>
                </c:pt>
                <c:pt idx="17">
                  <c:v>873</c:v>
                </c:pt>
                <c:pt idx="18">
                  <c:v>932</c:v>
                </c:pt>
                <c:pt idx="19">
                  <c:v>939</c:v>
                </c:pt>
                <c:pt idx="20">
                  <c:v>936</c:v>
                </c:pt>
                <c:pt idx="21">
                  <c:v>933</c:v>
                </c:pt>
                <c:pt idx="22">
                  <c:v>807</c:v>
                </c:pt>
                <c:pt idx="23">
                  <c:v>813</c:v>
                </c:pt>
                <c:pt idx="24">
                  <c:v>735</c:v>
                </c:pt>
                <c:pt idx="25">
                  <c:v>726</c:v>
                </c:pt>
                <c:pt idx="26">
                  <c:v>687</c:v>
                </c:pt>
                <c:pt idx="27">
                  <c:v>735</c:v>
                </c:pt>
                <c:pt idx="28">
                  <c:v>679</c:v>
                </c:pt>
                <c:pt idx="29">
                  <c:v>707</c:v>
                </c:pt>
                <c:pt idx="30">
                  <c:v>718</c:v>
                </c:pt>
                <c:pt idx="31">
                  <c:v>664</c:v>
                </c:pt>
                <c:pt idx="32">
                  <c:v>664</c:v>
                </c:pt>
                <c:pt idx="33">
                  <c:v>650</c:v>
                </c:pt>
                <c:pt idx="34">
                  <c:v>682</c:v>
                </c:pt>
                <c:pt idx="35">
                  <c:v>661</c:v>
                </c:pt>
                <c:pt idx="36">
                  <c:v>650</c:v>
                </c:pt>
                <c:pt idx="37">
                  <c:v>658</c:v>
                </c:pt>
                <c:pt idx="38">
                  <c:v>641</c:v>
                </c:pt>
                <c:pt idx="39">
                  <c:v>605</c:v>
                </c:pt>
                <c:pt idx="40">
                  <c:v>578</c:v>
                </c:pt>
                <c:pt idx="41">
                  <c:v>596</c:v>
                </c:pt>
                <c:pt idx="42">
                  <c:v>584</c:v>
                </c:pt>
                <c:pt idx="43">
                  <c:v>605</c:v>
                </c:pt>
                <c:pt idx="44">
                  <c:v>613</c:v>
                </c:pt>
                <c:pt idx="45">
                  <c:v>613</c:v>
                </c:pt>
                <c:pt idx="46">
                  <c:v>591</c:v>
                </c:pt>
                <c:pt idx="47">
                  <c:v>610</c:v>
                </c:pt>
                <c:pt idx="48">
                  <c:v>579</c:v>
                </c:pt>
                <c:pt idx="49">
                  <c:v>565</c:v>
                </c:pt>
                <c:pt idx="50">
                  <c:v>568</c:v>
                </c:pt>
                <c:pt idx="51">
                  <c:v>545</c:v>
                </c:pt>
                <c:pt idx="52">
                  <c:v>498</c:v>
                </c:pt>
                <c:pt idx="53">
                  <c:v>488</c:v>
                </c:pt>
                <c:pt idx="54">
                  <c:v>500</c:v>
                </c:pt>
                <c:pt idx="55">
                  <c:v>497</c:v>
                </c:pt>
                <c:pt idx="56">
                  <c:v>497</c:v>
                </c:pt>
                <c:pt idx="57">
                  <c:v>493</c:v>
                </c:pt>
                <c:pt idx="58">
                  <c:v>512</c:v>
                </c:pt>
                <c:pt idx="59">
                  <c:v>507</c:v>
                </c:pt>
                <c:pt idx="60">
                  <c:v>503</c:v>
                </c:pt>
                <c:pt idx="61">
                  <c:v>464</c:v>
                </c:pt>
                <c:pt idx="62">
                  <c:v>463</c:v>
                </c:pt>
                <c:pt idx="63">
                  <c:v>438</c:v>
                </c:pt>
                <c:pt idx="64">
                  <c:v>451</c:v>
                </c:pt>
                <c:pt idx="65">
                  <c:v>474</c:v>
                </c:pt>
                <c:pt idx="66">
                  <c:v>449</c:v>
                </c:pt>
                <c:pt idx="67">
                  <c:v>476</c:v>
                </c:pt>
                <c:pt idx="68">
                  <c:v>516</c:v>
                </c:pt>
                <c:pt idx="69">
                  <c:v>518</c:v>
                </c:pt>
                <c:pt idx="70">
                  <c:v>534</c:v>
                </c:pt>
                <c:pt idx="71">
                  <c:v>560</c:v>
                </c:pt>
                <c:pt idx="72">
                  <c:v>581</c:v>
                </c:pt>
                <c:pt idx="73">
                  <c:v>587</c:v>
                </c:pt>
                <c:pt idx="74">
                  <c:v>618</c:v>
                </c:pt>
                <c:pt idx="75">
                  <c:v>614</c:v>
                </c:pt>
                <c:pt idx="76">
                  <c:v>580</c:v>
                </c:pt>
                <c:pt idx="77">
                  <c:v>593</c:v>
                </c:pt>
                <c:pt idx="78">
                  <c:v>568</c:v>
                </c:pt>
                <c:pt idx="79">
                  <c:v>557</c:v>
                </c:pt>
                <c:pt idx="80">
                  <c:v>562</c:v>
                </c:pt>
                <c:pt idx="81">
                  <c:v>554</c:v>
                </c:pt>
                <c:pt idx="82">
                  <c:v>542</c:v>
                </c:pt>
                <c:pt idx="83">
                  <c:v>503</c:v>
                </c:pt>
                <c:pt idx="84">
                  <c:v>512</c:v>
                </c:pt>
                <c:pt idx="85">
                  <c:v>486</c:v>
                </c:pt>
                <c:pt idx="86">
                  <c:v>496</c:v>
                </c:pt>
                <c:pt idx="87">
                  <c:v>451</c:v>
                </c:pt>
                <c:pt idx="88">
                  <c:v>438</c:v>
                </c:pt>
                <c:pt idx="89">
                  <c:v>412</c:v>
                </c:pt>
                <c:pt idx="90">
                  <c:v>412</c:v>
                </c:pt>
                <c:pt idx="91">
                  <c:v>440</c:v>
                </c:pt>
                <c:pt idx="92">
                  <c:v>473</c:v>
                </c:pt>
                <c:pt idx="93">
                  <c:v>478</c:v>
                </c:pt>
                <c:pt idx="94">
                  <c:v>519</c:v>
                </c:pt>
                <c:pt idx="95">
                  <c:v>584</c:v>
                </c:pt>
                <c:pt idx="96">
                  <c:v>561</c:v>
                </c:pt>
                <c:pt idx="97">
                  <c:v>629</c:v>
                </c:pt>
                <c:pt idx="98">
                  <c:v>591</c:v>
                </c:pt>
                <c:pt idx="99">
                  <c:v>613</c:v>
                </c:pt>
                <c:pt idx="100">
                  <c:v>620</c:v>
                </c:pt>
                <c:pt idx="101">
                  <c:v>621</c:v>
                </c:pt>
                <c:pt idx="102">
                  <c:v>628</c:v>
                </c:pt>
                <c:pt idx="103">
                  <c:v>714</c:v>
                </c:pt>
                <c:pt idx="104">
                  <c:v>765</c:v>
                </c:pt>
                <c:pt idx="105">
                  <c:v>821</c:v>
                </c:pt>
                <c:pt idx="106">
                  <c:v>779</c:v>
                </c:pt>
                <c:pt idx="107">
                  <c:v>754</c:v>
                </c:pt>
                <c:pt idx="108">
                  <c:v>687</c:v>
                </c:pt>
                <c:pt idx="109">
                  <c:v>655</c:v>
                </c:pt>
                <c:pt idx="110">
                  <c:v>654</c:v>
                </c:pt>
                <c:pt idx="111">
                  <c:v>684</c:v>
                </c:pt>
                <c:pt idx="112">
                  <c:v>662</c:v>
                </c:pt>
                <c:pt idx="113">
                  <c:v>691</c:v>
                </c:pt>
                <c:pt idx="114">
                  <c:v>684</c:v>
                </c:pt>
                <c:pt idx="115">
                  <c:v>705</c:v>
                </c:pt>
                <c:pt idx="116">
                  <c:v>724</c:v>
                </c:pt>
                <c:pt idx="117">
                  <c:v>712</c:v>
                </c:pt>
                <c:pt idx="118">
                  <c:v>662</c:v>
                </c:pt>
                <c:pt idx="119">
                  <c:v>660</c:v>
                </c:pt>
                <c:pt idx="120">
                  <c:v>676</c:v>
                </c:pt>
                <c:pt idx="121">
                  <c:v>604</c:v>
                </c:pt>
                <c:pt idx="122">
                  <c:v>610</c:v>
                </c:pt>
                <c:pt idx="123">
                  <c:v>595</c:v>
                </c:pt>
                <c:pt idx="124">
                  <c:v>653</c:v>
                </c:pt>
                <c:pt idx="125">
                  <c:v>648</c:v>
                </c:pt>
                <c:pt idx="126">
                  <c:v>453</c:v>
                </c:pt>
                <c:pt idx="127">
                  <c:v>455</c:v>
                </c:pt>
                <c:pt idx="128">
                  <c:v>467</c:v>
                </c:pt>
                <c:pt idx="129">
                  <c:v>460</c:v>
                </c:pt>
                <c:pt idx="130">
                  <c:v>437</c:v>
                </c:pt>
                <c:pt idx="131">
                  <c:v>386</c:v>
                </c:pt>
                <c:pt idx="132">
                  <c:v>369</c:v>
                </c:pt>
                <c:pt idx="133">
                  <c:v>375</c:v>
                </c:pt>
                <c:pt idx="134">
                  <c:v>358</c:v>
                </c:pt>
                <c:pt idx="135">
                  <c:v>405</c:v>
                </c:pt>
                <c:pt idx="136">
                  <c:v>398</c:v>
                </c:pt>
                <c:pt idx="137">
                  <c:v>413</c:v>
                </c:pt>
                <c:pt idx="138">
                  <c:v>411</c:v>
                </c:pt>
                <c:pt idx="139">
                  <c:v>396</c:v>
                </c:pt>
                <c:pt idx="140">
                  <c:v>400</c:v>
                </c:pt>
                <c:pt idx="141">
                  <c:v>419</c:v>
                </c:pt>
                <c:pt idx="142">
                  <c:v>416</c:v>
                </c:pt>
                <c:pt idx="143">
                  <c:v>379</c:v>
                </c:pt>
                <c:pt idx="144">
                  <c:v>336</c:v>
                </c:pt>
                <c:pt idx="145">
                  <c:v>320</c:v>
                </c:pt>
                <c:pt idx="146">
                  <c:v>288</c:v>
                </c:pt>
                <c:pt idx="147">
                  <c:v>265</c:v>
                </c:pt>
                <c:pt idx="148">
                  <c:v>271</c:v>
                </c:pt>
                <c:pt idx="149">
                  <c:v>286</c:v>
                </c:pt>
                <c:pt idx="150">
                  <c:v>296</c:v>
                </c:pt>
                <c:pt idx="151">
                  <c:v>305</c:v>
                </c:pt>
                <c:pt idx="152">
                  <c:v>304</c:v>
                </c:pt>
                <c:pt idx="153">
                  <c:v>285</c:v>
                </c:pt>
                <c:pt idx="154">
                  <c:v>279</c:v>
                </c:pt>
                <c:pt idx="155">
                  <c:v>278</c:v>
                </c:pt>
                <c:pt idx="156">
                  <c:v>284</c:v>
                </c:pt>
                <c:pt idx="157">
                  <c:v>303</c:v>
                </c:pt>
                <c:pt idx="158">
                  <c:v>295</c:v>
                </c:pt>
                <c:pt idx="159">
                  <c:v>291</c:v>
                </c:pt>
                <c:pt idx="160">
                  <c:v>287</c:v>
                </c:pt>
                <c:pt idx="161">
                  <c:v>279</c:v>
                </c:pt>
                <c:pt idx="162">
                  <c:v>248</c:v>
                </c:pt>
                <c:pt idx="163">
                  <c:v>256</c:v>
                </c:pt>
                <c:pt idx="164">
                  <c:v>255</c:v>
                </c:pt>
                <c:pt idx="165">
                  <c:v>234</c:v>
                </c:pt>
                <c:pt idx="166">
                  <c:v>245</c:v>
                </c:pt>
                <c:pt idx="167">
                  <c:v>261</c:v>
                </c:pt>
                <c:pt idx="168">
                  <c:v>263</c:v>
                </c:pt>
                <c:pt idx="169">
                  <c:v>227</c:v>
                </c:pt>
                <c:pt idx="170">
                  <c:v>251</c:v>
                </c:pt>
                <c:pt idx="171">
                  <c:v>260</c:v>
                </c:pt>
                <c:pt idx="172">
                  <c:v>275</c:v>
                </c:pt>
                <c:pt idx="173">
                  <c:v>269</c:v>
                </c:pt>
                <c:pt idx="174">
                  <c:v>312</c:v>
                </c:pt>
                <c:pt idx="175">
                  <c:v>304</c:v>
                </c:pt>
                <c:pt idx="176">
                  <c:v>335</c:v>
                </c:pt>
                <c:pt idx="177">
                  <c:v>391</c:v>
                </c:pt>
                <c:pt idx="178">
                  <c:v>397</c:v>
                </c:pt>
                <c:pt idx="179">
                  <c:v>377</c:v>
                </c:pt>
                <c:pt idx="180">
                  <c:v>365</c:v>
                </c:pt>
                <c:pt idx="181">
                  <c:v>374</c:v>
                </c:pt>
                <c:pt idx="182">
                  <c:v>383</c:v>
                </c:pt>
                <c:pt idx="183">
                  <c:v>400</c:v>
                </c:pt>
                <c:pt idx="184">
                  <c:v>456</c:v>
                </c:pt>
                <c:pt idx="185">
                  <c:v>506</c:v>
                </c:pt>
                <c:pt idx="186">
                  <c:v>448</c:v>
                </c:pt>
                <c:pt idx="187">
                  <c:v>393</c:v>
                </c:pt>
                <c:pt idx="188">
                  <c:v>397</c:v>
                </c:pt>
                <c:pt idx="189">
                  <c:v>399</c:v>
                </c:pt>
                <c:pt idx="190">
                  <c:v>413</c:v>
                </c:pt>
                <c:pt idx="191">
                  <c:v>463</c:v>
                </c:pt>
                <c:pt idx="192">
                  <c:v>492</c:v>
                </c:pt>
                <c:pt idx="193">
                  <c:v>527</c:v>
                </c:pt>
                <c:pt idx="194">
                  <c:v>548</c:v>
                </c:pt>
                <c:pt idx="195">
                  <c:v>561</c:v>
                </c:pt>
                <c:pt idx="196">
                  <c:v>532</c:v>
                </c:pt>
                <c:pt idx="197">
                  <c:v>518</c:v>
                </c:pt>
                <c:pt idx="198">
                  <c:v>525</c:v>
                </c:pt>
                <c:pt idx="199">
                  <c:v>553</c:v>
                </c:pt>
                <c:pt idx="200">
                  <c:v>543</c:v>
                </c:pt>
                <c:pt idx="201">
                  <c:v>529</c:v>
                </c:pt>
                <c:pt idx="202">
                  <c:v>544</c:v>
                </c:pt>
                <c:pt idx="203">
                  <c:v>538</c:v>
                </c:pt>
                <c:pt idx="204">
                  <c:v>538</c:v>
                </c:pt>
                <c:pt idx="205">
                  <c:v>515</c:v>
                </c:pt>
                <c:pt idx="206">
                  <c:v>519</c:v>
                </c:pt>
                <c:pt idx="207">
                  <c:v>538</c:v>
                </c:pt>
                <c:pt idx="208">
                  <c:v>531</c:v>
                </c:pt>
                <c:pt idx="209">
                  <c:v>539</c:v>
                </c:pt>
                <c:pt idx="210">
                  <c:v>553</c:v>
                </c:pt>
                <c:pt idx="211">
                  <c:v>546</c:v>
                </c:pt>
                <c:pt idx="212">
                  <c:v>535</c:v>
                </c:pt>
                <c:pt idx="213">
                  <c:v>558</c:v>
                </c:pt>
                <c:pt idx="214">
                  <c:v>528</c:v>
                </c:pt>
                <c:pt idx="215">
                  <c:v>509</c:v>
                </c:pt>
                <c:pt idx="216">
                  <c:v>508</c:v>
                </c:pt>
                <c:pt idx="217">
                  <c:v>541</c:v>
                </c:pt>
                <c:pt idx="218">
                  <c:v>542</c:v>
                </c:pt>
                <c:pt idx="219">
                  <c:v>583</c:v>
                </c:pt>
                <c:pt idx="220">
                  <c:v>598</c:v>
                </c:pt>
                <c:pt idx="221">
                  <c:v>616</c:v>
                </c:pt>
                <c:pt idx="222">
                  <c:v>633</c:v>
                </c:pt>
                <c:pt idx="223">
                  <c:v>601</c:v>
                </c:pt>
                <c:pt idx="224">
                  <c:v>588</c:v>
                </c:pt>
                <c:pt idx="225">
                  <c:v>561</c:v>
                </c:pt>
                <c:pt idx="226">
                  <c:v>560</c:v>
                </c:pt>
                <c:pt idx="227">
                  <c:v>548</c:v>
                </c:pt>
                <c:pt idx="228">
                  <c:v>564</c:v>
                </c:pt>
                <c:pt idx="229">
                  <c:v>571</c:v>
                </c:pt>
                <c:pt idx="230">
                  <c:v>565</c:v>
                </c:pt>
                <c:pt idx="231">
                  <c:v>576</c:v>
                </c:pt>
                <c:pt idx="232">
                  <c:v>628</c:v>
                </c:pt>
                <c:pt idx="233">
                  <c:v>634</c:v>
                </c:pt>
                <c:pt idx="234">
                  <c:v>608</c:v>
                </c:pt>
                <c:pt idx="235">
                  <c:v>598</c:v>
                </c:pt>
                <c:pt idx="236">
                  <c:v>591</c:v>
                </c:pt>
                <c:pt idx="237">
                  <c:v>616</c:v>
                </c:pt>
                <c:pt idx="238">
                  <c:v>604</c:v>
                </c:pt>
                <c:pt idx="239">
                  <c:v>608</c:v>
                </c:pt>
                <c:pt idx="240">
                  <c:v>602</c:v>
                </c:pt>
                <c:pt idx="241">
                  <c:v>625</c:v>
                </c:pt>
                <c:pt idx="242">
                  <c:v>635</c:v>
                </c:pt>
                <c:pt idx="243">
                  <c:v>612</c:v>
                </c:pt>
                <c:pt idx="244">
                  <c:v>627</c:v>
                </c:pt>
                <c:pt idx="245">
                  <c:v>639</c:v>
                </c:pt>
                <c:pt idx="246">
                  <c:v>640</c:v>
                </c:pt>
                <c:pt idx="247">
                  <c:v>642</c:v>
                </c:pt>
                <c:pt idx="248">
                  <c:v>636</c:v>
                </c:pt>
                <c:pt idx="249">
                  <c:v>667</c:v>
                </c:pt>
              </c:numCache>
            </c:numRef>
          </c:val>
          <c:smooth val="0"/>
        </c:ser>
        <c:dLbls>
          <c:showLegendKey val="0"/>
          <c:showVal val="0"/>
          <c:showCatName val="0"/>
          <c:showSerName val="0"/>
          <c:showPercent val="0"/>
          <c:showBubbleSize val="0"/>
        </c:dLbls>
        <c:marker val="1"/>
        <c:smooth val="0"/>
        <c:axId val="123398784"/>
        <c:axId val="123400576"/>
      </c:lineChart>
      <c:lineChart>
        <c:grouping val="standard"/>
        <c:varyColors val="0"/>
        <c:ser>
          <c:idx val="0"/>
          <c:order val="0"/>
          <c:tx>
            <c:strRef>
              <c:f>'Untitled Chart.1413931024033'!$B$1</c:f>
              <c:strCache>
                <c:ptCount val="1"/>
                <c:pt idx="0">
                  <c:v>10 Year Treasury (rhs)</c:v>
                </c:pt>
              </c:strCache>
            </c:strRef>
          </c:tx>
          <c:spPr>
            <a:ln w="28575" cap="rnd">
              <a:solidFill>
                <a:srgbClr val="968880"/>
              </a:solidFill>
              <a:round/>
            </a:ln>
            <a:effectLst/>
          </c:spPr>
          <c:marker>
            <c:symbol val="none"/>
          </c:marker>
          <c:cat>
            <c:numRef>
              <c:f>'Untitled Chart.1413931024033'!$J$231:$J$480</c:f>
              <c:numCache>
                <c:formatCode>m/d/yyyy</c:formatCode>
                <c:ptCount val="250"/>
                <c:pt idx="0">
                  <c:v>40911</c:v>
                </c:pt>
                <c:pt idx="1">
                  <c:v>40912</c:v>
                </c:pt>
                <c:pt idx="2">
                  <c:v>40913</c:v>
                </c:pt>
                <c:pt idx="3">
                  <c:v>40914</c:v>
                </c:pt>
                <c:pt idx="4">
                  <c:v>40917</c:v>
                </c:pt>
                <c:pt idx="5">
                  <c:v>40918</c:v>
                </c:pt>
                <c:pt idx="6">
                  <c:v>40919</c:v>
                </c:pt>
                <c:pt idx="7">
                  <c:v>40920</c:v>
                </c:pt>
                <c:pt idx="8">
                  <c:v>40921</c:v>
                </c:pt>
                <c:pt idx="9">
                  <c:v>40925</c:v>
                </c:pt>
                <c:pt idx="10">
                  <c:v>40926</c:v>
                </c:pt>
                <c:pt idx="11">
                  <c:v>40927</c:v>
                </c:pt>
                <c:pt idx="12">
                  <c:v>40928</c:v>
                </c:pt>
                <c:pt idx="13">
                  <c:v>40931</c:v>
                </c:pt>
                <c:pt idx="14">
                  <c:v>40932</c:v>
                </c:pt>
                <c:pt idx="15">
                  <c:v>40933</c:v>
                </c:pt>
                <c:pt idx="16">
                  <c:v>40934</c:v>
                </c:pt>
                <c:pt idx="17">
                  <c:v>40935</c:v>
                </c:pt>
                <c:pt idx="18">
                  <c:v>40938</c:v>
                </c:pt>
                <c:pt idx="19">
                  <c:v>40939</c:v>
                </c:pt>
                <c:pt idx="20">
                  <c:v>40940</c:v>
                </c:pt>
                <c:pt idx="21">
                  <c:v>40941</c:v>
                </c:pt>
                <c:pt idx="22">
                  <c:v>40942</c:v>
                </c:pt>
                <c:pt idx="23">
                  <c:v>40945</c:v>
                </c:pt>
                <c:pt idx="24">
                  <c:v>40946</c:v>
                </c:pt>
                <c:pt idx="25">
                  <c:v>40947</c:v>
                </c:pt>
                <c:pt idx="26">
                  <c:v>40948</c:v>
                </c:pt>
                <c:pt idx="27">
                  <c:v>40949</c:v>
                </c:pt>
                <c:pt idx="28">
                  <c:v>40952</c:v>
                </c:pt>
                <c:pt idx="29">
                  <c:v>40953</c:v>
                </c:pt>
                <c:pt idx="30">
                  <c:v>40954</c:v>
                </c:pt>
                <c:pt idx="31">
                  <c:v>40955</c:v>
                </c:pt>
                <c:pt idx="32">
                  <c:v>40956</c:v>
                </c:pt>
                <c:pt idx="33">
                  <c:v>40960</c:v>
                </c:pt>
                <c:pt idx="34">
                  <c:v>40961</c:v>
                </c:pt>
                <c:pt idx="35">
                  <c:v>40962</c:v>
                </c:pt>
                <c:pt idx="36">
                  <c:v>40963</c:v>
                </c:pt>
                <c:pt idx="37">
                  <c:v>40966</c:v>
                </c:pt>
                <c:pt idx="38">
                  <c:v>40967</c:v>
                </c:pt>
                <c:pt idx="39">
                  <c:v>40968</c:v>
                </c:pt>
                <c:pt idx="40">
                  <c:v>40969</c:v>
                </c:pt>
                <c:pt idx="41">
                  <c:v>40970</c:v>
                </c:pt>
                <c:pt idx="42">
                  <c:v>40973</c:v>
                </c:pt>
                <c:pt idx="43">
                  <c:v>40974</c:v>
                </c:pt>
                <c:pt idx="44">
                  <c:v>40975</c:v>
                </c:pt>
                <c:pt idx="45">
                  <c:v>40976</c:v>
                </c:pt>
                <c:pt idx="46">
                  <c:v>40977</c:v>
                </c:pt>
                <c:pt idx="47">
                  <c:v>40980</c:v>
                </c:pt>
                <c:pt idx="48">
                  <c:v>40981</c:v>
                </c:pt>
                <c:pt idx="49">
                  <c:v>40982</c:v>
                </c:pt>
                <c:pt idx="50">
                  <c:v>40983</c:v>
                </c:pt>
                <c:pt idx="51">
                  <c:v>40984</c:v>
                </c:pt>
                <c:pt idx="52">
                  <c:v>40987</c:v>
                </c:pt>
                <c:pt idx="53">
                  <c:v>40988</c:v>
                </c:pt>
                <c:pt idx="54">
                  <c:v>40989</c:v>
                </c:pt>
                <c:pt idx="55">
                  <c:v>40990</c:v>
                </c:pt>
                <c:pt idx="56">
                  <c:v>40991</c:v>
                </c:pt>
                <c:pt idx="57">
                  <c:v>40994</c:v>
                </c:pt>
                <c:pt idx="58">
                  <c:v>40995</c:v>
                </c:pt>
                <c:pt idx="59">
                  <c:v>40996</c:v>
                </c:pt>
                <c:pt idx="60">
                  <c:v>40997</c:v>
                </c:pt>
                <c:pt idx="61">
                  <c:v>40998</c:v>
                </c:pt>
                <c:pt idx="62">
                  <c:v>41001</c:v>
                </c:pt>
                <c:pt idx="63">
                  <c:v>41002</c:v>
                </c:pt>
                <c:pt idx="64">
                  <c:v>41003</c:v>
                </c:pt>
                <c:pt idx="65">
                  <c:v>41004</c:v>
                </c:pt>
                <c:pt idx="66">
                  <c:v>41005</c:v>
                </c:pt>
                <c:pt idx="67">
                  <c:v>41008</c:v>
                </c:pt>
                <c:pt idx="68">
                  <c:v>41009</c:v>
                </c:pt>
                <c:pt idx="69">
                  <c:v>41010</c:v>
                </c:pt>
                <c:pt idx="70">
                  <c:v>41011</c:v>
                </c:pt>
                <c:pt idx="71">
                  <c:v>41012</c:v>
                </c:pt>
                <c:pt idx="72">
                  <c:v>41015</c:v>
                </c:pt>
                <c:pt idx="73">
                  <c:v>41016</c:v>
                </c:pt>
                <c:pt idx="74">
                  <c:v>41017</c:v>
                </c:pt>
                <c:pt idx="75">
                  <c:v>41018</c:v>
                </c:pt>
                <c:pt idx="76">
                  <c:v>41019</c:v>
                </c:pt>
                <c:pt idx="77">
                  <c:v>41022</c:v>
                </c:pt>
                <c:pt idx="78">
                  <c:v>41023</c:v>
                </c:pt>
                <c:pt idx="79">
                  <c:v>41024</c:v>
                </c:pt>
                <c:pt idx="80">
                  <c:v>41025</c:v>
                </c:pt>
                <c:pt idx="81">
                  <c:v>41026</c:v>
                </c:pt>
                <c:pt idx="82">
                  <c:v>41029</c:v>
                </c:pt>
                <c:pt idx="83">
                  <c:v>41030</c:v>
                </c:pt>
                <c:pt idx="84">
                  <c:v>41031</c:v>
                </c:pt>
                <c:pt idx="85">
                  <c:v>41032</c:v>
                </c:pt>
                <c:pt idx="86">
                  <c:v>41033</c:v>
                </c:pt>
                <c:pt idx="87">
                  <c:v>41036</c:v>
                </c:pt>
                <c:pt idx="88">
                  <c:v>41037</c:v>
                </c:pt>
                <c:pt idx="89">
                  <c:v>41038</c:v>
                </c:pt>
                <c:pt idx="90">
                  <c:v>41039</c:v>
                </c:pt>
                <c:pt idx="91">
                  <c:v>41040</c:v>
                </c:pt>
                <c:pt idx="92">
                  <c:v>41043</c:v>
                </c:pt>
                <c:pt idx="93">
                  <c:v>41044</c:v>
                </c:pt>
                <c:pt idx="94">
                  <c:v>41045</c:v>
                </c:pt>
                <c:pt idx="95">
                  <c:v>41046</c:v>
                </c:pt>
                <c:pt idx="96">
                  <c:v>41047</c:v>
                </c:pt>
                <c:pt idx="97">
                  <c:v>41050</c:v>
                </c:pt>
                <c:pt idx="98">
                  <c:v>41051</c:v>
                </c:pt>
                <c:pt idx="99">
                  <c:v>41052</c:v>
                </c:pt>
                <c:pt idx="100">
                  <c:v>41053</c:v>
                </c:pt>
                <c:pt idx="101">
                  <c:v>41054</c:v>
                </c:pt>
                <c:pt idx="102">
                  <c:v>41058</c:v>
                </c:pt>
                <c:pt idx="103">
                  <c:v>41059</c:v>
                </c:pt>
                <c:pt idx="104">
                  <c:v>41060</c:v>
                </c:pt>
                <c:pt idx="105">
                  <c:v>41061</c:v>
                </c:pt>
                <c:pt idx="106">
                  <c:v>41064</c:v>
                </c:pt>
                <c:pt idx="107">
                  <c:v>41065</c:v>
                </c:pt>
                <c:pt idx="108">
                  <c:v>41066</c:v>
                </c:pt>
                <c:pt idx="109">
                  <c:v>41067</c:v>
                </c:pt>
                <c:pt idx="110">
                  <c:v>41068</c:v>
                </c:pt>
                <c:pt idx="111">
                  <c:v>41071</c:v>
                </c:pt>
                <c:pt idx="112">
                  <c:v>41072</c:v>
                </c:pt>
                <c:pt idx="113">
                  <c:v>41073</c:v>
                </c:pt>
                <c:pt idx="114">
                  <c:v>41074</c:v>
                </c:pt>
                <c:pt idx="115">
                  <c:v>41075</c:v>
                </c:pt>
                <c:pt idx="116">
                  <c:v>41078</c:v>
                </c:pt>
                <c:pt idx="117">
                  <c:v>41079</c:v>
                </c:pt>
                <c:pt idx="118">
                  <c:v>41080</c:v>
                </c:pt>
                <c:pt idx="119">
                  <c:v>41081</c:v>
                </c:pt>
                <c:pt idx="120">
                  <c:v>41082</c:v>
                </c:pt>
                <c:pt idx="121">
                  <c:v>41085</c:v>
                </c:pt>
                <c:pt idx="122">
                  <c:v>41086</c:v>
                </c:pt>
                <c:pt idx="123">
                  <c:v>41087</c:v>
                </c:pt>
                <c:pt idx="124">
                  <c:v>41088</c:v>
                </c:pt>
                <c:pt idx="125">
                  <c:v>41089</c:v>
                </c:pt>
                <c:pt idx="126">
                  <c:v>41092</c:v>
                </c:pt>
                <c:pt idx="127">
                  <c:v>41093</c:v>
                </c:pt>
                <c:pt idx="128">
                  <c:v>41095</c:v>
                </c:pt>
                <c:pt idx="129">
                  <c:v>41096</c:v>
                </c:pt>
                <c:pt idx="130">
                  <c:v>41099</c:v>
                </c:pt>
                <c:pt idx="131">
                  <c:v>41100</c:v>
                </c:pt>
                <c:pt idx="132">
                  <c:v>41101</c:v>
                </c:pt>
                <c:pt idx="133">
                  <c:v>41102</c:v>
                </c:pt>
                <c:pt idx="134">
                  <c:v>41103</c:v>
                </c:pt>
                <c:pt idx="135">
                  <c:v>41106</c:v>
                </c:pt>
                <c:pt idx="136">
                  <c:v>41107</c:v>
                </c:pt>
                <c:pt idx="137">
                  <c:v>41108</c:v>
                </c:pt>
                <c:pt idx="138">
                  <c:v>41109</c:v>
                </c:pt>
                <c:pt idx="139">
                  <c:v>41110</c:v>
                </c:pt>
                <c:pt idx="140">
                  <c:v>41113</c:v>
                </c:pt>
                <c:pt idx="141">
                  <c:v>41114</c:v>
                </c:pt>
                <c:pt idx="142">
                  <c:v>41115</c:v>
                </c:pt>
                <c:pt idx="143">
                  <c:v>41116</c:v>
                </c:pt>
                <c:pt idx="144">
                  <c:v>41117</c:v>
                </c:pt>
                <c:pt idx="145">
                  <c:v>41120</c:v>
                </c:pt>
                <c:pt idx="146">
                  <c:v>41121</c:v>
                </c:pt>
                <c:pt idx="147">
                  <c:v>41122</c:v>
                </c:pt>
                <c:pt idx="148">
                  <c:v>41123</c:v>
                </c:pt>
                <c:pt idx="149">
                  <c:v>41124</c:v>
                </c:pt>
                <c:pt idx="150">
                  <c:v>41127</c:v>
                </c:pt>
                <c:pt idx="151">
                  <c:v>41128</c:v>
                </c:pt>
                <c:pt idx="152">
                  <c:v>41129</c:v>
                </c:pt>
                <c:pt idx="153">
                  <c:v>41130</c:v>
                </c:pt>
                <c:pt idx="154">
                  <c:v>41131</c:v>
                </c:pt>
                <c:pt idx="155">
                  <c:v>41134</c:v>
                </c:pt>
                <c:pt idx="156">
                  <c:v>41135</c:v>
                </c:pt>
                <c:pt idx="157">
                  <c:v>41136</c:v>
                </c:pt>
                <c:pt idx="158">
                  <c:v>41137</c:v>
                </c:pt>
                <c:pt idx="159">
                  <c:v>41138</c:v>
                </c:pt>
                <c:pt idx="160">
                  <c:v>41141</c:v>
                </c:pt>
                <c:pt idx="161">
                  <c:v>41142</c:v>
                </c:pt>
                <c:pt idx="162">
                  <c:v>41143</c:v>
                </c:pt>
                <c:pt idx="163">
                  <c:v>41144</c:v>
                </c:pt>
                <c:pt idx="164">
                  <c:v>41145</c:v>
                </c:pt>
                <c:pt idx="165">
                  <c:v>41148</c:v>
                </c:pt>
                <c:pt idx="166">
                  <c:v>41149</c:v>
                </c:pt>
                <c:pt idx="167">
                  <c:v>41150</c:v>
                </c:pt>
                <c:pt idx="168">
                  <c:v>41151</c:v>
                </c:pt>
                <c:pt idx="169">
                  <c:v>41152</c:v>
                </c:pt>
                <c:pt idx="170">
                  <c:v>41156</c:v>
                </c:pt>
                <c:pt idx="171">
                  <c:v>41157</c:v>
                </c:pt>
                <c:pt idx="172">
                  <c:v>41158</c:v>
                </c:pt>
                <c:pt idx="173">
                  <c:v>41159</c:v>
                </c:pt>
                <c:pt idx="174">
                  <c:v>41162</c:v>
                </c:pt>
                <c:pt idx="175">
                  <c:v>41163</c:v>
                </c:pt>
                <c:pt idx="176">
                  <c:v>41164</c:v>
                </c:pt>
                <c:pt idx="177">
                  <c:v>41165</c:v>
                </c:pt>
                <c:pt idx="178">
                  <c:v>41166</c:v>
                </c:pt>
                <c:pt idx="179">
                  <c:v>41169</c:v>
                </c:pt>
                <c:pt idx="180">
                  <c:v>41170</c:v>
                </c:pt>
                <c:pt idx="181">
                  <c:v>41171</c:v>
                </c:pt>
                <c:pt idx="182">
                  <c:v>41172</c:v>
                </c:pt>
                <c:pt idx="183">
                  <c:v>41173</c:v>
                </c:pt>
                <c:pt idx="184">
                  <c:v>41176</c:v>
                </c:pt>
                <c:pt idx="185">
                  <c:v>41177</c:v>
                </c:pt>
                <c:pt idx="186">
                  <c:v>41178</c:v>
                </c:pt>
                <c:pt idx="187">
                  <c:v>41179</c:v>
                </c:pt>
                <c:pt idx="188">
                  <c:v>41180</c:v>
                </c:pt>
                <c:pt idx="189">
                  <c:v>41183</c:v>
                </c:pt>
                <c:pt idx="190">
                  <c:v>41184</c:v>
                </c:pt>
                <c:pt idx="191">
                  <c:v>41185</c:v>
                </c:pt>
                <c:pt idx="192">
                  <c:v>41186</c:v>
                </c:pt>
                <c:pt idx="193">
                  <c:v>41187</c:v>
                </c:pt>
                <c:pt idx="194">
                  <c:v>41191</c:v>
                </c:pt>
                <c:pt idx="195">
                  <c:v>41192</c:v>
                </c:pt>
                <c:pt idx="196">
                  <c:v>41193</c:v>
                </c:pt>
                <c:pt idx="197">
                  <c:v>41194</c:v>
                </c:pt>
                <c:pt idx="198">
                  <c:v>41197</c:v>
                </c:pt>
                <c:pt idx="199">
                  <c:v>41198</c:v>
                </c:pt>
                <c:pt idx="200">
                  <c:v>41199</c:v>
                </c:pt>
                <c:pt idx="201">
                  <c:v>41200</c:v>
                </c:pt>
                <c:pt idx="202">
                  <c:v>41201</c:v>
                </c:pt>
                <c:pt idx="203">
                  <c:v>41204</c:v>
                </c:pt>
                <c:pt idx="204">
                  <c:v>41205</c:v>
                </c:pt>
                <c:pt idx="205">
                  <c:v>41206</c:v>
                </c:pt>
                <c:pt idx="206">
                  <c:v>41207</c:v>
                </c:pt>
                <c:pt idx="207">
                  <c:v>41208</c:v>
                </c:pt>
                <c:pt idx="208">
                  <c:v>41211</c:v>
                </c:pt>
                <c:pt idx="209">
                  <c:v>41213</c:v>
                </c:pt>
                <c:pt idx="210">
                  <c:v>41214</c:v>
                </c:pt>
                <c:pt idx="211">
                  <c:v>41215</c:v>
                </c:pt>
                <c:pt idx="212">
                  <c:v>41218</c:v>
                </c:pt>
                <c:pt idx="213">
                  <c:v>41219</c:v>
                </c:pt>
                <c:pt idx="214">
                  <c:v>41220</c:v>
                </c:pt>
                <c:pt idx="215">
                  <c:v>41221</c:v>
                </c:pt>
                <c:pt idx="216">
                  <c:v>41222</c:v>
                </c:pt>
                <c:pt idx="217">
                  <c:v>41226</c:v>
                </c:pt>
                <c:pt idx="218">
                  <c:v>41227</c:v>
                </c:pt>
                <c:pt idx="219">
                  <c:v>41228</c:v>
                </c:pt>
                <c:pt idx="220">
                  <c:v>41229</c:v>
                </c:pt>
                <c:pt idx="221">
                  <c:v>41232</c:v>
                </c:pt>
                <c:pt idx="222">
                  <c:v>41233</c:v>
                </c:pt>
                <c:pt idx="223">
                  <c:v>41234</c:v>
                </c:pt>
                <c:pt idx="224">
                  <c:v>41236</c:v>
                </c:pt>
                <c:pt idx="225">
                  <c:v>41239</c:v>
                </c:pt>
                <c:pt idx="226">
                  <c:v>41240</c:v>
                </c:pt>
                <c:pt idx="227">
                  <c:v>41241</c:v>
                </c:pt>
                <c:pt idx="228">
                  <c:v>41242</c:v>
                </c:pt>
                <c:pt idx="229">
                  <c:v>41243</c:v>
                </c:pt>
                <c:pt idx="230">
                  <c:v>41246</c:v>
                </c:pt>
                <c:pt idx="231">
                  <c:v>41247</c:v>
                </c:pt>
                <c:pt idx="232">
                  <c:v>41248</c:v>
                </c:pt>
                <c:pt idx="233">
                  <c:v>41249</c:v>
                </c:pt>
                <c:pt idx="234">
                  <c:v>41250</c:v>
                </c:pt>
                <c:pt idx="235">
                  <c:v>41253</c:v>
                </c:pt>
                <c:pt idx="236">
                  <c:v>41254</c:v>
                </c:pt>
                <c:pt idx="237">
                  <c:v>41255</c:v>
                </c:pt>
                <c:pt idx="238">
                  <c:v>41256</c:v>
                </c:pt>
                <c:pt idx="239">
                  <c:v>41257</c:v>
                </c:pt>
                <c:pt idx="240">
                  <c:v>41260</c:v>
                </c:pt>
                <c:pt idx="241">
                  <c:v>41261</c:v>
                </c:pt>
                <c:pt idx="242">
                  <c:v>41262</c:v>
                </c:pt>
                <c:pt idx="243">
                  <c:v>41263</c:v>
                </c:pt>
                <c:pt idx="244">
                  <c:v>41264</c:v>
                </c:pt>
                <c:pt idx="245">
                  <c:v>41267</c:v>
                </c:pt>
                <c:pt idx="246">
                  <c:v>41269</c:v>
                </c:pt>
                <c:pt idx="247">
                  <c:v>41270</c:v>
                </c:pt>
                <c:pt idx="248">
                  <c:v>41271</c:v>
                </c:pt>
                <c:pt idx="249">
                  <c:v>41274</c:v>
                </c:pt>
              </c:numCache>
            </c:numRef>
          </c:cat>
          <c:val>
            <c:numRef>
              <c:f>'Untitled Chart.1413931024033'!$B$231:$B$479</c:f>
              <c:numCache>
                <c:formatCode>General</c:formatCode>
                <c:ptCount val="249"/>
                <c:pt idx="0">
                  <c:v>1.95964</c:v>
                </c:pt>
                <c:pt idx="1">
                  <c:v>1.9937499999999999</c:v>
                </c:pt>
                <c:pt idx="2">
                  <c:v>1.9919899999999999</c:v>
                </c:pt>
                <c:pt idx="3">
                  <c:v>1.9604600000000001</c:v>
                </c:pt>
                <c:pt idx="4">
                  <c:v>1.9587000000000001</c:v>
                </c:pt>
                <c:pt idx="5">
                  <c:v>1.9709399999999999</c:v>
                </c:pt>
                <c:pt idx="6">
                  <c:v>1.9028400000000001</c:v>
                </c:pt>
                <c:pt idx="7">
                  <c:v>1.9324399999999999</c:v>
                </c:pt>
                <c:pt idx="8">
                  <c:v>1.8523099999999999</c:v>
                </c:pt>
                <c:pt idx="9">
                  <c:v>1.8488</c:v>
                </c:pt>
                <c:pt idx="10">
                  <c:v>1.8956900000000001</c:v>
                </c:pt>
                <c:pt idx="11">
                  <c:v>1.9708600000000001</c:v>
                </c:pt>
                <c:pt idx="12">
                  <c:v>2.0272100000000002</c:v>
                </c:pt>
                <c:pt idx="13">
                  <c:v>2.0661700000000001</c:v>
                </c:pt>
                <c:pt idx="14">
                  <c:v>2.06264</c:v>
                </c:pt>
                <c:pt idx="15">
                  <c:v>2.0078</c:v>
                </c:pt>
                <c:pt idx="16">
                  <c:v>1.9321900000000001</c:v>
                </c:pt>
                <c:pt idx="17">
                  <c:v>1.89714</c:v>
                </c:pt>
                <c:pt idx="18">
                  <c:v>1.8378699999999999</c:v>
                </c:pt>
                <c:pt idx="19">
                  <c:v>1.79966</c:v>
                </c:pt>
                <c:pt idx="20">
                  <c:v>1.84474</c:v>
                </c:pt>
                <c:pt idx="21">
                  <c:v>1.8238399999999999</c:v>
                </c:pt>
                <c:pt idx="22">
                  <c:v>1.94783</c:v>
                </c:pt>
                <c:pt idx="23">
                  <c:v>1.8986700000000001</c:v>
                </c:pt>
                <c:pt idx="24">
                  <c:v>1.9654199999999999</c:v>
                </c:pt>
                <c:pt idx="25">
                  <c:v>2.0139999999999998</c:v>
                </c:pt>
                <c:pt idx="26">
                  <c:v>2.0459999999999998</c:v>
                </c:pt>
                <c:pt idx="27">
                  <c:v>1.96801</c:v>
                </c:pt>
                <c:pt idx="28">
                  <c:v>1.98875</c:v>
                </c:pt>
                <c:pt idx="29">
                  <c:v>1.9232400000000001</c:v>
                </c:pt>
                <c:pt idx="30">
                  <c:v>1.93181</c:v>
                </c:pt>
                <c:pt idx="31">
                  <c:v>1.9922</c:v>
                </c:pt>
                <c:pt idx="32">
                  <c:v>2.0095299999999998</c:v>
                </c:pt>
                <c:pt idx="33">
                  <c:v>2.0460600000000002</c:v>
                </c:pt>
                <c:pt idx="34">
                  <c:v>2.0051800000000002</c:v>
                </c:pt>
                <c:pt idx="35">
                  <c:v>1.9835</c:v>
                </c:pt>
                <c:pt idx="36">
                  <c:v>1.97481</c:v>
                </c:pt>
                <c:pt idx="37">
                  <c:v>1.92123</c:v>
                </c:pt>
                <c:pt idx="38">
                  <c:v>1.9298299999999999</c:v>
                </c:pt>
                <c:pt idx="39">
                  <c:v>1.9765200000000001</c:v>
                </c:pt>
                <c:pt idx="40">
                  <c:v>2.03566</c:v>
                </c:pt>
                <c:pt idx="41">
                  <c:v>1.98343</c:v>
                </c:pt>
                <c:pt idx="42">
                  <c:v>2.0043000000000002</c:v>
                </c:pt>
                <c:pt idx="43">
                  <c:v>1.94526</c:v>
                </c:pt>
                <c:pt idx="44">
                  <c:v>1.9712499999999999</c:v>
                </c:pt>
                <c:pt idx="45">
                  <c:v>2.0147499999999998</c:v>
                </c:pt>
                <c:pt idx="46">
                  <c:v>2.03573</c:v>
                </c:pt>
                <c:pt idx="47">
                  <c:v>2.0313599999999998</c:v>
                </c:pt>
                <c:pt idx="48">
                  <c:v>2.1059899999999998</c:v>
                </c:pt>
                <c:pt idx="49">
                  <c:v>2.2713100000000002</c:v>
                </c:pt>
                <c:pt idx="50">
                  <c:v>2.2803399999999998</c:v>
                </c:pt>
                <c:pt idx="51">
                  <c:v>2.29582</c:v>
                </c:pt>
                <c:pt idx="52">
                  <c:v>2.3762500000000002</c:v>
                </c:pt>
                <c:pt idx="53">
                  <c:v>2.3709099999999999</c:v>
                </c:pt>
                <c:pt idx="54">
                  <c:v>2.29244</c:v>
                </c:pt>
                <c:pt idx="55">
                  <c:v>2.2745299999999999</c:v>
                </c:pt>
                <c:pt idx="56">
                  <c:v>2.2379500000000001</c:v>
                </c:pt>
                <c:pt idx="57">
                  <c:v>2.2433800000000002</c:v>
                </c:pt>
                <c:pt idx="58">
                  <c:v>2.1862300000000001</c:v>
                </c:pt>
                <c:pt idx="59">
                  <c:v>2.1951999999999998</c:v>
                </c:pt>
                <c:pt idx="60">
                  <c:v>2.1578300000000001</c:v>
                </c:pt>
                <c:pt idx="61">
                  <c:v>2.21685</c:v>
                </c:pt>
                <c:pt idx="62">
                  <c:v>2.1927500000000002</c:v>
                </c:pt>
                <c:pt idx="63">
                  <c:v>2.2834500000000002</c:v>
                </c:pt>
                <c:pt idx="64">
                  <c:v>2.2421199999999999</c:v>
                </c:pt>
                <c:pt idx="65">
                  <c:v>2.1742699999999999</c:v>
                </c:pt>
                <c:pt idx="66">
                  <c:v>2.0359400000000001</c:v>
                </c:pt>
                <c:pt idx="67">
                  <c:v>1.98672</c:v>
                </c:pt>
                <c:pt idx="68">
                  <c:v>2.0271400000000002</c:v>
                </c:pt>
                <c:pt idx="69">
                  <c:v>2.0491899999999998</c:v>
                </c:pt>
                <c:pt idx="70">
                  <c:v>1.9972399999999999</c:v>
                </c:pt>
                <c:pt idx="71">
                  <c:v>1.97177</c:v>
                </c:pt>
                <c:pt idx="72">
                  <c:v>2.00779</c:v>
                </c:pt>
                <c:pt idx="73">
                  <c:v>1.9814099999999999</c:v>
                </c:pt>
                <c:pt idx="74">
                  <c:v>1.9515899999999999</c:v>
                </c:pt>
                <c:pt idx="75">
                  <c:v>1.96909</c:v>
                </c:pt>
                <c:pt idx="76">
                  <c:v>1.9322600000000001</c:v>
                </c:pt>
                <c:pt idx="77">
                  <c:v>1.9620500000000001</c:v>
                </c:pt>
                <c:pt idx="78">
                  <c:v>1.98489</c:v>
                </c:pt>
                <c:pt idx="79">
                  <c:v>1.96027</c:v>
                </c:pt>
                <c:pt idx="80">
                  <c:v>1.9321600000000001</c:v>
                </c:pt>
                <c:pt idx="81">
                  <c:v>1.91462</c:v>
                </c:pt>
                <c:pt idx="82">
                  <c:v>1.9567000000000001</c:v>
                </c:pt>
                <c:pt idx="83">
                  <c:v>1.9215800000000001</c:v>
                </c:pt>
                <c:pt idx="84">
                  <c:v>1.9233199999999999</c:v>
                </c:pt>
                <c:pt idx="85">
                  <c:v>1.8794900000000001</c:v>
                </c:pt>
                <c:pt idx="86">
                  <c:v>1.8777200000000001</c:v>
                </c:pt>
                <c:pt idx="87">
                  <c:v>1.8358300000000001</c:v>
                </c:pt>
                <c:pt idx="88">
                  <c:v>1.867</c:v>
                </c:pt>
                <c:pt idx="89">
                  <c:v>1.8834200000000001</c:v>
                </c:pt>
                <c:pt idx="90">
                  <c:v>1.84019</c:v>
                </c:pt>
                <c:pt idx="91">
                  <c:v>1.7868299999999999</c:v>
                </c:pt>
                <c:pt idx="92">
                  <c:v>1.7765500000000001</c:v>
                </c:pt>
                <c:pt idx="93">
                  <c:v>1.76369</c:v>
                </c:pt>
                <c:pt idx="94">
                  <c:v>1.7004900000000001</c:v>
                </c:pt>
                <c:pt idx="95">
                  <c:v>1.7030000000000001</c:v>
                </c:pt>
                <c:pt idx="96">
                  <c:v>1.7337199999999999</c:v>
                </c:pt>
                <c:pt idx="97">
                  <c:v>1.7920499999999999</c:v>
                </c:pt>
                <c:pt idx="98">
                  <c:v>1.72089</c:v>
                </c:pt>
                <c:pt idx="99">
                  <c:v>1.7577</c:v>
                </c:pt>
                <c:pt idx="100">
                  <c:v>1.74397</c:v>
                </c:pt>
                <c:pt idx="101">
                  <c:v>1.7302500000000001</c:v>
                </c:pt>
                <c:pt idx="102">
                  <c:v>1.6245799999999999</c:v>
                </c:pt>
                <c:pt idx="103">
                  <c:v>1.57887</c:v>
                </c:pt>
                <c:pt idx="104">
                  <c:v>1.4661999999999999</c:v>
                </c:pt>
                <c:pt idx="105">
                  <c:v>1.5264500000000001</c:v>
                </c:pt>
                <c:pt idx="106">
                  <c:v>1.5583899999999999</c:v>
                </c:pt>
                <c:pt idx="107">
                  <c:v>1.6515500000000001</c:v>
                </c:pt>
                <c:pt idx="108">
                  <c:v>1.65323</c:v>
                </c:pt>
                <c:pt idx="109">
                  <c:v>1.63697</c:v>
                </c:pt>
                <c:pt idx="110">
                  <c:v>1.5978600000000001</c:v>
                </c:pt>
                <c:pt idx="111">
                  <c:v>1.6599299999999999</c:v>
                </c:pt>
                <c:pt idx="112">
                  <c:v>1.59863</c:v>
                </c:pt>
                <c:pt idx="113">
                  <c:v>1.6121799999999999</c:v>
                </c:pt>
                <c:pt idx="114">
                  <c:v>1.5865899999999999</c:v>
                </c:pt>
                <c:pt idx="115">
                  <c:v>1.5831500000000001</c:v>
                </c:pt>
                <c:pt idx="116">
                  <c:v>1.6179600000000001</c:v>
                </c:pt>
                <c:pt idx="117">
                  <c:v>1.6417900000000001</c:v>
                </c:pt>
                <c:pt idx="118">
                  <c:v>1.6144799999999999</c:v>
                </c:pt>
                <c:pt idx="119">
                  <c:v>1.6716299999999999</c:v>
                </c:pt>
                <c:pt idx="120">
                  <c:v>1.60667</c:v>
                </c:pt>
                <c:pt idx="121">
                  <c:v>1.6271</c:v>
                </c:pt>
                <c:pt idx="122">
                  <c:v>1.6202399999999999</c:v>
                </c:pt>
                <c:pt idx="123">
                  <c:v>1.57422</c:v>
                </c:pt>
                <c:pt idx="124">
                  <c:v>1.65947</c:v>
                </c:pt>
                <c:pt idx="125">
                  <c:v>1.5791500000000001</c:v>
                </c:pt>
                <c:pt idx="126">
                  <c:v>1.6276999999999999</c:v>
                </c:pt>
                <c:pt idx="127">
                  <c:v>1.59606</c:v>
                </c:pt>
                <c:pt idx="128">
                  <c:v>1.5448500000000001</c:v>
                </c:pt>
                <c:pt idx="129">
                  <c:v>1.51173</c:v>
                </c:pt>
                <c:pt idx="130">
                  <c:v>1.4972799999999999</c:v>
                </c:pt>
                <c:pt idx="131">
                  <c:v>1.4972099999999999</c:v>
                </c:pt>
                <c:pt idx="132">
                  <c:v>1.4777100000000001</c:v>
                </c:pt>
                <c:pt idx="133">
                  <c:v>1.49865</c:v>
                </c:pt>
                <c:pt idx="134">
                  <c:v>1.4630700000000001</c:v>
                </c:pt>
                <c:pt idx="135">
                  <c:v>1.50021</c:v>
                </c:pt>
                <c:pt idx="136">
                  <c:v>1.4781299999999999</c:v>
                </c:pt>
                <c:pt idx="137">
                  <c:v>1.51366</c:v>
                </c:pt>
                <c:pt idx="138">
                  <c:v>1.4600900000000001</c:v>
                </c:pt>
                <c:pt idx="139">
                  <c:v>1.4338500000000001</c:v>
                </c:pt>
                <c:pt idx="140">
                  <c:v>1.4034500000000001</c:v>
                </c:pt>
                <c:pt idx="141">
                  <c:v>1.4050400000000001</c:v>
                </c:pt>
                <c:pt idx="142">
                  <c:v>1.42686</c:v>
                </c:pt>
                <c:pt idx="143">
                  <c:v>1.554</c:v>
                </c:pt>
                <c:pt idx="144">
                  <c:v>1.50278</c:v>
                </c:pt>
                <c:pt idx="145">
                  <c:v>1.48912</c:v>
                </c:pt>
                <c:pt idx="146">
                  <c:v>1.5376099999999999</c:v>
                </c:pt>
                <c:pt idx="147">
                  <c:v>1.47624</c:v>
                </c:pt>
                <c:pt idx="148">
                  <c:v>1.57507</c:v>
                </c:pt>
                <c:pt idx="149">
                  <c:v>1.5570200000000001</c:v>
                </c:pt>
                <c:pt idx="150">
                  <c:v>1.6257600000000001</c:v>
                </c:pt>
                <c:pt idx="151">
                  <c:v>1.677</c:v>
                </c:pt>
                <c:pt idx="152">
                  <c:v>1.6855100000000001</c:v>
                </c:pt>
                <c:pt idx="153">
                  <c:v>1.6471100000000001</c:v>
                </c:pt>
                <c:pt idx="154">
                  <c:v>1.6530800000000001</c:v>
                </c:pt>
                <c:pt idx="155">
                  <c:v>1.7249099999999999</c:v>
                </c:pt>
                <c:pt idx="156">
                  <c:v>1.80596</c:v>
                </c:pt>
                <c:pt idx="157">
                  <c:v>1.83548</c:v>
                </c:pt>
                <c:pt idx="158">
                  <c:v>1.8148</c:v>
                </c:pt>
                <c:pt idx="159">
                  <c:v>1.81311</c:v>
                </c:pt>
                <c:pt idx="160">
                  <c:v>1.8044899999999999</c:v>
                </c:pt>
                <c:pt idx="161">
                  <c:v>1.7164999999999999</c:v>
                </c:pt>
                <c:pt idx="162">
                  <c:v>1.66509</c:v>
                </c:pt>
                <c:pt idx="163">
                  <c:v>1.67624</c:v>
                </c:pt>
                <c:pt idx="164">
                  <c:v>1.64802</c:v>
                </c:pt>
                <c:pt idx="165">
                  <c:v>1.63009</c:v>
                </c:pt>
                <c:pt idx="166">
                  <c:v>1.65316</c:v>
                </c:pt>
                <c:pt idx="167">
                  <c:v>1.61815</c:v>
                </c:pt>
                <c:pt idx="168">
                  <c:v>1.5611299999999999</c:v>
                </c:pt>
                <c:pt idx="169">
                  <c:v>1.5789500000000001</c:v>
                </c:pt>
                <c:pt idx="170">
                  <c:v>1.5933999999999999</c:v>
                </c:pt>
                <c:pt idx="171">
                  <c:v>1.6737899999999999</c:v>
                </c:pt>
                <c:pt idx="172">
                  <c:v>1.6609400000000001</c:v>
                </c:pt>
                <c:pt idx="173">
                  <c:v>1.6824300000000001</c:v>
                </c:pt>
                <c:pt idx="174">
                  <c:v>1.6944999999999999</c:v>
                </c:pt>
                <c:pt idx="175">
                  <c:v>1.7654399999999999</c:v>
                </c:pt>
                <c:pt idx="176">
                  <c:v>1.7541899999999999</c:v>
                </c:pt>
                <c:pt idx="177">
                  <c:v>1.86863</c:v>
                </c:pt>
                <c:pt idx="178">
                  <c:v>1.8371299999999999</c:v>
                </c:pt>
                <c:pt idx="179">
                  <c:v>1.8100700000000001</c:v>
                </c:pt>
                <c:pt idx="180">
                  <c:v>1.7813399999999999</c:v>
                </c:pt>
                <c:pt idx="181">
                  <c:v>1.77528</c:v>
                </c:pt>
                <c:pt idx="182">
                  <c:v>1.75885</c:v>
                </c:pt>
                <c:pt idx="183">
                  <c:v>1.7172099999999999</c:v>
                </c:pt>
                <c:pt idx="184">
                  <c:v>1.6809000000000001</c:v>
                </c:pt>
                <c:pt idx="185">
                  <c:v>1.61635</c:v>
                </c:pt>
                <c:pt idx="186">
                  <c:v>1.6404099999999999</c:v>
                </c:pt>
                <c:pt idx="187">
                  <c:v>1.63611</c:v>
                </c:pt>
                <c:pt idx="188">
                  <c:v>1.62235</c:v>
                </c:pt>
                <c:pt idx="189">
                  <c:v>1.61375</c:v>
                </c:pt>
                <c:pt idx="190">
                  <c:v>1.62235</c:v>
                </c:pt>
                <c:pt idx="191">
                  <c:v>1.66459</c:v>
                </c:pt>
                <c:pt idx="192">
                  <c:v>1.7314499999999999</c:v>
                </c:pt>
                <c:pt idx="193">
                  <c:v>1.7184200000000001</c:v>
                </c:pt>
                <c:pt idx="194">
                  <c:v>1.6889099999999999</c:v>
                </c:pt>
                <c:pt idx="195">
                  <c:v>1.67418</c:v>
                </c:pt>
                <c:pt idx="196">
                  <c:v>1.6638200000000001</c:v>
                </c:pt>
                <c:pt idx="197">
                  <c:v>1.6620999999999999</c:v>
                </c:pt>
                <c:pt idx="198">
                  <c:v>1.7177100000000001</c:v>
                </c:pt>
                <c:pt idx="199">
                  <c:v>1.81053</c:v>
                </c:pt>
                <c:pt idx="200">
                  <c:v>1.8229</c:v>
                </c:pt>
                <c:pt idx="201">
                  <c:v>1.7667900000000001</c:v>
                </c:pt>
                <c:pt idx="202">
                  <c:v>1.7966899999999999</c:v>
                </c:pt>
                <c:pt idx="203">
                  <c:v>1.76336</c:v>
                </c:pt>
                <c:pt idx="204">
                  <c:v>1.77217</c:v>
                </c:pt>
                <c:pt idx="205">
                  <c:v>1.8267800000000001</c:v>
                </c:pt>
                <c:pt idx="206">
                  <c:v>1.7495000000000001</c:v>
                </c:pt>
                <c:pt idx="207">
                  <c:v>1.7180299999999999</c:v>
                </c:pt>
                <c:pt idx="208">
                  <c:v>1.6848799999999999</c:v>
                </c:pt>
                <c:pt idx="209">
                  <c:v>1.7163299999999999</c:v>
                </c:pt>
                <c:pt idx="210">
                  <c:v>1.72516</c:v>
                </c:pt>
                <c:pt idx="211">
                  <c:v>1.68146</c:v>
                </c:pt>
                <c:pt idx="212">
                  <c:v>1.7410000000000001</c:v>
                </c:pt>
                <c:pt idx="213">
                  <c:v>1.67</c:v>
                </c:pt>
                <c:pt idx="214">
                  <c:v>1.6292500000000001</c:v>
                </c:pt>
                <c:pt idx="215">
                  <c:v>1.6105700000000001</c:v>
                </c:pt>
                <c:pt idx="216">
                  <c:v>1.58853</c:v>
                </c:pt>
                <c:pt idx="217">
                  <c:v>1.58853</c:v>
                </c:pt>
                <c:pt idx="218">
                  <c:v>1.58683</c:v>
                </c:pt>
                <c:pt idx="219">
                  <c:v>1.5724</c:v>
                </c:pt>
                <c:pt idx="220">
                  <c:v>1.6105400000000001</c:v>
                </c:pt>
                <c:pt idx="221">
                  <c:v>1.65482</c:v>
                </c:pt>
                <c:pt idx="222">
                  <c:v>1.6856199999999999</c:v>
                </c:pt>
                <c:pt idx="223">
                  <c:v>1.69252</c:v>
                </c:pt>
                <c:pt idx="224">
                  <c:v>1.6616899999999999</c:v>
                </c:pt>
                <c:pt idx="225">
                  <c:v>1.6446000000000001</c:v>
                </c:pt>
                <c:pt idx="226">
                  <c:v>1.6147499999999999</c:v>
                </c:pt>
                <c:pt idx="227">
                  <c:v>1.6173</c:v>
                </c:pt>
                <c:pt idx="228">
                  <c:v>1.6053599999999999</c:v>
                </c:pt>
                <c:pt idx="229">
                  <c:v>1.6275299999999999</c:v>
                </c:pt>
                <c:pt idx="230">
                  <c:v>1.6070500000000001</c:v>
                </c:pt>
                <c:pt idx="231">
                  <c:v>1.59</c:v>
                </c:pt>
                <c:pt idx="232">
                  <c:v>1.57978</c:v>
                </c:pt>
                <c:pt idx="233">
                  <c:v>1.62581</c:v>
                </c:pt>
                <c:pt idx="234">
                  <c:v>1.61555</c:v>
                </c:pt>
                <c:pt idx="235">
                  <c:v>1.64808</c:v>
                </c:pt>
                <c:pt idx="236">
                  <c:v>1.6979500000000001</c:v>
                </c:pt>
                <c:pt idx="237">
                  <c:v>1.72733</c:v>
                </c:pt>
                <c:pt idx="238">
                  <c:v>1.7066600000000001</c:v>
                </c:pt>
                <c:pt idx="239">
                  <c:v>1.7621199999999999</c:v>
                </c:pt>
                <c:pt idx="240">
                  <c:v>1.8284100000000001</c:v>
                </c:pt>
                <c:pt idx="241">
                  <c:v>1.7987500000000001</c:v>
                </c:pt>
                <c:pt idx="242">
                  <c:v>1.7988</c:v>
                </c:pt>
                <c:pt idx="243">
                  <c:v>1.7518800000000001</c:v>
                </c:pt>
                <c:pt idx="244">
                  <c:v>1.77197</c:v>
                </c:pt>
                <c:pt idx="245">
                  <c:v>1.7572000000000001</c:v>
                </c:pt>
                <c:pt idx="246">
                  <c:v>1.7138</c:v>
                </c:pt>
                <c:pt idx="247">
                  <c:v>1.70953</c:v>
                </c:pt>
                <c:pt idx="248">
                  <c:v>1.7452000000000001</c:v>
                </c:pt>
              </c:numCache>
            </c:numRef>
          </c:val>
          <c:smooth val="0"/>
        </c:ser>
        <c:dLbls>
          <c:showLegendKey val="0"/>
          <c:showVal val="0"/>
          <c:showCatName val="0"/>
          <c:showSerName val="0"/>
          <c:showPercent val="0"/>
          <c:showBubbleSize val="0"/>
        </c:dLbls>
        <c:marker val="1"/>
        <c:smooth val="0"/>
        <c:axId val="123403648"/>
        <c:axId val="123402112"/>
      </c:lineChart>
      <c:dateAx>
        <c:axId val="123398784"/>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3400576"/>
        <c:crosses val="autoZero"/>
        <c:auto val="1"/>
        <c:lblOffset val="100"/>
        <c:baseTimeUnit val="days"/>
        <c:majorUnit val="2"/>
        <c:majorTimeUnit val="months"/>
      </c:dateAx>
      <c:valAx>
        <c:axId val="123400576"/>
        <c:scaling>
          <c:orientation val="minMax"/>
          <c:min val="100"/>
        </c:scaling>
        <c:delete val="0"/>
        <c:axPos val="l"/>
        <c:numFmt formatCode="General" sourceLinked="1"/>
        <c:majorTickMark val="none"/>
        <c:minorTickMark val="none"/>
        <c:tickLblPos val="nextTo"/>
        <c:spPr>
          <a:noFill/>
          <a:ln>
            <a:solidFill>
              <a:schemeClr val="tx1"/>
            </a:solidFill>
          </a:ln>
          <a:effectLst/>
        </c:spPr>
        <c:txPr>
          <a:bodyPr rot="-60000000" vert="horz"/>
          <a:lstStyle/>
          <a:p>
            <a:pPr>
              <a:defRPr/>
            </a:pPr>
            <a:endParaRPr lang="en-US"/>
          </a:p>
        </c:txPr>
        <c:crossAx val="123398784"/>
        <c:crosses val="autoZero"/>
        <c:crossBetween val="between"/>
      </c:valAx>
      <c:valAx>
        <c:axId val="123402112"/>
        <c:scaling>
          <c:orientation val="minMax"/>
          <c:min val="1"/>
        </c:scaling>
        <c:delete val="0"/>
        <c:axPos val="r"/>
        <c:numFmt formatCode="General" sourceLinked="1"/>
        <c:majorTickMark val="out"/>
        <c:minorTickMark val="none"/>
        <c:tickLblPos val="nextTo"/>
        <c:spPr>
          <a:noFill/>
          <a:ln>
            <a:solidFill>
              <a:schemeClr val="tx1"/>
            </a:solidFill>
          </a:ln>
          <a:effectLst/>
        </c:spPr>
        <c:txPr>
          <a:bodyPr rot="-60000000" vert="horz"/>
          <a:lstStyle/>
          <a:p>
            <a:pPr>
              <a:defRPr/>
            </a:pPr>
            <a:endParaRPr lang="en-US"/>
          </a:p>
        </c:txPr>
        <c:crossAx val="123403648"/>
        <c:crosses val="max"/>
        <c:crossBetween val="between"/>
      </c:valAx>
      <c:dateAx>
        <c:axId val="123403648"/>
        <c:scaling>
          <c:orientation val="minMax"/>
        </c:scaling>
        <c:delete val="1"/>
        <c:axPos val="b"/>
        <c:numFmt formatCode="m/d/yyyy" sourceLinked="1"/>
        <c:majorTickMark val="out"/>
        <c:minorTickMark val="none"/>
        <c:tickLblPos val="nextTo"/>
        <c:crossAx val="123402112"/>
        <c:crosses val="autoZero"/>
        <c:auto val="1"/>
        <c:lblOffset val="100"/>
        <c:baseTimeUnit val="days"/>
      </c:dateAx>
      <c:spPr>
        <a:noFill/>
        <a:ln>
          <a:noFill/>
        </a:ln>
        <a:effectLst/>
      </c:spPr>
    </c:plotArea>
    <c:legend>
      <c:legendPos val="b"/>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barChart>
        <c:barDir val="col"/>
        <c:grouping val="percentStacked"/>
        <c:varyColors val="0"/>
        <c:ser>
          <c:idx val="0"/>
          <c:order val="0"/>
          <c:tx>
            <c:strRef>
              <c:f>'A1'!$D$78</c:f>
              <c:strCache>
                <c:ptCount val="1"/>
                <c:pt idx="0">
                  <c:v>Prepayment &amp; Spread Risk</c:v>
                </c:pt>
              </c:strCache>
            </c:strRef>
          </c:tx>
          <c:spPr>
            <a:solidFill>
              <a:srgbClr val="2E398A"/>
            </a:solidFill>
          </c:spPr>
          <c:invertIfNegative val="0"/>
          <c:cat>
            <c:numRef>
              <c:f>'A1'!$B$79:$B$119</c:f>
              <c:numCache>
                <c:formatCode>[$-409]mmm\-yy;@</c:formatCode>
                <c:ptCount val="41"/>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pt idx="17">
                  <c:v>40909</c:v>
                </c:pt>
                <c:pt idx="18">
                  <c:v>40940</c:v>
                </c:pt>
                <c:pt idx="19">
                  <c:v>40969</c:v>
                </c:pt>
                <c:pt idx="20">
                  <c:v>41000</c:v>
                </c:pt>
                <c:pt idx="21">
                  <c:v>41030</c:v>
                </c:pt>
                <c:pt idx="22">
                  <c:v>41061</c:v>
                </c:pt>
                <c:pt idx="23">
                  <c:v>41091</c:v>
                </c:pt>
                <c:pt idx="24">
                  <c:v>41122</c:v>
                </c:pt>
                <c:pt idx="25">
                  <c:v>41153</c:v>
                </c:pt>
                <c:pt idx="26">
                  <c:v>41183</c:v>
                </c:pt>
                <c:pt idx="27">
                  <c:v>41214</c:v>
                </c:pt>
                <c:pt idx="28">
                  <c:v>41244</c:v>
                </c:pt>
                <c:pt idx="29">
                  <c:v>41275</c:v>
                </c:pt>
                <c:pt idx="30">
                  <c:v>41306</c:v>
                </c:pt>
                <c:pt idx="31">
                  <c:v>41334</c:v>
                </c:pt>
                <c:pt idx="32">
                  <c:v>41365</c:v>
                </c:pt>
                <c:pt idx="33">
                  <c:v>41395</c:v>
                </c:pt>
                <c:pt idx="34">
                  <c:v>41426</c:v>
                </c:pt>
                <c:pt idx="35">
                  <c:v>41456</c:v>
                </c:pt>
                <c:pt idx="36">
                  <c:v>41487</c:v>
                </c:pt>
                <c:pt idx="37">
                  <c:v>41518</c:v>
                </c:pt>
                <c:pt idx="38">
                  <c:v>41548</c:v>
                </c:pt>
                <c:pt idx="39">
                  <c:v>41591</c:v>
                </c:pt>
                <c:pt idx="40">
                  <c:v>41621</c:v>
                </c:pt>
              </c:numCache>
            </c:numRef>
          </c:cat>
          <c:val>
            <c:numRef>
              <c:f>'A1'!$D$79:$D$119</c:f>
              <c:numCache>
                <c:formatCode>0.00%</c:formatCode>
                <c:ptCount val="41"/>
                <c:pt idx="0">
                  <c:v>0.70299999999999996</c:v>
                </c:pt>
                <c:pt idx="1">
                  <c:v>0.874</c:v>
                </c:pt>
                <c:pt idx="2">
                  <c:v>0.93</c:v>
                </c:pt>
                <c:pt idx="3">
                  <c:v>0.96</c:v>
                </c:pt>
                <c:pt idx="4">
                  <c:v>0.84899999999999998</c:v>
                </c:pt>
                <c:pt idx="5">
                  <c:v>0.96399999999999997</c:v>
                </c:pt>
                <c:pt idx="6">
                  <c:v>0.879</c:v>
                </c:pt>
                <c:pt idx="7">
                  <c:v>0.92800000000000005</c:v>
                </c:pt>
                <c:pt idx="8">
                  <c:v>0.96699999999999997</c:v>
                </c:pt>
                <c:pt idx="9">
                  <c:v>0.92300000000000004</c:v>
                </c:pt>
                <c:pt idx="10">
                  <c:v>0.77800000000000002</c:v>
                </c:pt>
                <c:pt idx="11">
                  <c:v>0.878</c:v>
                </c:pt>
                <c:pt idx="12">
                  <c:v>0.73699999999999999</c:v>
                </c:pt>
                <c:pt idx="13">
                  <c:v>0.90800000000000003</c:v>
                </c:pt>
                <c:pt idx="14">
                  <c:v>0.82099999999999995</c:v>
                </c:pt>
                <c:pt idx="15">
                  <c:v>0.83699999999999997</c:v>
                </c:pt>
                <c:pt idx="16">
                  <c:v>0.96199999999999997</c:v>
                </c:pt>
                <c:pt idx="17">
                  <c:v>0.92800000000000005</c:v>
                </c:pt>
                <c:pt idx="18">
                  <c:v>0.93</c:v>
                </c:pt>
                <c:pt idx="19">
                  <c:v>1</c:v>
                </c:pt>
                <c:pt idx="20">
                  <c:v>0.91600000000000004</c:v>
                </c:pt>
                <c:pt idx="21">
                  <c:v>0.97</c:v>
                </c:pt>
                <c:pt idx="22">
                  <c:v>1.024</c:v>
                </c:pt>
                <c:pt idx="23">
                  <c:v>0.95499999999999996</c:v>
                </c:pt>
                <c:pt idx="24">
                  <c:v>0.89100000000000001</c:v>
                </c:pt>
                <c:pt idx="25">
                  <c:v>0.98599999999999999</c:v>
                </c:pt>
                <c:pt idx="26">
                  <c:v>1.014</c:v>
                </c:pt>
                <c:pt idx="27">
                  <c:v>0.82099999999999995</c:v>
                </c:pt>
                <c:pt idx="28">
                  <c:v>0.93700000000000006</c:v>
                </c:pt>
                <c:pt idx="29">
                  <c:v>1.026</c:v>
                </c:pt>
                <c:pt idx="30">
                  <c:v>0.94399999999999995</c:v>
                </c:pt>
                <c:pt idx="31">
                  <c:v>0.95499999999999996</c:v>
                </c:pt>
                <c:pt idx="32">
                  <c:v>0.84</c:v>
                </c:pt>
                <c:pt idx="33">
                  <c:v>0.872</c:v>
                </c:pt>
                <c:pt idx="34">
                  <c:v>0.74199999999999999</c:v>
                </c:pt>
                <c:pt idx="35">
                  <c:v>0.78900000000000003</c:v>
                </c:pt>
                <c:pt idx="36">
                  <c:v>0.86499999999999999</c:v>
                </c:pt>
                <c:pt idx="37">
                  <c:v>0.93200000000000005</c:v>
                </c:pt>
                <c:pt idx="38">
                  <c:v>0.752</c:v>
                </c:pt>
                <c:pt idx="39">
                  <c:v>0.69599999999999995</c:v>
                </c:pt>
                <c:pt idx="40">
                  <c:v>0.67600000000000005</c:v>
                </c:pt>
              </c:numCache>
            </c:numRef>
          </c:val>
        </c:ser>
        <c:ser>
          <c:idx val="1"/>
          <c:order val="1"/>
          <c:tx>
            <c:strRef>
              <c:f>'A1'!$C$78</c:f>
              <c:strCache>
                <c:ptCount val="1"/>
                <c:pt idx="0">
                  <c:v>Interest Rate Risk</c:v>
                </c:pt>
              </c:strCache>
            </c:strRef>
          </c:tx>
          <c:spPr>
            <a:solidFill>
              <a:srgbClr val="8891D5"/>
            </a:solidFill>
          </c:spPr>
          <c:invertIfNegative val="0"/>
          <c:cat>
            <c:numRef>
              <c:f>'A1'!$B$79:$B$119</c:f>
              <c:numCache>
                <c:formatCode>[$-409]mmm\-yy;@</c:formatCode>
                <c:ptCount val="41"/>
                <c:pt idx="0">
                  <c:v>40391</c:v>
                </c:pt>
                <c:pt idx="1">
                  <c:v>40422</c:v>
                </c:pt>
                <c:pt idx="2">
                  <c:v>40452</c:v>
                </c:pt>
                <c:pt idx="3">
                  <c:v>40483</c:v>
                </c:pt>
                <c:pt idx="4">
                  <c:v>40513</c:v>
                </c:pt>
                <c:pt idx="5">
                  <c:v>40544</c:v>
                </c:pt>
                <c:pt idx="6">
                  <c:v>40575</c:v>
                </c:pt>
                <c:pt idx="7">
                  <c:v>40603</c:v>
                </c:pt>
                <c:pt idx="8">
                  <c:v>40634</c:v>
                </c:pt>
                <c:pt idx="9">
                  <c:v>40664</c:v>
                </c:pt>
                <c:pt idx="10">
                  <c:v>40695</c:v>
                </c:pt>
                <c:pt idx="11">
                  <c:v>40725</c:v>
                </c:pt>
                <c:pt idx="12">
                  <c:v>40756</c:v>
                </c:pt>
                <c:pt idx="13">
                  <c:v>40787</c:v>
                </c:pt>
                <c:pt idx="14">
                  <c:v>40817</c:v>
                </c:pt>
                <c:pt idx="15">
                  <c:v>40848</c:v>
                </c:pt>
                <c:pt idx="16">
                  <c:v>40878</c:v>
                </c:pt>
                <c:pt idx="17">
                  <c:v>40909</c:v>
                </c:pt>
                <c:pt idx="18">
                  <c:v>40940</c:v>
                </c:pt>
                <c:pt idx="19">
                  <c:v>40969</c:v>
                </c:pt>
                <c:pt idx="20">
                  <c:v>41000</c:v>
                </c:pt>
                <c:pt idx="21">
                  <c:v>41030</c:v>
                </c:pt>
                <c:pt idx="22">
                  <c:v>41061</c:v>
                </c:pt>
                <c:pt idx="23">
                  <c:v>41091</c:v>
                </c:pt>
                <c:pt idx="24">
                  <c:v>41122</c:v>
                </c:pt>
                <c:pt idx="25">
                  <c:v>41153</c:v>
                </c:pt>
                <c:pt idx="26">
                  <c:v>41183</c:v>
                </c:pt>
                <c:pt idx="27">
                  <c:v>41214</c:v>
                </c:pt>
                <c:pt idx="28">
                  <c:v>41244</c:v>
                </c:pt>
                <c:pt idx="29">
                  <c:v>41275</c:v>
                </c:pt>
                <c:pt idx="30">
                  <c:v>41306</c:v>
                </c:pt>
                <c:pt idx="31">
                  <c:v>41334</c:v>
                </c:pt>
                <c:pt idx="32">
                  <c:v>41365</c:v>
                </c:pt>
                <c:pt idx="33">
                  <c:v>41395</c:v>
                </c:pt>
                <c:pt idx="34">
                  <c:v>41426</c:v>
                </c:pt>
                <c:pt idx="35">
                  <c:v>41456</c:v>
                </c:pt>
                <c:pt idx="36">
                  <c:v>41487</c:v>
                </c:pt>
                <c:pt idx="37">
                  <c:v>41518</c:v>
                </c:pt>
                <c:pt idx="38">
                  <c:v>41548</c:v>
                </c:pt>
                <c:pt idx="39">
                  <c:v>41591</c:v>
                </c:pt>
                <c:pt idx="40">
                  <c:v>41621</c:v>
                </c:pt>
              </c:numCache>
            </c:numRef>
          </c:cat>
          <c:val>
            <c:numRef>
              <c:f>'A1'!$C$79:$C$119</c:f>
              <c:numCache>
                <c:formatCode>0.00%</c:formatCode>
                <c:ptCount val="41"/>
                <c:pt idx="0">
                  <c:v>0.29699999999999999</c:v>
                </c:pt>
                <c:pt idx="1">
                  <c:v>0.126</c:v>
                </c:pt>
                <c:pt idx="2">
                  <c:v>7.0000000000000007E-2</c:v>
                </c:pt>
                <c:pt idx="3">
                  <c:v>0.04</c:v>
                </c:pt>
                <c:pt idx="4">
                  <c:v>0.151</c:v>
                </c:pt>
                <c:pt idx="5">
                  <c:v>3.5999999999999997E-2</c:v>
                </c:pt>
                <c:pt idx="6">
                  <c:v>0.121</c:v>
                </c:pt>
                <c:pt idx="7">
                  <c:v>7.1999999999999995E-2</c:v>
                </c:pt>
                <c:pt idx="8">
                  <c:v>3.3000000000000002E-2</c:v>
                </c:pt>
                <c:pt idx="9">
                  <c:v>7.6999999999999999E-2</c:v>
                </c:pt>
                <c:pt idx="10">
                  <c:v>0.222</c:v>
                </c:pt>
                <c:pt idx="11">
                  <c:v>0.122</c:v>
                </c:pt>
                <c:pt idx="12">
                  <c:v>0.26300000000000001</c:v>
                </c:pt>
                <c:pt idx="13">
                  <c:v>9.1999999999999998E-2</c:v>
                </c:pt>
                <c:pt idx="14">
                  <c:v>0.17899999999999999</c:v>
                </c:pt>
                <c:pt idx="15">
                  <c:v>0.16300000000000001</c:v>
                </c:pt>
                <c:pt idx="16">
                  <c:v>3.7999999999999999E-2</c:v>
                </c:pt>
                <c:pt idx="17">
                  <c:v>7.1999999999999995E-2</c:v>
                </c:pt>
                <c:pt idx="18">
                  <c:v>7.0000000000000007E-2</c:v>
                </c:pt>
                <c:pt idx="19">
                  <c:v>0</c:v>
                </c:pt>
                <c:pt idx="20">
                  <c:v>8.4000000000000005E-2</c:v>
                </c:pt>
                <c:pt idx="21">
                  <c:v>0.03</c:v>
                </c:pt>
                <c:pt idx="22">
                  <c:v>-2.4E-2</c:v>
                </c:pt>
                <c:pt idx="23">
                  <c:v>4.4999999999999998E-2</c:v>
                </c:pt>
                <c:pt idx="24">
                  <c:v>0.109</c:v>
                </c:pt>
                <c:pt idx="25">
                  <c:v>1.4E-2</c:v>
                </c:pt>
                <c:pt idx="26">
                  <c:v>-1.4E-2</c:v>
                </c:pt>
                <c:pt idx="27">
                  <c:v>0.17899999999999999</c:v>
                </c:pt>
                <c:pt idx="28">
                  <c:v>6.3E-2</c:v>
                </c:pt>
                <c:pt idx="29">
                  <c:v>-2.5999999999999999E-2</c:v>
                </c:pt>
                <c:pt idx="30">
                  <c:v>5.6000000000000001E-2</c:v>
                </c:pt>
                <c:pt idx="31">
                  <c:v>4.4999999999999998E-2</c:v>
                </c:pt>
                <c:pt idx="32">
                  <c:v>0.16</c:v>
                </c:pt>
                <c:pt idx="33">
                  <c:v>0.128</c:v>
                </c:pt>
                <c:pt idx="34">
                  <c:v>0.25800000000000001</c:v>
                </c:pt>
                <c:pt idx="35">
                  <c:v>0.21099999999999999</c:v>
                </c:pt>
                <c:pt idx="36">
                  <c:v>0.13500000000000001</c:v>
                </c:pt>
                <c:pt idx="37">
                  <c:v>6.8000000000000005E-2</c:v>
                </c:pt>
                <c:pt idx="38">
                  <c:v>0.248</c:v>
                </c:pt>
                <c:pt idx="39">
                  <c:v>0.30399999999999999</c:v>
                </c:pt>
                <c:pt idx="40">
                  <c:v>0.32400000000000001</c:v>
                </c:pt>
              </c:numCache>
            </c:numRef>
          </c:val>
        </c:ser>
        <c:dLbls>
          <c:showLegendKey val="0"/>
          <c:showVal val="0"/>
          <c:showCatName val="0"/>
          <c:showSerName val="0"/>
          <c:showPercent val="0"/>
          <c:showBubbleSize val="0"/>
        </c:dLbls>
        <c:gapWidth val="75"/>
        <c:overlap val="100"/>
        <c:axId val="123525760"/>
        <c:axId val="123081088"/>
      </c:barChart>
      <c:dateAx>
        <c:axId val="123525760"/>
        <c:scaling>
          <c:orientation val="minMax"/>
          <c:max val="41639"/>
          <c:min val="41275"/>
        </c:scaling>
        <c:delete val="0"/>
        <c:axPos val="b"/>
        <c:numFmt formatCode="mmm\ yy" sourceLinked="0"/>
        <c:majorTickMark val="none"/>
        <c:minorTickMark val="none"/>
        <c:tickLblPos val="nextTo"/>
        <c:crossAx val="123081088"/>
        <c:crosses val="autoZero"/>
        <c:auto val="1"/>
        <c:lblOffset val="100"/>
        <c:baseTimeUnit val="months"/>
        <c:majorUnit val="2"/>
        <c:majorTimeUnit val="months"/>
        <c:minorUnit val="1"/>
        <c:minorTimeUnit val="months"/>
      </c:dateAx>
      <c:valAx>
        <c:axId val="123081088"/>
        <c:scaling>
          <c:orientation val="minMax"/>
          <c:max val="1"/>
          <c:min val="0"/>
        </c:scaling>
        <c:delete val="0"/>
        <c:axPos val="l"/>
        <c:numFmt formatCode="0%" sourceLinked="0"/>
        <c:majorTickMark val="out"/>
        <c:minorTickMark val="none"/>
        <c:tickLblPos val="nextTo"/>
        <c:crossAx val="123525760"/>
        <c:crosses val="autoZero"/>
        <c:crossBetween val="between"/>
        <c:majorUnit val="0.2"/>
      </c:valAx>
    </c:plotArea>
    <c:legend>
      <c:legendPos val="b"/>
      <c:layout>
        <c:manualLayout>
          <c:xMode val="edge"/>
          <c:yMode val="edge"/>
          <c:x val="0.13821984100427814"/>
          <c:y val="0.84309542801964821"/>
          <c:w val="0.76125646576459272"/>
          <c:h val="8.8826567026323522E-2"/>
        </c:manualLayout>
      </c:layout>
      <c:overlay val="0"/>
    </c:legend>
    <c:plotVisOnly val="1"/>
    <c:dispBlanksAs val="gap"/>
    <c:showDLblsOverMax val="0"/>
  </c:chart>
  <c:spPr>
    <a:ln>
      <a:noFill/>
    </a:ln>
  </c:spPr>
  <c:txPr>
    <a:bodyPr/>
    <a:lstStyle/>
    <a:p>
      <a:pPr>
        <a:defRPr sz="700"/>
      </a:pPr>
      <a:endParaRPr lang="en-US"/>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Sheet1!$F$29:$F$40</c:f>
              <c:numCache>
                <c:formatCode>mmm\-yy</c:formatCode>
                <c:ptCount val="12"/>
                <c:pt idx="0">
                  <c:v>41275</c:v>
                </c:pt>
                <c:pt idx="1">
                  <c:v>41306</c:v>
                </c:pt>
                <c:pt idx="2">
                  <c:v>41334</c:v>
                </c:pt>
                <c:pt idx="3">
                  <c:v>41365</c:v>
                </c:pt>
                <c:pt idx="4">
                  <c:v>41395</c:v>
                </c:pt>
                <c:pt idx="5">
                  <c:v>41426</c:v>
                </c:pt>
                <c:pt idx="6">
                  <c:v>41456</c:v>
                </c:pt>
                <c:pt idx="7">
                  <c:v>41487</c:v>
                </c:pt>
                <c:pt idx="8">
                  <c:v>41518</c:v>
                </c:pt>
                <c:pt idx="9">
                  <c:v>41548</c:v>
                </c:pt>
                <c:pt idx="10">
                  <c:v>41579</c:v>
                </c:pt>
                <c:pt idx="11">
                  <c:v>41609</c:v>
                </c:pt>
              </c:numCache>
            </c:numRef>
          </c:cat>
          <c:val>
            <c:numRef>
              <c:f>Sheet1!$G$29:$G$40</c:f>
              <c:numCache>
                <c:formatCode>#,##0.00</c:formatCode>
                <c:ptCount val="12"/>
                <c:pt idx="0">
                  <c:v>385607490.30422801</c:v>
                </c:pt>
                <c:pt idx="1">
                  <c:v>395505062.77754599</c:v>
                </c:pt>
                <c:pt idx="2">
                  <c:v>398977233.44051999</c:v>
                </c:pt>
                <c:pt idx="3">
                  <c:v>380080972.92749</c:v>
                </c:pt>
                <c:pt idx="4">
                  <c:v>380640384.915636</c:v>
                </c:pt>
                <c:pt idx="5">
                  <c:v>380650462.899055</c:v>
                </c:pt>
                <c:pt idx="6">
                  <c:v>347362061.45504999</c:v>
                </c:pt>
                <c:pt idx="7">
                  <c:v>388594544.19817197</c:v>
                </c:pt>
                <c:pt idx="8">
                  <c:v>398237534.95151001</c:v>
                </c:pt>
                <c:pt idx="9">
                  <c:v>401298258.48530799</c:v>
                </c:pt>
                <c:pt idx="10">
                  <c:v>414041068.34953201</c:v>
                </c:pt>
                <c:pt idx="11">
                  <c:v>417925737.04327899</c:v>
                </c:pt>
              </c:numCache>
            </c:numRef>
          </c:val>
          <c:smooth val="0"/>
        </c:ser>
        <c:dLbls>
          <c:showLegendKey val="0"/>
          <c:showVal val="0"/>
          <c:showCatName val="0"/>
          <c:showSerName val="0"/>
          <c:showPercent val="0"/>
          <c:showBubbleSize val="0"/>
        </c:dLbls>
        <c:marker val="1"/>
        <c:smooth val="0"/>
        <c:axId val="123179008"/>
        <c:axId val="123180544"/>
      </c:lineChart>
      <c:dateAx>
        <c:axId val="123179008"/>
        <c:scaling>
          <c:orientation val="minMax"/>
        </c:scaling>
        <c:delete val="0"/>
        <c:axPos val="b"/>
        <c:numFmt formatCode="mmm\-yy" sourceLinked="1"/>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3180544"/>
        <c:crosses val="autoZero"/>
        <c:auto val="1"/>
        <c:lblOffset val="100"/>
        <c:baseTimeUnit val="months"/>
        <c:majorUnit val="2"/>
        <c:majorTimeUnit val="months"/>
      </c:dateAx>
      <c:valAx>
        <c:axId val="123180544"/>
        <c:scaling>
          <c:orientation val="minMax"/>
          <c:min val="300000000"/>
        </c:scaling>
        <c:delete val="0"/>
        <c:axPos val="l"/>
        <c:numFmt formatCode="&quot;$&quot;#,##0" sourceLinked="0"/>
        <c:majorTickMark val="none"/>
        <c:minorTickMark val="none"/>
        <c:tickLblPos val="nextTo"/>
        <c:spPr>
          <a:noFill/>
          <a:ln>
            <a:solidFill>
              <a:schemeClr val="tx1"/>
            </a:solidFill>
          </a:ln>
          <a:effectLst/>
        </c:spPr>
        <c:txPr>
          <a:bodyPr rot="-60000000" vert="horz"/>
          <a:lstStyle/>
          <a:p>
            <a:pPr>
              <a:defRPr/>
            </a:pPr>
            <a:endParaRPr lang="en-US"/>
          </a:p>
        </c:txPr>
        <c:crossAx val="123179008"/>
        <c:crosses val="autoZero"/>
        <c:crossBetween val="between"/>
        <c:dispUnits>
          <c:builtInUnit val="millions"/>
        </c:dispUnits>
      </c:valAx>
      <c:spPr>
        <a:noFill/>
        <a:ln>
          <a:noFill/>
        </a:ln>
        <a:effectLst/>
      </c:spPr>
    </c:plotArea>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'Bond-NAV and Invest%'!$F$3</c:f>
              <c:strCache>
                <c:ptCount val="1"/>
                <c:pt idx="0">
                  <c:v>Net IO (%)</c:v>
                </c:pt>
              </c:strCache>
            </c:strRef>
          </c:tx>
          <c:spPr>
            <a:ln>
              <a:solidFill>
                <a:schemeClr val="accent1"/>
              </a:solidFill>
            </a:ln>
          </c:spPr>
          <c:marker>
            <c:symbol val="none"/>
          </c:marker>
          <c:cat>
            <c:numRef>
              <c:f>'Bond-NAV and Invest%'!$E$378:$E$625</c:f>
              <c:numCache>
                <c:formatCode>mm/dd/yy;@</c:formatCode>
                <c:ptCount val="248"/>
                <c:pt idx="0">
                  <c:v>41276</c:v>
                </c:pt>
                <c:pt idx="1">
                  <c:v>41277</c:v>
                </c:pt>
                <c:pt idx="2">
                  <c:v>41278</c:v>
                </c:pt>
                <c:pt idx="3">
                  <c:v>41281</c:v>
                </c:pt>
                <c:pt idx="4">
                  <c:v>41282</c:v>
                </c:pt>
                <c:pt idx="5">
                  <c:v>41283</c:v>
                </c:pt>
                <c:pt idx="6">
                  <c:v>41284</c:v>
                </c:pt>
                <c:pt idx="7">
                  <c:v>41285</c:v>
                </c:pt>
                <c:pt idx="8">
                  <c:v>41288</c:v>
                </c:pt>
                <c:pt idx="9">
                  <c:v>41289</c:v>
                </c:pt>
                <c:pt idx="10">
                  <c:v>41290</c:v>
                </c:pt>
                <c:pt idx="11">
                  <c:v>41291</c:v>
                </c:pt>
                <c:pt idx="12">
                  <c:v>41292</c:v>
                </c:pt>
                <c:pt idx="13">
                  <c:v>41296</c:v>
                </c:pt>
                <c:pt idx="14">
                  <c:v>41297</c:v>
                </c:pt>
                <c:pt idx="15">
                  <c:v>41298</c:v>
                </c:pt>
                <c:pt idx="16">
                  <c:v>41299</c:v>
                </c:pt>
                <c:pt idx="17">
                  <c:v>41302</c:v>
                </c:pt>
                <c:pt idx="18">
                  <c:v>41303</c:v>
                </c:pt>
                <c:pt idx="19">
                  <c:v>41304</c:v>
                </c:pt>
                <c:pt idx="20">
                  <c:v>41305</c:v>
                </c:pt>
                <c:pt idx="21">
                  <c:v>41306</c:v>
                </c:pt>
                <c:pt idx="22">
                  <c:v>41309</c:v>
                </c:pt>
                <c:pt idx="23">
                  <c:v>41310</c:v>
                </c:pt>
                <c:pt idx="24">
                  <c:v>41311</c:v>
                </c:pt>
                <c:pt idx="25">
                  <c:v>41312</c:v>
                </c:pt>
                <c:pt idx="26">
                  <c:v>41313</c:v>
                </c:pt>
                <c:pt idx="27">
                  <c:v>41316</c:v>
                </c:pt>
                <c:pt idx="28">
                  <c:v>41317</c:v>
                </c:pt>
                <c:pt idx="29">
                  <c:v>41318</c:v>
                </c:pt>
                <c:pt idx="30">
                  <c:v>41319</c:v>
                </c:pt>
                <c:pt idx="31">
                  <c:v>41320</c:v>
                </c:pt>
                <c:pt idx="32">
                  <c:v>41324</c:v>
                </c:pt>
                <c:pt idx="33">
                  <c:v>41325</c:v>
                </c:pt>
                <c:pt idx="34">
                  <c:v>41326</c:v>
                </c:pt>
                <c:pt idx="35">
                  <c:v>41327</c:v>
                </c:pt>
                <c:pt idx="36">
                  <c:v>41330</c:v>
                </c:pt>
                <c:pt idx="37">
                  <c:v>41331</c:v>
                </c:pt>
                <c:pt idx="38">
                  <c:v>41332</c:v>
                </c:pt>
                <c:pt idx="39">
                  <c:v>41333</c:v>
                </c:pt>
                <c:pt idx="40">
                  <c:v>41334</c:v>
                </c:pt>
                <c:pt idx="41">
                  <c:v>41337</c:v>
                </c:pt>
                <c:pt idx="42">
                  <c:v>41338</c:v>
                </c:pt>
                <c:pt idx="43">
                  <c:v>41339</c:v>
                </c:pt>
                <c:pt idx="44">
                  <c:v>41340</c:v>
                </c:pt>
                <c:pt idx="45">
                  <c:v>41341</c:v>
                </c:pt>
                <c:pt idx="46">
                  <c:v>41344</c:v>
                </c:pt>
                <c:pt idx="47">
                  <c:v>41345</c:v>
                </c:pt>
                <c:pt idx="48">
                  <c:v>41346</c:v>
                </c:pt>
                <c:pt idx="49">
                  <c:v>41347</c:v>
                </c:pt>
                <c:pt idx="50">
                  <c:v>41348</c:v>
                </c:pt>
                <c:pt idx="51">
                  <c:v>41351</c:v>
                </c:pt>
                <c:pt idx="52">
                  <c:v>41352</c:v>
                </c:pt>
                <c:pt idx="53">
                  <c:v>41353</c:v>
                </c:pt>
                <c:pt idx="54">
                  <c:v>41354</c:v>
                </c:pt>
                <c:pt idx="55">
                  <c:v>41355</c:v>
                </c:pt>
                <c:pt idx="56">
                  <c:v>41358</c:v>
                </c:pt>
                <c:pt idx="57">
                  <c:v>41359</c:v>
                </c:pt>
                <c:pt idx="58">
                  <c:v>41360</c:v>
                </c:pt>
                <c:pt idx="59">
                  <c:v>41361</c:v>
                </c:pt>
                <c:pt idx="60">
                  <c:v>41365</c:v>
                </c:pt>
                <c:pt idx="61">
                  <c:v>41366</c:v>
                </c:pt>
                <c:pt idx="62">
                  <c:v>41367</c:v>
                </c:pt>
                <c:pt idx="63">
                  <c:v>41368</c:v>
                </c:pt>
                <c:pt idx="64">
                  <c:v>41369</c:v>
                </c:pt>
                <c:pt idx="65">
                  <c:v>41372</c:v>
                </c:pt>
                <c:pt idx="66">
                  <c:v>41373</c:v>
                </c:pt>
                <c:pt idx="67">
                  <c:v>41374</c:v>
                </c:pt>
                <c:pt idx="68">
                  <c:v>41375</c:v>
                </c:pt>
                <c:pt idx="69">
                  <c:v>41376</c:v>
                </c:pt>
                <c:pt idx="70">
                  <c:v>41379</c:v>
                </c:pt>
                <c:pt idx="71">
                  <c:v>41380</c:v>
                </c:pt>
                <c:pt idx="72">
                  <c:v>41381</c:v>
                </c:pt>
                <c:pt idx="73">
                  <c:v>41382</c:v>
                </c:pt>
                <c:pt idx="74">
                  <c:v>41383</c:v>
                </c:pt>
                <c:pt idx="75">
                  <c:v>41386</c:v>
                </c:pt>
                <c:pt idx="76">
                  <c:v>41387</c:v>
                </c:pt>
                <c:pt idx="77">
                  <c:v>41388</c:v>
                </c:pt>
                <c:pt idx="78">
                  <c:v>41389</c:v>
                </c:pt>
                <c:pt idx="79">
                  <c:v>41390</c:v>
                </c:pt>
                <c:pt idx="80">
                  <c:v>41393</c:v>
                </c:pt>
                <c:pt idx="81">
                  <c:v>41394</c:v>
                </c:pt>
                <c:pt idx="82">
                  <c:v>41395</c:v>
                </c:pt>
                <c:pt idx="83">
                  <c:v>41396</c:v>
                </c:pt>
                <c:pt idx="84">
                  <c:v>41397</c:v>
                </c:pt>
                <c:pt idx="85">
                  <c:v>41400</c:v>
                </c:pt>
                <c:pt idx="86">
                  <c:v>41401</c:v>
                </c:pt>
                <c:pt idx="87">
                  <c:v>41402</c:v>
                </c:pt>
                <c:pt idx="88">
                  <c:v>41403</c:v>
                </c:pt>
                <c:pt idx="89">
                  <c:v>41404</c:v>
                </c:pt>
                <c:pt idx="90">
                  <c:v>41407</c:v>
                </c:pt>
                <c:pt idx="91">
                  <c:v>41408</c:v>
                </c:pt>
                <c:pt idx="92">
                  <c:v>41409</c:v>
                </c:pt>
                <c:pt idx="93">
                  <c:v>41410</c:v>
                </c:pt>
                <c:pt idx="94">
                  <c:v>41411</c:v>
                </c:pt>
                <c:pt idx="95">
                  <c:v>41414</c:v>
                </c:pt>
                <c:pt idx="96">
                  <c:v>41415</c:v>
                </c:pt>
                <c:pt idx="97">
                  <c:v>41416</c:v>
                </c:pt>
                <c:pt idx="98">
                  <c:v>41417</c:v>
                </c:pt>
                <c:pt idx="99">
                  <c:v>41418</c:v>
                </c:pt>
                <c:pt idx="100">
                  <c:v>41422</c:v>
                </c:pt>
                <c:pt idx="101">
                  <c:v>41423</c:v>
                </c:pt>
                <c:pt idx="102">
                  <c:v>41424</c:v>
                </c:pt>
                <c:pt idx="103">
                  <c:v>41425</c:v>
                </c:pt>
                <c:pt idx="104">
                  <c:v>41428</c:v>
                </c:pt>
                <c:pt idx="105">
                  <c:v>41429</c:v>
                </c:pt>
                <c:pt idx="106">
                  <c:v>41430</c:v>
                </c:pt>
                <c:pt idx="107">
                  <c:v>41431</c:v>
                </c:pt>
                <c:pt idx="108">
                  <c:v>41432</c:v>
                </c:pt>
                <c:pt idx="109">
                  <c:v>41435</c:v>
                </c:pt>
                <c:pt idx="110">
                  <c:v>41436</c:v>
                </c:pt>
                <c:pt idx="111">
                  <c:v>41437</c:v>
                </c:pt>
                <c:pt idx="112">
                  <c:v>41438</c:v>
                </c:pt>
                <c:pt idx="113">
                  <c:v>41439</c:v>
                </c:pt>
                <c:pt idx="114">
                  <c:v>41442</c:v>
                </c:pt>
                <c:pt idx="115">
                  <c:v>41443</c:v>
                </c:pt>
                <c:pt idx="116">
                  <c:v>41444</c:v>
                </c:pt>
                <c:pt idx="117">
                  <c:v>41445</c:v>
                </c:pt>
                <c:pt idx="118">
                  <c:v>41446</c:v>
                </c:pt>
                <c:pt idx="119">
                  <c:v>41449</c:v>
                </c:pt>
                <c:pt idx="120">
                  <c:v>41450</c:v>
                </c:pt>
                <c:pt idx="121">
                  <c:v>41451</c:v>
                </c:pt>
                <c:pt idx="122">
                  <c:v>41452</c:v>
                </c:pt>
                <c:pt idx="123">
                  <c:v>41453</c:v>
                </c:pt>
                <c:pt idx="124">
                  <c:v>41456</c:v>
                </c:pt>
                <c:pt idx="125">
                  <c:v>41457</c:v>
                </c:pt>
                <c:pt idx="126">
                  <c:v>41458</c:v>
                </c:pt>
                <c:pt idx="127">
                  <c:v>41460</c:v>
                </c:pt>
                <c:pt idx="128">
                  <c:v>41463</c:v>
                </c:pt>
                <c:pt idx="129">
                  <c:v>41464</c:v>
                </c:pt>
                <c:pt idx="130">
                  <c:v>41465</c:v>
                </c:pt>
                <c:pt idx="131">
                  <c:v>41466</c:v>
                </c:pt>
                <c:pt idx="132">
                  <c:v>41467</c:v>
                </c:pt>
                <c:pt idx="133">
                  <c:v>41470</c:v>
                </c:pt>
                <c:pt idx="134">
                  <c:v>41471</c:v>
                </c:pt>
                <c:pt idx="135">
                  <c:v>41472</c:v>
                </c:pt>
                <c:pt idx="136">
                  <c:v>41473</c:v>
                </c:pt>
                <c:pt idx="137">
                  <c:v>41474</c:v>
                </c:pt>
                <c:pt idx="138">
                  <c:v>41477</c:v>
                </c:pt>
                <c:pt idx="139">
                  <c:v>41478</c:v>
                </c:pt>
                <c:pt idx="140">
                  <c:v>41479</c:v>
                </c:pt>
                <c:pt idx="141">
                  <c:v>41480</c:v>
                </c:pt>
                <c:pt idx="142">
                  <c:v>41481</c:v>
                </c:pt>
                <c:pt idx="143">
                  <c:v>41484</c:v>
                </c:pt>
                <c:pt idx="144">
                  <c:v>41485</c:v>
                </c:pt>
                <c:pt idx="145">
                  <c:v>41486</c:v>
                </c:pt>
                <c:pt idx="146">
                  <c:v>41487</c:v>
                </c:pt>
                <c:pt idx="147">
                  <c:v>41488</c:v>
                </c:pt>
                <c:pt idx="148">
                  <c:v>41491</c:v>
                </c:pt>
                <c:pt idx="149">
                  <c:v>41492</c:v>
                </c:pt>
                <c:pt idx="150">
                  <c:v>41493</c:v>
                </c:pt>
                <c:pt idx="151">
                  <c:v>41494</c:v>
                </c:pt>
                <c:pt idx="152">
                  <c:v>41495</c:v>
                </c:pt>
                <c:pt idx="153">
                  <c:v>41498</c:v>
                </c:pt>
                <c:pt idx="154">
                  <c:v>41499</c:v>
                </c:pt>
                <c:pt idx="155">
                  <c:v>41500</c:v>
                </c:pt>
                <c:pt idx="156">
                  <c:v>41501</c:v>
                </c:pt>
                <c:pt idx="157">
                  <c:v>41502</c:v>
                </c:pt>
                <c:pt idx="158">
                  <c:v>41505</c:v>
                </c:pt>
                <c:pt idx="159">
                  <c:v>41506</c:v>
                </c:pt>
                <c:pt idx="160">
                  <c:v>41507</c:v>
                </c:pt>
                <c:pt idx="161">
                  <c:v>41508</c:v>
                </c:pt>
                <c:pt idx="162">
                  <c:v>41509</c:v>
                </c:pt>
                <c:pt idx="163">
                  <c:v>41512</c:v>
                </c:pt>
                <c:pt idx="164">
                  <c:v>41513</c:v>
                </c:pt>
                <c:pt idx="165">
                  <c:v>41514</c:v>
                </c:pt>
                <c:pt idx="166">
                  <c:v>41515</c:v>
                </c:pt>
                <c:pt idx="167">
                  <c:v>41516</c:v>
                </c:pt>
                <c:pt idx="168">
                  <c:v>41520</c:v>
                </c:pt>
                <c:pt idx="169">
                  <c:v>41521</c:v>
                </c:pt>
                <c:pt idx="170">
                  <c:v>41522</c:v>
                </c:pt>
                <c:pt idx="171">
                  <c:v>41523</c:v>
                </c:pt>
                <c:pt idx="172">
                  <c:v>41526</c:v>
                </c:pt>
                <c:pt idx="173">
                  <c:v>41527</c:v>
                </c:pt>
                <c:pt idx="174">
                  <c:v>41528</c:v>
                </c:pt>
                <c:pt idx="175">
                  <c:v>41529</c:v>
                </c:pt>
                <c:pt idx="176">
                  <c:v>41530</c:v>
                </c:pt>
                <c:pt idx="177">
                  <c:v>41533</c:v>
                </c:pt>
                <c:pt idx="178">
                  <c:v>41534</c:v>
                </c:pt>
                <c:pt idx="179">
                  <c:v>41535</c:v>
                </c:pt>
                <c:pt idx="180">
                  <c:v>41536</c:v>
                </c:pt>
                <c:pt idx="181">
                  <c:v>41537</c:v>
                </c:pt>
                <c:pt idx="182">
                  <c:v>41540</c:v>
                </c:pt>
                <c:pt idx="183">
                  <c:v>41541</c:v>
                </c:pt>
                <c:pt idx="184">
                  <c:v>41542</c:v>
                </c:pt>
                <c:pt idx="185">
                  <c:v>41543</c:v>
                </c:pt>
                <c:pt idx="186">
                  <c:v>41544</c:v>
                </c:pt>
                <c:pt idx="187">
                  <c:v>41547</c:v>
                </c:pt>
                <c:pt idx="188">
                  <c:v>41548</c:v>
                </c:pt>
                <c:pt idx="189">
                  <c:v>41549</c:v>
                </c:pt>
                <c:pt idx="190">
                  <c:v>41550</c:v>
                </c:pt>
                <c:pt idx="191">
                  <c:v>41551</c:v>
                </c:pt>
                <c:pt idx="192">
                  <c:v>41554</c:v>
                </c:pt>
                <c:pt idx="193">
                  <c:v>41555</c:v>
                </c:pt>
                <c:pt idx="194">
                  <c:v>41556</c:v>
                </c:pt>
                <c:pt idx="195">
                  <c:v>41557</c:v>
                </c:pt>
                <c:pt idx="196">
                  <c:v>41558</c:v>
                </c:pt>
                <c:pt idx="197">
                  <c:v>41562</c:v>
                </c:pt>
                <c:pt idx="198">
                  <c:v>41563</c:v>
                </c:pt>
                <c:pt idx="199">
                  <c:v>41564</c:v>
                </c:pt>
                <c:pt idx="200">
                  <c:v>41565</c:v>
                </c:pt>
                <c:pt idx="201">
                  <c:v>41568</c:v>
                </c:pt>
                <c:pt idx="202">
                  <c:v>41569</c:v>
                </c:pt>
                <c:pt idx="203">
                  <c:v>41570</c:v>
                </c:pt>
                <c:pt idx="204">
                  <c:v>41571</c:v>
                </c:pt>
                <c:pt idx="205">
                  <c:v>41572</c:v>
                </c:pt>
                <c:pt idx="206">
                  <c:v>41575</c:v>
                </c:pt>
                <c:pt idx="207">
                  <c:v>41576</c:v>
                </c:pt>
                <c:pt idx="208">
                  <c:v>41577</c:v>
                </c:pt>
                <c:pt idx="209">
                  <c:v>41578</c:v>
                </c:pt>
                <c:pt idx="210">
                  <c:v>41579</c:v>
                </c:pt>
                <c:pt idx="211">
                  <c:v>41582</c:v>
                </c:pt>
                <c:pt idx="212">
                  <c:v>41583</c:v>
                </c:pt>
                <c:pt idx="213">
                  <c:v>41584</c:v>
                </c:pt>
                <c:pt idx="214">
                  <c:v>41585</c:v>
                </c:pt>
                <c:pt idx="215">
                  <c:v>41586</c:v>
                </c:pt>
                <c:pt idx="216">
                  <c:v>41591</c:v>
                </c:pt>
                <c:pt idx="217">
                  <c:v>41592</c:v>
                </c:pt>
                <c:pt idx="218">
                  <c:v>41593</c:v>
                </c:pt>
                <c:pt idx="219">
                  <c:v>41596</c:v>
                </c:pt>
                <c:pt idx="220">
                  <c:v>41597</c:v>
                </c:pt>
                <c:pt idx="221">
                  <c:v>41598</c:v>
                </c:pt>
                <c:pt idx="222">
                  <c:v>41599</c:v>
                </c:pt>
                <c:pt idx="223">
                  <c:v>41600</c:v>
                </c:pt>
                <c:pt idx="224">
                  <c:v>41603</c:v>
                </c:pt>
                <c:pt idx="225">
                  <c:v>41604</c:v>
                </c:pt>
                <c:pt idx="226">
                  <c:v>41605</c:v>
                </c:pt>
                <c:pt idx="227">
                  <c:v>41607</c:v>
                </c:pt>
                <c:pt idx="228">
                  <c:v>41610</c:v>
                </c:pt>
                <c:pt idx="229">
                  <c:v>41611</c:v>
                </c:pt>
                <c:pt idx="230">
                  <c:v>41612</c:v>
                </c:pt>
                <c:pt idx="231">
                  <c:v>41613</c:v>
                </c:pt>
                <c:pt idx="232">
                  <c:v>41614</c:v>
                </c:pt>
                <c:pt idx="233">
                  <c:v>41617</c:v>
                </c:pt>
                <c:pt idx="234">
                  <c:v>41618</c:v>
                </c:pt>
                <c:pt idx="235">
                  <c:v>41619</c:v>
                </c:pt>
                <c:pt idx="236">
                  <c:v>41620</c:v>
                </c:pt>
                <c:pt idx="237">
                  <c:v>41621</c:v>
                </c:pt>
                <c:pt idx="238">
                  <c:v>41624</c:v>
                </c:pt>
                <c:pt idx="239">
                  <c:v>41625</c:v>
                </c:pt>
                <c:pt idx="240">
                  <c:v>41626</c:v>
                </c:pt>
                <c:pt idx="241">
                  <c:v>41627</c:v>
                </c:pt>
                <c:pt idx="242">
                  <c:v>41631</c:v>
                </c:pt>
                <c:pt idx="243">
                  <c:v>41632</c:v>
                </c:pt>
                <c:pt idx="244">
                  <c:v>41634</c:v>
                </c:pt>
                <c:pt idx="245">
                  <c:v>41635</c:v>
                </c:pt>
                <c:pt idx="246">
                  <c:v>41638</c:v>
                </c:pt>
                <c:pt idx="247">
                  <c:v>41639</c:v>
                </c:pt>
              </c:numCache>
            </c:numRef>
          </c:cat>
          <c:val>
            <c:numRef>
              <c:f>'Bond-NAV and Invest%'!$F$377:$F$625</c:f>
              <c:numCache>
                <c:formatCode>General</c:formatCode>
                <c:ptCount val="249"/>
                <c:pt idx="0">
                  <c:v>34.593195000000001</c:v>
                </c:pt>
                <c:pt idx="1">
                  <c:v>36.347472000000003</c:v>
                </c:pt>
                <c:pt idx="2">
                  <c:v>39.057251999999998</c:v>
                </c:pt>
                <c:pt idx="3">
                  <c:v>39.157913000000001</c:v>
                </c:pt>
                <c:pt idx="4">
                  <c:v>37.634211000000001</c:v>
                </c:pt>
                <c:pt idx="5">
                  <c:v>42.168261000000001</c:v>
                </c:pt>
                <c:pt idx="6">
                  <c:v>43.234597000000001</c:v>
                </c:pt>
                <c:pt idx="7">
                  <c:v>43.346341000000002</c:v>
                </c:pt>
                <c:pt idx="8">
                  <c:v>43.586559999999999</c:v>
                </c:pt>
                <c:pt idx="9">
                  <c:v>42.989204999999998</c:v>
                </c:pt>
                <c:pt idx="10">
                  <c:v>43.891651000000003</c:v>
                </c:pt>
                <c:pt idx="11">
                  <c:v>43.723843000000002</c:v>
                </c:pt>
                <c:pt idx="12">
                  <c:v>47.773071000000002</c:v>
                </c:pt>
                <c:pt idx="13">
                  <c:v>47.313130999999998</c:v>
                </c:pt>
                <c:pt idx="14">
                  <c:v>46.146949999999997</c:v>
                </c:pt>
                <c:pt idx="15">
                  <c:v>46.540143999999998</c:v>
                </c:pt>
                <c:pt idx="16">
                  <c:v>47.063384999999997</c:v>
                </c:pt>
                <c:pt idx="17">
                  <c:v>49.127246999999997</c:v>
                </c:pt>
                <c:pt idx="18">
                  <c:v>48.829557000000001</c:v>
                </c:pt>
                <c:pt idx="19">
                  <c:v>49.134377000000001</c:v>
                </c:pt>
                <c:pt idx="20">
                  <c:v>48.165674000000003</c:v>
                </c:pt>
                <c:pt idx="21">
                  <c:v>48.321429000000002</c:v>
                </c:pt>
                <c:pt idx="22">
                  <c:v>47.168300000000002</c:v>
                </c:pt>
                <c:pt idx="23">
                  <c:v>46.627797999999999</c:v>
                </c:pt>
                <c:pt idx="24">
                  <c:v>47.222549000000001</c:v>
                </c:pt>
                <c:pt idx="25">
                  <c:v>45.690207999999998</c:v>
                </c:pt>
                <c:pt idx="26">
                  <c:v>49.407378999999999</c:v>
                </c:pt>
                <c:pt idx="27">
                  <c:v>42.844585000000002</c:v>
                </c:pt>
                <c:pt idx="28">
                  <c:v>40.609003999999999</c:v>
                </c:pt>
                <c:pt idx="29">
                  <c:v>41.449627999999997</c:v>
                </c:pt>
                <c:pt idx="30">
                  <c:v>65.828106000000005</c:v>
                </c:pt>
                <c:pt idx="31">
                  <c:v>65.387304999999998</c:v>
                </c:pt>
                <c:pt idx="32">
                  <c:v>67.953301999999994</c:v>
                </c:pt>
                <c:pt idx="33">
                  <c:v>68.165518000000006</c:v>
                </c:pt>
                <c:pt idx="34">
                  <c:v>64.800155000000004</c:v>
                </c:pt>
                <c:pt idx="35">
                  <c:v>64.810102999999998</c:v>
                </c:pt>
                <c:pt idx="36">
                  <c:v>64.619253999999998</c:v>
                </c:pt>
                <c:pt idx="37">
                  <c:v>62.871428000000002</c:v>
                </c:pt>
                <c:pt idx="38">
                  <c:v>62.790764000000003</c:v>
                </c:pt>
                <c:pt idx="39">
                  <c:v>62.134633999999998</c:v>
                </c:pt>
                <c:pt idx="40">
                  <c:v>59.868664000000003</c:v>
                </c:pt>
                <c:pt idx="41">
                  <c:v>59.564087999999998</c:v>
                </c:pt>
                <c:pt idx="42">
                  <c:v>59.818306</c:v>
                </c:pt>
                <c:pt idx="43">
                  <c:v>59.967585999999997</c:v>
                </c:pt>
                <c:pt idx="44">
                  <c:v>60.611643000000001</c:v>
                </c:pt>
                <c:pt idx="45">
                  <c:v>60.876894999999998</c:v>
                </c:pt>
                <c:pt idx="46">
                  <c:v>61.664349000000001</c:v>
                </c:pt>
                <c:pt idx="47">
                  <c:v>60.715960000000003</c:v>
                </c:pt>
                <c:pt idx="48">
                  <c:v>60.699499000000003</c:v>
                </c:pt>
                <c:pt idx="49">
                  <c:v>60.395955999999998</c:v>
                </c:pt>
                <c:pt idx="50">
                  <c:v>60.358972000000001</c:v>
                </c:pt>
                <c:pt idx="51">
                  <c:v>60.814912999999997</c:v>
                </c:pt>
                <c:pt idx="52">
                  <c:v>60.120562</c:v>
                </c:pt>
                <c:pt idx="53">
                  <c:v>59.852291999999998</c:v>
                </c:pt>
                <c:pt idx="54">
                  <c:v>63.409419</c:v>
                </c:pt>
                <c:pt idx="55">
                  <c:v>67.250783999999996</c:v>
                </c:pt>
                <c:pt idx="56">
                  <c:v>67.584835999999996</c:v>
                </c:pt>
                <c:pt idx="57">
                  <c:v>66.743146999999993</c:v>
                </c:pt>
                <c:pt idx="58">
                  <c:v>66.949445999999995</c:v>
                </c:pt>
                <c:pt idx="59">
                  <c:v>66.600047000000004</c:v>
                </c:pt>
                <c:pt idx="60">
                  <c:v>66.393694999999994</c:v>
                </c:pt>
                <c:pt idx="61">
                  <c:v>69.893056000000001</c:v>
                </c:pt>
                <c:pt idx="62">
                  <c:v>70.275383000000005</c:v>
                </c:pt>
                <c:pt idx="63">
                  <c:v>69.766484000000005</c:v>
                </c:pt>
                <c:pt idx="64">
                  <c:v>67.631274000000005</c:v>
                </c:pt>
                <c:pt idx="65">
                  <c:v>66.282979999999995</c:v>
                </c:pt>
                <c:pt idx="66">
                  <c:v>66.708984000000001</c:v>
                </c:pt>
                <c:pt idx="67">
                  <c:v>66.767028999999994</c:v>
                </c:pt>
                <c:pt idx="68">
                  <c:v>67.131136999999995</c:v>
                </c:pt>
                <c:pt idx="69">
                  <c:v>64.572042999999994</c:v>
                </c:pt>
                <c:pt idx="70">
                  <c:v>63.413784</c:v>
                </c:pt>
                <c:pt idx="71">
                  <c:v>63.045102</c:v>
                </c:pt>
                <c:pt idx="72">
                  <c:v>63.345151999999999</c:v>
                </c:pt>
                <c:pt idx="73">
                  <c:v>60.871693</c:v>
                </c:pt>
                <c:pt idx="74">
                  <c:v>60.416758999999999</c:v>
                </c:pt>
                <c:pt idx="75">
                  <c:v>60.248125999999999</c:v>
                </c:pt>
                <c:pt idx="76">
                  <c:v>60.1372</c:v>
                </c:pt>
                <c:pt idx="77">
                  <c:v>59.930745999999999</c:v>
                </c:pt>
                <c:pt idx="78">
                  <c:v>59.687466999999998</c:v>
                </c:pt>
                <c:pt idx="79">
                  <c:v>57.749872000000003</c:v>
                </c:pt>
                <c:pt idx="80">
                  <c:v>56.507595000000002</c:v>
                </c:pt>
                <c:pt idx="81">
                  <c:v>56.777628</c:v>
                </c:pt>
                <c:pt idx="82">
                  <c:v>56.800508999999998</c:v>
                </c:pt>
                <c:pt idx="83">
                  <c:v>54.563146000000003</c:v>
                </c:pt>
                <c:pt idx="84">
                  <c:v>55.188963999999999</c:v>
                </c:pt>
                <c:pt idx="85">
                  <c:v>57.165964000000002</c:v>
                </c:pt>
                <c:pt idx="86">
                  <c:v>56.469363000000001</c:v>
                </c:pt>
                <c:pt idx="87">
                  <c:v>55.975219000000003</c:v>
                </c:pt>
                <c:pt idx="88">
                  <c:v>56.687035999999999</c:v>
                </c:pt>
                <c:pt idx="89">
                  <c:v>57.719728000000003</c:v>
                </c:pt>
                <c:pt idx="90">
                  <c:v>56.788426000000001</c:v>
                </c:pt>
                <c:pt idx="91">
                  <c:v>55.586041999999999</c:v>
                </c:pt>
                <c:pt idx="92">
                  <c:v>56.040086000000002</c:v>
                </c:pt>
                <c:pt idx="93">
                  <c:v>56.965344999999999</c:v>
                </c:pt>
                <c:pt idx="94">
                  <c:v>58.197434999999999</c:v>
                </c:pt>
                <c:pt idx="95">
                  <c:v>58.332585999999999</c:v>
                </c:pt>
                <c:pt idx="96">
                  <c:v>58.042374000000002</c:v>
                </c:pt>
                <c:pt idx="97">
                  <c:v>58.025821000000001</c:v>
                </c:pt>
                <c:pt idx="98">
                  <c:v>57.724510000000002</c:v>
                </c:pt>
                <c:pt idx="99">
                  <c:v>57.950381999999998</c:v>
                </c:pt>
                <c:pt idx="100">
                  <c:v>58.124040999999998</c:v>
                </c:pt>
                <c:pt idx="101">
                  <c:v>56.964587000000002</c:v>
                </c:pt>
                <c:pt idx="102">
                  <c:v>56.932226</c:v>
                </c:pt>
                <c:pt idx="103">
                  <c:v>57.561641000000002</c:v>
                </c:pt>
                <c:pt idx="104">
                  <c:v>57.754069999999999</c:v>
                </c:pt>
                <c:pt idx="105">
                  <c:v>57.243749999999999</c:v>
                </c:pt>
                <c:pt idx="106">
                  <c:v>57.772742999999998</c:v>
                </c:pt>
                <c:pt idx="107">
                  <c:v>58.068523999999996</c:v>
                </c:pt>
                <c:pt idx="108">
                  <c:v>58.469776000000003</c:v>
                </c:pt>
                <c:pt idx="109">
                  <c:v>59.249456000000002</c:v>
                </c:pt>
                <c:pt idx="110">
                  <c:v>59.144154</c:v>
                </c:pt>
                <c:pt idx="111">
                  <c:v>57.951126000000002</c:v>
                </c:pt>
                <c:pt idx="112">
                  <c:v>58.281210999999999</c:v>
                </c:pt>
                <c:pt idx="113">
                  <c:v>58.183438000000002</c:v>
                </c:pt>
                <c:pt idx="114">
                  <c:v>62.280101999999999</c:v>
                </c:pt>
                <c:pt idx="115">
                  <c:v>64.379101000000006</c:v>
                </c:pt>
                <c:pt idx="116">
                  <c:v>64.478070000000002</c:v>
                </c:pt>
                <c:pt idx="117">
                  <c:v>65.519375999999994</c:v>
                </c:pt>
                <c:pt idx="118">
                  <c:v>67.336873999999995</c:v>
                </c:pt>
                <c:pt idx="119">
                  <c:v>68.599971999999994</c:v>
                </c:pt>
                <c:pt idx="120">
                  <c:v>68.932473999999999</c:v>
                </c:pt>
                <c:pt idx="121">
                  <c:v>64.053338999999994</c:v>
                </c:pt>
                <c:pt idx="122">
                  <c:v>63.755265000000001</c:v>
                </c:pt>
                <c:pt idx="123">
                  <c:v>63.584060999999998</c:v>
                </c:pt>
                <c:pt idx="124">
                  <c:v>62.939588999999998</c:v>
                </c:pt>
                <c:pt idx="125">
                  <c:v>70.716013000000004</c:v>
                </c:pt>
                <c:pt idx="126">
                  <c:v>70.498501000000005</c:v>
                </c:pt>
                <c:pt idx="127">
                  <c:v>70.660617999999999</c:v>
                </c:pt>
                <c:pt idx="128">
                  <c:v>74.302012000000005</c:v>
                </c:pt>
                <c:pt idx="129">
                  <c:v>73.945970000000003</c:v>
                </c:pt>
                <c:pt idx="130">
                  <c:v>73.568414000000004</c:v>
                </c:pt>
                <c:pt idx="131">
                  <c:v>73.827483000000001</c:v>
                </c:pt>
                <c:pt idx="132">
                  <c:v>74.328433000000004</c:v>
                </c:pt>
                <c:pt idx="133">
                  <c:v>66.658314000000004</c:v>
                </c:pt>
                <c:pt idx="134">
                  <c:v>64.911169999999998</c:v>
                </c:pt>
                <c:pt idx="135">
                  <c:v>70.437516000000002</c:v>
                </c:pt>
                <c:pt idx="136">
                  <c:v>69.516081999999997</c:v>
                </c:pt>
                <c:pt idx="137">
                  <c:v>63.819885999999997</c:v>
                </c:pt>
                <c:pt idx="138">
                  <c:v>63.273704000000002</c:v>
                </c:pt>
                <c:pt idx="139">
                  <c:v>63.277498999999999</c:v>
                </c:pt>
                <c:pt idx="140">
                  <c:v>63.742539999999998</c:v>
                </c:pt>
                <c:pt idx="141">
                  <c:v>63.893228000000001</c:v>
                </c:pt>
                <c:pt idx="142">
                  <c:v>63.790481</c:v>
                </c:pt>
                <c:pt idx="143">
                  <c:v>61.231321000000001</c:v>
                </c:pt>
                <c:pt idx="144">
                  <c:v>61.156213999999999</c:v>
                </c:pt>
                <c:pt idx="145">
                  <c:v>61.206162999999997</c:v>
                </c:pt>
                <c:pt idx="146">
                  <c:v>61.89987</c:v>
                </c:pt>
                <c:pt idx="147">
                  <c:v>56.572657</c:v>
                </c:pt>
                <c:pt idx="148">
                  <c:v>56.423268</c:v>
                </c:pt>
                <c:pt idx="149">
                  <c:v>56.394632000000001</c:v>
                </c:pt>
                <c:pt idx="150">
                  <c:v>56.937209000000003</c:v>
                </c:pt>
                <c:pt idx="151">
                  <c:v>57.490360000000003</c:v>
                </c:pt>
                <c:pt idx="152">
                  <c:v>57.141716000000002</c:v>
                </c:pt>
                <c:pt idx="153">
                  <c:v>56.229284</c:v>
                </c:pt>
                <c:pt idx="154">
                  <c:v>57.391039999999997</c:v>
                </c:pt>
                <c:pt idx="155">
                  <c:v>60.119183</c:v>
                </c:pt>
                <c:pt idx="156">
                  <c:v>60.154262000000003</c:v>
                </c:pt>
                <c:pt idx="157">
                  <c:v>60.182876999999998</c:v>
                </c:pt>
                <c:pt idx="158">
                  <c:v>60.540908999999999</c:v>
                </c:pt>
                <c:pt idx="159">
                  <c:v>60.608260000000001</c:v>
                </c:pt>
                <c:pt idx="160">
                  <c:v>60.615938</c:v>
                </c:pt>
                <c:pt idx="161">
                  <c:v>62.379413</c:v>
                </c:pt>
                <c:pt idx="162">
                  <c:v>62.490746000000001</c:v>
                </c:pt>
                <c:pt idx="163">
                  <c:v>64.291068999999993</c:v>
                </c:pt>
                <c:pt idx="164">
                  <c:v>62.615879999999997</c:v>
                </c:pt>
                <c:pt idx="165">
                  <c:v>61.359377000000002</c:v>
                </c:pt>
                <c:pt idx="166">
                  <c:v>61.431305000000002</c:v>
                </c:pt>
                <c:pt idx="167">
                  <c:v>61.488182000000002</c:v>
                </c:pt>
                <c:pt idx="168">
                  <c:v>65.075316999999998</c:v>
                </c:pt>
                <c:pt idx="169">
                  <c:v>62.004412000000002</c:v>
                </c:pt>
                <c:pt idx="170">
                  <c:v>61.637523000000002</c:v>
                </c:pt>
                <c:pt idx="171">
                  <c:v>61.318717999999997</c:v>
                </c:pt>
                <c:pt idx="172">
                  <c:v>62.512858999999999</c:v>
                </c:pt>
                <c:pt idx="173">
                  <c:v>62.707304000000001</c:v>
                </c:pt>
                <c:pt idx="174">
                  <c:v>62.584806999999998</c:v>
                </c:pt>
                <c:pt idx="175">
                  <c:v>61.813595999999997</c:v>
                </c:pt>
                <c:pt idx="176">
                  <c:v>71.069348000000005</c:v>
                </c:pt>
                <c:pt idx="177">
                  <c:v>71.020647999999994</c:v>
                </c:pt>
                <c:pt idx="178">
                  <c:v>70.934499000000002</c:v>
                </c:pt>
                <c:pt idx="179">
                  <c:v>71.097533999999996</c:v>
                </c:pt>
                <c:pt idx="180">
                  <c:v>71.434814000000003</c:v>
                </c:pt>
                <c:pt idx="181">
                  <c:v>71.290189999999996</c:v>
                </c:pt>
                <c:pt idx="182">
                  <c:v>71.273122999999998</c:v>
                </c:pt>
                <c:pt idx="183">
                  <c:v>71.395280999999997</c:v>
                </c:pt>
                <c:pt idx="184">
                  <c:v>71.297011999999995</c:v>
                </c:pt>
                <c:pt idx="185">
                  <c:v>70.575892999999994</c:v>
                </c:pt>
                <c:pt idx="186">
                  <c:v>70.699555000000004</c:v>
                </c:pt>
                <c:pt idx="187">
                  <c:v>67.651399999999995</c:v>
                </c:pt>
                <c:pt idx="188">
                  <c:v>68.287344000000004</c:v>
                </c:pt>
                <c:pt idx="189">
                  <c:v>67.989165999999997</c:v>
                </c:pt>
                <c:pt idx="190">
                  <c:v>68.024238999999994</c:v>
                </c:pt>
                <c:pt idx="191">
                  <c:v>67.862758999999997</c:v>
                </c:pt>
                <c:pt idx="192">
                  <c:v>68.090152000000003</c:v>
                </c:pt>
                <c:pt idx="193">
                  <c:v>68.895077000000001</c:v>
                </c:pt>
                <c:pt idx="194">
                  <c:v>69.344746000000001</c:v>
                </c:pt>
                <c:pt idx="195">
                  <c:v>65.800475000000006</c:v>
                </c:pt>
                <c:pt idx="196">
                  <c:v>66.033693</c:v>
                </c:pt>
                <c:pt idx="197">
                  <c:v>65.264104000000003</c:v>
                </c:pt>
                <c:pt idx="198">
                  <c:v>65.477868000000001</c:v>
                </c:pt>
                <c:pt idx="199">
                  <c:v>65.121253999999993</c:v>
                </c:pt>
                <c:pt idx="200">
                  <c:v>59.814079999999997</c:v>
                </c:pt>
                <c:pt idx="201">
                  <c:v>59.529283999999997</c:v>
                </c:pt>
                <c:pt idx="202">
                  <c:v>59.728282999999998</c:v>
                </c:pt>
                <c:pt idx="203">
                  <c:v>57.772592000000003</c:v>
                </c:pt>
                <c:pt idx="204">
                  <c:v>56.646447999999999</c:v>
                </c:pt>
                <c:pt idx="205">
                  <c:v>42.942802</c:v>
                </c:pt>
                <c:pt idx="206">
                  <c:v>42.009731000000002</c:v>
                </c:pt>
                <c:pt idx="207">
                  <c:v>54.648521000000002</c:v>
                </c:pt>
                <c:pt idx="208">
                  <c:v>55.287103999999999</c:v>
                </c:pt>
                <c:pt idx="209">
                  <c:v>55.298473000000001</c:v>
                </c:pt>
                <c:pt idx="210">
                  <c:v>55.411499999999997</c:v>
                </c:pt>
                <c:pt idx="211">
                  <c:v>53.764192000000001</c:v>
                </c:pt>
                <c:pt idx="212">
                  <c:v>53.539994</c:v>
                </c:pt>
                <c:pt idx="213">
                  <c:v>53.869109000000002</c:v>
                </c:pt>
                <c:pt idx="214">
                  <c:v>54.948681999999998</c:v>
                </c:pt>
                <c:pt idx="215">
                  <c:v>55.082335999999998</c:v>
                </c:pt>
                <c:pt idx="216">
                  <c:v>55.010379</c:v>
                </c:pt>
                <c:pt idx="217">
                  <c:v>55.021974999999998</c:v>
                </c:pt>
                <c:pt idx="218">
                  <c:v>54.877487000000002</c:v>
                </c:pt>
                <c:pt idx="219">
                  <c:v>58.431387000000001</c:v>
                </c:pt>
                <c:pt idx="220">
                  <c:v>57.612555</c:v>
                </c:pt>
                <c:pt idx="221">
                  <c:v>57.838059000000001</c:v>
                </c:pt>
                <c:pt idx="222">
                  <c:v>58.231577000000001</c:v>
                </c:pt>
                <c:pt idx="223">
                  <c:v>57.220615000000002</c:v>
                </c:pt>
                <c:pt idx="224">
                  <c:v>50.827021000000002</c:v>
                </c:pt>
                <c:pt idx="225">
                  <c:v>49.963712000000001</c:v>
                </c:pt>
                <c:pt idx="226">
                  <c:v>49.472805999999999</c:v>
                </c:pt>
                <c:pt idx="227">
                  <c:v>49.737166000000002</c:v>
                </c:pt>
                <c:pt idx="228">
                  <c:v>50.381131000000003</c:v>
                </c:pt>
                <c:pt idx="229">
                  <c:v>50.098744000000003</c:v>
                </c:pt>
                <c:pt idx="230">
                  <c:v>50.251460000000002</c:v>
                </c:pt>
                <c:pt idx="231">
                  <c:v>50.700547999999998</c:v>
                </c:pt>
                <c:pt idx="232">
                  <c:v>51.337299000000002</c:v>
                </c:pt>
                <c:pt idx="233">
                  <c:v>48.549647999999998</c:v>
                </c:pt>
                <c:pt idx="234">
                  <c:v>48.355781</c:v>
                </c:pt>
                <c:pt idx="235">
                  <c:v>48.582273000000001</c:v>
                </c:pt>
                <c:pt idx="236">
                  <c:v>48.368968000000002</c:v>
                </c:pt>
                <c:pt idx="237">
                  <c:v>52.256067999999999</c:v>
                </c:pt>
                <c:pt idx="238">
                  <c:v>54.009511000000003</c:v>
                </c:pt>
                <c:pt idx="239">
                  <c:v>53.975915000000001</c:v>
                </c:pt>
                <c:pt idx="240">
                  <c:v>53.493518000000002</c:v>
                </c:pt>
                <c:pt idx="241">
                  <c:v>53.464241000000001</c:v>
                </c:pt>
                <c:pt idx="242">
                  <c:v>53.505420999999998</c:v>
                </c:pt>
                <c:pt idx="243">
                  <c:v>52.637850999999998</c:v>
                </c:pt>
                <c:pt idx="244">
                  <c:v>53.223835000000001</c:v>
                </c:pt>
                <c:pt idx="245">
                  <c:v>52.261254000000001</c:v>
                </c:pt>
                <c:pt idx="246">
                  <c:v>52.145192999999999</c:v>
                </c:pt>
                <c:pt idx="247">
                  <c:v>52.223820000000003</c:v>
                </c:pt>
                <c:pt idx="248">
                  <c:v>52.416381000000001</c:v>
                </c:pt>
              </c:numCache>
            </c:numRef>
          </c:val>
          <c:smooth val="0"/>
        </c:ser>
        <c:ser>
          <c:idx val="1"/>
          <c:order val="1"/>
          <c:tx>
            <c:strRef>
              <c:f>'Bond-NAV and Invest%'!$G$3</c:f>
              <c:strCache>
                <c:ptCount val="1"/>
                <c:pt idx="0">
                  <c:v>CMO/NAV (%)</c:v>
                </c:pt>
              </c:strCache>
            </c:strRef>
          </c:tx>
          <c:spPr>
            <a:ln>
              <a:solidFill>
                <a:srgbClr val="968880"/>
              </a:solidFill>
            </a:ln>
          </c:spPr>
          <c:marker>
            <c:symbol val="none"/>
          </c:marker>
          <c:cat>
            <c:numRef>
              <c:f>'Bond-NAV and Invest%'!$E$378:$E$625</c:f>
              <c:numCache>
                <c:formatCode>mm/dd/yy;@</c:formatCode>
                <c:ptCount val="248"/>
                <c:pt idx="0">
                  <c:v>41276</c:v>
                </c:pt>
                <c:pt idx="1">
                  <c:v>41277</c:v>
                </c:pt>
                <c:pt idx="2">
                  <c:v>41278</c:v>
                </c:pt>
                <c:pt idx="3">
                  <c:v>41281</c:v>
                </c:pt>
                <c:pt idx="4">
                  <c:v>41282</c:v>
                </c:pt>
                <c:pt idx="5">
                  <c:v>41283</c:v>
                </c:pt>
                <c:pt idx="6">
                  <c:v>41284</c:v>
                </c:pt>
                <c:pt idx="7">
                  <c:v>41285</c:v>
                </c:pt>
                <c:pt idx="8">
                  <c:v>41288</c:v>
                </c:pt>
                <c:pt idx="9">
                  <c:v>41289</c:v>
                </c:pt>
                <c:pt idx="10">
                  <c:v>41290</c:v>
                </c:pt>
                <c:pt idx="11">
                  <c:v>41291</c:v>
                </c:pt>
                <c:pt idx="12">
                  <c:v>41292</c:v>
                </c:pt>
                <c:pt idx="13">
                  <c:v>41296</c:v>
                </c:pt>
                <c:pt idx="14">
                  <c:v>41297</c:v>
                </c:pt>
                <c:pt idx="15">
                  <c:v>41298</c:v>
                </c:pt>
                <c:pt idx="16">
                  <c:v>41299</c:v>
                </c:pt>
                <c:pt idx="17">
                  <c:v>41302</c:v>
                </c:pt>
                <c:pt idx="18">
                  <c:v>41303</c:v>
                </c:pt>
                <c:pt idx="19">
                  <c:v>41304</c:v>
                </c:pt>
                <c:pt idx="20">
                  <c:v>41305</c:v>
                </c:pt>
                <c:pt idx="21">
                  <c:v>41306</c:v>
                </c:pt>
                <c:pt idx="22">
                  <c:v>41309</c:v>
                </c:pt>
                <c:pt idx="23">
                  <c:v>41310</c:v>
                </c:pt>
                <c:pt idx="24">
                  <c:v>41311</c:v>
                </c:pt>
                <c:pt idx="25">
                  <c:v>41312</c:v>
                </c:pt>
                <c:pt idx="26">
                  <c:v>41313</c:v>
                </c:pt>
                <c:pt idx="27">
                  <c:v>41316</c:v>
                </c:pt>
                <c:pt idx="28">
                  <c:v>41317</c:v>
                </c:pt>
                <c:pt idx="29">
                  <c:v>41318</c:v>
                </c:pt>
                <c:pt idx="30">
                  <c:v>41319</c:v>
                </c:pt>
                <c:pt idx="31">
                  <c:v>41320</c:v>
                </c:pt>
                <c:pt idx="32">
                  <c:v>41324</c:v>
                </c:pt>
                <c:pt idx="33">
                  <c:v>41325</c:v>
                </c:pt>
                <c:pt idx="34">
                  <c:v>41326</c:v>
                </c:pt>
                <c:pt idx="35">
                  <c:v>41327</c:v>
                </c:pt>
                <c:pt idx="36">
                  <c:v>41330</c:v>
                </c:pt>
                <c:pt idx="37">
                  <c:v>41331</c:v>
                </c:pt>
                <c:pt idx="38">
                  <c:v>41332</c:v>
                </c:pt>
                <c:pt idx="39">
                  <c:v>41333</c:v>
                </c:pt>
                <c:pt idx="40">
                  <c:v>41334</c:v>
                </c:pt>
                <c:pt idx="41">
                  <c:v>41337</c:v>
                </c:pt>
                <c:pt idx="42">
                  <c:v>41338</c:v>
                </c:pt>
                <c:pt idx="43">
                  <c:v>41339</c:v>
                </c:pt>
                <c:pt idx="44">
                  <c:v>41340</c:v>
                </c:pt>
                <c:pt idx="45">
                  <c:v>41341</c:v>
                </c:pt>
                <c:pt idx="46">
                  <c:v>41344</c:v>
                </c:pt>
                <c:pt idx="47">
                  <c:v>41345</c:v>
                </c:pt>
                <c:pt idx="48">
                  <c:v>41346</c:v>
                </c:pt>
                <c:pt idx="49">
                  <c:v>41347</c:v>
                </c:pt>
                <c:pt idx="50">
                  <c:v>41348</c:v>
                </c:pt>
                <c:pt idx="51">
                  <c:v>41351</c:v>
                </c:pt>
                <c:pt idx="52">
                  <c:v>41352</c:v>
                </c:pt>
                <c:pt idx="53">
                  <c:v>41353</c:v>
                </c:pt>
                <c:pt idx="54">
                  <c:v>41354</c:v>
                </c:pt>
                <c:pt idx="55">
                  <c:v>41355</c:v>
                </c:pt>
                <c:pt idx="56">
                  <c:v>41358</c:v>
                </c:pt>
                <c:pt idx="57">
                  <c:v>41359</c:v>
                </c:pt>
                <c:pt idx="58">
                  <c:v>41360</c:v>
                </c:pt>
                <c:pt idx="59">
                  <c:v>41361</c:v>
                </c:pt>
                <c:pt idx="60">
                  <c:v>41365</c:v>
                </c:pt>
                <c:pt idx="61">
                  <c:v>41366</c:v>
                </c:pt>
                <c:pt idx="62">
                  <c:v>41367</c:v>
                </c:pt>
                <c:pt idx="63">
                  <c:v>41368</c:v>
                </c:pt>
                <c:pt idx="64">
                  <c:v>41369</c:v>
                </c:pt>
                <c:pt idx="65">
                  <c:v>41372</c:v>
                </c:pt>
                <c:pt idx="66">
                  <c:v>41373</c:v>
                </c:pt>
                <c:pt idx="67">
                  <c:v>41374</c:v>
                </c:pt>
                <c:pt idx="68">
                  <c:v>41375</c:v>
                </c:pt>
                <c:pt idx="69">
                  <c:v>41376</c:v>
                </c:pt>
                <c:pt idx="70">
                  <c:v>41379</c:v>
                </c:pt>
                <c:pt idx="71">
                  <c:v>41380</c:v>
                </c:pt>
                <c:pt idx="72">
                  <c:v>41381</c:v>
                </c:pt>
                <c:pt idx="73">
                  <c:v>41382</c:v>
                </c:pt>
                <c:pt idx="74">
                  <c:v>41383</c:v>
                </c:pt>
                <c:pt idx="75">
                  <c:v>41386</c:v>
                </c:pt>
                <c:pt idx="76">
                  <c:v>41387</c:v>
                </c:pt>
                <c:pt idx="77">
                  <c:v>41388</c:v>
                </c:pt>
                <c:pt idx="78">
                  <c:v>41389</c:v>
                </c:pt>
                <c:pt idx="79">
                  <c:v>41390</c:v>
                </c:pt>
                <c:pt idx="80">
                  <c:v>41393</c:v>
                </c:pt>
                <c:pt idx="81">
                  <c:v>41394</c:v>
                </c:pt>
                <c:pt idx="82">
                  <c:v>41395</c:v>
                </c:pt>
                <c:pt idx="83">
                  <c:v>41396</c:v>
                </c:pt>
                <c:pt idx="84">
                  <c:v>41397</c:v>
                </c:pt>
                <c:pt idx="85">
                  <c:v>41400</c:v>
                </c:pt>
                <c:pt idx="86">
                  <c:v>41401</c:v>
                </c:pt>
                <c:pt idx="87">
                  <c:v>41402</c:v>
                </c:pt>
                <c:pt idx="88">
                  <c:v>41403</c:v>
                </c:pt>
                <c:pt idx="89">
                  <c:v>41404</c:v>
                </c:pt>
                <c:pt idx="90">
                  <c:v>41407</c:v>
                </c:pt>
                <c:pt idx="91">
                  <c:v>41408</c:v>
                </c:pt>
                <c:pt idx="92">
                  <c:v>41409</c:v>
                </c:pt>
                <c:pt idx="93">
                  <c:v>41410</c:v>
                </c:pt>
                <c:pt idx="94">
                  <c:v>41411</c:v>
                </c:pt>
                <c:pt idx="95">
                  <c:v>41414</c:v>
                </c:pt>
                <c:pt idx="96">
                  <c:v>41415</c:v>
                </c:pt>
                <c:pt idx="97">
                  <c:v>41416</c:v>
                </c:pt>
                <c:pt idx="98">
                  <c:v>41417</c:v>
                </c:pt>
                <c:pt idx="99">
                  <c:v>41418</c:v>
                </c:pt>
                <c:pt idx="100">
                  <c:v>41422</c:v>
                </c:pt>
                <c:pt idx="101">
                  <c:v>41423</c:v>
                </c:pt>
                <c:pt idx="102">
                  <c:v>41424</c:v>
                </c:pt>
                <c:pt idx="103">
                  <c:v>41425</c:v>
                </c:pt>
                <c:pt idx="104">
                  <c:v>41428</c:v>
                </c:pt>
                <c:pt idx="105">
                  <c:v>41429</c:v>
                </c:pt>
                <c:pt idx="106">
                  <c:v>41430</c:v>
                </c:pt>
                <c:pt idx="107">
                  <c:v>41431</c:v>
                </c:pt>
                <c:pt idx="108">
                  <c:v>41432</c:v>
                </c:pt>
                <c:pt idx="109">
                  <c:v>41435</c:v>
                </c:pt>
                <c:pt idx="110">
                  <c:v>41436</c:v>
                </c:pt>
                <c:pt idx="111">
                  <c:v>41437</c:v>
                </c:pt>
                <c:pt idx="112">
                  <c:v>41438</c:v>
                </c:pt>
                <c:pt idx="113">
                  <c:v>41439</c:v>
                </c:pt>
                <c:pt idx="114">
                  <c:v>41442</c:v>
                </c:pt>
                <c:pt idx="115">
                  <c:v>41443</c:v>
                </c:pt>
                <c:pt idx="116">
                  <c:v>41444</c:v>
                </c:pt>
                <c:pt idx="117">
                  <c:v>41445</c:v>
                </c:pt>
                <c:pt idx="118">
                  <c:v>41446</c:v>
                </c:pt>
                <c:pt idx="119">
                  <c:v>41449</c:v>
                </c:pt>
                <c:pt idx="120">
                  <c:v>41450</c:v>
                </c:pt>
                <c:pt idx="121">
                  <c:v>41451</c:v>
                </c:pt>
                <c:pt idx="122">
                  <c:v>41452</c:v>
                </c:pt>
                <c:pt idx="123">
                  <c:v>41453</c:v>
                </c:pt>
                <c:pt idx="124">
                  <c:v>41456</c:v>
                </c:pt>
                <c:pt idx="125">
                  <c:v>41457</c:v>
                </c:pt>
                <c:pt idx="126">
                  <c:v>41458</c:v>
                </c:pt>
                <c:pt idx="127">
                  <c:v>41460</c:v>
                </c:pt>
                <c:pt idx="128">
                  <c:v>41463</c:v>
                </c:pt>
                <c:pt idx="129">
                  <c:v>41464</c:v>
                </c:pt>
                <c:pt idx="130">
                  <c:v>41465</c:v>
                </c:pt>
                <c:pt idx="131">
                  <c:v>41466</c:v>
                </c:pt>
                <c:pt idx="132">
                  <c:v>41467</c:v>
                </c:pt>
                <c:pt idx="133">
                  <c:v>41470</c:v>
                </c:pt>
                <c:pt idx="134">
                  <c:v>41471</c:v>
                </c:pt>
                <c:pt idx="135">
                  <c:v>41472</c:v>
                </c:pt>
                <c:pt idx="136">
                  <c:v>41473</c:v>
                </c:pt>
                <c:pt idx="137">
                  <c:v>41474</c:v>
                </c:pt>
                <c:pt idx="138">
                  <c:v>41477</c:v>
                </c:pt>
                <c:pt idx="139">
                  <c:v>41478</c:v>
                </c:pt>
                <c:pt idx="140">
                  <c:v>41479</c:v>
                </c:pt>
                <c:pt idx="141">
                  <c:v>41480</c:v>
                </c:pt>
                <c:pt idx="142">
                  <c:v>41481</c:v>
                </c:pt>
                <c:pt idx="143">
                  <c:v>41484</c:v>
                </c:pt>
                <c:pt idx="144">
                  <c:v>41485</c:v>
                </c:pt>
                <c:pt idx="145">
                  <c:v>41486</c:v>
                </c:pt>
                <c:pt idx="146">
                  <c:v>41487</c:v>
                </c:pt>
                <c:pt idx="147">
                  <c:v>41488</c:v>
                </c:pt>
                <c:pt idx="148">
                  <c:v>41491</c:v>
                </c:pt>
                <c:pt idx="149">
                  <c:v>41492</c:v>
                </c:pt>
                <c:pt idx="150">
                  <c:v>41493</c:v>
                </c:pt>
                <c:pt idx="151">
                  <c:v>41494</c:v>
                </c:pt>
                <c:pt idx="152">
                  <c:v>41495</c:v>
                </c:pt>
                <c:pt idx="153">
                  <c:v>41498</c:v>
                </c:pt>
                <c:pt idx="154">
                  <c:v>41499</c:v>
                </c:pt>
                <c:pt idx="155">
                  <c:v>41500</c:v>
                </c:pt>
                <c:pt idx="156">
                  <c:v>41501</c:v>
                </c:pt>
                <c:pt idx="157">
                  <c:v>41502</c:v>
                </c:pt>
                <c:pt idx="158">
                  <c:v>41505</c:v>
                </c:pt>
                <c:pt idx="159">
                  <c:v>41506</c:v>
                </c:pt>
                <c:pt idx="160">
                  <c:v>41507</c:v>
                </c:pt>
                <c:pt idx="161">
                  <c:v>41508</c:v>
                </c:pt>
                <c:pt idx="162">
                  <c:v>41509</c:v>
                </c:pt>
                <c:pt idx="163">
                  <c:v>41512</c:v>
                </c:pt>
                <c:pt idx="164">
                  <c:v>41513</c:v>
                </c:pt>
                <c:pt idx="165">
                  <c:v>41514</c:v>
                </c:pt>
                <c:pt idx="166">
                  <c:v>41515</c:v>
                </c:pt>
                <c:pt idx="167">
                  <c:v>41516</c:v>
                </c:pt>
                <c:pt idx="168">
                  <c:v>41520</c:v>
                </c:pt>
                <c:pt idx="169">
                  <c:v>41521</c:v>
                </c:pt>
                <c:pt idx="170">
                  <c:v>41522</c:v>
                </c:pt>
                <c:pt idx="171">
                  <c:v>41523</c:v>
                </c:pt>
                <c:pt idx="172">
                  <c:v>41526</c:v>
                </c:pt>
                <c:pt idx="173">
                  <c:v>41527</c:v>
                </c:pt>
                <c:pt idx="174">
                  <c:v>41528</c:v>
                </c:pt>
                <c:pt idx="175">
                  <c:v>41529</c:v>
                </c:pt>
                <c:pt idx="176">
                  <c:v>41530</c:v>
                </c:pt>
                <c:pt idx="177">
                  <c:v>41533</c:v>
                </c:pt>
                <c:pt idx="178">
                  <c:v>41534</c:v>
                </c:pt>
                <c:pt idx="179">
                  <c:v>41535</c:v>
                </c:pt>
                <c:pt idx="180">
                  <c:v>41536</c:v>
                </c:pt>
                <c:pt idx="181">
                  <c:v>41537</c:v>
                </c:pt>
                <c:pt idx="182">
                  <c:v>41540</c:v>
                </c:pt>
                <c:pt idx="183">
                  <c:v>41541</c:v>
                </c:pt>
                <c:pt idx="184">
                  <c:v>41542</c:v>
                </c:pt>
                <c:pt idx="185">
                  <c:v>41543</c:v>
                </c:pt>
                <c:pt idx="186">
                  <c:v>41544</c:v>
                </c:pt>
                <c:pt idx="187">
                  <c:v>41547</c:v>
                </c:pt>
                <c:pt idx="188">
                  <c:v>41548</c:v>
                </c:pt>
                <c:pt idx="189">
                  <c:v>41549</c:v>
                </c:pt>
                <c:pt idx="190">
                  <c:v>41550</c:v>
                </c:pt>
                <c:pt idx="191">
                  <c:v>41551</c:v>
                </c:pt>
                <c:pt idx="192">
                  <c:v>41554</c:v>
                </c:pt>
                <c:pt idx="193">
                  <c:v>41555</c:v>
                </c:pt>
                <c:pt idx="194">
                  <c:v>41556</c:v>
                </c:pt>
                <c:pt idx="195">
                  <c:v>41557</c:v>
                </c:pt>
                <c:pt idx="196">
                  <c:v>41558</c:v>
                </c:pt>
                <c:pt idx="197">
                  <c:v>41562</c:v>
                </c:pt>
                <c:pt idx="198">
                  <c:v>41563</c:v>
                </c:pt>
                <c:pt idx="199">
                  <c:v>41564</c:v>
                </c:pt>
                <c:pt idx="200">
                  <c:v>41565</c:v>
                </c:pt>
                <c:pt idx="201">
                  <c:v>41568</c:v>
                </c:pt>
                <c:pt idx="202">
                  <c:v>41569</c:v>
                </c:pt>
                <c:pt idx="203">
                  <c:v>41570</c:v>
                </c:pt>
                <c:pt idx="204">
                  <c:v>41571</c:v>
                </c:pt>
                <c:pt idx="205">
                  <c:v>41572</c:v>
                </c:pt>
                <c:pt idx="206">
                  <c:v>41575</c:v>
                </c:pt>
                <c:pt idx="207">
                  <c:v>41576</c:v>
                </c:pt>
                <c:pt idx="208">
                  <c:v>41577</c:v>
                </c:pt>
                <c:pt idx="209">
                  <c:v>41578</c:v>
                </c:pt>
                <c:pt idx="210">
                  <c:v>41579</c:v>
                </c:pt>
                <c:pt idx="211">
                  <c:v>41582</c:v>
                </c:pt>
                <c:pt idx="212">
                  <c:v>41583</c:v>
                </c:pt>
                <c:pt idx="213">
                  <c:v>41584</c:v>
                </c:pt>
                <c:pt idx="214">
                  <c:v>41585</c:v>
                </c:pt>
                <c:pt idx="215">
                  <c:v>41586</c:v>
                </c:pt>
                <c:pt idx="216">
                  <c:v>41591</c:v>
                </c:pt>
                <c:pt idx="217">
                  <c:v>41592</c:v>
                </c:pt>
                <c:pt idx="218">
                  <c:v>41593</c:v>
                </c:pt>
                <c:pt idx="219">
                  <c:v>41596</c:v>
                </c:pt>
                <c:pt idx="220">
                  <c:v>41597</c:v>
                </c:pt>
                <c:pt idx="221">
                  <c:v>41598</c:v>
                </c:pt>
                <c:pt idx="222">
                  <c:v>41599</c:v>
                </c:pt>
                <c:pt idx="223">
                  <c:v>41600</c:v>
                </c:pt>
                <c:pt idx="224">
                  <c:v>41603</c:v>
                </c:pt>
                <c:pt idx="225">
                  <c:v>41604</c:v>
                </c:pt>
                <c:pt idx="226">
                  <c:v>41605</c:v>
                </c:pt>
                <c:pt idx="227">
                  <c:v>41607</c:v>
                </c:pt>
                <c:pt idx="228">
                  <c:v>41610</c:v>
                </c:pt>
                <c:pt idx="229">
                  <c:v>41611</c:v>
                </c:pt>
                <c:pt idx="230">
                  <c:v>41612</c:v>
                </c:pt>
                <c:pt idx="231">
                  <c:v>41613</c:v>
                </c:pt>
                <c:pt idx="232">
                  <c:v>41614</c:v>
                </c:pt>
                <c:pt idx="233">
                  <c:v>41617</c:v>
                </c:pt>
                <c:pt idx="234">
                  <c:v>41618</c:v>
                </c:pt>
                <c:pt idx="235">
                  <c:v>41619</c:v>
                </c:pt>
                <c:pt idx="236">
                  <c:v>41620</c:v>
                </c:pt>
                <c:pt idx="237">
                  <c:v>41621</c:v>
                </c:pt>
                <c:pt idx="238">
                  <c:v>41624</c:v>
                </c:pt>
                <c:pt idx="239">
                  <c:v>41625</c:v>
                </c:pt>
                <c:pt idx="240">
                  <c:v>41626</c:v>
                </c:pt>
                <c:pt idx="241">
                  <c:v>41627</c:v>
                </c:pt>
                <c:pt idx="242">
                  <c:v>41631</c:v>
                </c:pt>
                <c:pt idx="243">
                  <c:v>41632</c:v>
                </c:pt>
                <c:pt idx="244">
                  <c:v>41634</c:v>
                </c:pt>
                <c:pt idx="245">
                  <c:v>41635</c:v>
                </c:pt>
                <c:pt idx="246">
                  <c:v>41638</c:v>
                </c:pt>
                <c:pt idx="247">
                  <c:v>41639</c:v>
                </c:pt>
              </c:numCache>
            </c:numRef>
          </c:cat>
          <c:val>
            <c:numRef>
              <c:f>'Bond-NAV and Invest%'!$G$131:$G$377</c:f>
              <c:numCache>
                <c:formatCode>General</c:formatCode>
                <c:ptCount val="247"/>
                <c:pt idx="0">
                  <c:v>72.241182539854904</c:v>
                </c:pt>
                <c:pt idx="1">
                  <c:v>71.69164768731396</c:v>
                </c:pt>
                <c:pt idx="2">
                  <c:v>70.838106019629649</c:v>
                </c:pt>
                <c:pt idx="3">
                  <c:v>71.350231320754787</c:v>
                </c:pt>
                <c:pt idx="4">
                  <c:v>73.249893569629066</c:v>
                </c:pt>
                <c:pt idx="5">
                  <c:v>72.372964782053131</c:v>
                </c:pt>
                <c:pt idx="6">
                  <c:v>72.592047423733817</c:v>
                </c:pt>
                <c:pt idx="7">
                  <c:v>69.025299062678371</c:v>
                </c:pt>
                <c:pt idx="8">
                  <c:v>64.549007657548813</c:v>
                </c:pt>
                <c:pt idx="9">
                  <c:v>64.972547436007645</c:v>
                </c:pt>
                <c:pt idx="10">
                  <c:v>65.573822900215973</c:v>
                </c:pt>
                <c:pt idx="11">
                  <c:v>65.696388333909084</c:v>
                </c:pt>
                <c:pt idx="12">
                  <c:v>65.006409915256043</c:v>
                </c:pt>
                <c:pt idx="13">
                  <c:v>63.081148046133883</c:v>
                </c:pt>
                <c:pt idx="14">
                  <c:v>62.130413149191213</c:v>
                </c:pt>
                <c:pt idx="15">
                  <c:v>53.640461148427931</c:v>
                </c:pt>
                <c:pt idx="16">
                  <c:v>52.909782893054846</c:v>
                </c:pt>
                <c:pt idx="17">
                  <c:v>40.071413405014709</c:v>
                </c:pt>
                <c:pt idx="18">
                  <c:v>45.054581699885262</c:v>
                </c:pt>
                <c:pt idx="19">
                  <c:v>50.133268781091154</c:v>
                </c:pt>
                <c:pt idx="20">
                  <c:v>49.673145877128</c:v>
                </c:pt>
                <c:pt idx="21">
                  <c:v>50.382851136834873</c:v>
                </c:pt>
                <c:pt idx="22">
                  <c:v>49.643606539868053</c:v>
                </c:pt>
                <c:pt idx="23">
                  <c:v>50.737052653199989</c:v>
                </c:pt>
                <c:pt idx="24">
                  <c:v>49.813579257915158</c:v>
                </c:pt>
                <c:pt idx="25">
                  <c:v>49.903528999076237</c:v>
                </c:pt>
                <c:pt idx="26">
                  <c:v>51.40132992372034</c:v>
                </c:pt>
                <c:pt idx="27">
                  <c:v>51.591973537211842</c:v>
                </c:pt>
                <c:pt idx="28">
                  <c:v>52.774855753434103</c:v>
                </c:pt>
                <c:pt idx="29">
                  <c:v>53.337177792829152</c:v>
                </c:pt>
                <c:pt idx="30">
                  <c:v>54.537827549926</c:v>
                </c:pt>
                <c:pt idx="31">
                  <c:v>52.866141039682624</c:v>
                </c:pt>
                <c:pt idx="32">
                  <c:v>52.232598966503907</c:v>
                </c:pt>
                <c:pt idx="33">
                  <c:v>51.558485626184506</c:v>
                </c:pt>
                <c:pt idx="34">
                  <c:v>51.163788307760584</c:v>
                </c:pt>
                <c:pt idx="35">
                  <c:v>51.003015532635956</c:v>
                </c:pt>
                <c:pt idx="36">
                  <c:v>51.720337034429789</c:v>
                </c:pt>
                <c:pt idx="37">
                  <c:v>52.9956143652064</c:v>
                </c:pt>
                <c:pt idx="38">
                  <c:v>52.671126327923737</c:v>
                </c:pt>
                <c:pt idx="39">
                  <c:v>53.826049323124458</c:v>
                </c:pt>
                <c:pt idx="40">
                  <c:v>53.234267341613538</c:v>
                </c:pt>
                <c:pt idx="41">
                  <c:v>53.85087865915883</c:v>
                </c:pt>
                <c:pt idx="42">
                  <c:v>54.298785357341828</c:v>
                </c:pt>
                <c:pt idx="43">
                  <c:v>53.731958339939609</c:v>
                </c:pt>
                <c:pt idx="44">
                  <c:v>55.737825348280545</c:v>
                </c:pt>
                <c:pt idx="45">
                  <c:v>56.479618993281733</c:v>
                </c:pt>
                <c:pt idx="46">
                  <c:v>58.152335564538703</c:v>
                </c:pt>
                <c:pt idx="47">
                  <c:v>58.31805382617641</c:v>
                </c:pt>
                <c:pt idx="48">
                  <c:v>58.092735756299078</c:v>
                </c:pt>
                <c:pt idx="49">
                  <c:v>58.617566645330555</c:v>
                </c:pt>
                <c:pt idx="50">
                  <c:v>57.85883291774099</c:v>
                </c:pt>
                <c:pt idx="51">
                  <c:v>57.650837882579317</c:v>
                </c:pt>
                <c:pt idx="52">
                  <c:v>61.328907358892138</c:v>
                </c:pt>
                <c:pt idx="53">
                  <c:v>61.233191921908023</c:v>
                </c:pt>
                <c:pt idx="54">
                  <c:v>61.205224426529782</c:v>
                </c:pt>
                <c:pt idx="55">
                  <c:v>60.423955388693031</c:v>
                </c:pt>
                <c:pt idx="56">
                  <c:v>60.60312001881163</c:v>
                </c:pt>
                <c:pt idx="57">
                  <c:v>60.314985472006263</c:v>
                </c:pt>
                <c:pt idx="58">
                  <c:v>60.450238236074007</c:v>
                </c:pt>
                <c:pt idx="59">
                  <c:v>55.943347005172306</c:v>
                </c:pt>
                <c:pt idx="60">
                  <c:v>53.366337224513003</c:v>
                </c:pt>
                <c:pt idx="61">
                  <c:v>52.954038012722293</c:v>
                </c:pt>
                <c:pt idx="62">
                  <c:v>52.395240867617574</c:v>
                </c:pt>
                <c:pt idx="63">
                  <c:v>56.053679369054265</c:v>
                </c:pt>
                <c:pt idx="64">
                  <c:v>55.829672084396378</c:v>
                </c:pt>
                <c:pt idx="65">
                  <c:v>55.945886608535112</c:v>
                </c:pt>
                <c:pt idx="66">
                  <c:v>58.578084151445168</c:v>
                </c:pt>
                <c:pt idx="67">
                  <c:v>60.040294991551832</c:v>
                </c:pt>
                <c:pt idx="68">
                  <c:v>61.70237102153898</c:v>
                </c:pt>
                <c:pt idx="69">
                  <c:v>61.256716154018818</c:v>
                </c:pt>
                <c:pt idx="70">
                  <c:v>66.955691321362593</c:v>
                </c:pt>
                <c:pt idx="71">
                  <c:v>66.481929439703393</c:v>
                </c:pt>
                <c:pt idx="72">
                  <c:v>64.978835733385324</c:v>
                </c:pt>
                <c:pt idx="73">
                  <c:v>65.234537774511509</c:v>
                </c:pt>
                <c:pt idx="74">
                  <c:v>64.594454671745851</c:v>
                </c:pt>
                <c:pt idx="75">
                  <c:v>62.445414041358795</c:v>
                </c:pt>
                <c:pt idx="76">
                  <c:v>63.767731279657667</c:v>
                </c:pt>
                <c:pt idx="77">
                  <c:v>67.61473375936788</c:v>
                </c:pt>
                <c:pt idx="78">
                  <c:v>65.410759486561005</c:v>
                </c:pt>
                <c:pt idx="79">
                  <c:v>63.602462391785167</c:v>
                </c:pt>
                <c:pt idx="80">
                  <c:v>58.961285983387526</c:v>
                </c:pt>
                <c:pt idx="81">
                  <c:v>58.546609794726002</c:v>
                </c:pt>
                <c:pt idx="82">
                  <c:v>58.617680199120059</c:v>
                </c:pt>
                <c:pt idx="83">
                  <c:v>58.177064195001662</c:v>
                </c:pt>
                <c:pt idx="84">
                  <c:v>58.158354696485404</c:v>
                </c:pt>
                <c:pt idx="85">
                  <c:v>57.721064331991698</c:v>
                </c:pt>
                <c:pt idx="86">
                  <c:v>56.949570694650895</c:v>
                </c:pt>
                <c:pt idx="87">
                  <c:v>60.910895277750058</c:v>
                </c:pt>
                <c:pt idx="88">
                  <c:v>60.680485814062394</c:v>
                </c:pt>
                <c:pt idx="89">
                  <c:v>59.661206438088989</c:v>
                </c:pt>
                <c:pt idx="90">
                  <c:v>59.181159413192262</c:v>
                </c:pt>
                <c:pt idx="91">
                  <c:v>56.851873131643835</c:v>
                </c:pt>
                <c:pt idx="92">
                  <c:v>53.551405039165687</c:v>
                </c:pt>
                <c:pt idx="93">
                  <c:v>53.720045094046441</c:v>
                </c:pt>
                <c:pt idx="94">
                  <c:v>54.643698387884008</c:v>
                </c:pt>
                <c:pt idx="95">
                  <c:v>55.069413061953568</c:v>
                </c:pt>
                <c:pt idx="96">
                  <c:v>54.038942070513386</c:v>
                </c:pt>
                <c:pt idx="97">
                  <c:v>54.618811690348224</c:v>
                </c:pt>
                <c:pt idx="98">
                  <c:v>54.17345342991463</c:v>
                </c:pt>
                <c:pt idx="99">
                  <c:v>53.012442820561525</c:v>
                </c:pt>
                <c:pt idx="100">
                  <c:v>54.444411883100805</c:v>
                </c:pt>
                <c:pt idx="101">
                  <c:v>53.926594691662224</c:v>
                </c:pt>
                <c:pt idx="102">
                  <c:v>51.042442894579843</c:v>
                </c:pt>
                <c:pt idx="103">
                  <c:v>52.428802434460067</c:v>
                </c:pt>
                <c:pt idx="104">
                  <c:v>55.223252174874396</c:v>
                </c:pt>
                <c:pt idx="105">
                  <c:v>57.362116799738104</c:v>
                </c:pt>
                <c:pt idx="106">
                  <c:v>56.7901016063987</c:v>
                </c:pt>
                <c:pt idx="107">
                  <c:v>55.554683333153285</c:v>
                </c:pt>
                <c:pt idx="108">
                  <c:v>54.35612971732651</c:v>
                </c:pt>
                <c:pt idx="109">
                  <c:v>55.521396970341485</c:v>
                </c:pt>
                <c:pt idx="110">
                  <c:v>62.025050694346241</c:v>
                </c:pt>
                <c:pt idx="111">
                  <c:v>65.786933926780293</c:v>
                </c:pt>
                <c:pt idx="112">
                  <c:v>65.927978267691543</c:v>
                </c:pt>
                <c:pt idx="113">
                  <c:v>72.268687644472308</c:v>
                </c:pt>
                <c:pt idx="114">
                  <c:v>63.798917303199318</c:v>
                </c:pt>
                <c:pt idx="115">
                  <c:v>64.298572384993832</c:v>
                </c:pt>
                <c:pt idx="116">
                  <c:v>63.682293577769933</c:v>
                </c:pt>
                <c:pt idx="117">
                  <c:v>64.492658946108364</c:v>
                </c:pt>
                <c:pt idx="118">
                  <c:v>72.941261358700331</c:v>
                </c:pt>
                <c:pt idx="119">
                  <c:v>59.541431393636145</c:v>
                </c:pt>
                <c:pt idx="120">
                  <c:v>60.498011303445786</c:v>
                </c:pt>
                <c:pt idx="121">
                  <c:v>59.994233209578439</c:v>
                </c:pt>
                <c:pt idx="122">
                  <c:v>61.245912978252193</c:v>
                </c:pt>
                <c:pt idx="123">
                  <c:v>56.769934583656465</c:v>
                </c:pt>
                <c:pt idx="124">
                  <c:v>57.375993295020947</c:v>
                </c:pt>
                <c:pt idx="125">
                  <c:v>57.032757288532252</c:v>
                </c:pt>
                <c:pt idx="126">
                  <c:v>56.361209745315257</c:v>
                </c:pt>
                <c:pt idx="127">
                  <c:v>56.28215962652461</c:v>
                </c:pt>
                <c:pt idx="128">
                  <c:v>55.387218160384521</c:v>
                </c:pt>
                <c:pt idx="129">
                  <c:v>60.239479459014646</c:v>
                </c:pt>
                <c:pt idx="130">
                  <c:v>58.794993490638113</c:v>
                </c:pt>
                <c:pt idx="131">
                  <c:v>59.349362219518618</c:v>
                </c:pt>
                <c:pt idx="132">
                  <c:v>58.382923345603331</c:v>
                </c:pt>
                <c:pt idx="133">
                  <c:v>58.848437552788766</c:v>
                </c:pt>
                <c:pt idx="134">
                  <c:v>55.545826305204393</c:v>
                </c:pt>
                <c:pt idx="135">
                  <c:v>57.004391297802073</c:v>
                </c:pt>
                <c:pt idx="136">
                  <c:v>55.070464307474921</c:v>
                </c:pt>
                <c:pt idx="137">
                  <c:v>54.737442015196137</c:v>
                </c:pt>
                <c:pt idx="138">
                  <c:v>54.54323851702739</c:v>
                </c:pt>
                <c:pt idx="139">
                  <c:v>54.673596057712778</c:v>
                </c:pt>
                <c:pt idx="140">
                  <c:v>54.287726740627932</c:v>
                </c:pt>
                <c:pt idx="141">
                  <c:v>55.350687923113618</c:v>
                </c:pt>
                <c:pt idx="142">
                  <c:v>54.705747298702278</c:v>
                </c:pt>
                <c:pt idx="143">
                  <c:v>55.465255191173156</c:v>
                </c:pt>
                <c:pt idx="144">
                  <c:v>43.72127243853074</c:v>
                </c:pt>
                <c:pt idx="145">
                  <c:v>44.038696645394822</c:v>
                </c:pt>
                <c:pt idx="146">
                  <c:v>45.611252242622989</c:v>
                </c:pt>
                <c:pt idx="147">
                  <c:v>45.610146803206774</c:v>
                </c:pt>
                <c:pt idx="148">
                  <c:v>46.976579107520202</c:v>
                </c:pt>
                <c:pt idx="149">
                  <c:v>49.381087621366966</c:v>
                </c:pt>
                <c:pt idx="150">
                  <c:v>53.202782309863359</c:v>
                </c:pt>
                <c:pt idx="151">
                  <c:v>53.193045435097339</c:v>
                </c:pt>
                <c:pt idx="152">
                  <c:v>55.594558187390945</c:v>
                </c:pt>
                <c:pt idx="153">
                  <c:v>56.016242973842687</c:v>
                </c:pt>
                <c:pt idx="154">
                  <c:v>57.093344450237602</c:v>
                </c:pt>
                <c:pt idx="155">
                  <c:v>57.106490539503717</c:v>
                </c:pt>
                <c:pt idx="156">
                  <c:v>56.728426922492616</c:v>
                </c:pt>
                <c:pt idx="157">
                  <c:v>56.676356035797518</c:v>
                </c:pt>
                <c:pt idx="158">
                  <c:v>57.464371883547159</c:v>
                </c:pt>
                <c:pt idx="159">
                  <c:v>57.54700771691634</c:v>
                </c:pt>
                <c:pt idx="160">
                  <c:v>61.623711041101345</c:v>
                </c:pt>
                <c:pt idx="161">
                  <c:v>61.737527846717164</c:v>
                </c:pt>
                <c:pt idx="162">
                  <c:v>61.975828525697231</c:v>
                </c:pt>
                <c:pt idx="163">
                  <c:v>61.441853355351718</c:v>
                </c:pt>
                <c:pt idx="164">
                  <c:v>61.606280564369698</c:v>
                </c:pt>
                <c:pt idx="165">
                  <c:v>61.586367927390995</c:v>
                </c:pt>
                <c:pt idx="166">
                  <c:v>61.171274875746619</c:v>
                </c:pt>
                <c:pt idx="167">
                  <c:v>59.747387031859809</c:v>
                </c:pt>
                <c:pt idx="168">
                  <c:v>59.613346384689777</c:v>
                </c:pt>
                <c:pt idx="169">
                  <c:v>59.57742220399426</c:v>
                </c:pt>
                <c:pt idx="170">
                  <c:v>59.430538474903202</c:v>
                </c:pt>
                <c:pt idx="171">
                  <c:v>59.690388675511308</c:v>
                </c:pt>
                <c:pt idx="172">
                  <c:v>59.217758341572157</c:v>
                </c:pt>
                <c:pt idx="173">
                  <c:v>57.657911873168558</c:v>
                </c:pt>
                <c:pt idx="174">
                  <c:v>56.145349897207495</c:v>
                </c:pt>
                <c:pt idx="175">
                  <c:v>57.055209200326473</c:v>
                </c:pt>
                <c:pt idx="176">
                  <c:v>54.774703199191052</c:v>
                </c:pt>
                <c:pt idx="177">
                  <c:v>53.226232875718615</c:v>
                </c:pt>
                <c:pt idx="178">
                  <c:v>50.721239350569633</c:v>
                </c:pt>
                <c:pt idx="179">
                  <c:v>48.520753880914619</c:v>
                </c:pt>
                <c:pt idx="180">
                  <c:v>47.939616367827995</c:v>
                </c:pt>
                <c:pt idx="181">
                  <c:v>45.695233439207499</c:v>
                </c:pt>
                <c:pt idx="182">
                  <c:v>41.314696455306553</c:v>
                </c:pt>
                <c:pt idx="183">
                  <c:v>40.0131628955167</c:v>
                </c:pt>
                <c:pt idx="184">
                  <c:v>37.71400164500686</c:v>
                </c:pt>
                <c:pt idx="185">
                  <c:v>38.273304027494461</c:v>
                </c:pt>
                <c:pt idx="186">
                  <c:v>36.885865569171429</c:v>
                </c:pt>
                <c:pt idx="187">
                  <c:v>36.682991776618138</c:v>
                </c:pt>
                <c:pt idx="188">
                  <c:v>36.922118878484305</c:v>
                </c:pt>
                <c:pt idx="189">
                  <c:v>37.37303119752238</c:v>
                </c:pt>
                <c:pt idx="190">
                  <c:v>37.496253369290919</c:v>
                </c:pt>
                <c:pt idx="191">
                  <c:v>37.760229946414313</c:v>
                </c:pt>
                <c:pt idx="192">
                  <c:v>37.334114580581321</c:v>
                </c:pt>
                <c:pt idx="193">
                  <c:v>36.015121053243881</c:v>
                </c:pt>
                <c:pt idx="194">
                  <c:v>35.855868269296707</c:v>
                </c:pt>
                <c:pt idx="195">
                  <c:v>36.041637186035231</c:v>
                </c:pt>
                <c:pt idx="196">
                  <c:v>37.302311984356471</c:v>
                </c:pt>
                <c:pt idx="197">
                  <c:v>37.861461076665506</c:v>
                </c:pt>
                <c:pt idx="198">
                  <c:v>38.142088707151785</c:v>
                </c:pt>
                <c:pt idx="199">
                  <c:v>37.425769529901558</c:v>
                </c:pt>
                <c:pt idx="200">
                  <c:v>37.549864748425819</c:v>
                </c:pt>
                <c:pt idx="201">
                  <c:v>37.43000950892398</c:v>
                </c:pt>
                <c:pt idx="202">
                  <c:v>37.72792627419296</c:v>
                </c:pt>
                <c:pt idx="203">
                  <c:v>37.884955429547126</c:v>
                </c:pt>
                <c:pt idx="204">
                  <c:v>37.017421104737224</c:v>
                </c:pt>
                <c:pt idx="205">
                  <c:v>36.877949043616745</c:v>
                </c:pt>
                <c:pt idx="206">
                  <c:v>36.759935647866904</c:v>
                </c:pt>
                <c:pt idx="207">
                  <c:v>36.968204738595908</c:v>
                </c:pt>
                <c:pt idx="208">
                  <c:v>36.72381927154278</c:v>
                </c:pt>
                <c:pt idx="209">
                  <c:v>36.46607434335197</c:v>
                </c:pt>
                <c:pt idx="210">
                  <c:v>36.973279647277998</c:v>
                </c:pt>
                <c:pt idx="211">
                  <c:v>36.302066285256259</c:v>
                </c:pt>
                <c:pt idx="212">
                  <c:v>35.774287465618656</c:v>
                </c:pt>
                <c:pt idx="213">
                  <c:v>35.808624756997432</c:v>
                </c:pt>
                <c:pt idx="214">
                  <c:v>40.137753675464189</c:v>
                </c:pt>
                <c:pt idx="215">
                  <c:v>40.345640269398629</c:v>
                </c:pt>
                <c:pt idx="216">
                  <c:v>42.390994285575267</c:v>
                </c:pt>
                <c:pt idx="217">
                  <c:v>42.123770228191646</c:v>
                </c:pt>
                <c:pt idx="218">
                  <c:v>42.094647536122658</c:v>
                </c:pt>
                <c:pt idx="219">
                  <c:v>39.678803635211651</c:v>
                </c:pt>
                <c:pt idx="220">
                  <c:v>39.758736726453435</c:v>
                </c:pt>
                <c:pt idx="221">
                  <c:v>39.770486464818674</c:v>
                </c:pt>
                <c:pt idx="222">
                  <c:v>39.643355238323643</c:v>
                </c:pt>
                <c:pt idx="223">
                  <c:v>38.980060209375047</c:v>
                </c:pt>
                <c:pt idx="224">
                  <c:v>39.164499799457317</c:v>
                </c:pt>
                <c:pt idx="225">
                  <c:v>39.243559677462521</c:v>
                </c:pt>
                <c:pt idx="226">
                  <c:v>39.215085214125942</c:v>
                </c:pt>
                <c:pt idx="227">
                  <c:v>40.033075143830473</c:v>
                </c:pt>
                <c:pt idx="228">
                  <c:v>41.668078264383936</c:v>
                </c:pt>
                <c:pt idx="229">
                  <c:v>41.690824503500821</c:v>
                </c:pt>
                <c:pt idx="230">
                  <c:v>41.893436959084738</c:v>
                </c:pt>
                <c:pt idx="231">
                  <c:v>42.080252009462043</c:v>
                </c:pt>
                <c:pt idx="232">
                  <c:v>43.643391831149373</c:v>
                </c:pt>
                <c:pt idx="233">
                  <c:v>44.070993558281927</c:v>
                </c:pt>
                <c:pt idx="234">
                  <c:v>44.76881619014668</c:v>
                </c:pt>
                <c:pt idx="235">
                  <c:v>44.772780322551448</c:v>
                </c:pt>
                <c:pt idx="236">
                  <c:v>44.497428042720315</c:v>
                </c:pt>
                <c:pt idx="237">
                  <c:v>47.267367115333805</c:v>
                </c:pt>
                <c:pt idx="238">
                  <c:v>47.495357954412093</c:v>
                </c:pt>
                <c:pt idx="239">
                  <c:v>46.981126016146412</c:v>
                </c:pt>
                <c:pt idx="240">
                  <c:v>46.901885578560226</c:v>
                </c:pt>
                <c:pt idx="241">
                  <c:v>46.695441607803048</c:v>
                </c:pt>
                <c:pt idx="242">
                  <c:v>46.737805478397007</c:v>
                </c:pt>
                <c:pt idx="243">
                  <c:v>46.020195972931404</c:v>
                </c:pt>
                <c:pt idx="244">
                  <c:v>45.983469912454048</c:v>
                </c:pt>
                <c:pt idx="245">
                  <c:v>46.090365589479809</c:v>
                </c:pt>
                <c:pt idx="246">
                  <c:v>45.934869335080627</c:v>
                </c:pt>
              </c:numCache>
            </c:numRef>
          </c:val>
          <c:smooth val="0"/>
        </c:ser>
        <c:dLbls>
          <c:showLegendKey val="0"/>
          <c:showVal val="0"/>
          <c:showCatName val="0"/>
          <c:showSerName val="0"/>
          <c:showPercent val="0"/>
          <c:showBubbleSize val="0"/>
        </c:dLbls>
        <c:marker val="1"/>
        <c:smooth val="0"/>
        <c:axId val="124004608"/>
        <c:axId val="124006400"/>
      </c:lineChart>
      <c:dateAx>
        <c:axId val="124004608"/>
        <c:scaling>
          <c:orientation val="minMax"/>
        </c:scaling>
        <c:delete val="0"/>
        <c:axPos val="b"/>
        <c:numFmt formatCode="[$-409]mmm\-yy;@" sourceLinked="0"/>
        <c:majorTickMark val="out"/>
        <c:minorTickMark val="none"/>
        <c:tickLblPos val="nextTo"/>
        <c:txPr>
          <a:bodyPr/>
          <a:lstStyle/>
          <a:p>
            <a:pPr>
              <a:defRPr sz="750">
                <a:solidFill>
                  <a:sysClr val="windowText" lastClr="000000"/>
                </a:solidFill>
              </a:defRPr>
            </a:pPr>
            <a:endParaRPr lang="en-US"/>
          </a:p>
        </c:txPr>
        <c:crossAx val="124006400"/>
        <c:crosses val="autoZero"/>
        <c:auto val="1"/>
        <c:lblOffset val="100"/>
        <c:baseTimeUnit val="days"/>
        <c:majorUnit val="2"/>
        <c:majorTimeUnit val="months"/>
      </c:dateAx>
      <c:valAx>
        <c:axId val="124006400"/>
        <c:scaling>
          <c:orientation val="minMax"/>
          <c:max val="110"/>
          <c:min val="10"/>
        </c:scaling>
        <c:delete val="0"/>
        <c:axPos val="l"/>
        <c:numFmt formatCode="General" sourceLinked="1"/>
        <c:majorTickMark val="out"/>
        <c:minorTickMark val="none"/>
        <c:tickLblPos val="nextTo"/>
        <c:txPr>
          <a:bodyPr/>
          <a:lstStyle/>
          <a:p>
            <a:pPr>
              <a:defRPr sz="750"/>
            </a:pPr>
            <a:endParaRPr lang="en-US"/>
          </a:p>
        </c:txPr>
        <c:crossAx val="124004608"/>
        <c:crosses val="autoZero"/>
        <c:crossBetween val="between"/>
        <c:majorUnit val="20"/>
      </c:valAx>
      <c:spPr>
        <a:ln>
          <a:noFill/>
        </a:ln>
      </c:spPr>
    </c:plotArea>
    <c:legend>
      <c:legendPos val="b"/>
      <c:layout>
        <c:manualLayout>
          <c:xMode val="edge"/>
          <c:yMode val="edge"/>
          <c:x val="0.18272069271447461"/>
          <c:y val="0.8647635599435477"/>
          <c:w val="0.62519654192907193"/>
          <c:h val="7.1538331074076006E-2"/>
        </c:manualLayout>
      </c:layout>
      <c:overlay val="0"/>
      <c:txPr>
        <a:bodyPr/>
        <a:lstStyle/>
        <a:p>
          <a:pPr>
            <a:defRPr sz="600"/>
          </a:pPr>
          <a:endParaRPr lang="en-US"/>
        </a:p>
      </c:txPr>
    </c:legend>
    <c:plotVisOnly val="1"/>
    <c:dispBlanksAs val="gap"/>
    <c:showDLblsOverMax val="0"/>
  </c:chart>
  <c:spPr>
    <a:ln>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Sheet2!$E$264:$E$513</c:f>
              <c:numCache>
                <c:formatCode>mm/dd/yy</c:formatCode>
                <c:ptCount val="250"/>
                <c:pt idx="0">
                  <c:v>41276</c:v>
                </c:pt>
                <c:pt idx="1">
                  <c:v>41277</c:v>
                </c:pt>
                <c:pt idx="2">
                  <c:v>41278</c:v>
                </c:pt>
                <c:pt idx="3">
                  <c:v>41281</c:v>
                </c:pt>
                <c:pt idx="4">
                  <c:v>41282</c:v>
                </c:pt>
                <c:pt idx="5">
                  <c:v>41283</c:v>
                </c:pt>
                <c:pt idx="6">
                  <c:v>41284</c:v>
                </c:pt>
                <c:pt idx="7">
                  <c:v>41285</c:v>
                </c:pt>
                <c:pt idx="8">
                  <c:v>41288</c:v>
                </c:pt>
                <c:pt idx="9">
                  <c:v>41289</c:v>
                </c:pt>
                <c:pt idx="10">
                  <c:v>41290</c:v>
                </c:pt>
                <c:pt idx="11">
                  <c:v>41291</c:v>
                </c:pt>
                <c:pt idx="12">
                  <c:v>41292</c:v>
                </c:pt>
                <c:pt idx="13">
                  <c:v>41296</c:v>
                </c:pt>
                <c:pt idx="14">
                  <c:v>41297</c:v>
                </c:pt>
                <c:pt idx="15">
                  <c:v>41298</c:v>
                </c:pt>
                <c:pt idx="16">
                  <c:v>41299</c:v>
                </c:pt>
                <c:pt idx="17">
                  <c:v>41302</c:v>
                </c:pt>
                <c:pt idx="18">
                  <c:v>41303</c:v>
                </c:pt>
                <c:pt idx="19">
                  <c:v>41304</c:v>
                </c:pt>
                <c:pt idx="20">
                  <c:v>41305</c:v>
                </c:pt>
                <c:pt idx="21">
                  <c:v>41306</c:v>
                </c:pt>
                <c:pt idx="22">
                  <c:v>41309</c:v>
                </c:pt>
                <c:pt idx="23">
                  <c:v>41310</c:v>
                </c:pt>
                <c:pt idx="24">
                  <c:v>41311</c:v>
                </c:pt>
                <c:pt idx="25">
                  <c:v>41312</c:v>
                </c:pt>
                <c:pt idx="26">
                  <c:v>41313</c:v>
                </c:pt>
                <c:pt idx="27">
                  <c:v>41316</c:v>
                </c:pt>
                <c:pt idx="28">
                  <c:v>41317</c:v>
                </c:pt>
                <c:pt idx="29">
                  <c:v>41318</c:v>
                </c:pt>
                <c:pt idx="30">
                  <c:v>41319</c:v>
                </c:pt>
                <c:pt idx="31">
                  <c:v>41320</c:v>
                </c:pt>
                <c:pt idx="32">
                  <c:v>41324</c:v>
                </c:pt>
                <c:pt idx="33">
                  <c:v>41325</c:v>
                </c:pt>
                <c:pt idx="34">
                  <c:v>41326</c:v>
                </c:pt>
                <c:pt idx="35">
                  <c:v>41327</c:v>
                </c:pt>
                <c:pt idx="36">
                  <c:v>41330</c:v>
                </c:pt>
                <c:pt idx="37">
                  <c:v>41331</c:v>
                </c:pt>
                <c:pt idx="38">
                  <c:v>41332</c:v>
                </c:pt>
                <c:pt idx="39">
                  <c:v>41333</c:v>
                </c:pt>
                <c:pt idx="40">
                  <c:v>41334</c:v>
                </c:pt>
                <c:pt idx="41">
                  <c:v>41337</c:v>
                </c:pt>
                <c:pt idx="42">
                  <c:v>41338</c:v>
                </c:pt>
                <c:pt idx="43">
                  <c:v>41339</c:v>
                </c:pt>
                <c:pt idx="44">
                  <c:v>41340</c:v>
                </c:pt>
                <c:pt idx="45">
                  <c:v>41341</c:v>
                </c:pt>
                <c:pt idx="46">
                  <c:v>41344</c:v>
                </c:pt>
                <c:pt idx="47">
                  <c:v>41345</c:v>
                </c:pt>
                <c:pt idx="48">
                  <c:v>41346</c:v>
                </c:pt>
                <c:pt idx="49">
                  <c:v>41347</c:v>
                </c:pt>
                <c:pt idx="50">
                  <c:v>41348</c:v>
                </c:pt>
                <c:pt idx="51">
                  <c:v>41351</c:v>
                </c:pt>
                <c:pt idx="52">
                  <c:v>41352</c:v>
                </c:pt>
                <c:pt idx="53">
                  <c:v>41353</c:v>
                </c:pt>
                <c:pt idx="54">
                  <c:v>41354</c:v>
                </c:pt>
                <c:pt idx="55">
                  <c:v>41355</c:v>
                </c:pt>
                <c:pt idx="56">
                  <c:v>41358</c:v>
                </c:pt>
                <c:pt idx="57">
                  <c:v>41359</c:v>
                </c:pt>
                <c:pt idx="58">
                  <c:v>41360</c:v>
                </c:pt>
                <c:pt idx="59">
                  <c:v>41361</c:v>
                </c:pt>
                <c:pt idx="60">
                  <c:v>41365</c:v>
                </c:pt>
                <c:pt idx="61">
                  <c:v>41366</c:v>
                </c:pt>
                <c:pt idx="62">
                  <c:v>41367</c:v>
                </c:pt>
                <c:pt idx="63">
                  <c:v>41368</c:v>
                </c:pt>
                <c:pt idx="64">
                  <c:v>41369</c:v>
                </c:pt>
                <c:pt idx="65">
                  <c:v>41372</c:v>
                </c:pt>
                <c:pt idx="66">
                  <c:v>41373</c:v>
                </c:pt>
                <c:pt idx="67">
                  <c:v>41374</c:v>
                </c:pt>
                <c:pt idx="68">
                  <c:v>41375</c:v>
                </c:pt>
                <c:pt idx="69">
                  <c:v>41376</c:v>
                </c:pt>
                <c:pt idx="70">
                  <c:v>41379</c:v>
                </c:pt>
                <c:pt idx="71">
                  <c:v>41380</c:v>
                </c:pt>
                <c:pt idx="72">
                  <c:v>41381</c:v>
                </c:pt>
                <c:pt idx="73">
                  <c:v>41382</c:v>
                </c:pt>
                <c:pt idx="74">
                  <c:v>41383</c:v>
                </c:pt>
                <c:pt idx="75">
                  <c:v>41386</c:v>
                </c:pt>
                <c:pt idx="76">
                  <c:v>41387</c:v>
                </c:pt>
                <c:pt idx="77">
                  <c:v>41388</c:v>
                </c:pt>
                <c:pt idx="78">
                  <c:v>41389</c:v>
                </c:pt>
                <c:pt idx="79">
                  <c:v>41390</c:v>
                </c:pt>
                <c:pt idx="80">
                  <c:v>41393</c:v>
                </c:pt>
                <c:pt idx="81">
                  <c:v>41394</c:v>
                </c:pt>
                <c:pt idx="82">
                  <c:v>41395</c:v>
                </c:pt>
                <c:pt idx="83">
                  <c:v>41396</c:v>
                </c:pt>
                <c:pt idx="84">
                  <c:v>41397</c:v>
                </c:pt>
                <c:pt idx="85">
                  <c:v>41400</c:v>
                </c:pt>
                <c:pt idx="86">
                  <c:v>41401</c:v>
                </c:pt>
                <c:pt idx="87">
                  <c:v>41402</c:v>
                </c:pt>
                <c:pt idx="88">
                  <c:v>41403</c:v>
                </c:pt>
                <c:pt idx="89">
                  <c:v>41404</c:v>
                </c:pt>
                <c:pt idx="90">
                  <c:v>41407</c:v>
                </c:pt>
                <c:pt idx="91">
                  <c:v>41408</c:v>
                </c:pt>
                <c:pt idx="92">
                  <c:v>41409</c:v>
                </c:pt>
                <c:pt idx="93">
                  <c:v>41410</c:v>
                </c:pt>
                <c:pt idx="94">
                  <c:v>41411</c:v>
                </c:pt>
                <c:pt idx="95">
                  <c:v>41414</c:v>
                </c:pt>
                <c:pt idx="96">
                  <c:v>41415</c:v>
                </c:pt>
                <c:pt idx="97">
                  <c:v>41416</c:v>
                </c:pt>
                <c:pt idx="98">
                  <c:v>41417</c:v>
                </c:pt>
                <c:pt idx="99">
                  <c:v>41418</c:v>
                </c:pt>
                <c:pt idx="100">
                  <c:v>41422</c:v>
                </c:pt>
                <c:pt idx="101">
                  <c:v>41423</c:v>
                </c:pt>
                <c:pt idx="102">
                  <c:v>41424</c:v>
                </c:pt>
                <c:pt idx="103">
                  <c:v>41425</c:v>
                </c:pt>
                <c:pt idx="104">
                  <c:v>41428</c:v>
                </c:pt>
                <c:pt idx="105">
                  <c:v>41429</c:v>
                </c:pt>
                <c:pt idx="106">
                  <c:v>41430</c:v>
                </c:pt>
                <c:pt idx="107">
                  <c:v>41431</c:v>
                </c:pt>
                <c:pt idx="108">
                  <c:v>41432</c:v>
                </c:pt>
                <c:pt idx="109">
                  <c:v>41435</c:v>
                </c:pt>
                <c:pt idx="110">
                  <c:v>41436</c:v>
                </c:pt>
                <c:pt idx="111">
                  <c:v>41437</c:v>
                </c:pt>
                <c:pt idx="112">
                  <c:v>41438</c:v>
                </c:pt>
                <c:pt idx="113">
                  <c:v>41439</c:v>
                </c:pt>
                <c:pt idx="114">
                  <c:v>41442</c:v>
                </c:pt>
                <c:pt idx="115">
                  <c:v>41443</c:v>
                </c:pt>
                <c:pt idx="116">
                  <c:v>41444</c:v>
                </c:pt>
                <c:pt idx="117">
                  <c:v>41445</c:v>
                </c:pt>
                <c:pt idx="118">
                  <c:v>41446</c:v>
                </c:pt>
                <c:pt idx="119">
                  <c:v>41449</c:v>
                </c:pt>
                <c:pt idx="120">
                  <c:v>41450</c:v>
                </c:pt>
                <c:pt idx="121">
                  <c:v>41451</c:v>
                </c:pt>
                <c:pt idx="122">
                  <c:v>41452</c:v>
                </c:pt>
                <c:pt idx="123">
                  <c:v>41453</c:v>
                </c:pt>
                <c:pt idx="124">
                  <c:v>41456</c:v>
                </c:pt>
                <c:pt idx="125">
                  <c:v>41457</c:v>
                </c:pt>
                <c:pt idx="126">
                  <c:v>41458</c:v>
                </c:pt>
                <c:pt idx="127">
                  <c:v>41460</c:v>
                </c:pt>
                <c:pt idx="128">
                  <c:v>41463</c:v>
                </c:pt>
                <c:pt idx="129">
                  <c:v>41464</c:v>
                </c:pt>
                <c:pt idx="130">
                  <c:v>41465</c:v>
                </c:pt>
                <c:pt idx="131">
                  <c:v>41466</c:v>
                </c:pt>
                <c:pt idx="132">
                  <c:v>41467</c:v>
                </c:pt>
                <c:pt idx="133">
                  <c:v>41470</c:v>
                </c:pt>
                <c:pt idx="134">
                  <c:v>41471</c:v>
                </c:pt>
                <c:pt idx="135">
                  <c:v>41472</c:v>
                </c:pt>
                <c:pt idx="136">
                  <c:v>41473</c:v>
                </c:pt>
                <c:pt idx="137">
                  <c:v>41474</c:v>
                </c:pt>
                <c:pt idx="138">
                  <c:v>41477</c:v>
                </c:pt>
                <c:pt idx="139">
                  <c:v>41478</c:v>
                </c:pt>
                <c:pt idx="140">
                  <c:v>41479</c:v>
                </c:pt>
                <c:pt idx="141">
                  <c:v>41480</c:v>
                </c:pt>
                <c:pt idx="142">
                  <c:v>41481</c:v>
                </c:pt>
                <c:pt idx="143">
                  <c:v>41484</c:v>
                </c:pt>
                <c:pt idx="144">
                  <c:v>41485</c:v>
                </c:pt>
                <c:pt idx="145">
                  <c:v>41486</c:v>
                </c:pt>
                <c:pt idx="146">
                  <c:v>41487</c:v>
                </c:pt>
                <c:pt idx="147">
                  <c:v>41488</c:v>
                </c:pt>
                <c:pt idx="148">
                  <c:v>41491</c:v>
                </c:pt>
                <c:pt idx="149">
                  <c:v>41492</c:v>
                </c:pt>
                <c:pt idx="150">
                  <c:v>41493</c:v>
                </c:pt>
                <c:pt idx="151">
                  <c:v>41494</c:v>
                </c:pt>
                <c:pt idx="152">
                  <c:v>41495</c:v>
                </c:pt>
                <c:pt idx="153">
                  <c:v>41498</c:v>
                </c:pt>
                <c:pt idx="154">
                  <c:v>41499</c:v>
                </c:pt>
                <c:pt idx="155">
                  <c:v>41500</c:v>
                </c:pt>
                <c:pt idx="156">
                  <c:v>41501</c:v>
                </c:pt>
                <c:pt idx="157">
                  <c:v>41502</c:v>
                </c:pt>
                <c:pt idx="158">
                  <c:v>41505</c:v>
                </c:pt>
                <c:pt idx="159">
                  <c:v>41506</c:v>
                </c:pt>
                <c:pt idx="160">
                  <c:v>41507</c:v>
                </c:pt>
                <c:pt idx="161">
                  <c:v>41508</c:v>
                </c:pt>
                <c:pt idx="162">
                  <c:v>41509</c:v>
                </c:pt>
                <c:pt idx="163">
                  <c:v>41512</c:v>
                </c:pt>
                <c:pt idx="164">
                  <c:v>41513</c:v>
                </c:pt>
                <c:pt idx="165">
                  <c:v>41514</c:v>
                </c:pt>
                <c:pt idx="166">
                  <c:v>41515</c:v>
                </c:pt>
                <c:pt idx="167">
                  <c:v>41516</c:v>
                </c:pt>
                <c:pt idx="168">
                  <c:v>41520</c:v>
                </c:pt>
                <c:pt idx="169">
                  <c:v>41521</c:v>
                </c:pt>
                <c:pt idx="170">
                  <c:v>41522</c:v>
                </c:pt>
                <c:pt idx="171">
                  <c:v>41523</c:v>
                </c:pt>
                <c:pt idx="172">
                  <c:v>41526</c:v>
                </c:pt>
                <c:pt idx="173">
                  <c:v>41527</c:v>
                </c:pt>
                <c:pt idx="174">
                  <c:v>41528</c:v>
                </c:pt>
                <c:pt idx="175">
                  <c:v>41529</c:v>
                </c:pt>
                <c:pt idx="176">
                  <c:v>41530</c:v>
                </c:pt>
                <c:pt idx="177">
                  <c:v>41533</c:v>
                </c:pt>
                <c:pt idx="178">
                  <c:v>41534</c:v>
                </c:pt>
                <c:pt idx="179">
                  <c:v>41535</c:v>
                </c:pt>
                <c:pt idx="180">
                  <c:v>41536</c:v>
                </c:pt>
                <c:pt idx="181">
                  <c:v>41537</c:v>
                </c:pt>
                <c:pt idx="182">
                  <c:v>41540</c:v>
                </c:pt>
                <c:pt idx="183">
                  <c:v>41541</c:v>
                </c:pt>
                <c:pt idx="184">
                  <c:v>41542</c:v>
                </c:pt>
                <c:pt idx="185">
                  <c:v>41543</c:v>
                </c:pt>
                <c:pt idx="186">
                  <c:v>41544</c:v>
                </c:pt>
                <c:pt idx="187">
                  <c:v>41547</c:v>
                </c:pt>
                <c:pt idx="188">
                  <c:v>41548</c:v>
                </c:pt>
                <c:pt idx="189">
                  <c:v>41549</c:v>
                </c:pt>
                <c:pt idx="190">
                  <c:v>41550</c:v>
                </c:pt>
                <c:pt idx="191">
                  <c:v>41551</c:v>
                </c:pt>
                <c:pt idx="192">
                  <c:v>41554</c:v>
                </c:pt>
                <c:pt idx="193">
                  <c:v>41555</c:v>
                </c:pt>
                <c:pt idx="194">
                  <c:v>41556</c:v>
                </c:pt>
                <c:pt idx="195">
                  <c:v>41557</c:v>
                </c:pt>
                <c:pt idx="196">
                  <c:v>41558</c:v>
                </c:pt>
                <c:pt idx="197">
                  <c:v>41562</c:v>
                </c:pt>
                <c:pt idx="198">
                  <c:v>41563</c:v>
                </c:pt>
                <c:pt idx="199">
                  <c:v>41564</c:v>
                </c:pt>
                <c:pt idx="200">
                  <c:v>41565</c:v>
                </c:pt>
                <c:pt idx="201">
                  <c:v>41568</c:v>
                </c:pt>
                <c:pt idx="202">
                  <c:v>41569</c:v>
                </c:pt>
                <c:pt idx="203">
                  <c:v>41570</c:v>
                </c:pt>
                <c:pt idx="204">
                  <c:v>41571</c:v>
                </c:pt>
                <c:pt idx="205">
                  <c:v>41572</c:v>
                </c:pt>
                <c:pt idx="206">
                  <c:v>41575</c:v>
                </c:pt>
                <c:pt idx="207">
                  <c:v>41576</c:v>
                </c:pt>
                <c:pt idx="208">
                  <c:v>41577</c:v>
                </c:pt>
                <c:pt idx="209">
                  <c:v>41578</c:v>
                </c:pt>
                <c:pt idx="210">
                  <c:v>41579</c:v>
                </c:pt>
                <c:pt idx="211">
                  <c:v>41582</c:v>
                </c:pt>
                <c:pt idx="212">
                  <c:v>41583</c:v>
                </c:pt>
                <c:pt idx="213">
                  <c:v>41584</c:v>
                </c:pt>
                <c:pt idx="214">
                  <c:v>41585</c:v>
                </c:pt>
                <c:pt idx="215">
                  <c:v>41586</c:v>
                </c:pt>
                <c:pt idx="216">
                  <c:v>41590</c:v>
                </c:pt>
                <c:pt idx="217">
                  <c:v>41591</c:v>
                </c:pt>
                <c:pt idx="218">
                  <c:v>41592</c:v>
                </c:pt>
                <c:pt idx="219">
                  <c:v>41593</c:v>
                </c:pt>
                <c:pt idx="220">
                  <c:v>41596</c:v>
                </c:pt>
                <c:pt idx="221">
                  <c:v>41597</c:v>
                </c:pt>
                <c:pt idx="222">
                  <c:v>41598</c:v>
                </c:pt>
                <c:pt idx="223">
                  <c:v>41599</c:v>
                </c:pt>
                <c:pt idx="224">
                  <c:v>41600</c:v>
                </c:pt>
                <c:pt idx="225">
                  <c:v>41603</c:v>
                </c:pt>
                <c:pt idx="226">
                  <c:v>41604</c:v>
                </c:pt>
                <c:pt idx="227">
                  <c:v>41605</c:v>
                </c:pt>
                <c:pt idx="228">
                  <c:v>41607</c:v>
                </c:pt>
                <c:pt idx="229">
                  <c:v>41610</c:v>
                </c:pt>
                <c:pt idx="230">
                  <c:v>41611</c:v>
                </c:pt>
                <c:pt idx="231">
                  <c:v>41612</c:v>
                </c:pt>
                <c:pt idx="232">
                  <c:v>41613</c:v>
                </c:pt>
                <c:pt idx="233">
                  <c:v>41614</c:v>
                </c:pt>
                <c:pt idx="234">
                  <c:v>41617</c:v>
                </c:pt>
                <c:pt idx="235">
                  <c:v>41618</c:v>
                </c:pt>
                <c:pt idx="236">
                  <c:v>41619</c:v>
                </c:pt>
                <c:pt idx="237">
                  <c:v>41620</c:v>
                </c:pt>
                <c:pt idx="238">
                  <c:v>41621</c:v>
                </c:pt>
                <c:pt idx="239">
                  <c:v>41624</c:v>
                </c:pt>
                <c:pt idx="240">
                  <c:v>41625</c:v>
                </c:pt>
                <c:pt idx="241">
                  <c:v>41626</c:v>
                </c:pt>
                <c:pt idx="242">
                  <c:v>41627</c:v>
                </c:pt>
                <c:pt idx="243">
                  <c:v>41628</c:v>
                </c:pt>
                <c:pt idx="244">
                  <c:v>41631</c:v>
                </c:pt>
                <c:pt idx="245">
                  <c:v>41632</c:v>
                </c:pt>
                <c:pt idx="246">
                  <c:v>41634</c:v>
                </c:pt>
                <c:pt idx="247">
                  <c:v>41635</c:v>
                </c:pt>
                <c:pt idx="248">
                  <c:v>41638</c:v>
                </c:pt>
                <c:pt idx="249">
                  <c:v>41639</c:v>
                </c:pt>
              </c:numCache>
            </c:numRef>
          </c:cat>
          <c:val>
            <c:numRef>
              <c:f>Sheet2!$F$264:$F$513</c:f>
              <c:numCache>
                <c:formatCode>0.0</c:formatCode>
                <c:ptCount val="250"/>
                <c:pt idx="0">
                  <c:v>20.606816253163</c:v>
                </c:pt>
                <c:pt idx="1">
                  <c:v>20.338953930389</c:v>
                </c:pt>
                <c:pt idx="2">
                  <c:v>20.417458309535998</c:v>
                </c:pt>
                <c:pt idx="3">
                  <c:v>20.31330519558</c:v>
                </c:pt>
                <c:pt idx="4">
                  <c:v>22.339480452090001</c:v>
                </c:pt>
                <c:pt idx="5">
                  <c:v>22.956704801958999</c:v>
                </c:pt>
                <c:pt idx="6">
                  <c:v>22.272986950557002</c:v>
                </c:pt>
                <c:pt idx="7">
                  <c:v>23.961176218060999</c:v>
                </c:pt>
                <c:pt idx="8">
                  <c:v>24.469737289148</c:v>
                </c:pt>
                <c:pt idx="9">
                  <c:v>24.973567567208999</c:v>
                </c:pt>
                <c:pt idx="10">
                  <c:v>25.152545958752999</c:v>
                </c:pt>
                <c:pt idx="11">
                  <c:v>25.851400209200001</c:v>
                </c:pt>
                <c:pt idx="12">
                  <c:v>26.400514277724</c:v>
                </c:pt>
                <c:pt idx="13">
                  <c:v>25.746121927508</c:v>
                </c:pt>
                <c:pt idx="14">
                  <c:v>26.175766972114999</c:v>
                </c:pt>
                <c:pt idx="15">
                  <c:v>23.950902651566999</c:v>
                </c:pt>
                <c:pt idx="16">
                  <c:v>22.419543149612998</c:v>
                </c:pt>
                <c:pt idx="17">
                  <c:v>23.549482003779001</c:v>
                </c:pt>
                <c:pt idx="18">
                  <c:v>23.259216921537</c:v>
                </c:pt>
                <c:pt idx="19">
                  <c:v>22.332047520814001</c:v>
                </c:pt>
                <c:pt idx="20">
                  <c:v>22.550527320591002</c:v>
                </c:pt>
                <c:pt idx="21">
                  <c:v>21.607960760141999</c:v>
                </c:pt>
                <c:pt idx="22">
                  <c:v>22.180703280917999</c:v>
                </c:pt>
                <c:pt idx="23">
                  <c:v>21.734741949890001</c:v>
                </c:pt>
                <c:pt idx="24">
                  <c:v>21.939182680937002</c:v>
                </c:pt>
                <c:pt idx="25">
                  <c:v>22.189468410585</c:v>
                </c:pt>
                <c:pt idx="26">
                  <c:v>22.186214324958001</c:v>
                </c:pt>
                <c:pt idx="27">
                  <c:v>22.102472350904002</c:v>
                </c:pt>
                <c:pt idx="28">
                  <c:v>21.525940420813001</c:v>
                </c:pt>
                <c:pt idx="29">
                  <c:v>21.281345970074</c:v>
                </c:pt>
                <c:pt idx="30">
                  <c:v>21.816831122648999</c:v>
                </c:pt>
                <c:pt idx="31">
                  <c:v>22.482797086880002</c:v>
                </c:pt>
                <c:pt idx="32">
                  <c:v>22.215818965619</c:v>
                </c:pt>
                <c:pt idx="33">
                  <c:v>22.287939959460001</c:v>
                </c:pt>
                <c:pt idx="34">
                  <c:v>22.640870386616001</c:v>
                </c:pt>
                <c:pt idx="35">
                  <c:v>22.758139253848999</c:v>
                </c:pt>
                <c:pt idx="36">
                  <c:v>23.383943775620999</c:v>
                </c:pt>
                <c:pt idx="37">
                  <c:v>23.685516367279</c:v>
                </c:pt>
                <c:pt idx="38">
                  <c:v>22.730322520658</c:v>
                </c:pt>
                <c:pt idx="39">
                  <c:v>22.468841561173999</c:v>
                </c:pt>
                <c:pt idx="40">
                  <c:v>22.681306199504998</c:v>
                </c:pt>
                <c:pt idx="41">
                  <c:v>22.476939888156998</c:v>
                </c:pt>
                <c:pt idx="42">
                  <c:v>22.333603182369</c:v>
                </c:pt>
                <c:pt idx="43">
                  <c:v>21.341227607356998</c:v>
                </c:pt>
                <c:pt idx="44">
                  <c:v>20.651954690997002</c:v>
                </c:pt>
                <c:pt idx="45">
                  <c:v>20.229923594681001</c:v>
                </c:pt>
                <c:pt idx="46">
                  <c:v>20.275676584404</c:v>
                </c:pt>
                <c:pt idx="47">
                  <c:v>20.75256212112</c:v>
                </c:pt>
                <c:pt idx="48">
                  <c:v>20.859225182961001</c:v>
                </c:pt>
                <c:pt idx="49">
                  <c:v>20.719183544955001</c:v>
                </c:pt>
                <c:pt idx="50">
                  <c:v>21.175806894078999</c:v>
                </c:pt>
                <c:pt idx="51">
                  <c:v>21.671764065158001</c:v>
                </c:pt>
                <c:pt idx="52">
                  <c:v>22.383082106134001</c:v>
                </c:pt>
                <c:pt idx="53">
                  <c:v>22.928041244734001</c:v>
                </c:pt>
                <c:pt idx="54">
                  <c:v>24.237144990019001</c:v>
                </c:pt>
                <c:pt idx="55">
                  <c:v>25.117474461954998</c:v>
                </c:pt>
                <c:pt idx="56">
                  <c:v>24.693918093634998</c:v>
                </c:pt>
                <c:pt idx="57">
                  <c:v>24.581646379136</c:v>
                </c:pt>
                <c:pt idx="58">
                  <c:v>25.293265342266</c:v>
                </c:pt>
                <c:pt idx="59">
                  <c:v>25.04348847784</c:v>
                </c:pt>
                <c:pt idx="60">
                  <c:v>26.774112563906002</c:v>
                </c:pt>
                <c:pt idx="61">
                  <c:v>26.351466001222999</c:v>
                </c:pt>
                <c:pt idx="62">
                  <c:v>26.876340978934</c:v>
                </c:pt>
                <c:pt idx="63">
                  <c:v>27.488586879761002</c:v>
                </c:pt>
                <c:pt idx="64">
                  <c:v>28.243864546255001</c:v>
                </c:pt>
                <c:pt idx="65">
                  <c:v>27.323845093945</c:v>
                </c:pt>
                <c:pt idx="66">
                  <c:v>27.011858255602998</c:v>
                </c:pt>
                <c:pt idx="67">
                  <c:v>26.057678021232</c:v>
                </c:pt>
                <c:pt idx="68">
                  <c:v>25.860684391220001</c:v>
                </c:pt>
                <c:pt idx="69">
                  <c:v>26.824897538098998</c:v>
                </c:pt>
                <c:pt idx="70">
                  <c:v>27.060938146702998</c:v>
                </c:pt>
                <c:pt idx="71">
                  <c:v>26.829747422274998</c:v>
                </c:pt>
                <c:pt idx="72">
                  <c:v>25.956358020570999</c:v>
                </c:pt>
                <c:pt idx="73">
                  <c:v>26.265211281833999</c:v>
                </c:pt>
                <c:pt idx="74">
                  <c:v>26.085594358714001</c:v>
                </c:pt>
                <c:pt idx="75">
                  <c:v>26.147577250657001</c:v>
                </c:pt>
                <c:pt idx="76">
                  <c:v>26.185159729774</c:v>
                </c:pt>
                <c:pt idx="77">
                  <c:v>26.216675720329999</c:v>
                </c:pt>
                <c:pt idx="78">
                  <c:v>25.125508536101002</c:v>
                </c:pt>
                <c:pt idx="79">
                  <c:v>25.722401603817001</c:v>
                </c:pt>
                <c:pt idx="80">
                  <c:v>25.862808860043</c:v>
                </c:pt>
                <c:pt idx="81">
                  <c:v>26.017486804038001</c:v>
                </c:pt>
                <c:pt idx="82">
                  <c:v>25.688982660985001</c:v>
                </c:pt>
                <c:pt idx="83">
                  <c:v>25.779340903691001</c:v>
                </c:pt>
                <c:pt idx="84">
                  <c:v>24.867757706772998</c:v>
                </c:pt>
                <c:pt idx="85">
                  <c:v>23.931813275698001</c:v>
                </c:pt>
                <c:pt idx="86">
                  <c:v>23.803893662271001</c:v>
                </c:pt>
                <c:pt idx="87">
                  <c:v>24.356387508205</c:v>
                </c:pt>
                <c:pt idx="88">
                  <c:v>24.224734257017001</c:v>
                </c:pt>
                <c:pt idx="89">
                  <c:v>22.893440444202</c:v>
                </c:pt>
                <c:pt idx="90">
                  <c:v>22.442457539479999</c:v>
                </c:pt>
                <c:pt idx="91">
                  <c:v>22.328498928095001</c:v>
                </c:pt>
                <c:pt idx="92">
                  <c:v>23.128254945664999</c:v>
                </c:pt>
                <c:pt idx="93">
                  <c:v>24.921424696311998</c:v>
                </c:pt>
                <c:pt idx="94">
                  <c:v>23.354170871226</c:v>
                </c:pt>
                <c:pt idx="95">
                  <c:v>23.016003462730001</c:v>
                </c:pt>
                <c:pt idx="96">
                  <c:v>23.823871129566999</c:v>
                </c:pt>
                <c:pt idx="97">
                  <c:v>22.334245774442</c:v>
                </c:pt>
                <c:pt idx="98">
                  <c:v>22.270804929333998</c:v>
                </c:pt>
                <c:pt idx="99">
                  <c:v>22.402869587283998</c:v>
                </c:pt>
                <c:pt idx="100">
                  <c:v>20.951526907976</c:v>
                </c:pt>
                <c:pt idx="101">
                  <c:v>21.358725560046</c:v>
                </c:pt>
                <c:pt idx="102">
                  <c:v>19.418082084708999</c:v>
                </c:pt>
                <c:pt idx="103">
                  <c:v>18.159250378597999</c:v>
                </c:pt>
                <c:pt idx="104">
                  <c:v>18.044374642034999</c:v>
                </c:pt>
                <c:pt idx="105">
                  <c:v>17.703841424206999</c:v>
                </c:pt>
                <c:pt idx="106">
                  <c:v>17.977764567028</c:v>
                </c:pt>
                <c:pt idx="107">
                  <c:v>18.111119820803001</c:v>
                </c:pt>
                <c:pt idx="108">
                  <c:v>17.953356654048999</c:v>
                </c:pt>
                <c:pt idx="109">
                  <c:v>17.724725983799999</c:v>
                </c:pt>
                <c:pt idx="110">
                  <c:v>17.795069848971</c:v>
                </c:pt>
                <c:pt idx="111">
                  <c:v>17.39080129821</c:v>
                </c:pt>
                <c:pt idx="112">
                  <c:v>17.949905408380001</c:v>
                </c:pt>
                <c:pt idx="113">
                  <c:v>19.355842261027998</c:v>
                </c:pt>
                <c:pt idx="114">
                  <c:v>20.929527108711</c:v>
                </c:pt>
                <c:pt idx="115">
                  <c:v>21.013579658405</c:v>
                </c:pt>
                <c:pt idx="116">
                  <c:v>21.443762048772999</c:v>
                </c:pt>
                <c:pt idx="117">
                  <c:v>20.670350443570999</c:v>
                </c:pt>
                <c:pt idx="118">
                  <c:v>20.467799290795</c:v>
                </c:pt>
                <c:pt idx="119">
                  <c:v>20.340717756541999</c:v>
                </c:pt>
                <c:pt idx="120">
                  <c:v>17.644576795790002</c:v>
                </c:pt>
                <c:pt idx="121">
                  <c:v>18.390279928110999</c:v>
                </c:pt>
                <c:pt idx="122">
                  <c:v>19.141663189386001</c:v>
                </c:pt>
                <c:pt idx="123">
                  <c:v>18.858034303172001</c:v>
                </c:pt>
                <c:pt idx="124">
                  <c:v>21.481385150110999</c:v>
                </c:pt>
                <c:pt idx="125">
                  <c:v>21.340701765538</c:v>
                </c:pt>
                <c:pt idx="126">
                  <c:v>20.918168086506</c:v>
                </c:pt>
                <c:pt idx="127">
                  <c:v>18.518516959627998</c:v>
                </c:pt>
                <c:pt idx="128">
                  <c:v>19.469718994389002</c:v>
                </c:pt>
                <c:pt idx="129">
                  <c:v>20.008317191545999</c:v>
                </c:pt>
                <c:pt idx="130">
                  <c:v>19.293540486874999</c:v>
                </c:pt>
                <c:pt idx="131">
                  <c:v>20.750000379511999</c:v>
                </c:pt>
                <c:pt idx="132">
                  <c:v>17.679823035758002</c:v>
                </c:pt>
                <c:pt idx="133">
                  <c:v>17.680541007654998</c:v>
                </c:pt>
                <c:pt idx="134">
                  <c:v>19.514723851231999</c:v>
                </c:pt>
                <c:pt idx="135">
                  <c:v>19.458166084700999</c:v>
                </c:pt>
                <c:pt idx="136">
                  <c:v>16.457696779397999</c:v>
                </c:pt>
                <c:pt idx="137">
                  <c:v>17.053174922530001</c:v>
                </c:pt>
                <c:pt idx="138">
                  <c:v>17.17446375087</c:v>
                </c:pt>
                <c:pt idx="139">
                  <c:v>16.900029255416001</c:v>
                </c:pt>
                <c:pt idx="140">
                  <c:v>16.070321391299</c:v>
                </c:pt>
                <c:pt idx="141">
                  <c:v>16.632591440306001</c:v>
                </c:pt>
                <c:pt idx="142">
                  <c:v>16.245946780930002</c:v>
                </c:pt>
                <c:pt idx="143">
                  <c:v>16.179599992894001</c:v>
                </c:pt>
                <c:pt idx="144">
                  <c:v>16.131513779405999</c:v>
                </c:pt>
                <c:pt idx="145">
                  <c:v>17.534804875420001</c:v>
                </c:pt>
                <c:pt idx="146">
                  <c:v>15.140386262786</c:v>
                </c:pt>
                <c:pt idx="147">
                  <c:v>16.006651570875</c:v>
                </c:pt>
                <c:pt idx="148">
                  <c:v>15.819676816927</c:v>
                </c:pt>
                <c:pt idx="149">
                  <c:v>15.418926780252001</c:v>
                </c:pt>
                <c:pt idx="150">
                  <c:v>15.930917493014</c:v>
                </c:pt>
                <c:pt idx="151">
                  <c:v>15.740637420404999</c:v>
                </c:pt>
                <c:pt idx="152">
                  <c:v>15.928922113911</c:v>
                </c:pt>
                <c:pt idx="153">
                  <c:v>16.137374984049998</c:v>
                </c:pt>
                <c:pt idx="154">
                  <c:v>16.578161657906001</c:v>
                </c:pt>
                <c:pt idx="155">
                  <c:v>16.650873555379</c:v>
                </c:pt>
                <c:pt idx="156">
                  <c:v>16.728778618947999</c:v>
                </c:pt>
                <c:pt idx="157">
                  <c:v>17.794524996260002</c:v>
                </c:pt>
                <c:pt idx="158">
                  <c:v>18.114765362185</c:v>
                </c:pt>
                <c:pt idx="159">
                  <c:v>18.511277022824</c:v>
                </c:pt>
                <c:pt idx="160">
                  <c:v>19.144036762123999</c:v>
                </c:pt>
                <c:pt idx="161">
                  <c:v>19.028310393601</c:v>
                </c:pt>
                <c:pt idx="162">
                  <c:v>20.801001334407999</c:v>
                </c:pt>
                <c:pt idx="163">
                  <c:v>20.296053942503001</c:v>
                </c:pt>
                <c:pt idx="164">
                  <c:v>20.271654603169999</c:v>
                </c:pt>
                <c:pt idx="165">
                  <c:v>19.911746791251002</c:v>
                </c:pt>
                <c:pt idx="166">
                  <c:v>20.289527751116001</c:v>
                </c:pt>
                <c:pt idx="167">
                  <c:v>21.815642383793001</c:v>
                </c:pt>
                <c:pt idx="168">
                  <c:v>20.268201891516998</c:v>
                </c:pt>
                <c:pt idx="169">
                  <c:v>20.082703318027001</c:v>
                </c:pt>
                <c:pt idx="170">
                  <c:v>17.405867281567001</c:v>
                </c:pt>
                <c:pt idx="171">
                  <c:v>19.956466683685001</c:v>
                </c:pt>
                <c:pt idx="172">
                  <c:v>20.484018764241</c:v>
                </c:pt>
                <c:pt idx="173">
                  <c:v>20.253512247766999</c:v>
                </c:pt>
                <c:pt idx="174">
                  <c:v>20.400393840265998</c:v>
                </c:pt>
                <c:pt idx="175">
                  <c:v>23.904695625321999</c:v>
                </c:pt>
                <c:pt idx="176">
                  <c:v>24.048038875980001</c:v>
                </c:pt>
                <c:pt idx="177">
                  <c:v>24.063516644307001</c:v>
                </c:pt>
                <c:pt idx="178">
                  <c:v>24.165665365043999</c:v>
                </c:pt>
                <c:pt idx="179">
                  <c:v>23.391699861574999</c:v>
                </c:pt>
                <c:pt idx="180">
                  <c:v>22.698316330200001</c:v>
                </c:pt>
                <c:pt idx="181">
                  <c:v>24.525292308221999</c:v>
                </c:pt>
                <c:pt idx="182">
                  <c:v>23.350112221012001</c:v>
                </c:pt>
                <c:pt idx="183">
                  <c:v>23.170262567936</c:v>
                </c:pt>
                <c:pt idx="184">
                  <c:v>23.362345546520999</c:v>
                </c:pt>
                <c:pt idx="185">
                  <c:v>23.232569024065</c:v>
                </c:pt>
                <c:pt idx="186">
                  <c:v>22.439377519484001</c:v>
                </c:pt>
                <c:pt idx="187">
                  <c:v>22.678204164381</c:v>
                </c:pt>
                <c:pt idx="188">
                  <c:v>22.511298177486001</c:v>
                </c:pt>
                <c:pt idx="189">
                  <c:v>22.426734409341002</c:v>
                </c:pt>
                <c:pt idx="190">
                  <c:v>22.476907168173</c:v>
                </c:pt>
                <c:pt idx="191">
                  <c:v>22.250424064568001</c:v>
                </c:pt>
                <c:pt idx="192">
                  <c:v>22.89975937642</c:v>
                </c:pt>
                <c:pt idx="193">
                  <c:v>23.084217435313001</c:v>
                </c:pt>
                <c:pt idx="194">
                  <c:v>21.423522462746</c:v>
                </c:pt>
                <c:pt idx="195">
                  <c:v>21.316563992540001</c:v>
                </c:pt>
                <c:pt idx="196">
                  <c:v>21.224584217014002</c:v>
                </c:pt>
                <c:pt idx="197">
                  <c:v>20.731356716594998</c:v>
                </c:pt>
                <c:pt idx="198">
                  <c:v>21.050263708104001</c:v>
                </c:pt>
                <c:pt idx="199">
                  <c:v>19.747193885729001</c:v>
                </c:pt>
                <c:pt idx="200">
                  <c:v>19.705587561224998</c:v>
                </c:pt>
                <c:pt idx="201">
                  <c:v>19.573371112035002</c:v>
                </c:pt>
                <c:pt idx="202">
                  <c:v>19.566290962530001</c:v>
                </c:pt>
                <c:pt idx="203">
                  <c:v>19.19735436341</c:v>
                </c:pt>
                <c:pt idx="204">
                  <c:v>18.964675117481001</c:v>
                </c:pt>
                <c:pt idx="205">
                  <c:v>18.787826472035999</c:v>
                </c:pt>
                <c:pt idx="206">
                  <c:v>18.468396411284999</c:v>
                </c:pt>
                <c:pt idx="207">
                  <c:v>18.382262633886999</c:v>
                </c:pt>
                <c:pt idx="208">
                  <c:v>18.337435532367</c:v>
                </c:pt>
                <c:pt idx="209">
                  <c:v>18.405763438567</c:v>
                </c:pt>
                <c:pt idx="210">
                  <c:v>17.166998324358001</c:v>
                </c:pt>
                <c:pt idx="211">
                  <c:v>17.297829098169</c:v>
                </c:pt>
                <c:pt idx="212">
                  <c:v>16.857886779526002</c:v>
                </c:pt>
                <c:pt idx="213">
                  <c:v>17.104031719822</c:v>
                </c:pt>
                <c:pt idx="214">
                  <c:v>17.424582979552</c:v>
                </c:pt>
                <c:pt idx="215">
                  <c:v>16.533520124984001</c:v>
                </c:pt>
                <c:pt idx="216">
                  <c:v>16.853905561706998</c:v>
                </c:pt>
                <c:pt idx="217">
                  <c:v>16.964704226925001</c:v>
                </c:pt>
                <c:pt idx="218">
                  <c:v>17.160131153070999</c:v>
                </c:pt>
                <c:pt idx="219">
                  <c:v>19.601711331756999</c:v>
                </c:pt>
                <c:pt idx="220">
                  <c:v>19.840837183413001</c:v>
                </c:pt>
                <c:pt idx="221">
                  <c:v>19.778885888743002</c:v>
                </c:pt>
                <c:pt idx="222">
                  <c:v>19.209977133275</c:v>
                </c:pt>
                <c:pt idx="223">
                  <c:v>18.847314255147001</c:v>
                </c:pt>
                <c:pt idx="224">
                  <c:v>16.479762647723</c:v>
                </c:pt>
                <c:pt idx="225">
                  <c:v>16.187169348253999</c:v>
                </c:pt>
                <c:pt idx="226">
                  <c:v>16.212506064477001</c:v>
                </c:pt>
                <c:pt idx="227">
                  <c:v>15.933253804655999</c:v>
                </c:pt>
                <c:pt idx="228">
                  <c:v>16.452998126657999</c:v>
                </c:pt>
                <c:pt idx="229">
                  <c:v>15.876004935486</c:v>
                </c:pt>
                <c:pt idx="230">
                  <c:v>15.960008950568</c:v>
                </c:pt>
                <c:pt idx="231">
                  <c:v>15.973808756704001</c:v>
                </c:pt>
                <c:pt idx="232">
                  <c:v>16.246193310302001</c:v>
                </c:pt>
                <c:pt idx="233">
                  <c:v>15.459522071426001</c:v>
                </c:pt>
                <c:pt idx="234">
                  <c:v>15.658159586058</c:v>
                </c:pt>
                <c:pt idx="235">
                  <c:v>16.108415839540001</c:v>
                </c:pt>
                <c:pt idx="236">
                  <c:v>15.862832377301</c:v>
                </c:pt>
                <c:pt idx="237">
                  <c:v>17.119866707128999</c:v>
                </c:pt>
                <c:pt idx="238">
                  <c:v>17.958664786602</c:v>
                </c:pt>
                <c:pt idx="239">
                  <c:v>17.824798625090999</c:v>
                </c:pt>
                <c:pt idx="240">
                  <c:v>17.845507757509999</c:v>
                </c:pt>
                <c:pt idx="241">
                  <c:v>17.606077685611002</c:v>
                </c:pt>
                <c:pt idx="242">
                  <c:v>17.450055416125</c:v>
                </c:pt>
                <c:pt idx="243">
                  <c:v>18.020839941649001</c:v>
                </c:pt>
                <c:pt idx="244">
                  <c:v>17.585501189144999</c:v>
                </c:pt>
                <c:pt idx="245">
                  <c:v>17.634031521687</c:v>
                </c:pt>
                <c:pt idx="246">
                  <c:v>17.214663639600001</c:v>
                </c:pt>
                <c:pt idx="247">
                  <c:v>17.182296382129</c:v>
                </c:pt>
                <c:pt idx="248">
                  <c:v>17.470627084465999</c:v>
                </c:pt>
                <c:pt idx="249">
                  <c:v>17.401967591491999</c:v>
                </c:pt>
              </c:numCache>
            </c:numRef>
          </c:val>
          <c:smooth val="0"/>
        </c:ser>
        <c:dLbls>
          <c:showLegendKey val="0"/>
          <c:showVal val="0"/>
          <c:showCatName val="0"/>
          <c:showSerName val="0"/>
          <c:showPercent val="0"/>
          <c:showBubbleSize val="0"/>
        </c:dLbls>
        <c:marker val="1"/>
        <c:smooth val="0"/>
        <c:axId val="124022144"/>
        <c:axId val="124040320"/>
      </c:lineChart>
      <c:dateAx>
        <c:axId val="124022144"/>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4040320"/>
        <c:crosses val="autoZero"/>
        <c:auto val="1"/>
        <c:lblOffset val="100"/>
        <c:baseTimeUnit val="days"/>
        <c:majorUnit val="2"/>
        <c:majorTimeUnit val="months"/>
      </c:dateAx>
      <c:valAx>
        <c:axId val="124040320"/>
        <c:scaling>
          <c:orientation val="minMax"/>
          <c:min val="10"/>
        </c:scaling>
        <c:delete val="0"/>
        <c:axPos val="l"/>
        <c:numFmt formatCode="0" sourceLinked="0"/>
        <c:majorTickMark val="none"/>
        <c:minorTickMark val="none"/>
        <c:tickLblPos val="nextTo"/>
        <c:spPr>
          <a:noFill/>
          <a:ln>
            <a:solidFill>
              <a:schemeClr val="tx1"/>
            </a:solidFill>
          </a:ln>
          <a:effectLst/>
        </c:spPr>
        <c:txPr>
          <a:bodyPr rot="-60000000" vert="horz"/>
          <a:lstStyle/>
          <a:p>
            <a:pPr>
              <a:defRPr/>
            </a:pPr>
            <a:endParaRPr lang="en-US"/>
          </a:p>
        </c:txPr>
        <c:crossAx val="124022144"/>
        <c:crosses val="autoZero"/>
        <c:crossBetween val="between"/>
        <c:majorUnit val="4"/>
      </c:valAx>
      <c:spPr>
        <a:noFill/>
        <a:ln w="25400">
          <a:noFill/>
        </a:ln>
        <a:effectLst/>
      </c:spPr>
    </c:plotArea>
    <c:plotVisOnly val="1"/>
    <c:dispBlanksAs val="gap"/>
    <c:showDLblsOverMax val="0"/>
  </c:chart>
  <c:spPr>
    <a:solidFill>
      <a:schemeClr val="bg1"/>
    </a:solidFill>
    <a:ln w="9525" cap="flat" cmpd="sng" algn="ctr">
      <a:noFill/>
      <a:round/>
    </a:ln>
    <a:effectLst/>
  </c:spPr>
  <c:txPr>
    <a:bodyPr/>
    <a:lstStyle/>
    <a:p>
      <a:pPr>
        <a:defRPr sz="7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'Untitled Chart.1413931024033'!$K$1</c:f>
              <c:strCache>
                <c:ptCount val="1"/>
                <c:pt idx="0">
                  <c:v>OAS of FNMA IOS 4.0 2010</c:v>
                </c:pt>
              </c:strCache>
            </c:strRef>
          </c:tx>
          <c:spPr>
            <a:ln w="28575" cap="rnd">
              <a:solidFill>
                <a:srgbClr val="2E398A"/>
              </a:solidFill>
              <a:round/>
            </a:ln>
            <a:effectLst/>
          </c:spPr>
          <c:marker>
            <c:symbol val="none"/>
          </c:marker>
          <c:cat>
            <c:numRef>
              <c:f>'Untitled Chart.1413931024033'!$J$481:$J$730</c:f>
              <c:numCache>
                <c:formatCode>m/d/yyyy</c:formatCode>
                <c:ptCount val="250"/>
                <c:pt idx="0">
                  <c:v>41276</c:v>
                </c:pt>
                <c:pt idx="1">
                  <c:v>41277</c:v>
                </c:pt>
                <c:pt idx="2">
                  <c:v>41278</c:v>
                </c:pt>
                <c:pt idx="3">
                  <c:v>41281</c:v>
                </c:pt>
                <c:pt idx="4">
                  <c:v>41282</c:v>
                </c:pt>
                <c:pt idx="5">
                  <c:v>41283</c:v>
                </c:pt>
                <c:pt idx="6">
                  <c:v>41284</c:v>
                </c:pt>
                <c:pt idx="7">
                  <c:v>41285</c:v>
                </c:pt>
                <c:pt idx="8">
                  <c:v>41288</c:v>
                </c:pt>
                <c:pt idx="9">
                  <c:v>41289</c:v>
                </c:pt>
                <c:pt idx="10">
                  <c:v>41290</c:v>
                </c:pt>
                <c:pt idx="11">
                  <c:v>41291</c:v>
                </c:pt>
                <c:pt idx="12">
                  <c:v>41292</c:v>
                </c:pt>
                <c:pt idx="13">
                  <c:v>41296</c:v>
                </c:pt>
                <c:pt idx="14">
                  <c:v>41297</c:v>
                </c:pt>
                <c:pt idx="15">
                  <c:v>41298</c:v>
                </c:pt>
                <c:pt idx="16">
                  <c:v>41299</c:v>
                </c:pt>
                <c:pt idx="17">
                  <c:v>41302</c:v>
                </c:pt>
                <c:pt idx="18">
                  <c:v>41303</c:v>
                </c:pt>
                <c:pt idx="19">
                  <c:v>41304</c:v>
                </c:pt>
                <c:pt idx="20">
                  <c:v>41305</c:v>
                </c:pt>
                <c:pt idx="21">
                  <c:v>41306</c:v>
                </c:pt>
                <c:pt idx="22">
                  <c:v>41309</c:v>
                </c:pt>
                <c:pt idx="23">
                  <c:v>41310</c:v>
                </c:pt>
                <c:pt idx="24">
                  <c:v>41311</c:v>
                </c:pt>
                <c:pt idx="25">
                  <c:v>41312</c:v>
                </c:pt>
                <c:pt idx="26">
                  <c:v>41313</c:v>
                </c:pt>
                <c:pt idx="27">
                  <c:v>41316</c:v>
                </c:pt>
                <c:pt idx="28">
                  <c:v>41317</c:v>
                </c:pt>
                <c:pt idx="29">
                  <c:v>41318</c:v>
                </c:pt>
                <c:pt idx="30">
                  <c:v>41319</c:v>
                </c:pt>
                <c:pt idx="31">
                  <c:v>41320</c:v>
                </c:pt>
                <c:pt idx="32">
                  <c:v>41324</c:v>
                </c:pt>
                <c:pt idx="33">
                  <c:v>41325</c:v>
                </c:pt>
                <c:pt idx="34">
                  <c:v>41326</c:v>
                </c:pt>
                <c:pt idx="35">
                  <c:v>41327</c:v>
                </c:pt>
                <c:pt idx="36">
                  <c:v>41330</c:v>
                </c:pt>
                <c:pt idx="37">
                  <c:v>41331</c:v>
                </c:pt>
                <c:pt idx="38">
                  <c:v>41332</c:v>
                </c:pt>
                <c:pt idx="39">
                  <c:v>41333</c:v>
                </c:pt>
                <c:pt idx="40">
                  <c:v>41334</c:v>
                </c:pt>
                <c:pt idx="41">
                  <c:v>41337</c:v>
                </c:pt>
                <c:pt idx="42">
                  <c:v>41338</c:v>
                </c:pt>
                <c:pt idx="43">
                  <c:v>41339</c:v>
                </c:pt>
                <c:pt idx="44">
                  <c:v>41340</c:v>
                </c:pt>
                <c:pt idx="45">
                  <c:v>41341</c:v>
                </c:pt>
                <c:pt idx="46">
                  <c:v>41344</c:v>
                </c:pt>
                <c:pt idx="47">
                  <c:v>41345</c:v>
                </c:pt>
                <c:pt idx="48">
                  <c:v>41346</c:v>
                </c:pt>
                <c:pt idx="49">
                  <c:v>41347</c:v>
                </c:pt>
                <c:pt idx="50">
                  <c:v>41348</c:v>
                </c:pt>
                <c:pt idx="51">
                  <c:v>41351</c:v>
                </c:pt>
                <c:pt idx="52">
                  <c:v>41352</c:v>
                </c:pt>
                <c:pt idx="53">
                  <c:v>41353</c:v>
                </c:pt>
                <c:pt idx="54">
                  <c:v>41354</c:v>
                </c:pt>
                <c:pt idx="55">
                  <c:v>41355</c:v>
                </c:pt>
                <c:pt idx="56">
                  <c:v>41358</c:v>
                </c:pt>
                <c:pt idx="57">
                  <c:v>41359</c:v>
                </c:pt>
                <c:pt idx="58">
                  <c:v>41360</c:v>
                </c:pt>
                <c:pt idx="59">
                  <c:v>41361</c:v>
                </c:pt>
                <c:pt idx="60">
                  <c:v>41365</c:v>
                </c:pt>
                <c:pt idx="61">
                  <c:v>41366</c:v>
                </c:pt>
                <c:pt idx="62">
                  <c:v>41367</c:v>
                </c:pt>
                <c:pt idx="63">
                  <c:v>41368</c:v>
                </c:pt>
                <c:pt idx="64">
                  <c:v>41369</c:v>
                </c:pt>
                <c:pt idx="65">
                  <c:v>41372</c:v>
                </c:pt>
                <c:pt idx="66">
                  <c:v>41373</c:v>
                </c:pt>
                <c:pt idx="67">
                  <c:v>41374</c:v>
                </c:pt>
                <c:pt idx="68">
                  <c:v>41375</c:v>
                </c:pt>
                <c:pt idx="69">
                  <c:v>41376</c:v>
                </c:pt>
                <c:pt idx="70">
                  <c:v>41379</c:v>
                </c:pt>
                <c:pt idx="71">
                  <c:v>41380</c:v>
                </c:pt>
                <c:pt idx="72">
                  <c:v>41381</c:v>
                </c:pt>
                <c:pt idx="73">
                  <c:v>41382</c:v>
                </c:pt>
                <c:pt idx="74">
                  <c:v>41383</c:v>
                </c:pt>
                <c:pt idx="75">
                  <c:v>41386</c:v>
                </c:pt>
                <c:pt idx="76">
                  <c:v>41387</c:v>
                </c:pt>
                <c:pt idx="77">
                  <c:v>41388</c:v>
                </c:pt>
                <c:pt idx="78">
                  <c:v>41389</c:v>
                </c:pt>
                <c:pt idx="79">
                  <c:v>41390</c:v>
                </c:pt>
                <c:pt idx="80">
                  <c:v>41393</c:v>
                </c:pt>
                <c:pt idx="81">
                  <c:v>41394</c:v>
                </c:pt>
                <c:pt idx="82">
                  <c:v>41395</c:v>
                </c:pt>
                <c:pt idx="83">
                  <c:v>41396</c:v>
                </c:pt>
                <c:pt idx="84">
                  <c:v>41397</c:v>
                </c:pt>
                <c:pt idx="85">
                  <c:v>41400</c:v>
                </c:pt>
                <c:pt idx="86">
                  <c:v>41401</c:v>
                </c:pt>
                <c:pt idx="87">
                  <c:v>41402</c:v>
                </c:pt>
                <c:pt idx="88">
                  <c:v>41403</c:v>
                </c:pt>
                <c:pt idx="89">
                  <c:v>41404</c:v>
                </c:pt>
                <c:pt idx="90">
                  <c:v>41407</c:v>
                </c:pt>
                <c:pt idx="91">
                  <c:v>41408</c:v>
                </c:pt>
                <c:pt idx="92">
                  <c:v>41409</c:v>
                </c:pt>
                <c:pt idx="93">
                  <c:v>41410</c:v>
                </c:pt>
                <c:pt idx="94">
                  <c:v>41411</c:v>
                </c:pt>
                <c:pt idx="95">
                  <c:v>41414</c:v>
                </c:pt>
                <c:pt idx="96">
                  <c:v>41415</c:v>
                </c:pt>
                <c:pt idx="97">
                  <c:v>41416</c:v>
                </c:pt>
                <c:pt idx="98">
                  <c:v>41417</c:v>
                </c:pt>
                <c:pt idx="99">
                  <c:v>41418</c:v>
                </c:pt>
                <c:pt idx="100">
                  <c:v>41422</c:v>
                </c:pt>
                <c:pt idx="101">
                  <c:v>41423</c:v>
                </c:pt>
                <c:pt idx="102">
                  <c:v>41424</c:v>
                </c:pt>
                <c:pt idx="103">
                  <c:v>41425</c:v>
                </c:pt>
                <c:pt idx="104">
                  <c:v>41428</c:v>
                </c:pt>
                <c:pt idx="105">
                  <c:v>41429</c:v>
                </c:pt>
                <c:pt idx="106">
                  <c:v>41430</c:v>
                </c:pt>
                <c:pt idx="107">
                  <c:v>41431</c:v>
                </c:pt>
                <c:pt idx="108">
                  <c:v>41432</c:v>
                </c:pt>
                <c:pt idx="109">
                  <c:v>41435</c:v>
                </c:pt>
                <c:pt idx="110">
                  <c:v>41436</c:v>
                </c:pt>
                <c:pt idx="111">
                  <c:v>41437</c:v>
                </c:pt>
                <c:pt idx="112">
                  <c:v>41438</c:v>
                </c:pt>
                <c:pt idx="113">
                  <c:v>41439</c:v>
                </c:pt>
                <c:pt idx="114">
                  <c:v>41442</c:v>
                </c:pt>
                <c:pt idx="115">
                  <c:v>41443</c:v>
                </c:pt>
                <c:pt idx="116">
                  <c:v>41444</c:v>
                </c:pt>
                <c:pt idx="117">
                  <c:v>41445</c:v>
                </c:pt>
                <c:pt idx="118">
                  <c:v>41446</c:v>
                </c:pt>
                <c:pt idx="119">
                  <c:v>41449</c:v>
                </c:pt>
                <c:pt idx="120">
                  <c:v>41450</c:v>
                </c:pt>
                <c:pt idx="121">
                  <c:v>41451</c:v>
                </c:pt>
                <c:pt idx="122">
                  <c:v>41452</c:v>
                </c:pt>
                <c:pt idx="123">
                  <c:v>41453</c:v>
                </c:pt>
                <c:pt idx="124">
                  <c:v>41456</c:v>
                </c:pt>
                <c:pt idx="125">
                  <c:v>41457</c:v>
                </c:pt>
                <c:pt idx="126">
                  <c:v>41458</c:v>
                </c:pt>
                <c:pt idx="127">
                  <c:v>41460</c:v>
                </c:pt>
                <c:pt idx="128">
                  <c:v>41463</c:v>
                </c:pt>
                <c:pt idx="129">
                  <c:v>41464</c:v>
                </c:pt>
                <c:pt idx="130">
                  <c:v>41465</c:v>
                </c:pt>
                <c:pt idx="131">
                  <c:v>41466</c:v>
                </c:pt>
                <c:pt idx="132">
                  <c:v>41467</c:v>
                </c:pt>
                <c:pt idx="133">
                  <c:v>41470</c:v>
                </c:pt>
                <c:pt idx="134">
                  <c:v>41471</c:v>
                </c:pt>
                <c:pt idx="135">
                  <c:v>41472</c:v>
                </c:pt>
                <c:pt idx="136">
                  <c:v>41473</c:v>
                </c:pt>
                <c:pt idx="137">
                  <c:v>41474</c:v>
                </c:pt>
                <c:pt idx="138">
                  <c:v>41477</c:v>
                </c:pt>
                <c:pt idx="139">
                  <c:v>41478</c:v>
                </c:pt>
                <c:pt idx="140">
                  <c:v>41479</c:v>
                </c:pt>
                <c:pt idx="141">
                  <c:v>41480</c:v>
                </c:pt>
                <c:pt idx="142">
                  <c:v>41481</c:v>
                </c:pt>
                <c:pt idx="143">
                  <c:v>41484</c:v>
                </c:pt>
                <c:pt idx="144">
                  <c:v>41485</c:v>
                </c:pt>
                <c:pt idx="145">
                  <c:v>41486</c:v>
                </c:pt>
                <c:pt idx="146">
                  <c:v>41487</c:v>
                </c:pt>
                <c:pt idx="147">
                  <c:v>41488</c:v>
                </c:pt>
                <c:pt idx="148">
                  <c:v>41491</c:v>
                </c:pt>
                <c:pt idx="149">
                  <c:v>41492</c:v>
                </c:pt>
                <c:pt idx="150">
                  <c:v>41493</c:v>
                </c:pt>
                <c:pt idx="151">
                  <c:v>41494</c:v>
                </c:pt>
                <c:pt idx="152">
                  <c:v>41495</c:v>
                </c:pt>
                <c:pt idx="153">
                  <c:v>41498</c:v>
                </c:pt>
                <c:pt idx="154">
                  <c:v>41499</c:v>
                </c:pt>
                <c:pt idx="155">
                  <c:v>41500</c:v>
                </c:pt>
                <c:pt idx="156">
                  <c:v>41501</c:v>
                </c:pt>
                <c:pt idx="157">
                  <c:v>41502</c:v>
                </c:pt>
                <c:pt idx="158">
                  <c:v>41505</c:v>
                </c:pt>
                <c:pt idx="159">
                  <c:v>41506</c:v>
                </c:pt>
                <c:pt idx="160">
                  <c:v>41507</c:v>
                </c:pt>
                <c:pt idx="161">
                  <c:v>41508</c:v>
                </c:pt>
                <c:pt idx="162">
                  <c:v>41509</c:v>
                </c:pt>
                <c:pt idx="163">
                  <c:v>41512</c:v>
                </c:pt>
                <c:pt idx="164">
                  <c:v>41513</c:v>
                </c:pt>
                <c:pt idx="165">
                  <c:v>41514</c:v>
                </c:pt>
                <c:pt idx="166">
                  <c:v>41515</c:v>
                </c:pt>
                <c:pt idx="167">
                  <c:v>41516</c:v>
                </c:pt>
                <c:pt idx="168">
                  <c:v>41520</c:v>
                </c:pt>
                <c:pt idx="169">
                  <c:v>41521</c:v>
                </c:pt>
                <c:pt idx="170">
                  <c:v>41522</c:v>
                </c:pt>
                <c:pt idx="171">
                  <c:v>41523</c:v>
                </c:pt>
                <c:pt idx="172">
                  <c:v>41526</c:v>
                </c:pt>
                <c:pt idx="173">
                  <c:v>41527</c:v>
                </c:pt>
                <c:pt idx="174">
                  <c:v>41528</c:v>
                </c:pt>
                <c:pt idx="175">
                  <c:v>41529</c:v>
                </c:pt>
                <c:pt idx="176">
                  <c:v>41530</c:v>
                </c:pt>
                <c:pt idx="177">
                  <c:v>41533</c:v>
                </c:pt>
                <c:pt idx="178">
                  <c:v>41534</c:v>
                </c:pt>
                <c:pt idx="179">
                  <c:v>41535</c:v>
                </c:pt>
                <c:pt idx="180">
                  <c:v>41536</c:v>
                </c:pt>
                <c:pt idx="181">
                  <c:v>41537</c:v>
                </c:pt>
                <c:pt idx="182">
                  <c:v>41540</c:v>
                </c:pt>
                <c:pt idx="183">
                  <c:v>41541</c:v>
                </c:pt>
                <c:pt idx="184">
                  <c:v>41542</c:v>
                </c:pt>
                <c:pt idx="185">
                  <c:v>41543</c:v>
                </c:pt>
                <c:pt idx="186">
                  <c:v>41544</c:v>
                </c:pt>
                <c:pt idx="187">
                  <c:v>41547</c:v>
                </c:pt>
                <c:pt idx="188">
                  <c:v>41548</c:v>
                </c:pt>
                <c:pt idx="189">
                  <c:v>41549</c:v>
                </c:pt>
                <c:pt idx="190">
                  <c:v>41550</c:v>
                </c:pt>
                <c:pt idx="191">
                  <c:v>41551</c:v>
                </c:pt>
                <c:pt idx="192">
                  <c:v>41554</c:v>
                </c:pt>
                <c:pt idx="193">
                  <c:v>41555</c:v>
                </c:pt>
                <c:pt idx="194">
                  <c:v>41556</c:v>
                </c:pt>
                <c:pt idx="195">
                  <c:v>41557</c:v>
                </c:pt>
                <c:pt idx="196">
                  <c:v>41558</c:v>
                </c:pt>
                <c:pt idx="197">
                  <c:v>41562</c:v>
                </c:pt>
                <c:pt idx="198">
                  <c:v>41563</c:v>
                </c:pt>
                <c:pt idx="199">
                  <c:v>41564</c:v>
                </c:pt>
                <c:pt idx="200">
                  <c:v>41565</c:v>
                </c:pt>
                <c:pt idx="201">
                  <c:v>41568</c:v>
                </c:pt>
                <c:pt idx="202">
                  <c:v>41569</c:v>
                </c:pt>
                <c:pt idx="203">
                  <c:v>41570</c:v>
                </c:pt>
                <c:pt idx="204">
                  <c:v>41571</c:v>
                </c:pt>
                <c:pt idx="205">
                  <c:v>41572</c:v>
                </c:pt>
                <c:pt idx="206">
                  <c:v>41575</c:v>
                </c:pt>
                <c:pt idx="207">
                  <c:v>41576</c:v>
                </c:pt>
                <c:pt idx="208">
                  <c:v>41577</c:v>
                </c:pt>
                <c:pt idx="209">
                  <c:v>41578</c:v>
                </c:pt>
                <c:pt idx="210">
                  <c:v>41579</c:v>
                </c:pt>
                <c:pt idx="211">
                  <c:v>41582</c:v>
                </c:pt>
                <c:pt idx="212">
                  <c:v>41583</c:v>
                </c:pt>
                <c:pt idx="213">
                  <c:v>41584</c:v>
                </c:pt>
                <c:pt idx="214">
                  <c:v>41585</c:v>
                </c:pt>
                <c:pt idx="215">
                  <c:v>41586</c:v>
                </c:pt>
                <c:pt idx="216">
                  <c:v>41590</c:v>
                </c:pt>
                <c:pt idx="217">
                  <c:v>41591</c:v>
                </c:pt>
                <c:pt idx="218">
                  <c:v>41592</c:v>
                </c:pt>
                <c:pt idx="219">
                  <c:v>41593</c:v>
                </c:pt>
                <c:pt idx="220">
                  <c:v>41596</c:v>
                </c:pt>
                <c:pt idx="221">
                  <c:v>41597</c:v>
                </c:pt>
                <c:pt idx="222">
                  <c:v>41598</c:v>
                </c:pt>
                <c:pt idx="223">
                  <c:v>41599</c:v>
                </c:pt>
                <c:pt idx="224">
                  <c:v>41600</c:v>
                </c:pt>
                <c:pt idx="225">
                  <c:v>41603</c:v>
                </c:pt>
                <c:pt idx="226">
                  <c:v>41604</c:v>
                </c:pt>
                <c:pt idx="227">
                  <c:v>41605</c:v>
                </c:pt>
                <c:pt idx="228">
                  <c:v>41607</c:v>
                </c:pt>
                <c:pt idx="229">
                  <c:v>41610</c:v>
                </c:pt>
                <c:pt idx="230">
                  <c:v>41611</c:v>
                </c:pt>
                <c:pt idx="231">
                  <c:v>41612</c:v>
                </c:pt>
                <c:pt idx="232">
                  <c:v>41613</c:v>
                </c:pt>
                <c:pt idx="233">
                  <c:v>41614</c:v>
                </c:pt>
                <c:pt idx="234">
                  <c:v>41617</c:v>
                </c:pt>
                <c:pt idx="235">
                  <c:v>41618</c:v>
                </c:pt>
                <c:pt idx="236">
                  <c:v>41619</c:v>
                </c:pt>
                <c:pt idx="237">
                  <c:v>41620</c:v>
                </c:pt>
                <c:pt idx="238">
                  <c:v>41621</c:v>
                </c:pt>
                <c:pt idx="239">
                  <c:v>41624</c:v>
                </c:pt>
                <c:pt idx="240">
                  <c:v>41625</c:v>
                </c:pt>
                <c:pt idx="241">
                  <c:v>41626</c:v>
                </c:pt>
                <c:pt idx="242">
                  <c:v>41627</c:v>
                </c:pt>
                <c:pt idx="243">
                  <c:v>41628</c:v>
                </c:pt>
                <c:pt idx="244">
                  <c:v>41631</c:v>
                </c:pt>
                <c:pt idx="245">
                  <c:v>41632</c:v>
                </c:pt>
                <c:pt idx="246">
                  <c:v>41634</c:v>
                </c:pt>
                <c:pt idx="247">
                  <c:v>41635</c:v>
                </c:pt>
                <c:pt idx="248">
                  <c:v>41638</c:v>
                </c:pt>
                <c:pt idx="249">
                  <c:v>41639</c:v>
                </c:pt>
              </c:numCache>
            </c:numRef>
          </c:cat>
          <c:val>
            <c:numRef>
              <c:f>'Untitled Chart.1413931024033'!$K$481:$K$730</c:f>
              <c:numCache>
                <c:formatCode>General</c:formatCode>
                <c:ptCount val="250"/>
                <c:pt idx="0">
                  <c:v>631</c:v>
                </c:pt>
                <c:pt idx="1">
                  <c:v>595</c:v>
                </c:pt>
                <c:pt idx="2">
                  <c:v>589</c:v>
                </c:pt>
                <c:pt idx="3">
                  <c:v>604</c:v>
                </c:pt>
                <c:pt idx="4">
                  <c:v>649</c:v>
                </c:pt>
                <c:pt idx="5">
                  <c:v>651</c:v>
                </c:pt>
                <c:pt idx="6">
                  <c:v>620</c:v>
                </c:pt>
                <c:pt idx="7">
                  <c:v>619</c:v>
                </c:pt>
                <c:pt idx="8">
                  <c:v>631</c:v>
                </c:pt>
                <c:pt idx="9">
                  <c:v>642</c:v>
                </c:pt>
                <c:pt idx="10">
                  <c:v>634</c:v>
                </c:pt>
                <c:pt idx="11">
                  <c:v>619</c:v>
                </c:pt>
                <c:pt idx="12">
                  <c:v>617</c:v>
                </c:pt>
                <c:pt idx="13">
                  <c:v>642</c:v>
                </c:pt>
                <c:pt idx="14">
                  <c:v>642</c:v>
                </c:pt>
                <c:pt idx="15">
                  <c:v>636</c:v>
                </c:pt>
                <c:pt idx="16">
                  <c:v>591</c:v>
                </c:pt>
                <c:pt idx="17">
                  <c:v>586</c:v>
                </c:pt>
                <c:pt idx="18">
                  <c:v>590</c:v>
                </c:pt>
                <c:pt idx="19">
                  <c:v>574</c:v>
                </c:pt>
                <c:pt idx="20">
                  <c:v>588</c:v>
                </c:pt>
                <c:pt idx="21">
                  <c:v>575</c:v>
                </c:pt>
                <c:pt idx="22">
                  <c:v>563</c:v>
                </c:pt>
                <c:pt idx="23">
                  <c:v>540</c:v>
                </c:pt>
                <c:pt idx="24">
                  <c:v>543</c:v>
                </c:pt>
                <c:pt idx="25">
                  <c:v>536</c:v>
                </c:pt>
                <c:pt idx="26">
                  <c:v>551</c:v>
                </c:pt>
                <c:pt idx="27">
                  <c:v>563</c:v>
                </c:pt>
                <c:pt idx="28">
                  <c:v>567</c:v>
                </c:pt>
                <c:pt idx="29">
                  <c:v>568</c:v>
                </c:pt>
                <c:pt idx="30">
                  <c:v>566</c:v>
                </c:pt>
                <c:pt idx="31">
                  <c:v>581</c:v>
                </c:pt>
                <c:pt idx="32">
                  <c:v>621</c:v>
                </c:pt>
                <c:pt idx="33">
                  <c:v>619</c:v>
                </c:pt>
                <c:pt idx="34">
                  <c:v>621</c:v>
                </c:pt>
                <c:pt idx="35">
                  <c:v>622</c:v>
                </c:pt>
                <c:pt idx="36">
                  <c:v>634</c:v>
                </c:pt>
                <c:pt idx="37">
                  <c:v>647</c:v>
                </c:pt>
                <c:pt idx="38">
                  <c:v>640</c:v>
                </c:pt>
                <c:pt idx="39">
                  <c:v>612</c:v>
                </c:pt>
                <c:pt idx="40">
                  <c:v>609</c:v>
                </c:pt>
                <c:pt idx="41">
                  <c:v>611</c:v>
                </c:pt>
                <c:pt idx="42">
                  <c:v>567</c:v>
                </c:pt>
                <c:pt idx="43">
                  <c:v>580</c:v>
                </c:pt>
                <c:pt idx="44">
                  <c:v>570</c:v>
                </c:pt>
                <c:pt idx="45">
                  <c:v>537</c:v>
                </c:pt>
                <c:pt idx="46">
                  <c:v>539</c:v>
                </c:pt>
                <c:pt idx="47">
                  <c:v>541</c:v>
                </c:pt>
                <c:pt idx="48">
                  <c:v>534</c:v>
                </c:pt>
                <c:pt idx="49">
                  <c:v>543</c:v>
                </c:pt>
                <c:pt idx="50">
                  <c:v>531</c:v>
                </c:pt>
                <c:pt idx="51">
                  <c:v>539</c:v>
                </c:pt>
                <c:pt idx="52">
                  <c:v>547</c:v>
                </c:pt>
                <c:pt idx="53">
                  <c:v>546</c:v>
                </c:pt>
                <c:pt idx="54">
                  <c:v>535</c:v>
                </c:pt>
                <c:pt idx="55">
                  <c:v>527</c:v>
                </c:pt>
                <c:pt idx="56">
                  <c:v>535</c:v>
                </c:pt>
                <c:pt idx="57">
                  <c:v>527</c:v>
                </c:pt>
                <c:pt idx="58">
                  <c:v>533</c:v>
                </c:pt>
                <c:pt idx="59">
                  <c:v>537</c:v>
                </c:pt>
                <c:pt idx="60">
                  <c:v>533</c:v>
                </c:pt>
                <c:pt idx="61">
                  <c:v>572</c:v>
                </c:pt>
                <c:pt idx="62">
                  <c:v>591</c:v>
                </c:pt>
                <c:pt idx="63">
                  <c:v>642</c:v>
                </c:pt>
                <c:pt idx="64">
                  <c:v>707</c:v>
                </c:pt>
                <c:pt idx="65">
                  <c:v>699</c:v>
                </c:pt>
                <c:pt idx="66">
                  <c:v>693</c:v>
                </c:pt>
                <c:pt idx="67">
                  <c:v>686</c:v>
                </c:pt>
                <c:pt idx="68">
                  <c:v>667</c:v>
                </c:pt>
                <c:pt idx="69">
                  <c:v>684</c:v>
                </c:pt>
                <c:pt idx="70">
                  <c:v>704</c:v>
                </c:pt>
                <c:pt idx="71">
                  <c:v>693</c:v>
                </c:pt>
                <c:pt idx="72">
                  <c:v>687</c:v>
                </c:pt>
                <c:pt idx="73">
                  <c:v>686</c:v>
                </c:pt>
                <c:pt idx="74">
                  <c:v>686</c:v>
                </c:pt>
                <c:pt idx="75">
                  <c:v>693</c:v>
                </c:pt>
                <c:pt idx="76">
                  <c:v>703</c:v>
                </c:pt>
                <c:pt idx="77">
                  <c:v>685</c:v>
                </c:pt>
                <c:pt idx="78">
                  <c:v>703</c:v>
                </c:pt>
                <c:pt idx="79">
                  <c:v>711</c:v>
                </c:pt>
                <c:pt idx="80">
                  <c:v>747</c:v>
                </c:pt>
                <c:pt idx="81">
                  <c:v>782</c:v>
                </c:pt>
                <c:pt idx="82">
                  <c:v>803</c:v>
                </c:pt>
                <c:pt idx="83">
                  <c:v>734</c:v>
                </c:pt>
                <c:pt idx="84">
                  <c:v>692</c:v>
                </c:pt>
                <c:pt idx="85">
                  <c:v>708</c:v>
                </c:pt>
                <c:pt idx="86">
                  <c:v>699</c:v>
                </c:pt>
                <c:pt idx="87">
                  <c:v>725</c:v>
                </c:pt>
                <c:pt idx="88">
                  <c:v>741</c:v>
                </c:pt>
                <c:pt idx="89">
                  <c:v>689</c:v>
                </c:pt>
                <c:pt idx="90">
                  <c:v>657</c:v>
                </c:pt>
                <c:pt idx="91">
                  <c:v>659</c:v>
                </c:pt>
                <c:pt idx="92">
                  <c:v>664</c:v>
                </c:pt>
                <c:pt idx="93">
                  <c:v>704</c:v>
                </c:pt>
                <c:pt idx="94">
                  <c:v>715</c:v>
                </c:pt>
                <c:pt idx="95">
                  <c:v>707</c:v>
                </c:pt>
                <c:pt idx="96">
                  <c:v>734</c:v>
                </c:pt>
                <c:pt idx="97">
                  <c:v>660</c:v>
                </c:pt>
                <c:pt idx="98">
                  <c:v>621</c:v>
                </c:pt>
                <c:pt idx="99">
                  <c:v>622</c:v>
                </c:pt>
                <c:pt idx="100">
                  <c:v>536</c:v>
                </c:pt>
                <c:pt idx="101">
                  <c:v>528</c:v>
                </c:pt>
                <c:pt idx="102">
                  <c:v>550</c:v>
                </c:pt>
                <c:pt idx="103">
                  <c:v>523</c:v>
                </c:pt>
                <c:pt idx="104">
                  <c:v>500</c:v>
                </c:pt>
                <c:pt idx="105">
                  <c:v>522</c:v>
                </c:pt>
                <c:pt idx="106">
                  <c:v>547</c:v>
                </c:pt>
                <c:pt idx="107">
                  <c:v>567</c:v>
                </c:pt>
                <c:pt idx="108">
                  <c:v>514</c:v>
                </c:pt>
                <c:pt idx="109">
                  <c:v>502</c:v>
                </c:pt>
                <c:pt idx="110">
                  <c:v>504</c:v>
                </c:pt>
                <c:pt idx="111">
                  <c:v>500</c:v>
                </c:pt>
                <c:pt idx="112">
                  <c:v>494</c:v>
                </c:pt>
                <c:pt idx="113">
                  <c:v>495</c:v>
                </c:pt>
                <c:pt idx="114">
                  <c:v>489</c:v>
                </c:pt>
                <c:pt idx="115">
                  <c:v>473</c:v>
                </c:pt>
                <c:pt idx="116">
                  <c:v>441</c:v>
                </c:pt>
                <c:pt idx="117">
                  <c:v>372</c:v>
                </c:pt>
                <c:pt idx="118">
                  <c:v>373</c:v>
                </c:pt>
                <c:pt idx="119">
                  <c:v>377</c:v>
                </c:pt>
                <c:pt idx="120">
                  <c:v>380</c:v>
                </c:pt>
                <c:pt idx="121">
                  <c:v>400</c:v>
                </c:pt>
                <c:pt idx="122">
                  <c:v>422</c:v>
                </c:pt>
                <c:pt idx="123">
                  <c:v>416</c:v>
                </c:pt>
                <c:pt idx="124">
                  <c:v>414</c:v>
                </c:pt>
                <c:pt idx="125">
                  <c:v>386</c:v>
                </c:pt>
                <c:pt idx="126">
                  <c:v>378</c:v>
                </c:pt>
                <c:pt idx="127">
                  <c:v>338</c:v>
                </c:pt>
                <c:pt idx="128">
                  <c:v>344</c:v>
                </c:pt>
                <c:pt idx="129">
                  <c:v>328</c:v>
                </c:pt>
                <c:pt idx="130">
                  <c:v>318</c:v>
                </c:pt>
                <c:pt idx="131">
                  <c:v>328</c:v>
                </c:pt>
                <c:pt idx="132">
                  <c:v>329</c:v>
                </c:pt>
                <c:pt idx="133">
                  <c:v>349</c:v>
                </c:pt>
                <c:pt idx="134">
                  <c:v>365</c:v>
                </c:pt>
                <c:pt idx="135">
                  <c:v>371</c:v>
                </c:pt>
                <c:pt idx="136">
                  <c:v>387</c:v>
                </c:pt>
                <c:pt idx="137">
                  <c:v>390</c:v>
                </c:pt>
                <c:pt idx="138">
                  <c:v>388</c:v>
                </c:pt>
                <c:pt idx="139">
                  <c:v>389</c:v>
                </c:pt>
                <c:pt idx="140">
                  <c:v>380</c:v>
                </c:pt>
                <c:pt idx="141">
                  <c:v>388</c:v>
                </c:pt>
                <c:pt idx="142">
                  <c:v>406</c:v>
                </c:pt>
                <c:pt idx="143">
                  <c:v>391</c:v>
                </c:pt>
                <c:pt idx="144">
                  <c:v>360</c:v>
                </c:pt>
                <c:pt idx="145">
                  <c:v>323</c:v>
                </c:pt>
                <c:pt idx="146">
                  <c:v>298</c:v>
                </c:pt>
                <c:pt idx="147">
                  <c:v>313</c:v>
                </c:pt>
                <c:pt idx="148">
                  <c:v>315</c:v>
                </c:pt>
                <c:pt idx="149">
                  <c:v>317</c:v>
                </c:pt>
                <c:pt idx="150">
                  <c:v>334</c:v>
                </c:pt>
                <c:pt idx="151">
                  <c:v>347</c:v>
                </c:pt>
                <c:pt idx="152">
                  <c:v>329</c:v>
                </c:pt>
                <c:pt idx="153">
                  <c:v>319</c:v>
                </c:pt>
                <c:pt idx="154">
                  <c:v>305</c:v>
                </c:pt>
                <c:pt idx="155">
                  <c:v>291</c:v>
                </c:pt>
                <c:pt idx="156">
                  <c:v>283</c:v>
                </c:pt>
                <c:pt idx="157">
                  <c:v>295</c:v>
                </c:pt>
                <c:pt idx="158">
                  <c:v>301</c:v>
                </c:pt>
                <c:pt idx="159">
                  <c:v>300</c:v>
                </c:pt>
                <c:pt idx="160">
                  <c:v>299</c:v>
                </c:pt>
                <c:pt idx="161">
                  <c:v>301</c:v>
                </c:pt>
                <c:pt idx="162">
                  <c:v>297</c:v>
                </c:pt>
                <c:pt idx="163">
                  <c:v>283</c:v>
                </c:pt>
                <c:pt idx="164">
                  <c:v>285</c:v>
                </c:pt>
                <c:pt idx="165">
                  <c:v>286</c:v>
                </c:pt>
                <c:pt idx="166">
                  <c:v>279</c:v>
                </c:pt>
                <c:pt idx="167">
                  <c:v>271</c:v>
                </c:pt>
                <c:pt idx="168">
                  <c:v>265</c:v>
                </c:pt>
                <c:pt idx="169">
                  <c:v>254</c:v>
                </c:pt>
                <c:pt idx="170">
                  <c:v>235</c:v>
                </c:pt>
                <c:pt idx="171">
                  <c:v>234</c:v>
                </c:pt>
                <c:pt idx="172">
                  <c:v>227</c:v>
                </c:pt>
                <c:pt idx="173">
                  <c:v>203</c:v>
                </c:pt>
                <c:pt idx="174">
                  <c:v>248</c:v>
                </c:pt>
                <c:pt idx="175">
                  <c:v>233</c:v>
                </c:pt>
                <c:pt idx="176">
                  <c:v>220</c:v>
                </c:pt>
                <c:pt idx="177">
                  <c:v>234</c:v>
                </c:pt>
                <c:pt idx="178">
                  <c:v>247</c:v>
                </c:pt>
                <c:pt idx="179">
                  <c:v>285</c:v>
                </c:pt>
                <c:pt idx="180">
                  <c:v>301</c:v>
                </c:pt>
                <c:pt idx="181">
                  <c:v>272</c:v>
                </c:pt>
                <c:pt idx="182">
                  <c:v>282</c:v>
                </c:pt>
                <c:pt idx="183">
                  <c:v>287</c:v>
                </c:pt>
                <c:pt idx="184">
                  <c:v>294</c:v>
                </c:pt>
                <c:pt idx="185">
                  <c:v>268</c:v>
                </c:pt>
                <c:pt idx="186">
                  <c:v>261</c:v>
                </c:pt>
                <c:pt idx="187">
                  <c:v>258</c:v>
                </c:pt>
                <c:pt idx="188">
                  <c:v>244</c:v>
                </c:pt>
                <c:pt idx="189">
                  <c:v>247</c:v>
                </c:pt>
                <c:pt idx="190">
                  <c:v>254</c:v>
                </c:pt>
                <c:pt idx="191">
                  <c:v>232</c:v>
                </c:pt>
                <c:pt idx="192">
                  <c:v>205</c:v>
                </c:pt>
                <c:pt idx="193">
                  <c:v>197</c:v>
                </c:pt>
                <c:pt idx="194">
                  <c:v>205</c:v>
                </c:pt>
                <c:pt idx="195">
                  <c:v>196</c:v>
                </c:pt>
                <c:pt idx="196">
                  <c:v>202</c:v>
                </c:pt>
                <c:pt idx="197">
                  <c:v>214</c:v>
                </c:pt>
                <c:pt idx="198">
                  <c:v>217</c:v>
                </c:pt>
                <c:pt idx="199">
                  <c:v>237</c:v>
                </c:pt>
                <c:pt idx="200">
                  <c:v>246</c:v>
                </c:pt>
                <c:pt idx="201">
                  <c:v>239</c:v>
                </c:pt>
                <c:pt idx="202">
                  <c:v>267</c:v>
                </c:pt>
                <c:pt idx="203">
                  <c:v>268</c:v>
                </c:pt>
                <c:pt idx="204">
                  <c:v>263</c:v>
                </c:pt>
                <c:pt idx="205">
                  <c:v>272</c:v>
                </c:pt>
                <c:pt idx="206">
                  <c:v>285</c:v>
                </c:pt>
                <c:pt idx="207">
                  <c:v>301</c:v>
                </c:pt>
                <c:pt idx="208">
                  <c:v>299</c:v>
                </c:pt>
                <c:pt idx="209">
                  <c:v>282</c:v>
                </c:pt>
                <c:pt idx="210">
                  <c:v>247</c:v>
                </c:pt>
                <c:pt idx="211">
                  <c:v>245</c:v>
                </c:pt>
                <c:pt idx="212">
                  <c:v>216</c:v>
                </c:pt>
                <c:pt idx="213">
                  <c:v>206</c:v>
                </c:pt>
                <c:pt idx="214">
                  <c:v>191</c:v>
                </c:pt>
                <c:pt idx="215">
                  <c:v>155</c:v>
                </c:pt>
                <c:pt idx="216">
                  <c:v>158</c:v>
                </c:pt>
                <c:pt idx="217">
                  <c:v>189</c:v>
                </c:pt>
                <c:pt idx="218">
                  <c:v>193</c:v>
                </c:pt>
                <c:pt idx="219">
                  <c:v>189</c:v>
                </c:pt>
                <c:pt idx="220">
                  <c:v>190</c:v>
                </c:pt>
                <c:pt idx="221">
                  <c:v>171</c:v>
                </c:pt>
                <c:pt idx="222">
                  <c:v>152</c:v>
                </c:pt>
                <c:pt idx="223">
                  <c:v>179</c:v>
                </c:pt>
                <c:pt idx="224">
                  <c:v>190</c:v>
                </c:pt>
                <c:pt idx="225">
                  <c:v>181</c:v>
                </c:pt>
                <c:pt idx="226">
                  <c:v>189</c:v>
                </c:pt>
                <c:pt idx="227">
                  <c:v>176</c:v>
                </c:pt>
                <c:pt idx="228">
                  <c:v>180</c:v>
                </c:pt>
                <c:pt idx="229">
                  <c:v>158</c:v>
                </c:pt>
                <c:pt idx="230">
                  <c:v>160</c:v>
                </c:pt>
                <c:pt idx="231">
                  <c:v>143</c:v>
                </c:pt>
                <c:pt idx="232">
                  <c:v>145</c:v>
                </c:pt>
                <c:pt idx="233">
                  <c:v>138</c:v>
                </c:pt>
                <c:pt idx="234">
                  <c:v>142</c:v>
                </c:pt>
                <c:pt idx="235">
                  <c:v>127</c:v>
                </c:pt>
                <c:pt idx="236">
                  <c:v>125</c:v>
                </c:pt>
                <c:pt idx="237">
                  <c:v>108</c:v>
                </c:pt>
                <c:pt idx="238">
                  <c:v>107</c:v>
                </c:pt>
                <c:pt idx="239">
                  <c:v>107</c:v>
                </c:pt>
                <c:pt idx="240">
                  <c:v>117</c:v>
                </c:pt>
                <c:pt idx="241">
                  <c:v>105</c:v>
                </c:pt>
                <c:pt idx="242">
                  <c:v>77</c:v>
                </c:pt>
                <c:pt idx="243">
                  <c:v>68</c:v>
                </c:pt>
                <c:pt idx="244">
                  <c:v>99</c:v>
                </c:pt>
                <c:pt idx="245">
                  <c:v>103</c:v>
                </c:pt>
                <c:pt idx="246">
                  <c:v>101</c:v>
                </c:pt>
                <c:pt idx="247">
                  <c:v>102</c:v>
                </c:pt>
                <c:pt idx="248">
                  <c:v>101</c:v>
                </c:pt>
                <c:pt idx="249">
                  <c:v>104</c:v>
                </c:pt>
              </c:numCache>
            </c:numRef>
          </c:val>
          <c:smooth val="0"/>
        </c:ser>
        <c:dLbls>
          <c:showLegendKey val="0"/>
          <c:showVal val="0"/>
          <c:showCatName val="0"/>
          <c:showSerName val="0"/>
          <c:showPercent val="0"/>
          <c:showBubbleSize val="0"/>
        </c:dLbls>
        <c:marker val="1"/>
        <c:smooth val="0"/>
        <c:axId val="123939072"/>
        <c:axId val="123944960"/>
      </c:lineChart>
      <c:lineChart>
        <c:grouping val="standard"/>
        <c:varyColors val="0"/>
        <c:ser>
          <c:idx val="0"/>
          <c:order val="0"/>
          <c:tx>
            <c:strRef>
              <c:f>'Untitled Chart.1413931024033'!$B$1</c:f>
              <c:strCache>
                <c:ptCount val="1"/>
                <c:pt idx="0">
                  <c:v>10 Year Treasury (rhs)</c:v>
                </c:pt>
              </c:strCache>
            </c:strRef>
          </c:tx>
          <c:spPr>
            <a:ln w="28575" cap="rnd">
              <a:solidFill>
                <a:srgbClr val="968880"/>
              </a:solidFill>
              <a:round/>
            </a:ln>
            <a:effectLst/>
          </c:spPr>
          <c:marker>
            <c:symbol val="none"/>
          </c:marker>
          <c:cat>
            <c:numRef>
              <c:f>'Untitled Chart.1413931024033'!$J$481:$J$730</c:f>
              <c:numCache>
                <c:formatCode>m/d/yyyy</c:formatCode>
                <c:ptCount val="250"/>
                <c:pt idx="0">
                  <c:v>41276</c:v>
                </c:pt>
                <c:pt idx="1">
                  <c:v>41277</c:v>
                </c:pt>
                <c:pt idx="2">
                  <c:v>41278</c:v>
                </c:pt>
                <c:pt idx="3">
                  <c:v>41281</c:v>
                </c:pt>
                <c:pt idx="4">
                  <c:v>41282</c:v>
                </c:pt>
                <c:pt idx="5">
                  <c:v>41283</c:v>
                </c:pt>
                <c:pt idx="6">
                  <c:v>41284</c:v>
                </c:pt>
                <c:pt idx="7">
                  <c:v>41285</c:v>
                </c:pt>
                <c:pt idx="8">
                  <c:v>41288</c:v>
                </c:pt>
                <c:pt idx="9">
                  <c:v>41289</c:v>
                </c:pt>
                <c:pt idx="10">
                  <c:v>41290</c:v>
                </c:pt>
                <c:pt idx="11">
                  <c:v>41291</c:v>
                </c:pt>
                <c:pt idx="12">
                  <c:v>41292</c:v>
                </c:pt>
                <c:pt idx="13">
                  <c:v>41296</c:v>
                </c:pt>
                <c:pt idx="14">
                  <c:v>41297</c:v>
                </c:pt>
                <c:pt idx="15">
                  <c:v>41298</c:v>
                </c:pt>
                <c:pt idx="16">
                  <c:v>41299</c:v>
                </c:pt>
                <c:pt idx="17">
                  <c:v>41302</c:v>
                </c:pt>
                <c:pt idx="18">
                  <c:v>41303</c:v>
                </c:pt>
                <c:pt idx="19">
                  <c:v>41304</c:v>
                </c:pt>
                <c:pt idx="20">
                  <c:v>41305</c:v>
                </c:pt>
                <c:pt idx="21">
                  <c:v>41306</c:v>
                </c:pt>
                <c:pt idx="22">
                  <c:v>41309</c:v>
                </c:pt>
                <c:pt idx="23">
                  <c:v>41310</c:v>
                </c:pt>
                <c:pt idx="24">
                  <c:v>41311</c:v>
                </c:pt>
                <c:pt idx="25">
                  <c:v>41312</c:v>
                </c:pt>
                <c:pt idx="26">
                  <c:v>41313</c:v>
                </c:pt>
                <c:pt idx="27">
                  <c:v>41316</c:v>
                </c:pt>
                <c:pt idx="28">
                  <c:v>41317</c:v>
                </c:pt>
                <c:pt idx="29">
                  <c:v>41318</c:v>
                </c:pt>
                <c:pt idx="30">
                  <c:v>41319</c:v>
                </c:pt>
                <c:pt idx="31">
                  <c:v>41320</c:v>
                </c:pt>
                <c:pt idx="32">
                  <c:v>41324</c:v>
                </c:pt>
                <c:pt idx="33">
                  <c:v>41325</c:v>
                </c:pt>
                <c:pt idx="34">
                  <c:v>41326</c:v>
                </c:pt>
                <c:pt idx="35">
                  <c:v>41327</c:v>
                </c:pt>
                <c:pt idx="36">
                  <c:v>41330</c:v>
                </c:pt>
                <c:pt idx="37">
                  <c:v>41331</c:v>
                </c:pt>
                <c:pt idx="38">
                  <c:v>41332</c:v>
                </c:pt>
                <c:pt idx="39">
                  <c:v>41333</c:v>
                </c:pt>
                <c:pt idx="40">
                  <c:v>41334</c:v>
                </c:pt>
                <c:pt idx="41">
                  <c:v>41337</c:v>
                </c:pt>
                <c:pt idx="42">
                  <c:v>41338</c:v>
                </c:pt>
                <c:pt idx="43">
                  <c:v>41339</c:v>
                </c:pt>
                <c:pt idx="44">
                  <c:v>41340</c:v>
                </c:pt>
                <c:pt idx="45">
                  <c:v>41341</c:v>
                </c:pt>
                <c:pt idx="46">
                  <c:v>41344</c:v>
                </c:pt>
                <c:pt idx="47">
                  <c:v>41345</c:v>
                </c:pt>
                <c:pt idx="48">
                  <c:v>41346</c:v>
                </c:pt>
                <c:pt idx="49">
                  <c:v>41347</c:v>
                </c:pt>
                <c:pt idx="50">
                  <c:v>41348</c:v>
                </c:pt>
                <c:pt idx="51">
                  <c:v>41351</c:v>
                </c:pt>
                <c:pt idx="52">
                  <c:v>41352</c:v>
                </c:pt>
                <c:pt idx="53">
                  <c:v>41353</c:v>
                </c:pt>
                <c:pt idx="54">
                  <c:v>41354</c:v>
                </c:pt>
                <c:pt idx="55">
                  <c:v>41355</c:v>
                </c:pt>
                <c:pt idx="56">
                  <c:v>41358</c:v>
                </c:pt>
                <c:pt idx="57">
                  <c:v>41359</c:v>
                </c:pt>
                <c:pt idx="58">
                  <c:v>41360</c:v>
                </c:pt>
                <c:pt idx="59">
                  <c:v>41361</c:v>
                </c:pt>
                <c:pt idx="60">
                  <c:v>41365</c:v>
                </c:pt>
                <c:pt idx="61">
                  <c:v>41366</c:v>
                </c:pt>
                <c:pt idx="62">
                  <c:v>41367</c:v>
                </c:pt>
                <c:pt idx="63">
                  <c:v>41368</c:v>
                </c:pt>
                <c:pt idx="64">
                  <c:v>41369</c:v>
                </c:pt>
                <c:pt idx="65">
                  <c:v>41372</c:v>
                </c:pt>
                <c:pt idx="66">
                  <c:v>41373</c:v>
                </c:pt>
                <c:pt idx="67">
                  <c:v>41374</c:v>
                </c:pt>
                <c:pt idx="68">
                  <c:v>41375</c:v>
                </c:pt>
                <c:pt idx="69">
                  <c:v>41376</c:v>
                </c:pt>
                <c:pt idx="70">
                  <c:v>41379</c:v>
                </c:pt>
                <c:pt idx="71">
                  <c:v>41380</c:v>
                </c:pt>
                <c:pt idx="72">
                  <c:v>41381</c:v>
                </c:pt>
                <c:pt idx="73">
                  <c:v>41382</c:v>
                </c:pt>
                <c:pt idx="74">
                  <c:v>41383</c:v>
                </c:pt>
                <c:pt idx="75">
                  <c:v>41386</c:v>
                </c:pt>
                <c:pt idx="76">
                  <c:v>41387</c:v>
                </c:pt>
                <c:pt idx="77">
                  <c:v>41388</c:v>
                </c:pt>
                <c:pt idx="78">
                  <c:v>41389</c:v>
                </c:pt>
                <c:pt idx="79">
                  <c:v>41390</c:v>
                </c:pt>
                <c:pt idx="80">
                  <c:v>41393</c:v>
                </c:pt>
                <c:pt idx="81">
                  <c:v>41394</c:v>
                </c:pt>
                <c:pt idx="82">
                  <c:v>41395</c:v>
                </c:pt>
                <c:pt idx="83">
                  <c:v>41396</c:v>
                </c:pt>
                <c:pt idx="84">
                  <c:v>41397</c:v>
                </c:pt>
                <c:pt idx="85">
                  <c:v>41400</c:v>
                </c:pt>
                <c:pt idx="86">
                  <c:v>41401</c:v>
                </c:pt>
                <c:pt idx="87">
                  <c:v>41402</c:v>
                </c:pt>
                <c:pt idx="88">
                  <c:v>41403</c:v>
                </c:pt>
                <c:pt idx="89">
                  <c:v>41404</c:v>
                </c:pt>
                <c:pt idx="90">
                  <c:v>41407</c:v>
                </c:pt>
                <c:pt idx="91">
                  <c:v>41408</c:v>
                </c:pt>
                <c:pt idx="92">
                  <c:v>41409</c:v>
                </c:pt>
                <c:pt idx="93">
                  <c:v>41410</c:v>
                </c:pt>
                <c:pt idx="94">
                  <c:v>41411</c:v>
                </c:pt>
                <c:pt idx="95">
                  <c:v>41414</c:v>
                </c:pt>
                <c:pt idx="96">
                  <c:v>41415</c:v>
                </c:pt>
                <c:pt idx="97">
                  <c:v>41416</c:v>
                </c:pt>
                <c:pt idx="98">
                  <c:v>41417</c:v>
                </c:pt>
                <c:pt idx="99">
                  <c:v>41418</c:v>
                </c:pt>
                <c:pt idx="100">
                  <c:v>41422</c:v>
                </c:pt>
                <c:pt idx="101">
                  <c:v>41423</c:v>
                </c:pt>
                <c:pt idx="102">
                  <c:v>41424</c:v>
                </c:pt>
                <c:pt idx="103">
                  <c:v>41425</c:v>
                </c:pt>
                <c:pt idx="104">
                  <c:v>41428</c:v>
                </c:pt>
                <c:pt idx="105">
                  <c:v>41429</c:v>
                </c:pt>
                <c:pt idx="106">
                  <c:v>41430</c:v>
                </c:pt>
                <c:pt idx="107">
                  <c:v>41431</c:v>
                </c:pt>
                <c:pt idx="108">
                  <c:v>41432</c:v>
                </c:pt>
                <c:pt idx="109">
                  <c:v>41435</c:v>
                </c:pt>
                <c:pt idx="110">
                  <c:v>41436</c:v>
                </c:pt>
                <c:pt idx="111">
                  <c:v>41437</c:v>
                </c:pt>
                <c:pt idx="112">
                  <c:v>41438</c:v>
                </c:pt>
                <c:pt idx="113">
                  <c:v>41439</c:v>
                </c:pt>
                <c:pt idx="114">
                  <c:v>41442</c:v>
                </c:pt>
                <c:pt idx="115">
                  <c:v>41443</c:v>
                </c:pt>
                <c:pt idx="116">
                  <c:v>41444</c:v>
                </c:pt>
                <c:pt idx="117">
                  <c:v>41445</c:v>
                </c:pt>
                <c:pt idx="118">
                  <c:v>41446</c:v>
                </c:pt>
                <c:pt idx="119">
                  <c:v>41449</c:v>
                </c:pt>
                <c:pt idx="120">
                  <c:v>41450</c:v>
                </c:pt>
                <c:pt idx="121">
                  <c:v>41451</c:v>
                </c:pt>
                <c:pt idx="122">
                  <c:v>41452</c:v>
                </c:pt>
                <c:pt idx="123">
                  <c:v>41453</c:v>
                </c:pt>
                <c:pt idx="124">
                  <c:v>41456</c:v>
                </c:pt>
                <c:pt idx="125">
                  <c:v>41457</c:v>
                </c:pt>
                <c:pt idx="126">
                  <c:v>41458</c:v>
                </c:pt>
                <c:pt idx="127">
                  <c:v>41460</c:v>
                </c:pt>
                <c:pt idx="128">
                  <c:v>41463</c:v>
                </c:pt>
                <c:pt idx="129">
                  <c:v>41464</c:v>
                </c:pt>
                <c:pt idx="130">
                  <c:v>41465</c:v>
                </c:pt>
                <c:pt idx="131">
                  <c:v>41466</c:v>
                </c:pt>
                <c:pt idx="132">
                  <c:v>41467</c:v>
                </c:pt>
                <c:pt idx="133">
                  <c:v>41470</c:v>
                </c:pt>
                <c:pt idx="134">
                  <c:v>41471</c:v>
                </c:pt>
                <c:pt idx="135">
                  <c:v>41472</c:v>
                </c:pt>
                <c:pt idx="136">
                  <c:v>41473</c:v>
                </c:pt>
                <c:pt idx="137">
                  <c:v>41474</c:v>
                </c:pt>
                <c:pt idx="138">
                  <c:v>41477</c:v>
                </c:pt>
                <c:pt idx="139">
                  <c:v>41478</c:v>
                </c:pt>
                <c:pt idx="140">
                  <c:v>41479</c:v>
                </c:pt>
                <c:pt idx="141">
                  <c:v>41480</c:v>
                </c:pt>
                <c:pt idx="142">
                  <c:v>41481</c:v>
                </c:pt>
                <c:pt idx="143">
                  <c:v>41484</c:v>
                </c:pt>
                <c:pt idx="144">
                  <c:v>41485</c:v>
                </c:pt>
                <c:pt idx="145">
                  <c:v>41486</c:v>
                </c:pt>
                <c:pt idx="146">
                  <c:v>41487</c:v>
                </c:pt>
                <c:pt idx="147">
                  <c:v>41488</c:v>
                </c:pt>
                <c:pt idx="148">
                  <c:v>41491</c:v>
                </c:pt>
                <c:pt idx="149">
                  <c:v>41492</c:v>
                </c:pt>
                <c:pt idx="150">
                  <c:v>41493</c:v>
                </c:pt>
                <c:pt idx="151">
                  <c:v>41494</c:v>
                </c:pt>
                <c:pt idx="152">
                  <c:v>41495</c:v>
                </c:pt>
                <c:pt idx="153">
                  <c:v>41498</c:v>
                </c:pt>
                <c:pt idx="154">
                  <c:v>41499</c:v>
                </c:pt>
                <c:pt idx="155">
                  <c:v>41500</c:v>
                </c:pt>
                <c:pt idx="156">
                  <c:v>41501</c:v>
                </c:pt>
                <c:pt idx="157">
                  <c:v>41502</c:v>
                </c:pt>
                <c:pt idx="158">
                  <c:v>41505</c:v>
                </c:pt>
                <c:pt idx="159">
                  <c:v>41506</c:v>
                </c:pt>
                <c:pt idx="160">
                  <c:v>41507</c:v>
                </c:pt>
                <c:pt idx="161">
                  <c:v>41508</c:v>
                </c:pt>
                <c:pt idx="162">
                  <c:v>41509</c:v>
                </c:pt>
                <c:pt idx="163">
                  <c:v>41512</c:v>
                </c:pt>
                <c:pt idx="164">
                  <c:v>41513</c:v>
                </c:pt>
                <c:pt idx="165">
                  <c:v>41514</c:v>
                </c:pt>
                <c:pt idx="166">
                  <c:v>41515</c:v>
                </c:pt>
                <c:pt idx="167">
                  <c:v>41516</c:v>
                </c:pt>
                <c:pt idx="168">
                  <c:v>41520</c:v>
                </c:pt>
                <c:pt idx="169">
                  <c:v>41521</c:v>
                </c:pt>
                <c:pt idx="170">
                  <c:v>41522</c:v>
                </c:pt>
                <c:pt idx="171">
                  <c:v>41523</c:v>
                </c:pt>
                <c:pt idx="172">
                  <c:v>41526</c:v>
                </c:pt>
                <c:pt idx="173">
                  <c:v>41527</c:v>
                </c:pt>
                <c:pt idx="174">
                  <c:v>41528</c:v>
                </c:pt>
                <c:pt idx="175">
                  <c:v>41529</c:v>
                </c:pt>
                <c:pt idx="176">
                  <c:v>41530</c:v>
                </c:pt>
                <c:pt idx="177">
                  <c:v>41533</c:v>
                </c:pt>
                <c:pt idx="178">
                  <c:v>41534</c:v>
                </c:pt>
                <c:pt idx="179">
                  <c:v>41535</c:v>
                </c:pt>
                <c:pt idx="180">
                  <c:v>41536</c:v>
                </c:pt>
                <c:pt idx="181">
                  <c:v>41537</c:v>
                </c:pt>
                <c:pt idx="182">
                  <c:v>41540</c:v>
                </c:pt>
                <c:pt idx="183">
                  <c:v>41541</c:v>
                </c:pt>
                <c:pt idx="184">
                  <c:v>41542</c:v>
                </c:pt>
                <c:pt idx="185">
                  <c:v>41543</c:v>
                </c:pt>
                <c:pt idx="186">
                  <c:v>41544</c:v>
                </c:pt>
                <c:pt idx="187">
                  <c:v>41547</c:v>
                </c:pt>
                <c:pt idx="188">
                  <c:v>41548</c:v>
                </c:pt>
                <c:pt idx="189">
                  <c:v>41549</c:v>
                </c:pt>
                <c:pt idx="190">
                  <c:v>41550</c:v>
                </c:pt>
                <c:pt idx="191">
                  <c:v>41551</c:v>
                </c:pt>
                <c:pt idx="192">
                  <c:v>41554</c:v>
                </c:pt>
                <c:pt idx="193">
                  <c:v>41555</c:v>
                </c:pt>
                <c:pt idx="194">
                  <c:v>41556</c:v>
                </c:pt>
                <c:pt idx="195">
                  <c:v>41557</c:v>
                </c:pt>
                <c:pt idx="196">
                  <c:v>41558</c:v>
                </c:pt>
                <c:pt idx="197">
                  <c:v>41562</c:v>
                </c:pt>
                <c:pt idx="198">
                  <c:v>41563</c:v>
                </c:pt>
                <c:pt idx="199">
                  <c:v>41564</c:v>
                </c:pt>
                <c:pt idx="200">
                  <c:v>41565</c:v>
                </c:pt>
                <c:pt idx="201">
                  <c:v>41568</c:v>
                </c:pt>
                <c:pt idx="202">
                  <c:v>41569</c:v>
                </c:pt>
                <c:pt idx="203">
                  <c:v>41570</c:v>
                </c:pt>
                <c:pt idx="204">
                  <c:v>41571</c:v>
                </c:pt>
                <c:pt idx="205">
                  <c:v>41572</c:v>
                </c:pt>
                <c:pt idx="206">
                  <c:v>41575</c:v>
                </c:pt>
                <c:pt idx="207">
                  <c:v>41576</c:v>
                </c:pt>
                <c:pt idx="208">
                  <c:v>41577</c:v>
                </c:pt>
                <c:pt idx="209">
                  <c:v>41578</c:v>
                </c:pt>
                <c:pt idx="210">
                  <c:v>41579</c:v>
                </c:pt>
                <c:pt idx="211">
                  <c:v>41582</c:v>
                </c:pt>
                <c:pt idx="212">
                  <c:v>41583</c:v>
                </c:pt>
                <c:pt idx="213">
                  <c:v>41584</c:v>
                </c:pt>
                <c:pt idx="214">
                  <c:v>41585</c:v>
                </c:pt>
                <c:pt idx="215">
                  <c:v>41586</c:v>
                </c:pt>
                <c:pt idx="216">
                  <c:v>41590</c:v>
                </c:pt>
                <c:pt idx="217">
                  <c:v>41591</c:v>
                </c:pt>
                <c:pt idx="218">
                  <c:v>41592</c:v>
                </c:pt>
                <c:pt idx="219">
                  <c:v>41593</c:v>
                </c:pt>
                <c:pt idx="220">
                  <c:v>41596</c:v>
                </c:pt>
                <c:pt idx="221">
                  <c:v>41597</c:v>
                </c:pt>
                <c:pt idx="222">
                  <c:v>41598</c:v>
                </c:pt>
                <c:pt idx="223">
                  <c:v>41599</c:v>
                </c:pt>
                <c:pt idx="224">
                  <c:v>41600</c:v>
                </c:pt>
                <c:pt idx="225">
                  <c:v>41603</c:v>
                </c:pt>
                <c:pt idx="226">
                  <c:v>41604</c:v>
                </c:pt>
                <c:pt idx="227">
                  <c:v>41605</c:v>
                </c:pt>
                <c:pt idx="228">
                  <c:v>41607</c:v>
                </c:pt>
                <c:pt idx="229">
                  <c:v>41610</c:v>
                </c:pt>
                <c:pt idx="230">
                  <c:v>41611</c:v>
                </c:pt>
                <c:pt idx="231">
                  <c:v>41612</c:v>
                </c:pt>
                <c:pt idx="232">
                  <c:v>41613</c:v>
                </c:pt>
                <c:pt idx="233">
                  <c:v>41614</c:v>
                </c:pt>
                <c:pt idx="234">
                  <c:v>41617</c:v>
                </c:pt>
                <c:pt idx="235">
                  <c:v>41618</c:v>
                </c:pt>
                <c:pt idx="236">
                  <c:v>41619</c:v>
                </c:pt>
                <c:pt idx="237">
                  <c:v>41620</c:v>
                </c:pt>
                <c:pt idx="238">
                  <c:v>41621</c:v>
                </c:pt>
                <c:pt idx="239">
                  <c:v>41624</c:v>
                </c:pt>
                <c:pt idx="240">
                  <c:v>41625</c:v>
                </c:pt>
                <c:pt idx="241">
                  <c:v>41626</c:v>
                </c:pt>
                <c:pt idx="242">
                  <c:v>41627</c:v>
                </c:pt>
                <c:pt idx="243">
                  <c:v>41628</c:v>
                </c:pt>
                <c:pt idx="244">
                  <c:v>41631</c:v>
                </c:pt>
                <c:pt idx="245">
                  <c:v>41632</c:v>
                </c:pt>
                <c:pt idx="246">
                  <c:v>41634</c:v>
                </c:pt>
                <c:pt idx="247">
                  <c:v>41635</c:v>
                </c:pt>
                <c:pt idx="248">
                  <c:v>41638</c:v>
                </c:pt>
                <c:pt idx="249">
                  <c:v>41639</c:v>
                </c:pt>
              </c:numCache>
            </c:numRef>
          </c:cat>
          <c:val>
            <c:numRef>
              <c:f>'Untitled Chart.1413931024033'!$B$480:$B$729</c:f>
              <c:numCache>
                <c:formatCode>General</c:formatCode>
                <c:ptCount val="250"/>
                <c:pt idx="0">
                  <c:v>1.83796</c:v>
                </c:pt>
                <c:pt idx="1">
                  <c:v>1.8979699999999999</c:v>
                </c:pt>
                <c:pt idx="2">
                  <c:v>1.9132400000000001</c:v>
                </c:pt>
                <c:pt idx="3">
                  <c:v>1.9017900000000001</c:v>
                </c:pt>
                <c:pt idx="4">
                  <c:v>1.87002</c:v>
                </c:pt>
                <c:pt idx="5">
                  <c:v>1.85067</c:v>
                </c:pt>
                <c:pt idx="6">
                  <c:v>1.89314</c:v>
                </c:pt>
                <c:pt idx="7">
                  <c:v>1.8721000000000001</c:v>
                </c:pt>
                <c:pt idx="8">
                  <c:v>1.85626</c:v>
                </c:pt>
                <c:pt idx="9">
                  <c:v>1.82985</c:v>
                </c:pt>
                <c:pt idx="10">
                  <c:v>1.8228599999999999</c:v>
                </c:pt>
                <c:pt idx="11">
                  <c:v>1.8750100000000001</c:v>
                </c:pt>
                <c:pt idx="12">
                  <c:v>1.84341</c:v>
                </c:pt>
                <c:pt idx="13">
                  <c:v>1.83375</c:v>
                </c:pt>
                <c:pt idx="14">
                  <c:v>1.8338000000000001</c:v>
                </c:pt>
                <c:pt idx="15">
                  <c:v>1.8427</c:v>
                </c:pt>
                <c:pt idx="16">
                  <c:v>1.94604</c:v>
                </c:pt>
                <c:pt idx="17">
                  <c:v>1.97298</c:v>
                </c:pt>
                <c:pt idx="18">
                  <c:v>1.98743</c:v>
                </c:pt>
                <c:pt idx="19">
                  <c:v>2.0073099999999999</c:v>
                </c:pt>
                <c:pt idx="20">
                  <c:v>1.98403</c:v>
                </c:pt>
                <c:pt idx="21">
                  <c:v>2.00861</c:v>
                </c:pt>
                <c:pt idx="22">
                  <c:v>1.9718199999999999</c:v>
                </c:pt>
                <c:pt idx="23">
                  <c:v>2.0133200000000002</c:v>
                </c:pt>
                <c:pt idx="24">
                  <c:v>1.96661</c:v>
                </c:pt>
                <c:pt idx="25">
                  <c:v>1.9505399999999999</c:v>
                </c:pt>
                <c:pt idx="26">
                  <c:v>1.9543900000000001</c:v>
                </c:pt>
                <c:pt idx="27">
                  <c:v>1.9455</c:v>
                </c:pt>
                <c:pt idx="28">
                  <c:v>1.9815499999999999</c:v>
                </c:pt>
                <c:pt idx="29">
                  <c:v>2.0470000000000002</c:v>
                </c:pt>
                <c:pt idx="30">
                  <c:v>2.0008699999999999</c:v>
                </c:pt>
                <c:pt idx="31">
                  <c:v>2.0060600000000002</c:v>
                </c:pt>
                <c:pt idx="32">
                  <c:v>2.0251600000000001</c:v>
                </c:pt>
                <c:pt idx="33">
                  <c:v>2.0199500000000001</c:v>
                </c:pt>
                <c:pt idx="34">
                  <c:v>1.9765900000000001</c:v>
                </c:pt>
                <c:pt idx="35">
                  <c:v>1.96618</c:v>
                </c:pt>
                <c:pt idx="36">
                  <c:v>1.89374</c:v>
                </c:pt>
                <c:pt idx="37">
                  <c:v>1.87826</c:v>
                </c:pt>
                <c:pt idx="38">
                  <c:v>1.9014200000000001</c:v>
                </c:pt>
                <c:pt idx="39">
                  <c:v>1.8867799999999999</c:v>
                </c:pt>
                <c:pt idx="40">
                  <c:v>1.8532200000000001</c:v>
                </c:pt>
                <c:pt idx="41">
                  <c:v>1.87635</c:v>
                </c:pt>
                <c:pt idx="42">
                  <c:v>1.89351</c:v>
                </c:pt>
                <c:pt idx="43">
                  <c:v>1.93662</c:v>
                </c:pt>
                <c:pt idx="44">
                  <c:v>1.99211</c:v>
                </c:pt>
                <c:pt idx="45">
                  <c:v>2.05321</c:v>
                </c:pt>
                <c:pt idx="46">
                  <c:v>2.05498</c:v>
                </c:pt>
                <c:pt idx="47">
                  <c:v>2.0217399999999999</c:v>
                </c:pt>
                <c:pt idx="48">
                  <c:v>2.02</c:v>
                </c:pt>
                <c:pt idx="49">
                  <c:v>2.0339900000000002</c:v>
                </c:pt>
                <c:pt idx="50">
                  <c:v>1.9973000000000001</c:v>
                </c:pt>
                <c:pt idx="51">
                  <c:v>1.9572400000000001</c:v>
                </c:pt>
                <c:pt idx="52">
                  <c:v>1.9077999999999999</c:v>
                </c:pt>
                <c:pt idx="53">
                  <c:v>1.9346399999999999</c:v>
                </c:pt>
                <c:pt idx="54">
                  <c:v>1.9294100000000001</c:v>
                </c:pt>
                <c:pt idx="55">
                  <c:v>1.91374</c:v>
                </c:pt>
                <c:pt idx="56">
                  <c:v>1.9137200000000001</c:v>
                </c:pt>
                <c:pt idx="57">
                  <c:v>1.9032899999999999</c:v>
                </c:pt>
                <c:pt idx="58">
                  <c:v>1.84883</c:v>
                </c:pt>
                <c:pt idx="59">
                  <c:v>1.8581700000000001</c:v>
                </c:pt>
                <c:pt idx="60">
                  <c:v>1.8391500000000001</c:v>
                </c:pt>
                <c:pt idx="61">
                  <c:v>1.85982</c:v>
                </c:pt>
                <c:pt idx="62">
                  <c:v>1.8132299999999999</c:v>
                </c:pt>
                <c:pt idx="63">
                  <c:v>1.7582599999999999</c:v>
                </c:pt>
                <c:pt idx="64">
                  <c:v>1.6932</c:v>
                </c:pt>
                <c:pt idx="65">
                  <c:v>1.7323500000000001</c:v>
                </c:pt>
                <c:pt idx="66">
                  <c:v>1.7476700000000001</c:v>
                </c:pt>
                <c:pt idx="67">
                  <c:v>1.80427</c:v>
                </c:pt>
                <c:pt idx="68">
                  <c:v>1.7887299999999999</c:v>
                </c:pt>
                <c:pt idx="69">
                  <c:v>1.7199599999999999</c:v>
                </c:pt>
                <c:pt idx="70">
                  <c:v>1.7011000000000001</c:v>
                </c:pt>
                <c:pt idx="71">
                  <c:v>1.71811</c:v>
                </c:pt>
                <c:pt idx="72">
                  <c:v>1.7009399999999999</c:v>
                </c:pt>
                <c:pt idx="73">
                  <c:v>1.6838</c:v>
                </c:pt>
                <c:pt idx="74">
                  <c:v>1.70234</c:v>
                </c:pt>
                <c:pt idx="75">
                  <c:v>1.6971400000000001</c:v>
                </c:pt>
                <c:pt idx="76">
                  <c:v>1.69706</c:v>
                </c:pt>
                <c:pt idx="77">
                  <c:v>1.6969799999999999</c:v>
                </c:pt>
                <c:pt idx="78">
                  <c:v>1.7105999999999999</c:v>
                </c:pt>
                <c:pt idx="79">
                  <c:v>1.66079</c:v>
                </c:pt>
                <c:pt idx="80">
                  <c:v>1.66753</c:v>
                </c:pt>
                <c:pt idx="81">
                  <c:v>1.6759900000000001</c:v>
                </c:pt>
                <c:pt idx="82">
                  <c:v>1.63411</c:v>
                </c:pt>
                <c:pt idx="83">
                  <c:v>1.62805</c:v>
                </c:pt>
                <c:pt idx="84">
                  <c:v>1.7425299999999999</c:v>
                </c:pt>
                <c:pt idx="85">
                  <c:v>1.77007</c:v>
                </c:pt>
                <c:pt idx="86">
                  <c:v>1.7821199999999999</c:v>
                </c:pt>
                <c:pt idx="87">
                  <c:v>1.8063</c:v>
                </c:pt>
                <c:pt idx="88">
                  <c:v>1.81433</c:v>
                </c:pt>
                <c:pt idx="89">
                  <c:v>1.89903</c:v>
                </c:pt>
                <c:pt idx="90">
                  <c:v>1.9216299999999999</c:v>
                </c:pt>
                <c:pt idx="91">
                  <c:v>1.9530000000000001</c:v>
                </c:pt>
                <c:pt idx="92">
                  <c:v>1.9425699999999999</c:v>
                </c:pt>
                <c:pt idx="93">
                  <c:v>1.8627</c:v>
                </c:pt>
                <c:pt idx="94">
                  <c:v>1.94974</c:v>
                </c:pt>
                <c:pt idx="95">
                  <c:v>1.9637800000000001</c:v>
                </c:pt>
                <c:pt idx="96">
                  <c:v>1.94197</c:v>
                </c:pt>
                <c:pt idx="97">
                  <c:v>2.02623</c:v>
                </c:pt>
                <c:pt idx="98">
                  <c:v>2.02189</c:v>
                </c:pt>
                <c:pt idx="99">
                  <c:v>2.0063</c:v>
                </c:pt>
                <c:pt idx="100">
                  <c:v>2.1321699999999999</c:v>
                </c:pt>
                <c:pt idx="101">
                  <c:v>2.1233499999999998</c:v>
                </c:pt>
                <c:pt idx="102">
                  <c:v>2.12344</c:v>
                </c:pt>
                <c:pt idx="103">
                  <c:v>2.1594600000000002</c:v>
                </c:pt>
                <c:pt idx="104">
                  <c:v>2.1309499999999999</c:v>
                </c:pt>
                <c:pt idx="105">
                  <c:v>2.1364000000000001</c:v>
                </c:pt>
                <c:pt idx="106">
                  <c:v>2.0981399999999999</c:v>
                </c:pt>
                <c:pt idx="107">
                  <c:v>2.0724300000000002</c:v>
                </c:pt>
                <c:pt idx="108">
                  <c:v>2.1601599999999999</c:v>
                </c:pt>
                <c:pt idx="109">
                  <c:v>2.2124199999999998</c:v>
                </c:pt>
                <c:pt idx="110">
                  <c:v>2.19272</c:v>
                </c:pt>
                <c:pt idx="111">
                  <c:v>2.2288999999999999</c:v>
                </c:pt>
                <c:pt idx="112">
                  <c:v>2.1749399999999999</c:v>
                </c:pt>
                <c:pt idx="113">
                  <c:v>2.1232099999999998</c:v>
                </c:pt>
                <c:pt idx="114">
                  <c:v>2.1699600000000001</c:v>
                </c:pt>
                <c:pt idx="115">
                  <c:v>2.18086</c:v>
                </c:pt>
                <c:pt idx="116">
                  <c:v>2.3106200000000001</c:v>
                </c:pt>
                <c:pt idx="117">
                  <c:v>2.4171999999999998</c:v>
                </c:pt>
                <c:pt idx="118">
                  <c:v>2.5132400000000001</c:v>
                </c:pt>
                <c:pt idx="119">
                  <c:v>2.54705</c:v>
                </c:pt>
                <c:pt idx="120">
                  <c:v>2.5884999999999998</c:v>
                </c:pt>
                <c:pt idx="121">
                  <c:v>2.5399600000000002</c:v>
                </c:pt>
                <c:pt idx="122">
                  <c:v>2.4795400000000001</c:v>
                </c:pt>
                <c:pt idx="123">
                  <c:v>2.4773000000000001</c:v>
                </c:pt>
                <c:pt idx="124">
                  <c:v>2.4867900000000001</c:v>
                </c:pt>
                <c:pt idx="125">
                  <c:v>2.4683600000000001</c:v>
                </c:pt>
                <c:pt idx="126">
                  <c:v>2.5004</c:v>
                </c:pt>
                <c:pt idx="127">
                  <c:v>2.71427</c:v>
                </c:pt>
                <c:pt idx="128">
                  <c:v>2.6422599999999998</c:v>
                </c:pt>
                <c:pt idx="129">
                  <c:v>2.6292200000000001</c:v>
                </c:pt>
                <c:pt idx="130">
                  <c:v>2.6778400000000002</c:v>
                </c:pt>
                <c:pt idx="131">
                  <c:v>2.5730200000000001</c:v>
                </c:pt>
                <c:pt idx="132">
                  <c:v>2.6019399999999999</c:v>
                </c:pt>
                <c:pt idx="133">
                  <c:v>2.5531299999999999</c:v>
                </c:pt>
                <c:pt idx="134">
                  <c:v>2.5326599999999999</c:v>
                </c:pt>
                <c:pt idx="135">
                  <c:v>2.4897499999999999</c:v>
                </c:pt>
                <c:pt idx="136">
                  <c:v>2.5349300000000001</c:v>
                </c:pt>
                <c:pt idx="137">
                  <c:v>2.4904999999999999</c:v>
                </c:pt>
                <c:pt idx="138">
                  <c:v>2.4869400000000002</c:v>
                </c:pt>
                <c:pt idx="139">
                  <c:v>2.51525</c:v>
                </c:pt>
                <c:pt idx="140">
                  <c:v>2.5870600000000001</c:v>
                </c:pt>
                <c:pt idx="141">
                  <c:v>2.6062099999999999</c:v>
                </c:pt>
                <c:pt idx="142">
                  <c:v>2.5576599999999998</c:v>
                </c:pt>
                <c:pt idx="143">
                  <c:v>2.58623</c:v>
                </c:pt>
                <c:pt idx="144">
                  <c:v>2.6015999999999999</c:v>
                </c:pt>
                <c:pt idx="145">
                  <c:v>2.5923400000000001</c:v>
                </c:pt>
                <c:pt idx="146">
                  <c:v>2.7213400000000001</c:v>
                </c:pt>
                <c:pt idx="147">
                  <c:v>2.6017399999999999</c:v>
                </c:pt>
                <c:pt idx="148">
                  <c:v>2.6390600000000002</c:v>
                </c:pt>
                <c:pt idx="149">
                  <c:v>2.6411899999999999</c:v>
                </c:pt>
                <c:pt idx="150">
                  <c:v>2.6114999999999999</c:v>
                </c:pt>
                <c:pt idx="151">
                  <c:v>2.58649</c:v>
                </c:pt>
                <c:pt idx="152">
                  <c:v>2.5811199999999999</c:v>
                </c:pt>
                <c:pt idx="153">
                  <c:v>2.6044200000000002</c:v>
                </c:pt>
                <c:pt idx="154">
                  <c:v>2.7162799999999998</c:v>
                </c:pt>
                <c:pt idx="155">
                  <c:v>2.7108400000000001</c:v>
                </c:pt>
                <c:pt idx="156">
                  <c:v>2.7545000000000002</c:v>
                </c:pt>
                <c:pt idx="157">
                  <c:v>2.8278500000000002</c:v>
                </c:pt>
                <c:pt idx="158">
                  <c:v>2.8850199999999999</c:v>
                </c:pt>
                <c:pt idx="159">
                  <c:v>2.81331</c:v>
                </c:pt>
                <c:pt idx="160">
                  <c:v>2.8538299999999999</c:v>
                </c:pt>
                <c:pt idx="161">
                  <c:v>2.8982299999999999</c:v>
                </c:pt>
                <c:pt idx="162">
                  <c:v>2.8191799999999998</c:v>
                </c:pt>
                <c:pt idx="163">
                  <c:v>2.8054700000000001</c:v>
                </c:pt>
                <c:pt idx="164">
                  <c:v>2.7205300000000001</c:v>
                </c:pt>
                <c:pt idx="165">
                  <c:v>2.78085</c:v>
                </c:pt>
                <c:pt idx="166">
                  <c:v>2.7507199999999998</c:v>
                </c:pt>
                <c:pt idx="167">
                  <c:v>2.7482000000000002</c:v>
                </c:pt>
                <c:pt idx="168">
                  <c:v>2.8493300000000001</c:v>
                </c:pt>
                <c:pt idx="169">
                  <c:v>2.8957000000000002</c:v>
                </c:pt>
                <c:pt idx="170">
                  <c:v>2.9777999999999998</c:v>
                </c:pt>
                <c:pt idx="171">
                  <c:v>2.93702</c:v>
                </c:pt>
                <c:pt idx="172">
                  <c:v>2.8961600000000001</c:v>
                </c:pt>
                <c:pt idx="173">
                  <c:v>2.95777</c:v>
                </c:pt>
                <c:pt idx="174">
                  <c:v>2.9186700000000001</c:v>
                </c:pt>
                <c:pt idx="175">
                  <c:v>2.9057300000000001</c:v>
                </c:pt>
                <c:pt idx="176">
                  <c:v>2.8948499999999999</c:v>
                </c:pt>
                <c:pt idx="177">
                  <c:v>2.87263</c:v>
                </c:pt>
                <c:pt idx="178">
                  <c:v>2.8523100000000001</c:v>
                </c:pt>
                <c:pt idx="179">
                  <c:v>2.7051599999999998</c:v>
                </c:pt>
                <c:pt idx="180">
                  <c:v>2.7473200000000002</c:v>
                </c:pt>
                <c:pt idx="181">
                  <c:v>2.7309800000000002</c:v>
                </c:pt>
                <c:pt idx="182">
                  <c:v>2.71271</c:v>
                </c:pt>
                <c:pt idx="183">
                  <c:v>2.65069</c:v>
                </c:pt>
                <c:pt idx="184">
                  <c:v>2.6143800000000001</c:v>
                </c:pt>
                <c:pt idx="185">
                  <c:v>2.6416499999999998</c:v>
                </c:pt>
                <c:pt idx="186">
                  <c:v>2.6181100000000002</c:v>
                </c:pt>
                <c:pt idx="187">
                  <c:v>2.6172300000000002</c:v>
                </c:pt>
                <c:pt idx="188">
                  <c:v>2.6454599999999999</c:v>
                </c:pt>
                <c:pt idx="189">
                  <c:v>2.6254599999999999</c:v>
                </c:pt>
                <c:pt idx="190">
                  <c:v>2.6063999999999998</c:v>
                </c:pt>
                <c:pt idx="191">
                  <c:v>2.6511</c:v>
                </c:pt>
                <c:pt idx="192">
                  <c:v>2.63198</c:v>
                </c:pt>
                <c:pt idx="193">
                  <c:v>2.6347399999999999</c:v>
                </c:pt>
                <c:pt idx="194">
                  <c:v>2.6493699999999998</c:v>
                </c:pt>
                <c:pt idx="195">
                  <c:v>2.68418</c:v>
                </c:pt>
                <c:pt idx="196">
                  <c:v>2.6806800000000002</c:v>
                </c:pt>
                <c:pt idx="197">
                  <c:v>2.7193200000000002</c:v>
                </c:pt>
                <c:pt idx="198">
                  <c:v>2.6697600000000001</c:v>
                </c:pt>
                <c:pt idx="199">
                  <c:v>2.5849000000000002</c:v>
                </c:pt>
                <c:pt idx="200">
                  <c:v>2.5876899999999998</c:v>
                </c:pt>
                <c:pt idx="201">
                  <c:v>2.6077499999999998</c:v>
                </c:pt>
                <c:pt idx="202">
                  <c:v>2.51153</c:v>
                </c:pt>
                <c:pt idx="203">
                  <c:v>2.4844499999999998</c:v>
                </c:pt>
                <c:pt idx="204">
                  <c:v>2.5205799999999998</c:v>
                </c:pt>
                <c:pt idx="205">
                  <c:v>2.5024999999999999</c:v>
                </c:pt>
                <c:pt idx="206">
                  <c:v>2.5115400000000001</c:v>
                </c:pt>
                <c:pt idx="207">
                  <c:v>2.5061100000000001</c:v>
                </c:pt>
                <c:pt idx="208">
                  <c:v>2.5260400000000001</c:v>
                </c:pt>
                <c:pt idx="209">
                  <c:v>2.54148</c:v>
                </c:pt>
                <c:pt idx="210">
                  <c:v>2.6190699999999998</c:v>
                </c:pt>
                <c:pt idx="211">
                  <c:v>2.6007899999999999</c:v>
                </c:pt>
                <c:pt idx="212">
                  <c:v>2.6613600000000002</c:v>
                </c:pt>
                <c:pt idx="213">
                  <c:v>2.6393399999999998</c:v>
                </c:pt>
                <c:pt idx="214">
                  <c:v>2.6072700000000002</c:v>
                </c:pt>
                <c:pt idx="215">
                  <c:v>2.7448700000000001</c:v>
                </c:pt>
                <c:pt idx="216">
                  <c:v>2.7672599999999998</c:v>
                </c:pt>
                <c:pt idx="217">
                  <c:v>2.7471000000000001</c:v>
                </c:pt>
                <c:pt idx="218">
                  <c:v>2.7006800000000002</c:v>
                </c:pt>
                <c:pt idx="219">
                  <c:v>2.706</c:v>
                </c:pt>
                <c:pt idx="220">
                  <c:v>2.6773600000000002</c:v>
                </c:pt>
                <c:pt idx="221">
                  <c:v>2.7113499999999999</c:v>
                </c:pt>
                <c:pt idx="222">
                  <c:v>2.7905600000000002</c:v>
                </c:pt>
                <c:pt idx="223">
                  <c:v>2.7833299999999999</c:v>
                </c:pt>
                <c:pt idx="224">
                  <c:v>2.75265</c:v>
                </c:pt>
                <c:pt idx="225">
                  <c:v>2.74003</c:v>
                </c:pt>
                <c:pt idx="226">
                  <c:v>2.69509</c:v>
                </c:pt>
                <c:pt idx="227">
                  <c:v>2.7345999999999999</c:v>
                </c:pt>
                <c:pt idx="228">
                  <c:v>2.7399800000000001</c:v>
                </c:pt>
                <c:pt idx="229">
                  <c:v>2.7996799999999999</c:v>
                </c:pt>
                <c:pt idx="230">
                  <c:v>2.7743099999999998</c:v>
                </c:pt>
                <c:pt idx="231">
                  <c:v>2.8397100000000002</c:v>
                </c:pt>
                <c:pt idx="232">
                  <c:v>2.8616199999999998</c:v>
                </c:pt>
                <c:pt idx="233">
                  <c:v>2.8799899999999998</c:v>
                </c:pt>
                <c:pt idx="234">
                  <c:v>2.8553099999999998</c:v>
                </c:pt>
                <c:pt idx="235">
                  <c:v>2.7961</c:v>
                </c:pt>
                <c:pt idx="236">
                  <c:v>2.84348</c:v>
                </c:pt>
                <c:pt idx="237">
                  <c:v>2.87643</c:v>
                </c:pt>
                <c:pt idx="238">
                  <c:v>2.86734</c:v>
                </c:pt>
                <c:pt idx="239">
                  <c:v>2.8765399999999999</c:v>
                </c:pt>
                <c:pt idx="240">
                  <c:v>2.8417599999999998</c:v>
                </c:pt>
                <c:pt idx="241">
                  <c:v>2.8848500000000001</c:v>
                </c:pt>
                <c:pt idx="242">
                  <c:v>2.9244599999999998</c:v>
                </c:pt>
                <c:pt idx="243">
                  <c:v>2.8840499999999998</c:v>
                </c:pt>
                <c:pt idx="244">
                  <c:v>2.9283000000000001</c:v>
                </c:pt>
                <c:pt idx="245">
                  <c:v>2.98211</c:v>
                </c:pt>
                <c:pt idx="246">
                  <c:v>2.9895900000000002</c:v>
                </c:pt>
                <c:pt idx="247">
                  <c:v>3.0046499999999998</c:v>
                </c:pt>
                <c:pt idx="248">
                  <c:v>2.9749300000000001</c:v>
                </c:pt>
                <c:pt idx="249">
                  <c:v>3.0048300000000001</c:v>
                </c:pt>
              </c:numCache>
            </c:numRef>
          </c:val>
          <c:smooth val="0"/>
        </c:ser>
        <c:dLbls>
          <c:showLegendKey val="0"/>
          <c:showVal val="0"/>
          <c:showCatName val="0"/>
          <c:showSerName val="0"/>
          <c:showPercent val="0"/>
          <c:showBubbleSize val="0"/>
        </c:dLbls>
        <c:marker val="1"/>
        <c:smooth val="0"/>
        <c:axId val="123948032"/>
        <c:axId val="123946496"/>
      </c:lineChart>
      <c:dateAx>
        <c:axId val="123939072"/>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3944960"/>
        <c:crosses val="autoZero"/>
        <c:auto val="1"/>
        <c:lblOffset val="100"/>
        <c:baseTimeUnit val="days"/>
        <c:majorUnit val="2"/>
        <c:majorTimeUnit val="months"/>
      </c:dateAx>
      <c:valAx>
        <c:axId val="123944960"/>
        <c:scaling>
          <c:orientation val="minMax"/>
          <c:min val="50"/>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123939072"/>
        <c:crosses val="autoZero"/>
        <c:crossBetween val="between"/>
      </c:valAx>
      <c:valAx>
        <c:axId val="123946496"/>
        <c:scaling>
          <c:orientation val="minMax"/>
          <c:min val="1"/>
        </c:scaling>
        <c:delete val="0"/>
        <c:axPos val="r"/>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23948032"/>
        <c:crosses val="max"/>
        <c:crossBetween val="between"/>
      </c:valAx>
      <c:dateAx>
        <c:axId val="123948032"/>
        <c:scaling>
          <c:orientation val="minMax"/>
        </c:scaling>
        <c:delete val="1"/>
        <c:axPos val="b"/>
        <c:numFmt formatCode="m/d/yyyy" sourceLinked="1"/>
        <c:majorTickMark val="out"/>
        <c:minorTickMark val="none"/>
        <c:tickLblPos val="nextTo"/>
        <c:crossAx val="123946496"/>
        <c:crosses val="autoZero"/>
        <c:auto val="1"/>
        <c:lblOffset val="100"/>
        <c:baseTimeUnit val="days"/>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percentStacked"/>
        <c:varyColors val="0"/>
        <c:ser>
          <c:idx val="1"/>
          <c:order val="0"/>
          <c:tx>
            <c:strRef>
              <c:f>A1a!$D$97</c:f>
              <c:strCache>
                <c:ptCount val="1"/>
                <c:pt idx="0">
                  <c:v>Prepayment &amp; Spread Risk</c:v>
                </c:pt>
              </c:strCache>
            </c:strRef>
          </c:tx>
          <c:spPr>
            <a:solidFill>
              <a:srgbClr val="2E398A"/>
            </a:solidFill>
          </c:spPr>
          <c:invertIfNegative val="0"/>
          <c:cat>
            <c:numRef>
              <c:f>A1a!$B$139:$B$150</c:f>
              <c:numCache>
                <c:formatCode>[$-409]mmm\-yy;@</c:formatCode>
                <c:ptCount val="12"/>
                <c:pt idx="0">
                  <c:v>41640</c:v>
                </c:pt>
                <c:pt idx="1">
                  <c:v>41684</c:v>
                </c:pt>
                <c:pt idx="2">
                  <c:v>41712</c:v>
                </c:pt>
                <c:pt idx="3">
                  <c:v>41743</c:v>
                </c:pt>
                <c:pt idx="4">
                  <c:v>41773</c:v>
                </c:pt>
                <c:pt idx="5">
                  <c:v>41791</c:v>
                </c:pt>
                <c:pt idx="6">
                  <c:v>41821</c:v>
                </c:pt>
                <c:pt idx="7">
                  <c:v>41852</c:v>
                </c:pt>
                <c:pt idx="8">
                  <c:v>41883</c:v>
                </c:pt>
                <c:pt idx="9">
                  <c:v>41913</c:v>
                </c:pt>
                <c:pt idx="10">
                  <c:v>41944</c:v>
                </c:pt>
                <c:pt idx="11">
                  <c:v>41974</c:v>
                </c:pt>
              </c:numCache>
            </c:numRef>
          </c:cat>
          <c:val>
            <c:numRef>
              <c:f>A1a!$D$139:$D$150</c:f>
              <c:numCache>
                <c:formatCode>0.00%</c:formatCode>
                <c:ptCount val="12"/>
                <c:pt idx="0">
                  <c:v>0.753</c:v>
                </c:pt>
                <c:pt idx="1">
                  <c:v>0.73599999999999999</c:v>
                </c:pt>
                <c:pt idx="2">
                  <c:v>0.63900000000000001</c:v>
                </c:pt>
                <c:pt idx="3">
                  <c:v>0.81599999999999995</c:v>
                </c:pt>
                <c:pt idx="4">
                  <c:v>0.746</c:v>
                </c:pt>
                <c:pt idx="5">
                  <c:v>0.68899999999999995</c:v>
                </c:pt>
                <c:pt idx="6">
                  <c:v>0.67500000000000004</c:v>
                </c:pt>
                <c:pt idx="7">
                  <c:v>0.68899999999999995</c:v>
                </c:pt>
                <c:pt idx="8">
                  <c:v>0.622</c:v>
                </c:pt>
                <c:pt idx="9">
                  <c:v>0.59099999999999997</c:v>
                </c:pt>
                <c:pt idx="10">
                  <c:v>0.55800000000000005</c:v>
                </c:pt>
                <c:pt idx="11">
                  <c:v>0.59</c:v>
                </c:pt>
              </c:numCache>
            </c:numRef>
          </c:val>
        </c:ser>
        <c:ser>
          <c:idx val="0"/>
          <c:order val="1"/>
          <c:tx>
            <c:strRef>
              <c:f>A1a!$C$97</c:f>
              <c:strCache>
                <c:ptCount val="1"/>
                <c:pt idx="0">
                  <c:v>Interest Rate Risk</c:v>
                </c:pt>
              </c:strCache>
            </c:strRef>
          </c:tx>
          <c:spPr>
            <a:solidFill>
              <a:srgbClr val="8891D5"/>
            </a:solidFill>
          </c:spPr>
          <c:invertIfNegative val="0"/>
          <c:cat>
            <c:numRef>
              <c:f>A1a!$B$139:$B$150</c:f>
              <c:numCache>
                <c:formatCode>[$-409]mmm\-yy;@</c:formatCode>
                <c:ptCount val="12"/>
                <c:pt idx="0">
                  <c:v>41640</c:v>
                </c:pt>
                <c:pt idx="1">
                  <c:v>41684</c:v>
                </c:pt>
                <c:pt idx="2">
                  <c:v>41712</c:v>
                </c:pt>
                <c:pt idx="3">
                  <c:v>41743</c:v>
                </c:pt>
                <c:pt idx="4">
                  <c:v>41773</c:v>
                </c:pt>
                <c:pt idx="5">
                  <c:v>41791</c:v>
                </c:pt>
                <c:pt idx="6">
                  <c:v>41821</c:v>
                </c:pt>
                <c:pt idx="7">
                  <c:v>41852</c:v>
                </c:pt>
                <c:pt idx="8">
                  <c:v>41883</c:v>
                </c:pt>
                <c:pt idx="9">
                  <c:v>41913</c:v>
                </c:pt>
                <c:pt idx="10">
                  <c:v>41944</c:v>
                </c:pt>
                <c:pt idx="11">
                  <c:v>41974</c:v>
                </c:pt>
              </c:numCache>
            </c:numRef>
          </c:cat>
          <c:val>
            <c:numRef>
              <c:f>A1a!$C$115:$C$152</c:f>
              <c:numCache>
                <c:formatCode>0.00%</c:formatCode>
                <c:ptCount val="38"/>
                <c:pt idx="0">
                  <c:v>7.1999999999999995E-2</c:v>
                </c:pt>
                <c:pt idx="1">
                  <c:v>7.0000000000000007E-2</c:v>
                </c:pt>
                <c:pt idx="2">
                  <c:v>0</c:v>
                </c:pt>
                <c:pt idx="3">
                  <c:v>8.4000000000000005E-2</c:v>
                </c:pt>
                <c:pt idx="4">
                  <c:v>0.03</c:v>
                </c:pt>
                <c:pt idx="5">
                  <c:v>-2.4E-2</c:v>
                </c:pt>
                <c:pt idx="6">
                  <c:v>4.4999999999999998E-2</c:v>
                </c:pt>
                <c:pt idx="7">
                  <c:v>0.109</c:v>
                </c:pt>
                <c:pt idx="8">
                  <c:v>1.4E-2</c:v>
                </c:pt>
                <c:pt idx="9">
                  <c:v>-1.4E-2</c:v>
                </c:pt>
                <c:pt idx="10">
                  <c:v>0.17899999999999999</c:v>
                </c:pt>
                <c:pt idx="11">
                  <c:v>6.3E-2</c:v>
                </c:pt>
                <c:pt idx="12">
                  <c:v>-2.5999999999999999E-2</c:v>
                </c:pt>
                <c:pt idx="13">
                  <c:v>5.6000000000000001E-2</c:v>
                </c:pt>
                <c:pt idx="14">
                  <c:v>4.4999999999999998E-2</c:v>
                </c:pt>
                <c:pt idx="15">
                  <c:v>0.16</c:v>
                </c:pt>
                <c:pt idx="16">
                  <c:v>0.128</c:v>
                </c:pt>
                <c:pt idx="17">
                  <c:v>0.25800000000000001</c:v>
                </c:pt>
                <c:pt idx="18">
                  <c:v>0.21099999999999999</c:v>
                </c:pt>
                <c:pt idx="19">
                  <c:v>0.13500000000000001</c:v>
                </c:pt>
                <c:pt idx="20">
                  <c:v>6.8000000000000005E-2</c:v>
                </c:pt>
                <c:pt idx="21">
                  <c:v>0.248</c:v>
                </c:pt>
                <c:pt idx="22">
                  <c:v>0.30399999999999999</c:v>
                </c:pt>
                <c:pt idx="23">
                  <c:v>0.32400000000000001</c:v>
                </c:pt>
                <c:pt idx="24">
                  <c:v>0.247</c:v>
                </c:pt>
                <c:pt idx="25">
                  <c:v>0.26400000000000001</c:v>
                </c:pt>
                <c:pt idx="26">
                  <c:v>0.36099999999999999</c:v>
                </c:pt>
                <c:pt idx="27">
                  <c:v>0.184</c:v>
                </c:pt>
                <c:pt idx="28">
                  <c:v>0.254</c:v>
                </c:pt>
                <c:pt idx="29">
                  <c:v>0.31100000000000005</c:v>
                </c:pt>
                <c:pt idx="30">
                  <c:v>0.32500000000000001</c:v>
                </c:pt>
                <c:pt idx="31">
                  <c:v>0.311</c:v>
                </c:pt>
                <c:pt idx="32">
                  <c:v>0.378</c:v>
                </c:pt>
                <c:pt idx="33">
                  <c:v>0.40899999999999997</c:v>
                </c:pt>
                <c:pt idx="34">
                  <c:v>0.442</c:v>
                </c:pt>
                <c:pt idx="35">
                  <c:v>0.41</c:v>
                </c:pt>
                <c:pt idx="36">
                  <c:v>0.40100000000000002</c:v>
                </c:pt>
                <c:pt idx="37">
                  <c:v>0.47899999999999998</c:v>
                </c:pt>
              </c:numCache>
            </c:numRef>
          </c:val>
        </c:ser>
        <c:dLbls>
          <c:showLegendKey val="0"/>
          <c:showVal val="0"/>
          <c:showCatName val="0"/>
          <c:showSerName val="0"/>
          <c:showPercent val="0"/>
          <c:showBubbleSize val="0"/>
        </c:dLbls>
        <c:gapWidth val="114"/>
        <c:overlap val="100"/>
        <c:axId val="123774848"/>
        <c:axId val="123776384"/>
      </c:barChart>
      <c:dateAx>
        <c:axId val="123774848"/>
        <c:scaling>
          <c:orientation val="minMax"/>
        </c:scaling>
        <c:delete val="0"/>
        <c:axPos val="b"/>
        <c:numFmt formatCode="[$-409]mmm\-yy;@" sourceLinked="1"/>
        <c:majorTickMark val="out"/>
        <c:minorTickMark val="none"/>
        <c:tickLblPos val="nextTo"/>
        <c:txPr>
          <a:bodyPr/>
          <a:lstStyle/>
          <a:p>
            <a:pPr>
              <a:defRPr sz="750"/>
            </a:pPr>
            <a:endParaRPr lang="en-US"/>
          </a:p>
        </c:txPr>
        <c:crossAx val="123776384"/>
        <c:crosses val="autoZero"/>
        <c:auto val="0"/>
        <c:lblOffset val="100"/>
        <c:baseTimeUnit val="months"/>
        <c:majorUnit val="2"/>
        <c:majorTimeUnit val="months"/>
      </c:dateAx>
      <c:valAx>
        <c:axId val="123776384"/>
        <c:scaling>
          <c:orientation val="minMax"/>
          <c:min val="0"/>
        </c:scaling>
        <c:delete val="0"/>
        <c:axPos val="l"/>
        <c:majorGridlines>
          <c:spPr>
            <a:ln>
              <a:noFill/>
            </a:ln>
          </c:spPr>
        </c:majorGridlines>
        <c:numFmt formatCode="0%" sourceLinked="1"/>
        <c:majorTickMark val="out"/>
        <c:minorTickMark val="none"/>
        <c:tickLblPos val="nextTo"/>
        <c:txPr>
          <a:bodyPr/>
          <a:lstStyle/>
          <a:p>
            <a:pPr>
              <a:defRPr sz="750">
                <a:solidFill>
                  <a:schemeClr val="tx1"/>
                </a:solidFill>
              </a:defRPr>
            </a:pPr>
            <a:endParaRPr lang="en-US"/>
          </a:p>
        </c:txPr>
        <c:crossAx val="123774848"/>
        <c:crosses val="autoZero"/>
        <c:crossBetween val="between"/>
        <c:majorUnit val="0.2"/>
      </c:valAx>
    </c:plotArea>
    <c:legend>
      <c:legendPos val="b"/>
      <c:layout>
        <c:manualLayout>
          <c:xMode val="edge"/>
          <c:yMode val="edge"/>
          <c:x val="0.15439958392726433"/>
          <c:y val="0.8466244040118055"/>
          <c:w val="0.69120083214547134"/>
          <c:h val="7.6849687448907411E-2"/>
        </c:manualLayout>
      </c:layout>
      <c:overlay val="0"/>
      <c:txPr>
        <a:bodyPr/>
        <a:lstStyle/>
        <a:p>
          <a:pPr>
            <a:defRPr sz="750"/>
          </a:pPr>
          <a:endParaRPr lang="en-US"/>
        </a:p>
      </c:txPr>
    </c:legend>
    <c:plotVisOnly val="1"/>
    <c:dispBlanksAs val="gap"/>
    <c:showDLblsOverMax val="0"/>
  </c:chart>
  <c:spPr>
    <a:ln>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629549595884132E-2"/>
          <c:y val="1.7558777412698855E-2"/>
          <c:w val="0.85782167696899225"/>
          <c:h val="0.78758985907945245"/>
        </c:manualLayout>
      </c:layout>
      <c:lineChart>
        <c:grouping val="standard"/>
        <c:varyColors val="0"/>
        <c:ser>
          <c:idx val="0"/>
          <c:order val="0"/>
          <c:tx>
            <c:strRef>
              <c:f>Sheet1!$F$10</c:f>
              <c:strCache>
                <c:ptCount val="1"/>
                <c:pt idx="0">
                  <c:v>Net IO (%)</c:v>
                </c:pt>
              </c:strCache>
            </c:strRef>
          </c:tx>
          <c:spPr>
            <a:ln w="28575" cap="rnd">
              <a:solidFill>
                <a:srgbClr val="2E398A"/>
              </a:solidFill>
              <a:round/>
            </a:ln>
            <a:effectLst/>
          </c:spPr>
          <c:marker>
            <c:symbol val="none"/>
          </c:marker>
          <c:cat>
            <c:numRef>
              <c:f>Sheet1!$E$11:$E$260</c:f>
              <c:numCache>
                <c:formatCode>mm/dd/yy;@</c:formatCode>
                <c:ptCount val="250"/>
                <c:pt idx="0">
                  <c:v>41641</c:v>
                </c:pt>
                <c:pt idx="1">
                  <c:v>41642</c:v>
                </c:pt>
                <c:pt idx="2">
                  <c:v>41645</c:v>
                </c:pt>
                <c:pt idx="3">
                  <c:v>41646</c:v>
                </c:pt>
                <c:pt idx="4">
                  <c:v>41647</c:v>
                </c:pt>
                <c:pt idx="5">
                  <c:v>41648</c:v>
                </c:pt>
                <c:pt idx="6">
                  <c:v>41649</c:v>
                </c:pt>
                <c:pt idx="7">
                  <c:v>41652</c:v>
                </c:pt>
                <c:pt idx="8">
                  <c:v>41653</c:v>
                </c:pt>
                <c:pt idx="9">
                  <c:v>41654</c:v>
                </c:pt>
                <c:pt idx="10">
                  <c:v>41655</c:v>
                </c:pt>
                <c:pt idx="11">
                  <c:v>41656</c:v>
                </c:pt>
                <c:pt idx="12">
                  <c:v>41660</c:v>
                </c:pt>
                <c:pt idx="13">
                  <c:v>41661</c:v>
                </c:pt>
                <c:pt idx="14">
                  <c:v>41662</c:v>
                </c:pt>
                <c:pt idx="15">
                  <c:v>41663</c:v>
                </c:pt>
                <c:pt idx="16">
                  <c:v>41666</c:v>
                </c:pt>
                <c:pt idx="17">
                  <c:v>41667</c:v>
                </c:pt>
                <c:pt idx="18">
                  <c:v>41668</c:v>
                </c:pt>
                <c:pt idx="19">
                  <c:v>41669</c:v>
                </c:pt>
                <c:pt idx="20">
                  <c:v>41670</c:v>
                </c:pt>
                <c:pt idx="21">
                  <c:v>41673</c:v>
                </c:pt>
                <c:pt idx="22">
                  <c:v>41674</c:v>
                </c:pt>
                <c:pt idx="23">
                  <c:v>41675</c:v>
                </c:pt>
                <c:pt idx="24">
                  <c:v>41676</c:v>
                </c:pt>
                <c:pt idx="25">
                  <c:v>41677</c:v>
                </c:pt>
                <c:pt idx="26">
                  <c:v>41680</c:v>
                </c:pt>
                <c:pt idx="27">
                  <c:v>41681</c:v>
                </c:pt>
                <c:pt idx="28">
                  <c:v>41682</c:v>
                </c:pt>
                <c:pt idx="29">
                  <c:v>41683</c:v>
                </c:pt>
                <c:pt idx="30">
                  <c:v>41684</c:v>
                </c:pt>
                <c:pt idx="31">
                  <c:v>41688</c:v>
                </c:pt>
                <c:pt idx="32">
                  <c:v>41689</c:v>
                </c:pt>
                <c:pt idx="33">
                  <c:v>41690</c:v>
                </c:pt>
                <c:pt idx="34">
                  <c:v>41691</c:v>
                </c:pt>
                <c:pt idx="35">
                  <c:v>41694</c:v>
                </c:pt>
                <c:pt idx="36">
                  <c:v>41695</c:v>
                </c:pt>
                <c:pt idx="37">
                  <c:v>41696</c:v>
                </c:pt>
                <c:pt idx="38">
                  <c:v>41697</c:v>
                </c:pt>
                <c:pt idx="39">
                  <c:v>41698</c:v>
                </c:pt>
                <c:pt idx="40">
                  <c:v>41701</c:v>
                </c:pt>
                <c:pt idx="41">
                  <c:v>41702</c:v>
                </c:pt>
                <c:pt idx="42">
                  <c:v>41703</c:v>
                </c:pt>
                <c:pt idx="43">
                  <c:v>41704</c:v>
                </c:pt>
                <c:pt idx="44">
                  <c:v>41705</c:v>
                </c:pt>
                <c:pt idx="45">
                  <c:v>41708</c:v>
                </c:pt>
                <c:pt idx="46">
                  <c:v>41709</c:v>
                </c:pt>
                <c:pt idx="47">
                  <c:v>41710</c:v>
                </c:pt>
                <c:pt idx="48">
                  <c:v>41711</c:v>
                </c:pt>
                <c:pt idx="49">
                  <c:v>41712</c:v>
                </c:pt>
                <c:pt idx="50">
                  <c:v>41715</c:v>
                </c:pt>
                <c:pt idx="51">
                  <c:v>41716</c:v>
                </c:pt>
                <c:pt idx="52">
                  <c:v>41717</c:v>
                </c:pt>
                <c:pt idx="53">
                  <c:v>41718</c:v>
                </c:pt>
                <c:pt idx="54">
                  <c:v>41719</c:v>
                </c:pt>
                <c:pt idx="55">
                  <c:v>41722</c:v>
                </c:pt>
                <c:pt idx="56">
                  <c:v>41723</c:v>
                </c:pt>
                <c:pt idx="57">
                  <c:v>41724</c:v>
                </c:pt>
                <c:pt idx="58">
                  <c:v>41725</c:v>
                </c:pt>
                <c:pt idx="59">
                  <c:v>41726</c:v>
                </c:pt>
                <c:pt idx="60">
                  <c:v>41729</c:v>
                </c:pt>
                <c:pt idx="61">
                  <c:v>41730</c:v>
                </c:pt>
                <c:pt idx="62">
                  <c:v>41731</c:v>
                </c:pt>
                <c:pt idx="63">
                  <c:v>41732</c:v>
                </c:pt>
                <c:pt idx="64">
                  <c:v>41733</c:v>
                </c:pt>
                <c:pt idx="65">
                  <c:v>41736</c:v>
                </c:pt>
                <c:pt idx="66">
                  <c:v>41737</c:v>
                </c:pt>
                <c:pt idx="67">
                  <c:v>41738</c:v>
                </c:pt>
                <c:pt idx="68">
                  <c:v>41739</c:v>
                </c:pt>
                <c:pt idx="69">
                  <c:v>41740</c:v>
                </c:pt>
                <c:pt idx="70">
                  <c:v>41743</c:v>
                </c:pt>
                <c:pt idx="71">
                  <c:v>41744</c:v>
                </c:pt>
                <c:pt idx="72">
                  <c:v>41745</c:v>
                </c:pt>
                <c:pt idx="73">
                  <c:v>41746</c:v>
                </c:pt>
                <c:pt idx="74">
                  <c:v>41750</c:v>
                </c:pt>
                <c:pt idx="75">
                  <c:v>41751</c:v>
                </c:pt>
                <c:pt idx="76">
                  <c:v>41752</c:v>
                </c:pt>
                <c:pt idx="77">
                  <c:v>41753</c:v>
                </c:pt>
                <c:pt idx="78">
                  <c:v>41754</c:v>
                </c:pt>
                <c:pt idx="79">
                  <c:v>41757</c:v>
                </c:pt>
                <c:pt idx="80">
                  <c:v>41758</c:v>
                </c:pt>
                <c:pt idx="81">
                  <c:v>41759</c:v>
                </c:pt>
                <c:pt idx="82">
                  <c:v>41760</c:v>
                </c:pt>
                <c:pt idx="83">
                  <c:v>41761</c:v>
                </c:pt>
                <c:pt idx="84">
                  <c:v>41764</c:v>
                </c:pt>
                <c:pt idx="85">
                  <c:v>41765</c:v>
                </c:pt>
                <c:pt idx="86">
                  <c:v>41766</c:v>
                </c:pt>
                <c:pt idx="87">
                  <c:v>41767</c:v>
                </c:pt>
                <c:pt idx="88">
                  <c:v>41768</c:v>
                </c:pt>
                <c:pt idx="89">
                  <c:v>41771</c:v>
                </c:pt>
                <c:pt idx="90">
                  <c:v>41772</c:v>
                </c:pt>
                <c:pt idx="91">
                  <c:v>41773</c:v>
                </c:pt>
                <c:pt idx="92">
                  <c:v>41774</c:v>
                </c:pt>
                <c:pt idx="93">
                  <c:v>41775</c:v>
                </c:pt>
                <c:pt idx="94">
                  <c:v>41778</c:v>
                </c:pt>
                <c:pt idx="95">
                  <c:v>41779</c:v>
                </c:pt>
                <c:pt idx="96">
                  <c:v>41780</c:v>
                </c:pt>
                <c:pt idx="97">
                  <c:v>41781</c:v>
                </c:pt>
                <c:pt idx="98">
                  <c:v>41782</c:v>
                </c:pt>
                <c:pt idx="99">
                  <c:v>41786</c:v>
                </c:pt>
                <c:pt idx="100">
                  <c:v>41787</c:v>
                </c:pt>
                <c:pt idx="101">
                  <c:v>41788</c:v>
                </c:pt>
                <c:pt idx="102">
                  <c:v>41789</c:v>
                </c:pt>
                <c:pt idx="103">
                  <c:v>41792</c:v>
                </c:pt>
                <c:pt idx="104">
                  <c:v>41793</c:v>
                </c:pt>
                <c:pt idx="105">
                  <c:v>41794</c:v>
                </c:pt>
                <c:pt idx="106">
                  <c:v>41795</c:v>
                </c:pt>
                <c:pt idx="107">
                  <c:v>41796</c:v>
                </c:pt>
                <c:pt idx="108">
                  <c:v>41799</c:v>
                </c:pt>
                <c:pt idx="109">
                  <c:v>41800</c:v>
                </c:pt>
                <c:pt idx="110">
                  <c:v>41801</c:v>
                </c:pt>
                <c:pt idx="111">
                  <c:v>41802</c:v>
                </c:pt>
                <c:pt idx="112">
                  <c:v>41803</c:v>
                </c:pt>
                <c:pt idx="113">
                  <c:v>41806</c:v>
                </c:pt>
                <c:pt idx="114">
                  <c:v>41807</c:v>
                </c:pt>
                <c:pt idx="115">
                  <c:v>41808</c:v>
                </c:pt>
                <c:pt idx="116">
                  <c:v>41809</c:v>
                </c:pt>
                <c:pt idx="117">
                  <c:v>41810</c:v>
                </c:pt>
                <c:pt idx="118">
                  <c:v>41813</c:v>
                </c:pt>
                <c:pt idx="119">
                  <c:v>41814</c:v>
                </c:pt>
                <c:pt idx="120">
                  <c:v>41815</c:v>
                </c:pt>
                <c:pt idx="121">
                  <c:v>41816</c:v>
                </c:pt>
                <c:pt idx="122">
                  <c:v>41817</c:v>
                </c:pt>
                <c:pt idx="123">
                  <c:v>41820</c:v>
                </c:pt>
                <c:pt idx="124">
                  <c:v>41821</c:v>
                </c:pt>
                <c:pt idx="125">
                  <c:v>41822</c:v>
                </c:pt>
                <c:pt idx="126">
                  <c:v>41823</c:v>
                </c:pt>
                <c:pt idx="127">
                  <c:v>41827</c:v>
                </c:pt>
                <c:pt idx="128">
                  <c:v>41828</c:v>
                </c:pt>
                <c:pt idx="129">
                  <c:v>41829</c:v>
                </c:pt>
                <c:pt idx="130">
                  <c:v>41830</c:v>
                </c:pt>
                <c:pt idx="131">
                  <c:v>41831</c:v>
                </c:pt>
                <c:pt idx="132">
                  <c:v>41834</c:v>
                </c:pt>
                <c:pt idx="133">
                  <c:v>41835</c:v>
                </c:pt>
                <c:pt idx="134">
                  <c:v>41836</c:v>
                </c:pt>
                <c:pt idx="135">
                  <c:v>41837</c:v>
                </c:pt>
                <c:pt idx="136">
                  <c:v>41838</c:v>
                </c:pt>
                <c:pt idx="137">
                  <c:v>41841</c:v>
                </c:pt>
                <c:pt idx="138">
                  <c:v>41842</c:v>
                </c:pt>
                <c:pt idx="139">
                  <c:v>41843</c:v>
                </c:pt>
                <c:pt idx="140">
                  <c:v>41844</c:v>
                </c:pt>
                <c:pt idx="141">
                  <c:v>41845</c:v>
                </c:pt>
                <c:pt idx="142">
                  <c:v>41848</c:v>
                </c:pt>
                <c:pt idx="143">
                  <c:v>41849</c:v>
                </c:pt>
                <c:pt idx="144">
                  <c:v>41850</c:v>
                </c:pt>
                <c:pt idx="145">
                  <c:v>41851</c:v>
                </c:pt>
                <c:pt idx="146">
                  <c:v>41852</c:v>
                </c:pt>
                <c:pt idx="147">
                  <c:v>41855</c:v>
                </c:pt>
                <c:pt idx="148">
                  <c:v>41856</c:v>
                </c:pt>
                <c:pt idx="149">
                  <c:v>41857</c:v>
                </c:pt>
                <c:pt idx="150">
                  <c:v>41858</c:v>
                </c:pt>
                <c:pt idx="151">
                  <c:v>41859</c:v>
                </c:pt>
                <c:pt idx="152">
                  <c:v>41862</c:v>
                </c:pt>
                <c:pt idx="153">
                  <c:v>41863</c:v>
                </c:pt>
                <c:pt idx="154">
                  <c:v>41864</c:v>
                </c:pt>
                <c:pt idx="155">
                  <c:v>41865</c:v>
                </c:pt>
                <c:pt idx="156">
                  <c:v>41866</c:v>
                </c:pt>
                <c:pt idx="157">
                  <c:v>41869</c:v>
                </c:pt>
                <c:pt idx="158">
                  <c:v>41870</c:v>
                </c:pt>
                <c:pt idx="159">
                  <c:v>41871</c:v>
                </c:pt>
                <c:pt idx="160">
                  <c:v>41872</c:v>
                </c:pt>
                <c:pt idx="161">
                  <c:v>41873</c:v>
                </c:pt>
                <c:pt idx="162">
                  <c:v>41876</c:v>
                </c:pt>
                <c:pt idx="163">
                  <c:v>41877</c:v>
                </c:pt>
                <c:pt idx="164">
                  <c:v>41878</c:v>
                </c:pt>
                <c:pt idx="165">
                  <c:v>41879</c:v>
                </c:pt>
                <c:pt idx="166">
                  <c:v>41880</c:v>
                </c:pt>
                <c:pt idx="167">
                  <c:v>41884</c:v>
                </c:pt>
                <c:pt idx="168">
                  <c:v>41885</c:v>
                </c:pt>
                <c:pt idx="169">
                  <c:v>41886</c:v>
                </c:pt>
                <c:pt idx="170">
                  <c:v>41887</c:v>
                </c:pt>
                <c:pt idx="171">
                  <c:v>41890</c:v>
                </c:pt>
                <c:pt idx="172">
                  <c:v>41891</c:v>
                </c:pt>
                <c:pt idx="173">
                  <c:v>41892</c:v>
                </c:pt>
                <c:pt idx="174">
                  <c:v>41893</c:v>
                </c:pt>
                <c:pt idx="175">
                  <c:v>41894</c:v>
                </c:pt>
                <c:pt idx="176">
                  <c:v>41897</c:v>
                </c:pt>
                <c:pt idx="177">
                  <c:v>41898</c:v>
                </c:pt>
                <c:pt idx="178">
                  <c:v>41899</c:v>
                </c:pt>
                <c:pt idx="179">
                  <c:v>41900</c:v>
                </c:pt>
                <c:pt idx="180">
                  <c:v>41901</c:v>
                </c:pt>
                <c:pt idx="181">
                  <c:v>41904</c:v>
                </c:pt>
                <c:pt idx="182">
                  <c:v>41905</c:v>
                </c:pt>
                <c:pt idx="183">
                  <c:v>41906</c:v>
                </c:pt>
                <c:pt idx="184">
                  <c:v>41907</c:v>
                </c:pt>
                <c:pt idx="185">
                  <c:v>41908</c:v>
                </c:pt>
                <c:pt idx="186">
                  <c:v>41911</c:v>
                </c:pt>
                <c:pt idx="187">
                  <c:v>41912</c:v>
                </c:pt>
                <c:pt idx="188">
                  <c:v>41913</c:v>
                </c:pt>
                <c:pt idx="189">
                  <c:v>41914</c:v>
                </c:pt>
                <c:pt idx="190">
                  <c:v>41915</c:v>
                </c:pt>
                <c:pt idx="191">
                  <c:v>41918</c:v>
                </c:pt>
                <c:pt idx="192">
                  <c:v>41919</c:v>
                </c:pt>
                <c:pt idx="193">
                  <c:v>41920</c:v>
                </c:pt>
                <c:pt idx="194">
                  <c:v>41921</c:v>
                </c:pt>
                <c:pt idx="195">
                  <c:v>41922</c:v>
                </c:pt>
                <c:pt idx="196">
                  <c:v>41926</c:v>
                </c:pt>
                <c:pt idx="197">
                  <c:v>41927</c:v>
                </c:pt>
                <c:pt idx="198">
                  <c:v>41928</c:v>
                </c:pt>
                <c:pt idx="199">
                  <c:v>41929</c:v>
                </c:pt>
                <c:pt idx="200">
                  <c:v>41932</c:v>
                </c:pt>
                <c:pt idx="201">
                  <c:v>41933</c:v>
                </c:pt>
                <c:pt idx="202">
                  <c:v>41934</c:v>
                </c:pt>
                <c:pt idx="203">
                  <c:v>41935</c:v>
                </c:pt>
                <c:pt idx="204">
                  <c:v>41936</c:v>
                </c:pt>
                <c:pt idx="205">
                  <c:v>41939</c:v>
                </c:pt>
                <c:pt idx="206">
                  <c:v>41940</c:v>
                </c:pt>
                <c:pt idx="207">
                  <c:v>41941</c:v>
                </c:pt>
                <c:pt idx="208">
                  <c:v>41942</c:v>
                </c:pt>
                <c:pt idx="209">
                  <c:v>41943</c:v>
                </c:pt>
                <c:pt idx="210">
                  <c:v>41946</c:v>
                </c:pt>
                <c:pt idx="211">
                  <c:v>41947</c:v>
                </c:pt>
                <c:pt idx="212">
                  <c:v>41948</c:v>
                </c:pt>
                <c:pt idx="213">
                  <c:v>41949</c:v>
                </c:pt>
                <c:pt idx="214">
                  <c:v>41950</c:v>
                </c:pt>
                <c:pt idx="215">
                  <c:v>41953</c:v>
                </c:pt>
                <c:pt idx="216">
                  <c:v>41955</c:v>
                </c:pt>
                <c:pt idx="217">
                  <c:v>41956</c:v>
                </c:pt>
                <c:pt idx="218">
                  <c:v>41957</c:v>
                </c:pt>
                <c:pt idx="219">
                  <c:v>41960</c:v>
                </c:pt>
                <c:pt idx="220">
                  <c:v>41961</c:v>
                </c:pt>
                <c:pt idx="221">
                  <c:v>41962</c:v>
                </c:pt>
                <c:pt idx="222">
                  <c:v>41963</c:v>
                </c:pt>
                <c:pt idx="223">
                  <c:v>41964</c:v>
                </c:pt>
                <c:pt idx="224">
                  <c:v>41967</c:v>
                </c:pt>
                <c:pt idx="225">
                  <c:v>41968</c:v>
                </c:pt>
                <c:pt idx="226">
                  <c:v>41969</c:v>
                </c:pt>
                <c:pt idx="227">
                  <c:v>41971</c:v>
                </c:pt>
                <c:pt idx="228">
                  <c:v>41974</c:v>
                </c:pt>
                <c:pt idx="229">
                  <c:v>41975</c:v>
                </c:pt>
                <c:pt idx="230">
                  <c:v>41976</c:v>
                </c:pt>
                <c:pt idx="231">
                  <c:v>41977</c:v>
                </c:pt>
                <c:pt idx="232">
                  <c:v>41978</c:v>
                </c:pt>
                <c:pt idx="233">
                  <c:v>41981</c:v>
                </c:pt>
                <c:pt idx="234">
                  <c:v>41982</c:v>
                </c:pt>
                <c:pt idx="235">
                  <c:v>41983</c:v>
                </c:pt>
                <c:pt idx="236">
                  <c:v>41984</c:v>
                </c:pt>
                <c:pt idx="237">
                  <c:v>41985</c:v>
                </c:pt>
                <c:pt idx="238">
                  <c:v>41988</c:v>
                </c:pt>
                <c:pt idx="239">
                  <c:v>41989</c:v>
                </c:pt>
                <c:pt idx="240">
                  <c:v>41990</c:v>
                </c:pt>
                <c:pt idx="241">
                  <c:v>41991</c:v>
                </c:pt>
                <c:pt idx="242">
                  <c:v>41992</c:v>
                </c:pt>
                <c:pt idx="243">
                  <c:v>41995</c:v>
                </c:pt>
                <c:pt idx="244">
                  <c:v>41996</c:v>
                </c:pt>
                <c:pt idx="245">
                  <c:v>41997</c:v>
                </c:pt>
                <c:pt idx="246">
                  <c:v>41999</c:v>
                </c:pt>
                <c:pt idx="247">
                  <c:v>42002</c:v>
                </c:pt>
                <c:pt idx="248">
                  <c:v>42003</c:v>
                </c:pt>
                <c:pt idx="249">
                  <c:v>42004</c:v>
                </c:pt>
              </c:numCache>
            </c:numRef>
          </c:cat>
          <c:val>
            <c:numRef>
              <c:f>Sheet1!$F$11:$F$260</c:f>
              <c:numCache>
                <c:formatCode>0.00</c:formatCode>
                <c:ptCount val="250"/>
                <c:pt idx="0">
                  <c:v>56.533535000000001</c:v>
                </c:pt>
                <c:pt idx="1">
                  <c:v>56.444325999999997</c:v>
                </c:pt>
                <c:pt idx="2">
                  <c:v>55.408236000000002</c:v>
                </c:pt>
                <c:pt idx="3">
                  <c:v>55.501009000000003</c:v>
                </c:pt>
                <c:pt idx="4">
                  <c:v>56.073627999999999</c:v>
                </c:pt>
                <c:pt idx="5">
                  <c:v>53.319037000000002</c:v>
                </c:pt>
                <c:pt idx="6">
                  <c:v>53.149175</c:v>
                </c:pt>
                <c:pt idx="7">
                  <c:v>52.981791999999999</c:v>
                </c:pt>
                <c:pt idx="8">
                  <c:v>53.028435000000002</c:v>
                </c:pt>
                <c:pt idx="9">
                  <c:v>52.862585000000003</c:v>
                </c:pt>
                <c:pt idx="10">
                  <c:v>52.814532</c:v>
                </c:pt>
                <c:pt idx="11">
                  <c:v>52.739392000000002</c:v>
                </c:pt>
                <c:pt idx="12">
                  <c:v>52.692515</c:v>
                </c:pt>
                <c:pt idx="13">
                  <c:v>53.058459999999997</c:v>
                </c:pt>
                <c:pt idx="14">
                  <c:v>53.395498000000003</c:v>
                </c:pt>
                <c:pt idx="15">
                  <c:v>53.167281000000003</c:v>
                </c:pt>
                <c:pt idx="16">
                  <c:v>53.447501000000003</c:v>
                </c:pt>
                <c:pt idx="17">
                  <c:v>52.665855999999998</c:v>
                </c:pt>
                <c:pt idx="18">
                  <c:v>52.498151</c:v>
                </c:pt>
                <c:pt idx="19">
                  <c:v>52.219152999999999</c:v>
                </c:pt>
                <c:pt idx="20">
                  <c:v>52.092371999999997</c:v>
                </c:pt>
                <c:pt idx="21">
                  <c:v>51.744028</c:v>
                </c:pt>
                <c:pt idx="22">
                  <c:v>51.711184000000003</c:v>
                </c:pt>
                <c:pt idx="23">
                  <c:v>51.890960999999997</c:v>
                </c:pt>
                <c:pt idx="24">
                  <c:v>51.883679999999998</c:v>
                </c:pt>
                <c:pt idx="25">
                  <c:v>52.377161000000001</c:v>
                </c:pt>
                <c:pt idx="26">
                  <c:v>52.365839999999999</c:v>
                </c:pt>
                <c:pt idx="27">
                  <c:v>52.057139999999997</c:v>
                </c:pt>
                <c:pt idx="28">
                  <c:v>52.639864000000003</c:v>
                </c:pt>
                <c:pt idx="29">
                  <c:v>52.603679999999997</c:v>
                </c:pt>
                <c:pt idx="30">
                  <c:v>52.738160000000001</c:v>
                </c:pt>
                <c:pt idx="31">
                  <c:v>52.676257</c:v>
                </c:pt>
                <c:pt idx="32">
                  <c:v>52.745148999999998</c:v>
                </c:pt>
                <c:pt idx="33">
                  <c:v>52.743105999999997</c:v>
                </c:pt>
                <c:pt idx="34">
                  <c:v>52.721632999999997</c:v>
                </c:pt>
                <c:pt idx="35">
                  <c:v>50.896503000000003</c:v>
                </c:pt>
                <c:pt idx="36">
                  <c:v>51.529214000000003</c:v>
                </c:pt>
                <c:pt idx="37">
                  <c:v>51.598103999999999</c:v>
                </c:pt>
                <c:pt idx="38">
                  <c:v>47.118907</c:v>
                </c:pt>
                <c:pt idx="39">
                  <c:v>46.909489999999998</c:v>
                </c:pt>
                <c:pt idx="40">
                  <c:v>46.982404000000002</c:v>
                </c:pt>
                <c:pt idx="41">
                  <c:v>47.337933999999997</c:v>
                </c:pt>
                <c:pt idx="42">
                  <c:v>47.354891000000002</c:v>
                </c:pt>
                <c:pt idx="43">
                  <c:v>48.481968999999999</c:v>
                </c:pt>
                <c:pt idx="44">
                  <c:v>48.204934000000002</c:v>
                </c:pt>
                <c:pt idx="45">
                  <c:v>47.918309000000001</c:v>
                </c:pt>
                <c:pt idx="46">
                  <c:v>47.746862</c:v>
                </c:pt>
                <c:pt idx="47">
                  <c:v>47.748506999999996</c:v>
                </c:pt>
                <c:pt idx="48">
                  <c:v>47.451563</c:v>
                </c:pt>
                <c:pt idx="49">
                  <c:v>48.982194999999997</c:v>
                </c:pt>
                <c:pt idx="50">
                  <c:v>48.919355000000003</c:v>
                </c:pt>
                <c:pt idx="51">
                  <c:v>48.822704999999999</c:v>
                </c:pt>
                <c:pt idx="52">
                  <c:v>49.138879000000003</c:v>
                </c:pt>
                <c:pt idx="53">
                  <c:v>49.136457</c:v>
                </c:pt>
                <c:pt idx="54">
                  <c:v>49.065589000000003</c:v>
                </c:pt>
                <c:pt idx="55">
                  <c:v>49.027346999999999</c:v>
                </c:pt>
                <c:pt idx="56">
                  <c:v>49.117635999999997</c:v>
                </c:pt>
                <c:pt idx="57">
                  <c:v>48.160637000000001</c:v>
                </c:pt>
                <c:pt idx="58">
                  <c:v>48.099418</c:v>
                </c:pt>
                <c:pt idx="59">
                  <c:v>48.144905999999999</c:v>
                </c:pt>
                <c:pt idx="60">
                  <c:v>47.847835000000003</c:v>
                </c:pt>
                <c:pt idx="61">
                  <c:v>50.595534000000001</c:v>
                </c:pt>
                <c:pt idx="62">
                  <c:v>50.895130999999999</c:v>
                </c:pt>
                <c:pt idx="63">
                  <c:v>50.793574</c:v>
                </c:pt>
                <c:pt idx="64">
                  <c:v>50.471682999999999</c:v>
                </c:pt>
                <c:pt idx="65">
                  <c:v>50.963334000000003</c:v>
                </c:pt>
                <c:pt idx="66">
                  <c:v>50.920878000000002</c:v>
                </c:pt>
                <c:pt idx="67">
                  <c:v>51.091974</c:v>
                </c:pt>
                <c:pt idx="68">
                  <c:v>53.127245000000002</c:v>
                </c:pt>
                <c:pt idx="69">
                  <c:v>51.085472000000003</c:v>
                </c:pt>
                <c:pt idx="70">
                  <c:v>51.112825000000001</c:v>
                </c:pt>
                <c:pt idx="71">
                  <c:v>51.097385000000003</c:v>
                </c:pt>
                <c:pt idx="72">
                  <c:v>51.206270000000004</c:v>
                </c:pt>
                <c:pt idx="73">
                  <c:v>51.262672999999999</c:v>
                </c:pt>
                <c:pt idx="74">
                  <c:v>51.465035</c:v>
                </c:pt>
                <c:pt idx="75">
                  <c:v>51.297876000000002</c:v>
                </c:pt>
                <c:pt idx="76">
                  <c:v>51.223745999999998</c:v>
                </c:pt>
                <c:pt idx="77">
                  <c:v>51.137749999999997</c:v>
                </c:pt>
                <c:pt idx="78">
                  <c:v>50.290194</c:v>
                </c:pt>
                <c:pt idx="79">
                  <c:v>50.069603000000001</c:v>
                </c:pt>
                <c:pt idx="80">
                  <c:v>50.139727999999998</c:v>
                </c:pt>
                <c:pt idx="81">
                  <c:v>50.968625000000003</c:v>
                </c:pt>
                <c:pt idx="82">
                  <c:v>50.036799000000002</c:v>
                </c:pt>
                <c:pt idx="83">
                  <c:v>50.036636999999999</c:v>
                </c:pt>
                <c:pt idx="84">
                  <c:v>49.923226999999997</c:v>
                </c:pt>
                <c:pt idx="85">
                  <c:v>49.884222999999999</c:v>
                </c:pt>
                <c:pt idx="86">
                  <c:v>48.339491000000002</c:v>
                </c:pt>
                <c:pt idx="87">
                  <c:v>48.358232000000001</c:v>
                </c:pt>
                <c:pt idx="88">
                  <c:v>47.933866000000002</c:v>
                </c:pt>
                <c:pt idx="89">
                  <c:v>48.043004000000003</c:v>
                </c:pt>
                <c:pt idx="90">
                  <c:v>48.099243000000001</c:v>
                </c:pt>
                <c:pt idx="91">
                  <c:v>47.270097</c:v>
                </c:pt>
                <c:pt idx="92">
                  <c:v>47.003115000000001</c:v>
                </c:pt>
                <c:pt idx="93">
                  <c:v>46.639932000000002</c:v>
                </c:pt>
                <c:pt idx="94">
                  <c:v>46.511127000000002</c:v>
                </c:pt>
                <c:pt idx="95">
                  <c:v>46.585970000000003</c:v>
                </c:pt>
                <c:pt idx="96">
                  <c:v>44.588214999999998</c:v>
                </c:pt>
                <c:pt idx="97">
                  <c:v>44.543615000000003</c:v>
                </c:pt>
                <c:pt idx="98">
                  <c:v>44.687925</c:v>
                </c:pt>
                <c:pt idx="99">
                  <c:v>44.099077999999999</c:v>
                </c:pt>
                <c:pt idx="100">
                  <c:v>43.878888000000003</c:v>
                </c:pt>
                <c:pt idx="101">
                  <c:v>43.926591000000002</c:v>
                </c:pt>
                <c:pt idx="102">
                  <c:v>43.844726000000001</c:v>
                </c:pt>
                <c:pt idx="103">
                  <c:v>44.044916999999998</c:v>
                </c:pt>
                <c:pt idx="104">
                  <c:v>44.128644999999999</c:v>
                </c:pt>
                <c:pt idx="105">
                  <c:v>44.056277000000001</c:v>
                </c:pt>
                <c:pt idx="106">
                  <c:v>44.040140000000001</c:v>
                </c:pt>
                <c:pt idx="107">
                  <c:v>44.551096000000001</c:v>
                </c:pt>
                <c:pt idx="108">
                  <c:v>44.516894000000001</c:v>
                </c:pt>
                <c:pt idx="109">
                  <c:v>44.702595000000002</c:v>
                </c:pt>
                <c:pt idx="110">
                  <c:v>44.108190999999998</c:v>
                </c:pt>
                <c:pt idx="111">
                  <c:v>44.195762999999999</c:v>
                </c:pt>
                <c:pt idx="112">
                  <c:v>42.010008999999997</c:v>
                </c:pt>
                <c:pt idx="113">
                  <c:v>41.903322000000003</c:v>
                </c:pt>
                <c:pt idx="114">
                  <c:v>42.141368999999997</c:v>
                </c:pt>
                <c:pt idx="115">
                  <c:v>41.965865000000001</c:v>
                </c:pt>
                <c:pt idx="116">
                  <c:v>41.820298999999999</c:v>
                </c:pt>
                <c:pt idx="117">
                  <c:v>41.896994999999997</c:v>
                </c:pt>
                <c:pt idx="118">
                  <c:v>41.98386</c:v>
                </c:pt>
                <c:pt idx="119">
                  <c:v>41.962549000000003</c:v>
                </c:pt>
                <c:pt idx="120">
                  <c:v>41.277723999999999</c:v>
                </c:pt>
                <c:pt idx="121">
                  <c:v>41.355662000000002</c:v>
                </c:pt>
                <c:pt idx="122">
                  <c:v>41.282846999999997</c:v>
                </c:pt>
                <c:pt idx="123">
                  <c:v>42.028753999999999</c:v>
                </c:pt>
                <c:pt idx="124">
                  <c:v>40.035829</c:v>
                </c:pt>
                <c:pt idx="125">
                  <c:v>40.111871999999998</c:v>
                </c:pt>
                <c:pt idx="126">
                  <c:v>40.245792999999999</c:v>
                </c:pt>
                <c:pt idx="127">
                  <c:v>40.286324</c:v>
                </c:pt>
                <c:pt idx="128">
                  <c:v>40.855649999999997</c:v>
                </c:pt>
                <c:pt idx="129">
                  <c:v>40.913541000000002</c:v>
                </c:pt>
                <c:pt idx="130">
                  <c:v>39.953684000000003</c:v>
                </c:pt>
                <c:pt idx="131">
                  <c:v>39.450527000000001</c:v>
                </c:pt>
                <c:pt idx="132">
                  <c:v>40.814388000000001</c:v>
                </c:pt>
                <c:pt idx="133">
                  <c:v>40.856226999999997</c:v>
                </c:pt>
                <c:pt idx="134">
                  <c:v>40.875433000000001</c:v>
                </c:pt>
                <c:pt idx="135">
                  <c:v>41.043092000000001</c:v>
                </c:pt>
                <c:pt idx="136">
                  <c:v>40.951194999999998</c:v>
                </c:pt>
                <c:pt idx="137">
                  <c:v>40.863089000000002</c:v>
                </c:pt>
                <c:pt idx="138">
                  <c:v>40.903024000000002</c:v>
                </c:pt>
                <c:pt idx="139">
                  <c:v>40.900393999999999</c:v>
                </c:pt>
                <c:pt idx="140">
                  <c:v>40.649140000000003</c:v>
                </c:pt>
                <c:pt idx="141">
                  <c:v>40.766047</c:v>
                </c:pt>
                <c:pt idx="142">
                  <c:v>39.826053000000002</c:v>
                </c:pt>
                <c:pt idx="143">
                  <c:v>39.809353000000002</c:v>
                </c:pt>
                <c:pt idx="144">
                  <c:v>39.927231999999997</c:v>
                </c:pt>
                <c:pt idx="145">
                  <c:v>40.420197000000002</c:v>
                </c:pt>
                <c:pt idx="146">
                  <c:v>39.536158999999998</c:v>
                </c:pt>
                <c:pt idx="147">
                  <c:v>37.754443000000002</c:v>
                </c:pt>
                <c:pt idx="148">
                  <c:v>37.734363000000002</c:v>
                </c:pt>
                <c:pt idx="149">
                  <c:v>37.890143999999999</c:v>
                </c:pt>
                <c:pt idx="150">
                  <c:v>38.244450999999998</c:v>
                </c:pt>
                <c:pt idx="151">
                  <c:v>38.240577000000002</c:v>
                </c:pt>
                <c:pt idx="152">
                  <c:v>37.705460000000002</c:v>
                </c:pt>
                <c:pt idx="153">
                  <c:v>37.714447</c:v>
                </c:pt>
                <c:pt idx="154">
                  <c:v>37.610568000000001</c:v>
                </c:pt>
                <c:pt idx="155">
                  <c:v>37.680956999999999</c:v>
                </c:pt>
                <c:pt idx="156">
                  <c:v>37.670495000000003</c:v>
                </c:pt>
                <c:pt idx="157">
                  <c:v>37.712415999999997</c:v>
                </c:pt>
                <c:pt idx="158">
                  <c:v>37.747622999999997</c:v>
                </c:pt>
                <c:pt idx="159">
                  <c:v>38.784253</c:v>
                </c:pt>
                <c:pt idx="160">
                  <c:v>38.837899</c:v>
                </c:pt>
                <c:pt idx="161">
                  <c:v>38.965231000000003</c:v>
                </c:pt>
                <c:pt idx="162">
                  <c:v>38.865957999999999</c:v>
                </c:pt>
                <c:pt idx="163">
                  <c:v>38.185913999999997</c:v>
                </c:pt>
                <c:pt idx="164">
                  <c:v>38.057440999999997</c:v>
                </c:pt>
                <c:pt idx="165">
                  <c:v>38.025314000000002</c:v>
                </c:pt>
                <c:pt idx="166">
                  <c:v>37.793849999999999</c:v>
                </c:pt>
                <c:pt idx="167">
                  <c:v>37.908819999999999</c:v>
                </c:pt>
                <c:pt idx="168">
                  <c:v>38.032879000000001</c:v>
                </c:pt>
                <c:pt idx="169">
                  <c:v>38.063471999999997</c:v>
                </c:pt>
                <c:pt idx="170">
                  <c:v>38.223022999999998</c:v>
                </c:pt>
                <c:pt idx="171">
                  <c:v>39.515255000000003</c:v>
                </c:pt>
                <c:pt idx="172">
                  <c:v>39.647956999999998</c:v>
                </c:pt>
                <c:pt idx="173">
                  <c:v>39.610039</c:v>
                </c:pt>
                <c:pt idx="174">
                  <c:v>39.04786</c:v>
                </c:pt>
                <c:pt idx="175">
                  <c:v>39.226993</c:v>
                </c:pt>
                <c:pt idx="176">
                  <c:v>39.125861999999998</c:v>
                </c:pt>
                <c:pt idx="177">
                  <c:v>39.102445000000003</c:v>
                </c:pt>
                <c:pt idx="178">
                  <c:v>38.89479</c:v>
                </c:pt>
                <c:pt idx="179">
                  <c:v>38.891173000000002</c:v>
                </c:pt>
                <c:pt idx="180">
                  <c:v>39.028233</c:v>
                </c:pt>
                <c:pt idx="181">
                  <c:v>38.982008</c:v>
                </c:pt>
                <c:pt idx="182">
                  <c:v>39.020493000000002</c:v>
                </c:pt>
                <c:pt idx="183">
                  <c:v>39.145038999999997</c:v>
                </c:pt>
                <c:pt idx="184">
                  <c:v>38.511271999999998</c:v>
                </c:pt>
                <c:pt idx="185">
                  <c:v>38.595934999999997</c:v>
                </c:pt>
                <c:pt idx="186">
                  <c:v>38.485596000000001</c:v>
                </c:pt>
                <c:pt idx="187">
                  <c:v>38.233576999999997</c:v>
                </c:pt>
                <c:pt idx="188">
                  <c:v>38.960200999999998</c:v>
                </c:pt>
                <c:pt idx="189">
                  <c:v>38.989356999999998</c:v>
                </c:pt>
                <c:pt idx="190">
                  <c:v>39.151091000000001</c:v>
                </c:pt>
                <c:pt idx="191">
                  <c:v>38.972614</c:v>
                </c:pt>
                <c:pt idx="192">
                  <c:v>38.807817</c:v>
                </c:pt>
                <c:pt idx="193">
                  <c:v>38.730106999999997</c:v>
                </c:pt>
                <c:pt idx="194">
                  <c:v>38.789544999999997</c:v>
                </c:pt>
                <c:pt idx="195">
                  <c:v>38.298971000000002</c:v>
                </c:pt>
                <c:pt idx="196">
                  <c:v>37.603299999999997</c:v>
                </c:pt>
                <c:pt idx="197">
                  <c:v>27.347971000000001</c:v>
                </c:pt>
                <c:pt idx="198">
                  <c:v>27.755631999999999</c:v>
                </c:pt>
                <c:pt idx="199">
                  <c:v>27.823595000000001</c:v>
                </c:pt>
                <c:pt idx="200">
                  <c:v>27.640373</c:v>
                </c:pt>
                <c:pt idx="201">
                  <c:v>27.691331999999999</c:v>
                </c:pt>
                <c:pt idx="202">
                  <c:v>27.769732999999999</c:v>
                </c:pt>
                <c:pt idx="203">
                  <c:v>28.133389000000001</c:v>
                </c:pt>
                <c:pt idx="204">
                  <c:v>28.404527999999999</c:v>
                </c:pt>
                <c:pt idx="205">
                  <c:v>28.401108000000001</c:v>
                </c:pt>
                <c:pt idx="206">
                  <c:v>28.368948</c:v>
                </c:pt>
                <c:pt idx="207">
                  <c:v>28.536877</c:v>
                </c:pt>
                <c:pt idx="208">
                  <c:v>28.451484000000001</c:v>
                </c:pt>
                <c:pt idx="209">
                  <c:v>28.74878</c:v>
                </c:pt>
                <c:pt idx="210">
                  <c:v>28.860157000000001</c:v>
                </c:pt>
                <c:pt idx="211">
                  <c:v>28.887346999999998</c:v>
                </c:pt>
                <c:pt idx="212">
                  <c:v>28.867260000000002</c:v>
                </c:pt>
                <c:pt idx="213">
                  <c:v>28.823931000000002</c:v>
                </c:pt>
                <c:pt idx="214">
                  <c:v>28.900106999999998</c:v>
                </c:pt>
                <c:pt idx="215">
                  <c:v>28.511167</c:v>
                </c:pt>
                <c:pt idx="216">
                  <c:v>28.522055000000002</c:v>
                </c:pt>
                <c:pt idx="217">
                  <c:v>28.499202</c:v>
                </c:pt>
                <c:pt idx="218">
                  <c:v>28.426062999999999</c:v>
                </c:pt>
                <c:pt idx="219">
                  <c:v>27.307727</c:v>
                </c:pt>
                <c:pt idx="220">
                  <c:v>27.370865999999999</c:v>
                </c:pt>
                <c:pt idx="221">
                  <c:v>27.50704</c:v>
                </c:pt>
                <c:pt idx="222">
                  <c:v>27.392507999999999</c:v>
                </c:pt>
                <c:pt idx="223">
                  <c:v>27.426454</c:v>
                </c:pt>
                <c:pt idx="224">
                  <c:v>27.033594000000001</c:v>
                </c:pt>
                <c:pt idx="225">
                  <c:v>26.678274999999999</c:v>
                </c:pt>
                <c:pt idx="226">
                  <c:v>26.645821999999999</c:v>
                </c:pt>
                <c:pt idx="227">
                  <c:v>25.990769</c:v>
                </c:pt>
                <c:pt idx="228">
                  <c:v>25.899387999999998</c:v>
                </c:pt>
                <c:pt idx="229">
                  <c:v>26.269362000000001</c:v>
                </c:pt>
                <c:pt idx="230">
                  <c:v>26.469963</c:v>
                </c:pt>
                <c:pt idx="231">
                  <c:v>26.366738000000002</c:v>
                </c:pt>
                <c:pt idx="232">
                  <c:v>26.988807999999999</c:v>
                </c:pt>
                <c:pt idx="233">
                  <c:v>26.705466000000001</c:v>
                </c:pt>
                <c:pt idx="234">
                  <c:v>26.024478999999999</c:v>
                </c:pt>
                <c:pt idx="235">
                  <c:v>25.880379999999999</c:v>
                </c:pt>
                <c:pt idx="236">
                  <c:v>25.502655000000001</c:v>
                </c:pt>
                <c:pt idx="237">
                  <c:v>25.131264999999999</c:v>
                </c:pt>
                <c:pt idx="238">
                  <c:v>25.328071000000001</c:v>
                </c:pt>
                <c:pt idx="239">
                  <c:v>25.148904999999999</c:v>
                </c:pt>
                <c:pt idx="240">
                  <c:v>25.344905000000001</c:v>
                </c:pt>
                <c:pt idx="241">
                  <c:v>25.466612000000001</c:v>
                </c:pt>
                <c:pt idx="242">
                  <c:v>24.069006999999999</c:v>
                </c:pt>
                <c:pt idx="243">
                  <c:v>24.144452000000001</c:v>
                </c:pt>
                <c:pt idx="244">
                  <c:v>24.324396</c:v>
                </c:pt>
                <c:pt idx="245">
                  <c:v>24.435092999999998</c:v>
                </c:pt>
                <c:pt idx="246">
                  <c:v>24.024979999999999</c:v>
                </c:pt>
                <c:pt idx="247">
                  <c:v>23.926565</c:v>
                </c:pt>
                <c:pt idx="248">
                  <c:v>23.947399000000001</c:v>
                </c:pt>
                <c:pt idx="249">
                  <c:v>23.951056000000001</c:v>
                </c:pt>
              </c:numCache>
            </c:numRef>
          </c:val>
          <c:smooth val="0"/>
        </c:ser>
        <c:ser>
          <c:idx val="1"/>
          <c:order val="1"/>
          <c:tx>
            <c:strRef>
              <c:f>Sheet1!$G$10</c:f>
              <c:strCache>
                <c:ptCount val="1"/>
                <c:pt idx="0">
                  <c:v>CMO/NAV (%)</c:v>
                </c:pt>
              </c:strCache>
            </c:strRef>
          </c:tx>
          <c:spPr>
            <a:ln w="28575" cap="rnd">
              <a:solidFill>
                <a:srgbClr val="968880"/>
              </a:solidFill>
              <a:round/>
            </a:ln>
            <a:effectLst/>
          </c:spPr>
          <c:marker>
            <c:symbol val="none"/>
          </c:marker>
          <c:cat>
            <c:numRef>
              <c:f>Sheet1!$E$11:$E$260</c:f>
              <c:numCache>
                <c:formatCode>mm/dd/yy;@</c:formatCode>
                <c:ptCount val="250"/>
                <c:pt idx="0">
                  <c:v>41641</c:v>
                </c:pt>
                <c:pt idx="1">
                  <c:v>41642</c:v>
                </c:pt>
                <c:pt idx="2">
                  <c:v>41645</c:v>
                </c:pt>
                <c:pt idx="3">
                  <c:v>41646</c:v>
                </c:pt>
                <c:pt idx="4">
                  <c:v>41647</c:v>
                </c:pt>
                <c:pt idx="5">
                  <c:v>41648</c:v>
                </c:pt>
                <c:pt idx="6">
                  <c:v>41649</c:v>
                </c:pt>
                <c:pt idx="7">
                  <c:v>41652</c:v>
                </c:pt>
                <c:pt idx="8">
                  <c:v>41653</c:v>
                </c:pt>
                <c:pt idx="9">
                  <c:v>41654</c:v>
                </c:pt>
                <c:pt idx="10">
                  <c:v>41655</c:v>
                </c:pt>
                <c:pt idx="11">
                  <c:v>41656</c:v>
                </c:pt>
                <c:pt idx="12">
                  <c:v>41660</c:v>
                </c:pt>
                <c:pt idx="13">
                  <c:v>41661</c:v>
                </c:pt>
                <c:pt idx="14">
                  <c:v>41662</c:v>
                </c:pt>
                <c:pt idx="15">
                  <c:v>41663</c:v>
                </c:pt>
                <c:pt idx="16">
                  <c:v>41666</c:v>
                </c:pt>
                <c:pt idx="17">
                  <c:v>41667</c:v>
                </c:pt>
                <c:pt idx="18">
                  <c:v>41668</c:v>
                </c:pt>
                <c:pt idx="19">
                  <c:v>41669</c:v>
                </c:pt>
                <c:pt idx="20">
                  <c:v>41670</c:v>
                </c:pt>
                <c:pt idx="21">
                  <c:v>41673</c:v>
                </c:pt>
                <c:pt idx="22">
                  <c:v>41674</c:v>
                </c:pt>
                <c:pt idx="23">
                  <c:v>41675</c:v>
                </c:pt>
                <c:pt idx="24">
                  <c:v>41676</c:v>
                </c:pt>
                <c:pt idx="25">
                  <c:v>41677</c:v>
                </c:pt>
                <c:pt idx="26">
                  <c:v>41680</c:v>
                </c:pt>
                <c:pt idx="27">
                  <c:v>41681</c:v>
                </c:pt>
                <c:pt idx="28">
                  <c:v>41682</c:v>
                </c:pt>
                <c:pt idx="29">
                  <c:v>41683</c:v>
                </c:pt>
                <c:pt idx="30">
                  <c:v>41684</c:v>
                </c:pt>
                <c:pt idx="31">
                  <c:v>41688</c:v>
                </c:pt>
                <c:pt idx="32">
                  <c:v>41689</c:v>
                </c:pt>
                <c:pt idx="33">
                  <c:v>41690</c:v>
                </c:pt>
                <c:pt idx="34">
                  <c:v>41691</c:v>
                </c:pt>
                <c:pt idx="35">
                  <c:v>41694</c:v>
                </c:pt>
                <c:pt idx="36">
                  <c:v>41695</c:v>
                </c:pt>
                <c:pt idx="37">
                  <c:v>41696</c:v>
                </c:pt>
                <c:pt idx="38">
                  <c:v>41697</c:v>
                </c:pt>
                <c:pt idx="39">
                  <c:v>41698</c:v>
                </c:pt>
                <c:pt idx="40">
                  <c:v>41701</c:v>
                </c:pt>
                <c:pt idx="41">
                  <c:v>41702</c:v>
                </c:pt>
                <c:pt idx="42">
                  <c:v>41703</c:v>
                </c:pt>
                <c:pt idx="43">
                  <c:v>41704</c:v>
                </c:pt>
                <c:pt idx="44">
                  <c:v>41705</c:v>
                </c:pt>
                <c:pt idx="45">
                  <c:v>41708</c:v>
                </c:pt>
                <c:pt idx="46">
                  <c:v>41709</c:v>
                </c:pt>
                <c:pt idx="47">
                  <c:v>41710</c:v>
                </c:pt>
                <c:pt idx="48">
                  <c:v>41711</c:v>
                </c:pt>
                <c:pt idx="49">
                  <c:v>41712</c:v>
                </c:pt>
                <c:pt idx="50">
                  <c:v>41715</c:v>
                </c:pt>
                <c:pt idx="51">
                  <c:v>41716</c:v>
                </c:pt>
                <c:pt idx="52">
                  <c:v>41717</c:v>
                </c:pt>
                <c:pt idx="53">
                  <c:v>41718</c:v>
                </c:pt>
                <c:pt idx="54">
                  <c:v>41719</c:v>
                </c:pt>
                <c:pt idx="55">
                  <c:v>41722</c:v>
                </c:pt>
                <c:pt idx="56">
                  <c:v>41723</c:v>
                </c:pt>
                <c:pt idx="57">
                  <c:v>41724</c:v>
                </c:pt>
                <c:pt idx="58">
                  <c:v>41725</c:v>
                </c:pt>
                <c:pt idx="59">
                  <c:v>41726</c:v>
                </c:pt>
                <c:pt idx="60">
                  <c:v>41729</c:v>
                </c:pt>
                <c:pt idx="61">
                  <c:v>41730</c:v>
                </c:pt>
                <c:pt idx="62">
                  <c:v>41731</c:v>
                </c:pt>
                <c:pt idx="63">
                  <c:v>41732</c:v>
                </c:pt>
                <c:pt idx="64">
                  <c:v>41733</c:v>
                </c:pt>
                <c:pt idx="65">
                  <c:v>41736</c:v>
                </c:pt>
                <c:pt idx="66">
                  <c:v>41737</c:v>
                </c:pt>
                <c:pt idx="67">
                  <c:v>41738</c:v>
                </c:pt>
                <c:pt idx="68">
                  <c:v>41739</c:v>
                </c:pt>
                <c:pt idx="69">
                  <c:v>41740</c:v>
                </c:pt>
                <c:pt idx="70">
                  <c:v>41743</c:v>
                </c:pt>
                <c:pt idx="71">
                  <c:v>41744</c:v>
                </c:pt>
                <c:pt idx="72">
                  <c:v>41745</c:v>
                </c:pt>
                <c:pt idx="73">
                  <c:v>41746</c:v>
                </c:pt>
                <c:pt idx="74">
                  <c:v>41750</c:v>
                </c:pt>
                <c:pt idx="75">
                  <c:v>41751</c:v>
                </c:pt>
                <c:pt idx="76">
                  <c:v>41752</c:v>
                </c:pt>
                <c:pt idx="77">
                  <c:v>41753</c:v>
                </c:pt>
                <c:pt idx="78">
                  <c:v>41754</c:v>
                </c:pt>
                <c:pt idx="79">
                  <c:v>41757</c:v>
                </c:pt>
                <c:pt idx="80">
                  <c:v>41758</c:v>
                </c:pt>
                <c:pt idx="81">
                  <c:v>41759</c:v>
                </c:pt>
                <c:pt idx="82">
                  <c:v>41760</c:v>
                </c:pt>
                <c:pt idx="83">
                  <c:v>41761</c:v>
                </c:pt>
                <c:pt idx="84">
                  <c:v>41764</c:v>
                </c:pt>
                <c:pt idx="85">
                  <c:v>41765</c:v>
                </c:pt>
                <c:pt idx="86">
                  <c:v>41766</c:v>
                </c:pt>
                <c:pt idx="87">
                  <c:v>41767</c:v>
                </c:pt>
                <c:pt idx="88">
                  <c:v>41768</c:v>
                </c:pt>
                <c:pt idx="89">
                  <c:v>41771</c:v>
                </c:pt>
                <c:pt idx="90">
                  <c:v>41772</c:v>
                </c:pt>
                <c:pt idx="91">
                  <c:v>41773</c:v>
                </c:pt>
                <c:pt idx="92">
                  <c:v>41774</c:v>
                </c:pt>
                <c:pt idx="93">
                  <c:v>41775</c:v>
                </c:pt>
                <c:pt idx="94">
                  <c:v>41778</c:v>
                </c:pt>
                <c:pt idx="95">
                  <c:v>41779</c:v>
                </c:pt>
                <c:pt idx="96">
                  <c:v>41780</c:v>
                </c:pt>
                <c:pt idx="97">
                  <c:v>41781</c:v>
                </c:pt>
                <c:pt idx="98">
                  <c:v>41782</c:v>
                </c:pt>
                <c:pt idx="99">
                  <c:v>41786</c:v>
                </c:pt>
                <c:pt idx="100">
                  <c:v>41787</c:v>
                </c:pt>
                <c:pt idx="101">
                  <c:v>41788</c:v>
                </c:pt>
                <c:pt idx="102">
                  <c:v>41789</c:v>
                </c:pt>
                <c:pt idx="103">
                  <c:v>41792</c:v>
                </c:pt>
                <c:pt idx="104">
                  <c:v>41793</c:v>
                </c:pt>
                <c:pt idx="105">
                  <c:v>41794</c:v>
                </c:pt>
                <c:pt idx="106">
                  <c:v>41795</c:v>
                </c:pt>
                <c:pt idx="107">
                  <c:v>41796</c:v>
                </c:pt>
                <c:pt idx="108">
                  <c:v>41799</c:v>
                </c:pt>
                <c:pt idx="109">
                  <c:v>41800</c:v>
                </c:pt>
                <c:pt idx="110">
                  <c:v>41801</c:v>
                </c:pt>
                <c:pt idx="111">
                  <c:v>41802</c:v>
                </c:pt>
                <c:pt idx="112">
                  <c:v>41803</c:v>
                </c:pt>
                <c:pt idx="113">
                  <c:v>41806</c:v>
                </c:pt>
                <c:pt idx="114">
                  <c:v>41807</c:v>
                </c:pt>
                <c:pt idx="115">
                  <c:v>41808</c:v>
                </c:pt>
                <c:pt idx="116">
                  <c:v>41809</c:v>
                </c:pt>
                <c:pt idx="117">
                  <c:v>41810</c:v>
                </c:pt>
                <c:pt idx="118">
                  <c:v>41813</c:v>
                </c:pt>
                <c:pt idx="119">
                  <c:v>41814</c:v>
                </c:pt>
                <c:pt idx="120">
                  <c:v>41815</c:v>
                </c:pt>
                <c:pt idx="121">
                  <c:v>41816</c:v>
                </c:pt>
                <c:pt idx="122">
                  <c:v>41817</c:v>
                </c:pt>
                <c:pt idx="123">
                  <c:v>41820</c:v>
                </c:pt>
                <c:pt idx="124">
                  <c:v>41821</c:v>
                </c:pt>
                <c:pt idx="125">
                  <c:v>41822</c:v>
                </c:pt>
                <c:pt idx="126">
                  <c:v>41823</c:v>
                </c:pt>
                <c:pt idx="127">
                  <c:v>41827</c:v>
                </c:pt>
                <c:pt idx="128">
                  <c:v>41828</c:v>
                </c:pt>
                <c:pt idx="129">
                  <c:v>41829</c:v>
                </c:pt>
                <c:pt idx="130">
                  <c:v>41830</c:v>
                </c:pt>
                <c:pt idx="131">
                  <c:v>41831</c:v>
                </c:pt>
                <c:pt idx="132">
                  <c:v>41834</c:v>
                </c:pt>
                <c:pt idx="133">
                  <c:v>41835</c:v>
                </c:pt>
                <c:pt idx="134">
                  <c:v>41836</c:v>
                </c:pt>
                <c:pt idx="135">
                  <c:v>41837</c:v>
                </c:pt>
                <c:pt idx="136">
                  <c:v>41838</c:v>
                </c:pt>
                <c:pt idx="137">
                  <c:v>41841</c:v>
                </c:pt>
                <c:pt idx="138">
                  <c:v>41842</c:v>
                </c:pt>
                <c:pt idx="139">
                  <c:v>41843</c:v>
                </c:pt>
                <c:pt idx="140">
                  <c:v>41844</c:v>
                </c:pt>
                <c:pt idx="141">
                  <c:v>41845</c:v>
                </c:pt>
                <c:pt idx="142">
                  <c:v>41848</c:v>
                </c:pt>
                <c:pt idx="143">
                  <c:v>41849</c:v>
                </c:pt>
                <c:pt idx="144">
                  <c:v>41850</c:v>
                </c:pt>
                <c:pt idx="145">
                  <c:v>41851</c:v>
                </c:pt>
                <c:pt idx="146">
                  <c:v>41852</c:v>
                </c:pt>
                <c:pt idx="147">
                  <c:v>41855</c:v>
                </c:pt>
                <c:pt idx="148">
                  <c:v>41856</c:v>
                </c:pt>
                <c:pt idx="149">
                  <c:v>41857</c:v>
                </c:pt>
                <c:pt idx="150">
                  <c:v>41858</c:v>
                </c:pt>
                <c:pt idx="151">
                  <c:v>41859</c:v>
                </c:pt>
                <c:pt idx="152">
                  <c:v>41862</c:v>
                </c:pt>
                <c:pt idx="153">
                  <c:v>41863</c:v>
                </c:pt>
                <c:pt idx="154">
                  <c:v>41864</c:v>
                </c:pt>
                <c:pt idx="155">
                  <c:v>41865</c:v>
                </c:pt>
                <c:pt idx="156">
                  <c:v>41866</c:v>
                </c:pt>
                <c:pt idx="157">
                  <c:v>41869</c:v>
                </c:pt>
                <c:pt idx="158">
                  <c:v>41870</c:v>
                </c:pt>
                <c:pt idx="159">
                  <c:v>41871</c:v>
                </c:pt>
                <c:pt idx="160">
                  <c:v>41872</c:v>
                </c:pt>
                <c:pt idx="161">
                  <c:v>41873</c:v>
                </c:pt>
                <c:pt idx="162">
                  <c:v>41876</c:v>
                </c:pt>
                <c:pt idx="163">
                  <c:v>41877</c:v>
                </c:pt>
                <c:pt idx="164">
                  <c:v>41878</c:v>
                </c:pt>
                <c:pt idx="165">
                  <c:v>41879</c:v>
                </c:pt>
                <c:pt idx="166">
                  <c:v>41880</c:v>
                </c:pt>
                <c:pt idx="167">
                  <c:v>41884</c:v>
                </c:pt>
                <c:pt idx="168">
                  <c:v>41885</c:v>
                </c:pt>
                <c:pt idx="169">
                  <c:v>41886</c:v>
                </c:pt>
                <c:pt idx="170">
                  <c:v>41887</c:v>
                </c:pt>
                <c:pt idx="171">
                  <c:v>41890</c:v>
                </c:pt>
                <c:pt idx="172">
                  <c:v>41891</c:v>
                </c:pt>
                <c:pt idx="173">
                  <c:v>41892</c:v>
                </c:pt>
                <c:pt idx="174">
                  <c:v>41893</c:v>
                </c:pt>
                <c:pt idx="175">
                  <c:v>41894</c:v>
                </c:pt>
                <c:pt idx="176">
                  <c:v>41897</c:v>
                </c:pt>
                <c:pt idx="177">
                  <c:v>41898</c:v>
                </c:pt>
                <c:pt idx="178">
                  <c:v>41899</c:v>
                </c:pt>
                <c:pt idx="179">
                  <c:v>41900</c:v>
                </c:pt>
                <c:pt idx="180">
                  <c:v>41901</c:v>
                </c:pt>
                <c:pt idx="181">
                  <c:v>41904</c:v>
                </c:pt>
                <c:pt idx="182">
                  <c:v>41905</c:v>
                </c:pt>
                <c:pt idx="183">
                  <c:v>41906</c:v>
                </c:pt>
                <c:pt idx="184">
                  <c:v>41907</c:v>
                </c:pt>
                <c:pt idx="185">
                  <c:v>41908</c:v>
                </c:pt>
                <c:pt idx="186">
                  <c:v>41911</c:v>
                </c:pt>
                <c:pt idx="187">
                  <c:v>41912</c:v>
                </c:pt>
                <c:pt idx="188">
                  <c:v>41913</c:v>
                </c:pt>
                <c:pt idx="189">
                  <c:v>41914</c:v>
                </c:pt>
                <c:pt idx="190">
                  <c:v>41915</c:v>
                </c:pt>
                <c:pt idx="191">
                  <c:v>41918</c:v>
                </c:pt>
                <c:pt idx="192">
                  <c:v>41919</c:v>
                </c:pt>
                <c:pt idx="193">
                  <c:v>41920</c:v>
                </c:pt>
                <c:pt idx="194">
                  <c:v>41921</c:v>
                </c:pt>
                <c:pt idx="195">
                  <c:v>41922</c:v>
                </c:pt>
                <c:pt idx="196">
                  <c:v>41926</c:v>
                </c:pt>
                <c:pt idx="197">
                  <c:v>41927</c:v>
                </c:pt>
                <c:pt idx="198">
                  <c:v>41928</c:v>
                </c:pt>
                <c:pt idx="199">
                  <c:v>41929</c:v>
                </c:pt>
                <c:pt idx="200">
                  <c:v>41932</c:v>
                </c:pt>
                <c:pt idx="201">
                  <c:v>41933</c:v>
                </c:pt>
                <c:pt idx="202">
                  <c:v>41934</c:v>
                </c:pt>
                <c:pt idx="203">
                  <c:v>41935</c:v>
                </c:pt>
                <c:pt idx="204">
                  <c:v>41936</c:v>
                </c:pt>
                <c:pt idx="205">
                  <c:v>41939</c:v>
                </c:pt>
                <c:pt idx="206">
                  <c:v>41940</c:v>
                </c:pt>
                <c:pt idx="207">
                  <c:v>41941</c:v>
                </c:pt>
                <c:pt idx="208">
                  <c:v>41942</c:v>
                </c:pt>
                <c:pt idx="209">
                  <c:v>41943</c:v>
                </c:pt>
                <c:pt idx="210">
                  <c:v>41946</c:v>
                </c:pt>
                <c:pt idx="211">
                  <c:v>41947</c:v>
                </c:pt>
                <c:pt idx="212">
                  <c:v>41948</c:v>
                </c:pt>
                <c:pt idx="213">
                  <c:v>41949</c:v>
                </c:pt>
                <c:pt idx="214">
                  <c:v>41950</c:v>
                </c:pt>
                <c:pt idx="215">
                  <c:v>41953</c:v>
                </c:pt>
                <c:pt idx="216">
                  <c:v>41955</c:v>
                </c:pt>
                <c:pt idx="217">
                  <c:v>41956</c:v>
                </c:pt>
                <c:pt idx="218">
                  <c:v>41957</c:v>
                </c:pt>
                <c:pt idx="219">
                  <c:v>41960</c:v>
                </c:pt>
                <c:pt idx="220">
                  <c:v>41961</c:v>
                </c:pt>
                <c:pt idx="221">
                  <c:v>41962</c:v>
                </c:pt>
                <c:pt idx="222">
                  <c:v>41963</c:v>
                </c:pt>
                <c:pt idx="223">
                  <c:v>41964</c:v>
                </c:pt>
                <c:pt idx="224">
                  <c:v>41967</c:v>
                </c:pt>
                <c:pt idx="225">
                  <c:v>41968</c:v>
                </c:pt>
                <c:pt idx="226">
                  <c:v>41969</c:v>
                </c:pt>
                <c:pt idx="227">
                  <c:v>41971</c:v>
                </c:pt>
                <c:pt idx="228">
                  <c:v>41974</c:v>
                </c:pt>
                <c:pt idx="229">
                  <c:v>41975</c:v>
                </c:pt>
                <c:pt idx="230">
                  <c:v>41976</c:v>
                </c:pt>
                <c:pt idx="231">
                  <c:v>41977</c:v>
                </c:pt>
                <c:pt idx="232">
                  <c:v>41978</c:v>
                </c:pt>
                <c:pt idx="233">
                  <c:v>41981</c:v>
                </c:pt>
                <c:pt idx="234">
                  <c:v>41982</c:v>
                </c:pt>
                <c:pt idx="235">
                  <c:v>41983</c:v>
                </c:pt>
                <c:pt idx="236">
                  <c:v>41984</c:v>
                </c:pt>
                <c:pt idx="237">
                  <c:v>41985</c:v>
                </c:pt>
                <c:pt idx="238">
                  <c:v>41988</c:v>
                </c:pt>
                <c:pt idx="239">
                  <c:v>41989</c:v>
                </c:pt>
                <c:pt idx="240">
                  <c:v>41990</c:v>
                </c:pt>
                <c:pt idx="241">
                  <c:v>41991</c:v>
                </c:pt>
                <c:pt idx="242">
                  <c:v>41992</c:v>
                </c:pt>
                <c:pt idx="243">
                  <c:v>41995</c:v>
                </c:pt>
                <c:pt idx="244">
                  <c:v>41996</c:v>
                </c:pt>
                <c:pt idx="245">
                  <c:v>41997</c:v>
                </c:pt>
                <c:pt idx="246">
                  <c:v>41999</c:v>
                </c:pt>
                <c:pt idx="247">
                  <c:v>42002</c:v>
                </c:pt>
                <c:pt idx="248">
                  <c:v>42003</c:v>
                </c:pt>
                <c:pt idx="249">
                  <c:v>42004</c:v>
                </c:pt>
              </c:numCache>
            </c:numRef>
          </c:cat>
          <c:val>
            <c:numRef>
              <c:f>Sheet1!$G$11:$G$260</c:f>
              <c:numCache>
                <c:formatCode>0.00</c:formatCode>
                <c:ptCount val="250"/>
                <c:pt idx="0">
                  <c:v>72.852163831212621</c:v>
                </c:pt>
                <c:pt idx="1">
                  <c:v>72.821091850669958</c:v>
                </c:pt>
                <c:pt idx="2">
                  <c:v>72.70706668824532</c:v>
                </c:pt>
                <c:pt idx="3">
                  <c:v>72.686194997311929</c:v>
                </c:pt>
                <c:pt idx="4">
                  <c:v>72.735834254956927</c:v>
                </c:pt>
                <c:pt idx="5">
                  <c:v>77.9610939320673</c:v>
                </c:pt>
                <c:pt idx="6">
                  <c:v>77.831588850337823</c:v>
                </c:pt>
                <c:pt idx="7">
                  <c:v>77.739100644484154</c:v>
                </c:pt>
                <c:pt idx="8">
                  <c:v>77.861158259955246</c:v>
                </c:pt>
                <c:pt idx="9">
                  <c:v>77.487741389175184</c:v>
                </c:pt>
                <c:pt idx="10">
                  <c:v>77.356955661237151</c:v>
                </c:pt>
                <c:pt idx="11">
                  <c:v>77.272326712711219</c:v>
                </c:pt>
                <c:pt idx="12">
                  <c:v>76.95956922609048</c:v>
                </c:pt>
                <c:pt idx="13">
                  <c:v>77.117738764512239</c:v>
                </c:pt>
                <c:pt idx="14">
                  <c:v>77.212359290534266</c:v>
                </c:pt>
                <c:pt idx="15">
                  <c:v>77.043144753067764</c:v>
                </c:pt>
                <c:pt idx="16">
                  <c:v>77.179118556281395</c:v>
                </c:pt>
                <c:pt idx="17">
                  <c:v>76.462867497866682</c:v>
                </c:pt>
                <c:pt idx="18">
                  <c:v>76.347253396515015</c:v>
                </c:pt>
                <c:pt idx="19">
                  <c:v>80.942454709754514</c:v>
                </c:pt>
                <c:pt idx="20">
                  <c:v>80.704735018944376</c:v>
                </c:pt>
                <c:pt idx="21">
                  <c:v>80.615088696811682</c:v>
                </c:pt>
                <c:pt idx="22">
                  <c:v>80.702809346085118</c:v>
                </c:pt>
                <c:pt idx="23">
                  <c:v>80.897100474989728</c:v>
                </c:pt>
                <c:pt idx="24">
                  <c:v>80.904531284356608</c:v>
                </c:pt>
                <c:pt idx="25">
                  <c:v>83.852005266922447</c:v>
                </c:pt>
                <c:pt idx="26">
                  <c:v>83.863102893879116</c:v>
                </c:pt>
                <c:pt idx="27">
                  <c:v>83.599948845299721</c:v>
                </c:pt>
                <c:pt idx="28">
                  <c:v>83.766549975500411</c:v>
                </c:pt>
                <c:pt idx="29">
                  <c:v>83.613886449770433</c:v>
                </c:pt>
                <c:pt idx="30">
                  <c:v>83.726832494247333</c:v>
                </c:pt>
                <c:pt idx="31">
                  <c:v>83.747999725761531</c:v>
                </c:pt>
                <c:pt idx="32">
                  <c:v>83.507489535478982</c:v>
                </c:pt>
                <c:pt idx="33">
                  <c:v>89.939948729516615</c:v>
                </c:pt>
                <c:pt idx="34">
                  <c:v>89.925019603178683</c:v>
                </c:pt>
                <c:pt idx="35">
                  <c:v>88.07190421226548</c:v>
                </c:pt>
                <c:pt idx="36">
                  <c:v>95.196878798484946</c:v>
                </c:pt>
                <c:pt idx="37">
                  <c:v>95.246151375144024</c:v>
                </c:pt>
                <c:pt idx="38">
                  <c:v>90.328185731723735</c:v>
                </c:pt>
                <c:pt idx="39">
                  <c:v>89.957982607779215</c:v>
                </c:pt>
                <c:pt idx="40">
                  <c:v>89.993649835419518</c:v>
                </c:pt>
                <c:pt idx="41">
                  <c:v>90.13514657939028</c:v>
                </c:pt>
                <c:pt idx="42">
                  <c:v>90.142461013500949</c:v>
                </c:pt>
                <c:pt idx="43">
                  <c:v>89.790134428287075</c:v>
                </c:pt>
                <c:pt idx="44">
                  <c:v>94.294870516941046</c:v>
                </c:pt>
                <c:pt idx="45">
                  <c:v>94.259072682511658</c:v>
                </c:pt>
                <c:pt idx="46">
                  <c:v>93.948975490073678</c:v>
                </c:pt>
                <c:pt idx="47">
                  <c:v>93.610576778620796</c:v>
                </c:pt>
                <c:pt idx="48">
                  <c:v>93.633428046746431</c:v>
                </c:pt>
                <c:pt idx="49">
                  <c:v>94.916372289214507</c:v>
                </c:pt>
                <c:pt idx="50">
                  <c:v>95.687808833083636</c:v>
                </c:pt>
                <c:pt idx="51">
                  <c:v>95.692596953750424</c:v>
                </c:pt>
                <c:pt idx="52">
                  <c:v>95.33683576771088</c:v>
                </c:pt>
                <c:pt idx="53">
                  <c:v>95.259369862692267</c:v>
                </c:pt>
                <c:pt idx="54">
                  <c:v>95.299083328216014</c:v>
                </c:pt>
                <c:pt idx="55">
                  <c:v>95.198202131296242</c:v>
                </c:pt>
                <c:pt idx="56">
                  <c:v>95.259909611370446</c:v>
                </c:pt>
                <c:pt idx="57">
                  <c:v>94.608908408779996</c:v>
                </c:pt>
                <c:pt idx="58">
                  <c:v>94.601331690009587</c:v>
                </c:pt>
                <c:pt idx="59">
                  <c:v>94.549773524363616</c:v>
                </c:pt>
                <c:pt idx="60">
                  <c:v>94.032127447021367</c:v>
                </c:pt>
                <c:pt idx="61">
                  <c:v>98.997284096675997</c:v>
                </c:pt>
                <c:pt idx="62">
                  <c:v>98.01139715754357</c:v>
                </c:pt>
                <c:pt idx="63">
                  <c:v>98.005651368827941</c:v>
                </c:pt>
                <c:pt idx="64">
                  <c:v>98.178012185327319</c:v>
                </c:pt>
                <c:pt idx="65">
                  <c:v>98.355546782587737</c:v>
                </c:pt>
                <c:pt idx="66">
                  <c:v>98.370025142527069</c:v>
                </c:pt>
                <c:pt idx="67">
                  <c:v>98.05883737131866</c:v>
                </c:pt>
                <c:pt idx="68">
                  <c:v>100.95814553946443</c:v>
                </c:pt>
                <c:pt idx="69">
                  <c:v>99.738383813539471</c:v>
                </c:pt>
                <c:pt idx="70">
                  <c:v>99.398883001533036</c:v>
                </c:pt>
                <c:pt idx="71">
                  <c:v>99.439534447087283</c:v>
                </c:pt>
                <c:pt idx="72">
                  <c:v>99.435315914493245</c:v>
                </c:pt>
                <c:pt idx="73">
                  <c:v>99.187815800977006</c:v>
                </c:pt>
                <c:pt idx="74">
                  <c:v>99.109589554870908</c:v>
                </c:pt>
                <c:pt idx="75">
                  <c:v>99.012915269483656</c:v>
                </c:pt>
                <c:pt idx="76">
                  <c:v>99.102575379425289</c:v>
                </c:pt>
                <c:pt idx="77">
                  <c:v>99.089304962017366</c:v>
                </c:pt>
                <c:pt idx="78">
                  <c:v>98.472705976490275</c:v>
                </c:pt>
                <c:pt idx="79">
                  <c:v>98.420285480339658</c:v>
                </c:pt>
                <c:pt idx="80">
                  <c:v>98.368168128282989</c:v>
                </c:pt>
                <c:pt idx="81">
                  <c:v>98.534787033042619</c:v>
                </c:pt>
                <c:pt idx="82">
                  <c:v>96.341992558989233</c:v>
                </c:pt>
                <c:pt idx="83">
                  <c:v>96.364505857064771</c:v>
                </c:pt>
                <c:pt idx="84">
                  <c:v>96.236768924574505</c:v>
                </c:pt>
                <c:pt idx="85">
                  <c:v>96.263311107945029</c:v>
                </c:pt>
                <c:pt idx="86">
                  <c:v>94.623013453219826</c:v>
                </c:pt>
                <c:pt idx="87">
                  <c:v>94.725899439675445</c:v>
                </c:pt>
                <c:pt idx="88">
                  <c:v>94.323489185912564</c:v>
                </c:pt>
                <c:pt idx="89">
                  <c:v>94.263397126662511</c:v>
                </c:pt>
                <c:pt idx="90">
                  <c:v>91.859224595102191</c:v>
                </c:pt>
                <c:pt idx="91">
                  <c:v>90.353277520517764</c:v>
                </c:pt>
                <c:pt idx="92">
                  <c:v>89.762678111634713</c:v>
                </c:pt>
                <c:pt idx="93">
                  <c:v>85.849582705965801</c:v>
                </c:pt>
                <c:pt idx="94">
                  <c:v>85.886078364622591</c:v>
                </c:pt>
                <c:pt idx="95">
                  <c:v>85.717616763395029</c:v>
                </c:pt>
                <c:pt idx="96">
                  <c:v>83.905050934152499</c:v>
                </c:pt>
                <c:pt idx="97">
                  <c:v>83.91182249426987</c:v>
                </c:pt>
                <c:pt idx="98">
                  <c:v>83.961043123636884</c:v>
                </c:pt>
                <c:pt idx="99">
                  <c:v>83.358099840655086</c:v>
                </c:pt>
                <c:pt idx="100">
                  <c:v>83.246117482804621</c:v>
                </c:pt>
                <c:pt idx="101">
                  <c:v>83.27415504414563</c:v>
                </c:pt>
                <c:pt idx="102">
                  <c:v>83.473078340235602</c:v>
                </c:pt>
                <c:pt idx="103">
                  <c:v>83.364102211807776</c:v>
                </c:pt>
                <c:pt idx="104">
                  <c:v>83.415875500815119</c:v>
                </c:pt>
                <c:pt idx="105">
                  <c:v>83.413222352813349</c:v>
                </c:pt>
                <c:pt idx="106">
                  <c:v>83.524961022760223</c:v>
                </c:pt>
                <c:pt idx="107">
                  <c:v>83.333748907394252</c:v>
                </c:pt>
                <c:pt idx="108">
                  <c:v>83.275308724348619</c:v>
                </c:pt>
                <c:pt idx="109">
                  <c:v>82.855780174790723</c:v>
                </c:pt>
                <c:pt idx="110">
                  <c:v>82.848932242253099</c:v>
                </c:pt>
                <c:pt idx="111">
                  <c:v>82.93343383168164</c:v>
                </c:pt>
                <c:pt idx="112">
                  <c:v>82.89385337062059</c:v>
                </c:pt>
                <c:pt idx="113">
                  <c:v>82.444161797222634</c:v>
                </c:pt>
                <c:pt idx="114">
                  <c:v>82.445662237716917</c:v>
                </c:pt>
                <c:pt idx="115">
                  <c:v>82.425605343862856</c:v>
                </c:pt>
                <c:pt idx="116">
                  <c:v>82.284984363432983</c:v>
                </c:pt>
                <c:pt idx="117">
                  <c:v>82.283477044880669</c:v>
                </c:pt>
                <c:pt idx="118">
                  <c:v>82.349824232398632</c:v>
                </c:pt>
                <c:pt idx="119">
                  <c:v>82.35459667653933</c:v>
                </c:pt>
                <c:pt idx="120">
                  <c:v>81.847934151224351</c:v>
                </c:pt>
                <c:pt idx="121">
                  <c:v>81.923785780323684</c:v>
                </c:pt>
                <c:pt idx="122">
                  <c:v>81.907791643162923</c:v>
                </c:pt>
                <c:pt idx="123">
                  <c:v>82.147115499672836</c:v>
                </c:pt>
                <c:pt idx="124">
                  <c:v>79.038884801818369</c:v>
                </c:pt>
                <c:pt idx="125">
                  <c:v>79.047006768259322</c:v>
                </c:pt>
                <c:pt idx="126">
                  <c:v>79.032569322763592</c:v>
                </c:pt>
                <c:pt idx="127">
                  <c:v>79.013543311233505</c:v>
                </c:pt>
                <c:pt idx="128">
                  <c:v>78.997298951009981</c:v>
                </c:pt>
                <c:pt idx="129">
                  <c:v>78.694981893210652</c:v>
                </c:pt>
                <c:pt idx="130">
                  <c:v>77.856106542264797</c:v>
                </c:pt>
                <c:pt idx="131">
                  <c:v>77.839732441932014</c:v>
                </c:pt>
                <c:pt idx="132">
                  <c:v>74.977133816227678</c:v>
                </c:pt>
                <c:pt idx="133">
                  <c:v>74.562952005660733</c:v>
                </c:pt>
                <c:pt idx="134">
                  <c:v>74.553790314780031</c:v>
                </c:pt>
                <c:pt idx="135">
                  <c:v>74.478603108113376</c:v>
                </c:pt>
                <c:pt idx="136">
                  <c:v>74.428025396309934</c:v>
                </c:pt>
                <c:pt idx="137">
                  <c:v>74.184643804543811</c:v>
                </c:pt>
                <c:pt idx="138">
                  <c:v>74.198206469920095</c:v>
                </c:pt>
                <c:pt idx="139">
                  <c:v>74.254708138643068</c:v>
                </c:pt>
                <c:pt idx="140">
                  <c:v>74.316946931982997</c:v>
                </c:pt>
                <c:pt idx="141">
                  <c:v>74.222164096718117</c:v>
                </c:pt>
                <c:pt idx="142">
                  <c:v>73.604210507858696</c:v>
                </c:pt>
                <c:pt idx="143">
                  <c:v>73.538493543240463</c:v>
                </c:pt>
                <c:pt idx="144">
                  <c:v>73.735341961301444</c:v>
                </c:pt>
                <c:pt idx="145">
                  <c:v>73.951025599528393</c:v>
                </c:pt>
                <c:pt idx="146">
                  <c:v>72.482604497179281</c:v>
                </c:pt>
                <c:pt idx="147">
                  <c:v>71.067977359663175</c:v>
                </c:pt>
                <c:pt idx="148">
                  <c:v>71.054891718952348</c:v>
                </c:pt>
                <c:pt idx="149">
                  <c:v>71.037336107329239</c:v>
                </c:pt>
                <c:pt idx="150">
                  <c:v>71.034032609029268</c:v>
                </c:pt>
                <c:pt idx="151">
                  <c:v>70.975418511688034</c:v>
                </c:pt>
                <c:pt idx="152">
                  <c:v>70.663652297640837</c:v>
                </c:pt>
                <c:pt idx="153">
                  <c:v>70.705305714338706</c:v>
                </c:pt>
                <c:pt idx="154">
                  <c:v>70.695757727462933</c:v>
                </c:pt>
                <c:pt idx="155">
                  <c:v>70.295461336300519</c:v>
                </c:pt>
                <c:pt idx="156">
                  <c:v>70.202920781117811</c:v>
                </c:pt>
                <c:pt idx="157">
                  <c:v>70.258924175821605</c:v>
                </c:pt>
                <c:pt idx="158">
                  <c:v>70.190587051177275</c:v>
                </c:pt>
                <c:pt idx="159">
                  <c:v>71.685568491721838</c:v>
                </c:pt>
                <c:pt idx="160">
                  <c:v>71.6501111054055</c:v>
                </c:pt>
                <c:pt idx="161">
                  <c:v>71.6249202014058</c:v>
                </c:pt>
                <c:pt idx="162">
                  <c:v>71.544706599338852</c:v>
                </c:pt>
                <c:pt idx="163">
                  <c:v>71.042886928637316</c:v>
                </c:pt>
                <c:pt idx="164">
                  <c:v>70.965590052317594</c:v>
                </c:pt>
                <c:pt idx="165">
                  <c:v>70.934310395288207</c:v>
                </c:pt>
                <c:pt idx="166">
                  <c:v>70.896898105228033</c:v>
                </c:pt>
                <c:pt idx="167">
                  <c:v>71.160474827307013</c:v>
                </c:pt>
                <c:pt idx="168">
                  <c:v>71.219694251478685</c:v>
                </c:pt>
                <c:pt idx="169">
                  <c:v>71.363900761157097</c:v>
                </c:pt>
                <c:pt idx="170">
                  <c:v>71.416219830621856</c:v>
                </c:pt>
                <c:pt idx="171">
                  <c:v>70.134764801019216</c:v>
                </c:pt>
                <c:pt idx="172">
                  <c:v>69.840303541359589</c:v>
                </c:pt>
                <c:pt idx="173">
                  <c:v>69.823405212092922</c:v>
                </c:pt>
                <c:pt idx="174">
                  <c:v>69.793464878957934</c:v>
                </c:pt>
                <c:pt idx="175">
                  <c:v>69.899401537746456</c:v>
                </c:pt>
                <c:pt idx="176">
                  <c:v>69.892582848267622</c:v>
                </c:pt>
                <c:pt idx="177">
                  <c:v>69.642568705272978</c:v>
                </c:pt>
                <c:pt idx="178">
                  <c:v>69.61551213571407</c:v>
                </c:pt>
                <c:pt idx="179">
                  <c:v>69.605968899778432</c:v>
                </c:pt>
                <c:pt idx="180">
                  <c:v>69.419002340786804</c:v>
                </c:pt>
                <c:pt idx="181">
                  <c:v>69.460239647347862</c:v>
                </c:pt>
                <c:pt idx="182">
                  <c:v>69.4773847194665</c:v>
                </c:pt>
                <c:pt idx="183">
                  <c:v>69.51214462724036</c:v>
                </c:pt>
                <c:pt idx="184">
                  <c:v>69.028707502950809</c:v>
                </c:pt>
                <c:pt idx="185">
                  <c:v>68.982965121107242</c:v>
                </c:pt>
                <c:pt idx="186">
                  <c:v>68.907864032978367</c:v>
                </c:pt>
                <c:pt idx="187">
                  <c:v>68.964051546859437</c:v>
                </c:pt>
                <c:pt idx="188">
                  <c:v>70.863546855453734</c:v>
                </c:pt>
                <c:pt idx="189">
                  <c:v>70.911876102746163</c:v>
                </c:pt>
                <c:pt idx="190">
                  <c:v>70.881553020528898</c:v>
                </c:pt>
                <c:pt idx="191">
                  <c:v>70.920123878399281</c:v>
                </c:pt>
                <c:pt idx="192">
                  <c:v>70.974932986005641</c:v>
                </c:pt>
                <c:pt idx="193">
                  <c:v>70.711779390651557</c:v>
                </c:pt>
                <c:pt idx="194">
                  <c:v>70.677256034415706</c:v>
                </c:pt>
                <c:pt idx="195">
                  <c:v>70.550248459569445</c:v>
                </c:pt>
                <c:pt idx="196">
                  <c:v>70.147889740216286</c:v>
                </c:pt>
                <c:pt idx="197">
                  <c:v>61.092524640721344</c:v>
                </c:pt>
                <c:pt idx="198">
                  <c:v>61.158792964190688</c:v>
                </c:pt>
                <c:pt idx="199">
                  <c:v>61.191527548276035</c:v>
                </c:pt>
                <c:pt idx="200">
                  <c:v>61.244721619464372</c:v>
                </c:pt>
                <c:pt idx="201">
                  <c:v>61.135314697961483</c:v>
                </c:pt>
                <c:pt idx="202">
                  <c:v>61.156191873651181</c:v>
                </c:pt>
                <c:pt idx="203">
                  <c:v>61.248080537529638</c:v>
                </c:pt>
                <c:pt idx="204">
                  <c:v>61.343802850229146</c:v>
                </c:pt>
                <c:pt idx="205">
                  <c:v>61.413339581380633</c:v>
                </c:pt>
                <c:pt idx="206">
                  <c:v>61.103814061859183</c:v>
                </c:pt>
                <c:pt idx="207">
                  <c:v>60.971034270868387</c:v>
                </c:pt>
                <c:pt idx="208">
                  <c:v>61.046311461001537</c:v>
                </c:pt>
                <c:pt idx="209">
                  <c:v>61.24402143001798</c:v>
                </c:pt>
                <c:pt idx="210">
                  <c:v>61.230165131465327</c:v>
                </c:pt>
                <c:pt idx="211">
                  <c:v>61.234265334800938</c:v>
                </c:pt>
                <c:pt idx="212">
                  <c:v>61.231345588985228</c:v>
                </c:pt>
                <c:pt idx="213">
                  <c:v>61.221936972613456</c:v>
                </c:pt>
                <c:pt idx="214">
                  <c:v>61.280500301413596</c:v>
                </c:pt>
                <c:pt idx="215">
                  <c:v>60.918072178543447</c:v>
                </c:pt>
                <c:pt idx="216">
                  <c:v>60.93292339812303</c:v>
                </c:pt>
                <c:pt idx="217">
                  <c:v>60.991024895055425</c:v>
                </c:pt>
                <c:pt idx="218">
                  <c:v>60.906932235728192</c:v>
                </c:pt>
                <c:pt idx="219">
                  <c:v>60.22395045118396</c:v>
                </c:pt>
                <c:pt idx="220">
                  <c:v>60.257565305612218</c:v>
                </c:pt>
                <c:pt idx="221">
                  <c:v>60.121690749708911</c:v>
                </c:pt>
                <c:pt idx="222">
                  <c:v>60.134252595196436</c:v>
                </c:pt>
                <c:pt idx="223">
                  <c:v>60.145743407573406</c:v>
                </c:pt>
                <c:pt idx="224">
                  <c:v>59.841924554928397</c:v>
                </c:pt>
                <c:pt idx="225">
                  <c:v>59.781103956955704</c:v>
                </c:pt>
                <c:pt idx="226">
                  <c:v>59.753961057029947</c:v>
                </c:pt>
                <c:pt idx="227">
                  <c:v>59.7034382203936</c:v>
                </c:pt>
                <c:pt idx="228">
                  <c:v>59.738493107393033</c:v>
                </c:pt>
                <c:pt idx="229">
                  <c:v>59.724798512721733</c:v>
                </c:pt>
                <c:pt idx="230">
                  <c:v>59.686502019494014</c:v>
                </c:pt>
                <c:pt idx="231">
                  <c:v>59.726966618220132</c:v>
                </c:pt>
                <c:pt idx="232">
                  <c:v>59.562479455829411</c:v>
                </c:pt>
                <c:pt idx="233">
                  <c:v>59.462300660080501</c:v>
                </c:pt>
                <c:pt idx="234">
                  <c:v>62.062144194450056</c:v>
                </c:pt>
                <c:pt idx="235">
                  <c:v>62.096516841799662</c:v>
                </c:pt>
                <c:pt idx="236">
                  <c:v>61.918019694353724</c:v>
                </c:pt>
                <c:pt idx="237">
                  <c:v>61.956846049959339</c:v>
                </c:pt>
                <c:pt idx="238">
                  <c:v>61.782066745178469</c:v>
                </c:pt>
                <c:pt idx="239">
                  <c:v>61.72253388498622</c:v>
                </c:pt>
                <c:pt idx="240">
                  <c:v>61.721581625815404</c:v>
                </c:pt>
                <c:pt idx="241">
                  <c:v>61.803102616254336</c:v>
                </c:pt>
                <c:pt idx="242">
                  <c:v>61.544682511043582</c:v>
                </c:pt>
                <c:pt idx="243">
                  <c:v>61.537790475962893</c:v>
                </c:pt>
                <c:pt idx="244">
                  <c:v>61.569274596690896</c:v>
                </c:pt>
                <c:pt idx="245">
                  <c:v>61.573027144072633</c:v>
                </c:pt>
                <c:pt idx="246">
                  <c:v>61.275567830054023</c:v>
                </c:pt>
                <c:pt idx="247">
                  <c:v>61.32385509911343</c:v>
                </c:pt>
                <c:pt idx="248">
                  <c:v>61.358894326386128</c:v>
                </c:pt>
                <c:pt idx="249">
                  <c:v>61.587815371182067</c:v>
                </c:pt>
              </c:numCache>
            </c:numRef>
          </c:val>
          <c:smooth val="0"/>
        </c:ser>
        <c:dLbls>
          <c:showLegendKey val="0"/>
          <c:showVal val="0"/>
          <c:showCatName val="0"/>
          <c:showSerName val="0"/>
          <c:showPercent val="0"/>
          <c:showBubbleSize val="0"/>
        </c:dLbls>
        <c:marker val="1"/>
        <c:smooth val="0"/>
        <c:axId val="123875328"/>
        <c:axId val="123876864"/>
      </c:lineChart>
      <c:dateAx>
        <c:axId val="123875328"/>
        <c:scaling>
          <c:orientation val="minMax"/>
          <c:min val="41670"/>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50" b="0" i="0" u="none" strike="noStrike" kern="1200" baseline="0">
                <a:solidFill>
                  <a:schemeClr val="tx1"/>
                </a:solidFill>
                <a:latin typeface="+mn-lt"/>
                <a:ea typeface="+mn-ea"/>
                <a:cs typeface="+mn-cs"/>
              </a:defRPr>
            </a:pPr>
            <a:endParaRPr lang="en-US"/>
          </a:p>
        </c:txPr>
        <c:crossAx val="123876864"/>
        <c:crosses val="autoZero"/>
        <c:auto val="1"/>
        <c:lblOffset val="100"/>
        <c:baseTimeUnit val="days"/>
        <c:majorUnit val="2"/>
        <c:majorTimeUnit val="months"/>
      </c:dateAx>
      <c:valAx>
        <c:axId val="123876864"/>
        <c:scaling>
          <c:orientation val="minMax"/>
          <c:min val="20"/>
        </c:scaling>
        <c:delete val="0"/>
        <c:axPos val="l"/>
        <c:numFmt formatCode="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750" b="0" i="0" u="none" strike="noStrike" kern="1200" baseline="0">
                <a:solidFill>
                  <a:schemeClr val="tx1"/>
                </a:solidFill>
                <a:latin typeface="+mn-lt"/>
                <a:ea typeface="+mn-ea"/>
                <a:cs typeface="+mn-cs"/>
              </a:defRPr>
            </a:pPr>
            <a:endParaRPr lang="en-US"/>
          </a:p>
        </c:txPr>
        <c:crossAx val="123875328"/>
        <c:crosses val="autoZero"/>
        <c:crossBetween val="between"/>
      </c:valAx>
      <c:spPr>
        <a:noFill/>
        <a:ln>
          <a:noFill/>
        </a:ln>
        <a:effectLst/>
      </c:spPr>
    </c:plotArea>
    <c:legend>
      <c:legendPos val="b"/>
      <c:layout>
        <c:manualLayout>
          <c:xMode val="edge"/>
          <c:yMode val="edge"/>
          <c:x val="0.17772230102106534"/>
          <c:y val="0.89835894974185038"/>
          <c:w val="0.62519654192907193"/>
          <c:h val="7.9391106999703281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Sheet1!$L$3</c:f>
              <c:strCache>
                <c:ptCount val="1"/>
                <c:pt idx="0">
                  <c:v>OAS of FNMA IOS 4.0 2010</c:v>
                </c:pt>
              </c:strCache>
            </c:strRef>
          </c:tx>
          <c:spPr>
            <a:ln w="28575" cap="rnd">
              <a:solidFill>
                <a:srgbClr val="2E398A"/>
              </a:solidFill>
              <a:round/>
            </a:ln>
            <a:effectLst/>
          </c:spPr>
          <c:marker>
            <c:symbol val="none"/>
          </c:marker>
          <c:cat>
            <c:numRef>
              <c:f>Sheet1!$J$4:$J$253</c:f>
              <c:numCache>
                <c:formatCode>m/d/yyyy</c:formatCode>
                <c:ptCount val="250"/>
                <c:pt idx="0">
                  <c:v>41640</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41670</c:v>
                </c:pt>
                <c:pt idx="23">
                  <c:v>41673</c:v>
                </c:pt>
                <c:pt idx="24">
                  <c:v>41674</c:v>
                </c:pt>
                <c:pt idx="25">
                  <c:v>41675</c:v>
                </c:pt>
                <c:pt idx="26">
                  <c:v>41676</c:v>
                </c:pt>
                <c:pt idx="27">
                  <c:v>41677</c:v>
                </c:pt>
                <c:pt idx="28">
                  <c:v>41680</c:v>
                </c:pt>
                <c:pt idx="29">
                  <c:v>41681</c:v>
                </c:pt>
                <c:pt idx="30">
                  <c:v>41682</c:v>
                </c:pt>
                <c:pt idx="31">
                  <c:v>41683</c:v>
                </c:pt>
                <c:pt idx="32">
                  <c:v>41684</c:v>
                </c:pt>
                <c:pt idx="33">
                  <c:v>41687</c:v>
                </c:pt>
                <c:pt idx="34">
                  <c:v>41688</c:v>
                </c:pt>
                <c:pt idx="35">
                  <c:v>41689</c:v>
                </c:pt>
                <c:pt idx="36">
                  <c:v>41690</c:v>
                </c:pt>
                <c:pt idx="37">
                  <c:v>41691</c:v>
                </c:pt>
                <c:pt idx="38">
                  <c:v>41694</c:v>
                </c:pt>
                <c:pt idx="39">
                  <c:v>41695</c:v>
                </c:pt>
                <c:pt idx="40">
                  <c:v>41696</c:v>
                </c:pt>
                <c:pt idx="41">
                  <c:v>41697</c:v>
                </c:pt>
                <c:pt idx="42">
                  <c:v>41698</c:v>
                </c:pt>
                <c:pt idx="43">
                  <c:v>41701</c:v>
                </c:pt>
                <c:pt idx="44">
                  <c:v>41702</c:v>
                </c:pt>
                <c:pt idx="45">
                  <c:v>41703</c:v>
                </c:pt>
                <c:pt idx="46">
                  <c:v>41704</c:v>
                </c:pt>
                <c:pt idx="47">
                  <c:v>41705</c:v>
                </c:pt>
                <c:pt idx="48">
                  <c:v>41708</c:v>
                </c:pt>
                <c:pt idx="49">
                  <c:v>41709</c:v>
                </c:pt>
                <c:pt idx="50">
                  <c:v>41710</c:v>
                </c:pt>
                <c:pt idx="51">
                  <c:v>41711</c:v>
                </c:pt>
                <c:pt idx="52">
                  <c:v>41712</c:v>
                </c:pt>
                <c:pt idx="53">
                  <c:v>41715</c:v>
                </c:pt>
                <c:pt idx="54">
                  <c:v>41716</c:v>
                </c:pt>
                <c:pt idx="55">
                  <c:v>41717</c:v>
                </c:pt>
                <c:pt idx="56">
                  <c:v>41718</c:v>
                </c:pt>
                <c:pt idx="57">
                  <c:v>41719</c:v>
                </c:pt>
                <c:pt idx="58">
                  <c:v>41722</c:v>
                </c:pt>
                <c:pt idx="59">
                  <c:v>41723</c:v>
                </c:pt>
                <c:pt idx="60">
                  <c:v>41724</c:v>
                </c:pt>
                <c:pt idx="61">
                  <c:v>41725</c:v>
                </c:pt>
                <c:pt idx="62">
                  <c:v>41726</c:v>
                </c:pt>
                <c:pt idx="63">
                  <c:v>41729</c:v>
                </c:pt>
                <c:pt idx="64">
                  <c:v>41730</c:v>
                </c:pt>
                <c:pt idx="65">
                  <c:v>41731</c:v>
                </c:pt>
                <c:pt idx="66">
                  <c:v>41732</c:v>
                </c:pt>
                <c:pt idx="67">
                  <c:v>41733</c:v>
                </c:pt>
                <c:pt idx="68">
                  <c:v>41736</c:v>
                </c:pt>
                <c:pt idx="69">
                  <c:v>41737</c:v>
                </c:pt>
                <c:pt idx="70">
                  <c:v>41738</c:v>
                </c:pt>
                <c:pt idx="71">
                  <c:v>41739</c:v>
                </c:pt>
                <c:pt idx="72">
                  <c:v>41740</c:v>
                </c:pt>
                <c:pt idx="73">
                  <c:v>41743</c:v>
                </c:pt>
                <c:pt idx="74">
                  <c:v>41744</c:v>
                </c:pt>
                <c:pt idx="75">
                  <c:v>41745</c:v>
                </c:pt>
                <c:pt idx="76">
                  <c:v>41746</c:v>
                </c:pt>
                <c:pt idx="77">
                  <c:v>41747</c:v>
                </c:pt>
                <c:pt idx="78">
                  <c:v>41750</c:v>
                </c:pt>
                <c:pt idx="79">
                  <c:v>41751</c:v>
                </c:pt>
                <c:pt idx="80">
                  <c:v>41752</c:v>
                </c:pt>
                <c:pt idx="81">
                  <c:v>41753</c:v>
                </c:pt>
                <c:pt idx="82">
                  <c:v>41754</c:v>
                </c:pt>
                <c:pt idx="83">
                  <c:v>41757</c:v>
                </c:pt>
                <c:pt idx="84">
                  <c:v>41758</c:v>
                </c:pt>
                <c:pt idx="85">
                  <c:v>41759</c:v>
                </c:pt>
                <c:pt idx="86">
                  <c:v>41760</c:v>
                </c:pt>
                <c:pt idx="87">
                  <c:v>41761</c:v>
                </c:pt>
                <c:pt idx="88">
                  <c:v>41764</c:v>
                </c:pt>
                <c:pt idx="89">
                  <c:v>41765</c:v>
                </c:pt>
                <c:pt idx="90">
                  <c:v>41766</c:v>
                </c:pt>
                <c:pt idx="91">
                  <c:v>41767</c:v>
                </c:pt>
                <c:pt idx="92">
                  <c:v>41768</c:v>
                </c:pt>
                <c:pt idx="93">
                  <c:v>41771</c:v>
                </c:pt>
                <c:pt idx="94">
                  <c:v>41772</c:v>
                </c:pt>
                <c:pt idx="95">
                  <c:v>41773</c:v>
                </c:pt>
                <c:pt idx="96">
                  <c:v>41774</c:v>
                </c:pt>
                <c:pt idx="97">
                  <c:v>41775</c:v>
                </c:pt>
                <c:pt idx="98">
                  <c:v>41778</c:v>
                </c:pt>
                <c:pt idx="99">
                  <c:v>41779</c:v>
                </c:pt>
                <c:pt idx="100">
                  <c:v>41780</c:v>
                </c:pt>
                <c:pt idx="101">
                  <c:v>41781</c:v>
                </c:pt>
                <c:pt idx="102">
                  <c:v>41782</c:v>
                </c:pt>
                <c:pt idx="103">
                  <c:v>41785</c:v>
                </c:pt>
                <c:pt idx="104">
                  <c:v>41786</c:v>
                </c:pt>
                <c:pt idx="105">
                  <c:v>41787</c:v>
                </c:pt>
                <c:pt idx="106">
                  <c:v>41788</c:v>
                </c:pt>
                <c:pt idx="107">
                  <c:v>41789</c:v>
                </c:pt>
                <c:pt idx="108">
                  <c:v>41792</c:v>
                </c:pt>
                <c:pt idx="109">
                  <c:v>41793</c:v>
                </c:pt>
                <c:pt idx="110">
                  <c:v>41794</c:v>
                </c:pt>
                <c:pt idx="111">
                  <c:v>41795</c:v>
                </c:pt>
                <c:pt idx="112">
                  <c:v>41796</c:v>
                </c:pt>
                <c:pt idx="113">
                  <c:v>41799</c:v>
                </c:pt>
                <c:pt idx="114">
                  <c:v>41800</c:v>
                </c:pt>
                <c:pt idx="115">
                  <c:v>41801</c:v>
                </c:pt>
                <c:pt idx="116">
                  <c:v>41802</c:v>
                </c:pt>
                <c:pt idx="117">
                  <c:v>41803</c:v>
                </c:pt>
                <c:pt idx="118">
                  <c:v>41806</c:v>
                </c:pt>
                <c:pt idx="119">
                  <c:v>41807</c:v>
                </c:pt>
                <c:pt idx="120">
                  <c:v>41808</c:v>
                </c:pt>
                <c:pt idx="121">
                  <c:v>41809</c:v>
                </c:pt>
                <c:pt idx="122">
                  <c:v>41810</c:v>
                </c:pt>
                <c:pt idx="123">
                  <c:v>41813</c:v>
                </c:pt>
                <c:pt idx="124">
                  <c:v>41814</c:v>
                </c:pt>
                <c:pt idx="125">
                  <c:v>41815</c:v>
                </c:pt>
                <c:pt idx="126">
                  <c:v>41816</c:v>
                </c:pt>
                <c:pt idx="127">
                  <c:v>41817</c:v>
                </c:pt>
                <c:pt idx="128">
                  <c:v>41820</c:v>
                </c:pt>
                <c:pt idx="129">
                  <c:v>41821</c:v>
                </c:pt>
                <c:pt idx="130">
                  <c:v>41822</c:v>
                </c:pt>
                <c:pt idx="131">
                  <c:v>41823</c:v>
                </c:pt>
                <c:pt idx="132">
                  <c:v>41824</c:v>
                </c:pt>
                <c:pt idx="133">
                  <c:v>41827</c:v>
                </c:pt>
                <c:pt idx="134">
                  <c:v>41828</c:v>
                </c:pt>
                <c:pt idx="135">
                  <c:v>41829</c:v>
                </c:pt>
                <c:pt idx="136">
                  <c:v>41830</c:v>
                </c:pt>
                <c:pt idx="137">
                  <c:v>41831</c:v>
                </c:pt>
                <c:pt idx="138">
                  <c:v>41834</c:v>
                </c:pt>
                <c:pt idx="139">
                  <c:v>41835</c:v>
                </c:pt>
                <c:pt idx="140">
                  <c:v>41836</c:v>
                </c:pt>
                <c:pt idx="141">
                  <c:v>41837</c:v>
                </c:pt>
                <c:pt idx="142">
                  <c:v>41838</c:v>
                </c:pt>
                <c:pt idx="143">
                  <c:v>41841</c:v>
                </c:pt>
                <c:pt idx="144">
                  <c:v>41842</c:v>
                </c:pt>
                <c:pt idx="145">
                  <c:v>41843</c:v>
                </c:pt>
                <c:pt idx="146">
                  <c:v>41844</c:v>
                </c:pt>
                <c:pt idx="147">
                  <c:v>41845</c:v>
                </c:pt>
                <c:pt idx="148">
                  <c:v>41848</c:v>
                </c:pt>
                <c:pt idx="149">
                  <c:v>41849</c:v>
                </c:pt>
                <c:pt idx="150">
                  <c:v>41850</c:v>
                </c:pt>
                <c:pt idx="151">
                  <c:v>41851</c:v>
                </c:pt>
                <c:pt idx="152">
                  <c:v>41852</c:v>
                </c:pt>
                <c:pt idx="153">
                  <c:v>41855</c:v>
                </c:pt>
                <c:pt idx="154">
                  <c:v>41856</c:v>
                </c:pt>
                <c:pt idx="155">
                  <c:v>41857</c:v>
                </c:pt>
                <c:pt idx="156">
                  <c:v>41858</c:v>
                </c:pt>
                <c:pt idx="157">
                  <c:v>41859</c:v>
                </c:pt>
                <c:pt idx="158">
                  <c:v>41862</c:v>
                </c:pt>
                <c:pt idx="159">
                  <c:v>41863</c:v>
                </c:pt>
                <c:pt idx="160">
                  <c:v>41864</c:v>
                </c:pt>
                <c:pt idx="161">
                  <c:v>41865</c:v>
                </c:pt>
                <c:pt idx="162">
                  <c:v>41866</c:v>
                </c:pt>
                <c:pt idx="163">
                  <c:v>41869</c:v>
                </c:pt>
                <c:pt idx="164">
                  <c:v>41870</c:v>
                </c:pt>
                <c:pt idx="165">
                  <c:v>41871</c:v>
                </c:pt>
                <c:pt idx="166">
                  <c:v>41872</c:v>
                </c:pt>
                <c:pt idx="167">
                  <c:v>41873</c:v>
                </c:pt>
                <c:pt idx="168">
                  <c:v>41876</c:v>
                </c:pt>
                <c:pt idx="169">
                  <c:v>41877</c:v>
                </c:pt>
                <c:pt idx="170">
                  <c:v>41878</c:v>
                </c:pt>
                <c:pt idx="171">
                  <c:v>41879</c:v>
                </c:pt>
                <c:pt idx="172">
                  <c:v>41880</c:v>
                </c:pt>
                <c:pt idx="173">
                  <c:v>41883</c:v>
                </c:pt>
                <c:pt idx="174">
                  <c:v>41884</c:v>
                </c:pt>
                <c:pt idx="175">
                  <c:v>41885</c:v>
                </c:pt>
                <c:pt idx="176">
                  <c:v>41886</c:v>
                </c:pt>
                <c:pt idx="177">
                  <c:v>41887</c:v>
                </c:pt>
                <c:pt idx="178">
                  <c:v>41890</c:v>
                </c:pt>
                <c:pt idx="179">
                  <c:v>41891</c:v>
                </c:pt>
                <c:pt idx="180">
                  <c:v>41892</c:v>
                </c:pt>
                <c:pt idx="181">
                  <c:v>41893</c:v>
                </c:pt>
                <c:pt idx="182">
                  <c:v>41894</c:v>
                </c:pt>
                <c:pt idx="183">
                  <c:v>41897</c:v>
                </c:pt>
                <c:pt idx="184">
                  <c:v>41898</c:v>
                </c:pt>
                <c:pt idx="185">
                  <c:v>41899</c:v>
                </c:pt>
                <c:pt idx="186">
                  <c:v>41900</c:v>
                </c:pt>
                <c:pt idx="187">
                  <c:v>41901</c:v>
                </c:pt>
                <c:pt idx="188">
                  <c:v>41904</c:v>
                </c:pt>
                <c:pt idx="189">
                  <c:v>41905</c:v>
                </c:pt>
                <c:pt idx="190">
                  <c:v>41906</c:v>
                </c:pt>
                <c:pt idx="191">
                  <c:v>41907</c:v>
                </c:pt>
                <c:pt idx="192">
                  <c:v>41908</c:v>
                </c:pt>
                <c:pt idx="193">
                  <c:v>41911</c:v>
                </c:pt>
                <c:pt idx="194">
                  <c:v>41912</c:v>
                </c:pt>
                <c:pt idx="195">
                  <c:v>41913</c:v>
                </c:pt>
                <c:pt idx="196">
                  <c:v>41914</c:v>
                </c:pt>
                <c:pt idx="197">
                  <c:v>41915</c:v>
                </c:pt>
                <c:pt idx="198">
                  <c:v>41918</c:v>
                </c:pt>
                <c:pt idx="199">
                  <c:v>41919</c:v>
                </c:pt>
                <c:pt idx="200">
                  <c:v>41920</c:v>
                </c:pt>
                <c:pt idx="201">
                  <c:v>41921</c:v>
                </c:pt>
                <c:pt idx="202">
                  <c:v>41922</c:v>
                </c:pt>
                <c:pt idx="203">
                  <c:v>41925</c:v>
                </c:pt>
                <c:pt idx="204">
                  <c:v>41926</c:v>
                </c:pt>
                <c:pt idx="205">
                  <c:v>41927</c:v>
                </c:pt>
                <c:pt idx="206">
                  <c:v>41928</c:v>
                </c:pt>
                <c:pt idx="207">
                  <c:v>41929</c:v>
                </c:pt>
                <c:pt idx="208">
                  <c:v>41932</c:v>
                </c:pt>
                <c:pt idx="209">
                  <c:v>41933</c:v>
                </c:pt>
                <c:pt idx="210">
                  <c:v>41934</c:v>
                </c:pt>
                <c:pt idx="211">
                  <c:v>41935</c:v>
                </c:pt>
                <c:pt idx="212">
                  <c:v>41936</c:v>
                </c:pt>
                <c:pt idx="213">
                  <c:v>41939</c:v>
                </c:pt>
                <c:pt idx="214">
                  <c:v>41940</c:v>
                </c:pt>
                <c:pt idx="215">
                  <c:v>41941</c:v>
                </c:pt>
                <c:pt idx="216">
                  <c:v>41942</c:v>
                </c:pt>
                <c:pt idx="217">
                  <c:v>41943</c:v>
                </c:pt>
                <c:pt idx="218">
                  <c:v>41946</c:v>
                </c:pt>
                <c:pt idx="219">
                  <c:v>41947</c:v>
                </c:pt>
                <c:pt idx="220">
                  <c:v>41948</c:v>
                </c:pt>
                <c:pt idx="221">
                  <c:v>41949</c:v>
                </c:pt>
                <c:pt idx="222">
                  <c:v>41950</c:v>
                </c:pt>
                <c:pt idx="223">
                  <c:v>41953</c:v>
                </c:pt>
                <c:pt idx="224">
                  <c:v>41954</c:v>
                </c:pt>
                <c:pt idx="225">
                  <c:v>41955</c:v>
                </c:pt>
                <c:pt idx="226">
                  <c:v>41956</c:v>
                </c:pt>
                <c:pt idx="227">
                  <c:v>41957</c:v>
                </c:pt>
                <c:pt idx="228">
                  <c:v>41960</c:v>
                </c:pt>
                <c:pt idx="229">
                  <c:v>41961</c:v>
                </c:pt>
                <c:pt idx="230">
                  <c:v>41962</c:v>
                </c:pt>
                <c:pt idx="231">
                  <c:v>41963</c:v>
                </c:pt>
                <c:pt idx="232">
                  <c:v>41964</c:v>
                </c:pt>
                <c:pt idx="233">
                  <c:v>41967</c:v>
                </c:pt>
                <c:pt idx="234">
                  <c:v>41968</c:v>
                </c:pt>
                <c:pt idx="235">
                  <c:v>41969</c:v>
                </c:pt>
                <c:pt idx="236">
                  <c:v>41970</c:v>
                </c:pt>
                <c:pt idx="237">
                  <c:v>41971</c:v>
                </c:pt>
                <c:pt idx="238">
                  <c:v>41974</c:v>
                </c:pt>
                <c:pt idx="239">
                  <c:v>41975</c:v>
                </c:pt>
                <c:pt idx="240">
                  <c:v>41976</c:v>
                </c:pt>
                <c:pt idx="241">
                  <c:v>41977</c:v>
                </c:pt>
                <c:pt idx="242">
                  <c:v>41978</c:v>
                </c:pt>
                <c:pt idx="243">
                  <c:v>41981</c:v>
                </c:pt>
                <c:pt idx="244">
                  <c:v>41982</c:v>
                </c:pt>
                <c:pt idx="245">
                  <c:v>41983</c:v>
                </c:pt>
                <c:pt idx="246">
                  <c:v>41984</c:v>
                </c:pt>
                <c:pt idx="247">
                  <c:v>41985</c:v>
                </c:pt>
                <c:pt idx="248">
                  <c:v>41988</c:v>
                </c:pt>
                <c:pt idx="249">
                  <c:v>41989</c:v>
                </c:pt>
              </c:numCache>
            </c:numRef>
          </c:cat>
          <c:val>
            <c:numRef>
              <c:f>Sheet1!$L$4:$L$253</c:f>
              <c:numCache>
                <c:formatCode>General</c:formatCode>
                <c:ptCount val="250"/>
                <c:pt idx="0">
                  <c:v>104</c:v>
                </c:pt>
                <c:pt idx="1">
                  <c:v>95</c:v>
                </c:pt>
                <c:pt idx="2">
                  <c:v>106</c:v>
                </c:pt>
                <c:pt idx="3">
                  <c:v>109</c:v>
                </c:pt>
                <c:pt idx="4">
                  <c:v>103</c:v>
                </c:pt>
                <c:pt idx="5">
                  <c:v>100</c:v>
                </c:pt>
                <c:pt idx="6">
                  <c:v>102</c:v>
                </c:pt>
                <c:pt idx="7">
                  <c:v>111</c:v>
                </c:pt>
                <c:pt idx="8">
                  <c:v>102</c:v>
                </c:pt>
                <c:pt idx="9">
                  <c:v>100</c:v>
                </c:pt>
                <c:pt idx="10">
                  <c:v>105</c:v>
                </c:pt>
                <c:pt idx="11">
                  <c:v>103</c:v>
                </c:pt>
                <c:pt idx="12">
                  <c:v>106</c:v>
                </c:pt>
                <c:pt idx="13">
                  <c:v>87</c:v>
                </c:pt>
                <c:pt idx="14">
                  <c:v>80</c:v>
                </c:pt>
                <c:pt idx="15">
                  <c:v>89</c:v>
                </c:pt>
                <c:pt idx="16">
                  <c:v>90</c:v>
                </c:pt>
                <c:pt idx="17">
                  <c:v>91</c:v>
                </c:pt>
                <c:pt idx="18">
                  <c:v>96</c:v>
                </c:pt>
                <c:pt idx="19">
                  <c:v>98</c:v>
                </c:pt>
                <c:pt idx="20">
                  <c:v>109</c:v>
                </c:pt>
                <c:pt idx="21">
                  <c:v>125</c:v>
                </c:pt>
                <c:pt idx="22">
                  <c:v>130</c:v>
                </c:pt>
                <c:pt idx="23">
                  <c:v>126</c:v>
                </c:pt>
                <c:pt idx="24">
                  <c:v>112</c:v>
                </c:pt>
                <c:pt idx="25">
                  <c:v>94</c:v>
                </c:pt>
                <c:pt idx="26">
                  <c:v>94</c:v>
                </c:pt>
                <c:pt idx="27">
                  <c:v>110</c:v>
                </c:pt>
                <c:pt idx="28">
                  <c:v>72</c:v>
                </c:pt>
                <c:pt idx="29">
                  <c:v>88</c:v>
                </c:pt>
                <c:pt idx="30">
                  <c:v>83</c:v>
                </c:pt>
                <c:pt idx="31">
                  <c:v>89</c:v>
                </c:pt>
                <c:pt idx="32">
                  <c:v>87</c:v>
                </c:pt>
                <c:pt idx="33">
                  <c:v>83</c:v>
                </c:pt>
                <c:pt idx="34">
                  <c:v>84</c:v>
                </c:pt>
                <c:pt idx="35">
                  <c:v>83</c:v>
                </c:pt>
                <c:pt idx="36">
                  <c:v>89</c:v>
                </c:pt>
                <c:pt idx="37">
                  <c:v>89</c:v>
                </c:pt>
                <c:pt idx="38">
                  <c:v>88</c:v>
                </c:pt>
                <c:pt idx="39">
                  <c:v>75</c:v>
                </c:pt>
                <c:pt idx="40">
                  <c:v>86</c:v>
                </c:pt>
                <c:pt idx="41">
                  <c:v>74</c:v>
                </c:pt>
                <c:pt idx="42">
                  <c:v>72</c:v>
                </c:pt>
                <c:pt idx="43">
                  <c:v>64</c:v>
                </c:pt>
                <c:pt idx="44">
                  <c:v>51</c:v>
                </c:pt>
                <c:pt idx="45">
                  <c:v>54</c:v>
                </c:pt>
                <c:pt idx="46">
                  <c:v>58</c:v>
                </c:pt>
                <c:pt idx="47">
                  <c:v>56</c:v>
                </c:pt>
                <c:pt idx="48">
                  <c:v>73</c:v>
                </c:pt>
                <c:pt idx="49">
                  <c:v>66</c:v>
                </c:pt>
                <c:pt idx="50">
                  <c:v>60</c:v>
                </c:pt>
                <c:pt idx="51">
                  <c:v>64</c:v>
                </c:pt>
                <c:pt idx="52">
                  <c:v>39</c:v>
                </c:pt>
                <c:pt idx="53">
                  <c:v>36</c:v>
                </c:pt>
                <c:pt idx="54">
                  <c:v>46</c:v>
                </c:pt>
                <c:pt idx="55">
                  <c:v>38</c:v>
                </c:pt>
                <c:pt idx="56">
                  <c:v>40</c:v>
                </c:pt>
                <c:pt idx="57">
                  <c:v>52</c:v>
                </c:pt>
                <c:pt idx="58">
                  <c:v>53</c:v>
                </c:pt>
                <c:pt idx="59">
                  <c:v>48</c:v>
                </c:pt>
                <c:pt idx="60">
                  <c:v>45</c:v>
                </c:pt>
                <c:pt idx="61">
                  <c:v>46</c:v>
                </c:pt>
                <c:pt idx="62">
                  <c:v>41</c:v>
                </c:pt>
                <c:pt idx="63">
                  <c:v>44</c:v>
                </c:pt>
                <c:pt idx="64">
                  <c:v>49</c:v>
                </c:pt>
                <c:pt idx="65">
                  <c:v>58</c:v>
                </c:pt>
                <c:pt idx="66">
                  <c:v>61</c:v>
                </c:pt>
                <c:pt idx="67">
                  <c:v>63</c:v>
                </c:pt>
                <c:pt idx="68">
                  <c:v>53</c:v>
                </c:pt>
                <c:pt idx="69">
                  <c:v>51</c:v>
                </c:pt>
                <c:pt idx="70">
                  <c:v>49</c:v>
                </c:pt>
                <c:pt idx="71">
                  <c:v>61</c:v>
                </c:pt>
                <c:pt idx="72">
                  <c:v>52</c:v>
                </c:pt>
                <c:pt idx="73">
                  <c:v>45</c:v>
                </c:pt>
                <c:pt idx="74">
                  <c:v>51</c:v>
                </c:pt>
                <c:pt idx="75">
                  <c:v>44</c:v>
                </c:pt>
                <c:pt idx="76">
                  <c:v>44</c:v>
                </c:pt>
                <c:pt idx="77">
                  <c:v>52</c:v>
                </c:pt>
                <c:pt idx="78">
                  <c:v>37</c:v>
                </c:pt>
                <c:pt idx="79">
                  <c:v>42</c:v>
                </c:pt>
                <c:pt idx="80">
                  <c:v>42</c:v>
                </c:pt>
                <c:pt idx="81">
                  <c:v>34</c:v>
                </c:pt>
                <c:pt idx="82">
                  <c:v>34</c:v>
                </c:pt>
                <c:pt idx="83">
                  <c:v>22</c:v>
                </c:pt>
                <c:pt idx="84">
                  <c:v>28</c:v>
                </c:pt>
                <c:pt idx="85">
                  <c:v>25</c:v>
                </c:pt>
                <c:pt idx="86">
                  <c:v>34</c:v>
                </c:pt>
                <c:pt idx="87">
                  <c:v>47</c:v>
                </c:pt>
                <c:pt idx="88">
                  <c:v>38</c:v>
                </c:pt>
                <c:pt idx="89">
                  <c:v>35</c:v>
                </c:pt>
                <c:pt idx="90">
                  <c:v>37</c:v>
                </c:pt>
                <c:pt idx="91">
                  <c:v>42</c:v>
                </c:pt>
                <c:pt idx="92">
                  <c:v>48</c:v>
                </c:pt>
                <c:pt idx="93">
                  <c:v>36</c:v>
                </c:pt>
                <c:pt idx="94">
                  <c:v>43</c:v>
                </c:pt>
                <c:pt idx="95">
                  <c:v>43</c:v>
                </c:pt>
                <c:pt idx="96">
                  <c:v>32</c:v>
                </c:pt>
                <c:pt idx="97">
                  <c:v>24</c:v>
                </c:pt>
                <c:pt idx="98">
                  <c:v>24</c:v>
                </c:pt>
                <c:pt idx="99">
                  <c:v>23</c:v>
                </c:pt>
                <c:pt idx="100">
                  <c:v>38</c:v>
                </c:pt>
                <c:pt idx="101">
                  <c:v>39</c:v>
                </c:pt>
                <c:pt idx="102">
                  <c:v>32</c:v>
                </c:pt>
                <c:pt idx="103">
                  <c:v>23</c:v>
                </c:pt>
                <c:pt idx="104">
                  <c:v>10</c:v>
                </c:pt>
                <c:pt idx="105">
                  <c:v>5</c:v>
                </c:pt>
                <c:pt idx="106">
                  <c:v>7</c:v>
                </c:pt>
                <c:pt idx="107">
                  <c:v>9</c:v>
                </c:pt>
                <c:pt idx="108">
                  <c:v>15</c:v>
                </c:pt>
                <c:pt idx="109">
                  <c:v>-4</c:v>
                </c:pt>
                <c:pt idx="110">
                  <c:v>0</c:v>
                </c:pt>
                <c:pt idx="111">
                  <c:v>-3</c:v>
                </c:pt>
                <c:pt idx="112">
                  <c:v>-9</c:v>
                </c:pt>
                <c:pt idx="113">
                  <c:v>-6</c:v>
                </c:pt>
                <c:pt idx="114">
                  <c:v>-19</c:v>
                </c:pt>
                <c:pt idx="115">
                  <c:v>-26</c:v>
                </c:pt>
                <c:pt idx="116">
                  <c:v>-26</c:v>
                </c:pt>
                <c:pt idx="117">
                  <c:v>-38</c:v>
                </c:pt>
                <c:pt idx="118">
                  <c:v>-38</c:v>
                </c:pt>
                <c:pt idx="119">
                  <c:v>-40</c:v>
                </c:pt>
                <c:pt idx="120">
                  <c:v>-33</c:v>
                </c:pt>
                <c:pt idx="121">
                  <c:v>-29</c:v>
                </c:pt>
                <c:pt idx="122">
                  <c:v>-20</c:v>
                </c:pt>
                <c:pt idx="123">
                  <c:v>-29</c:v>
                </c:pt>
                <c:pt idx="124">
                  <c:v>-33</c:v>
                </c:pt>
                <c:pt idx="125">
                  <c:v>-47</c:v>
                </c:pt>
                <c:pt idx="126">
                  <c:v>-54</c:v>
                </c:pt>
                <c:pt idx="127">
                  <c:v>-51</c:v>
                </c:pt>
                <c:pt idx="128">
                  <c:v>-39</c:v>
                </c:pt>
                <c:pt idx="129">
                  <c:v>-44</c:v>
                </c:pt>
                <c:pt idx="130">
                  <c:v>-34</c:v>
                </c:pt>
                <c:pt idx="131">
                  <c:v>-39</c:v>
                </c:pt>
                <c:pt idx="132">
                  <c:v>-39</c:v>
                </c:pt>
                <c:pt idx="133">
                  <c:v>-34</c:v>
                </c:pt>
                <c:pt idx="134">
                  <c:v>-36</c:v>
                </c:pt>
                <c:pt idx="135">
                  <c:v>-32</c:v>
                </c:pt>
                <c:pt idx="136">
                  <c:v>-27</c:v>
                </c:pt>
                <c:pt idx="137">
                  <c:v>-18</c:v>
                </c:pt>
                <c:pt idx="138">
                  <c:v>-18</c:v>
                </c:pt>
                <c:pt idx="139">
                  <c:v>-9</c:v>
                </c:pt>
                <c:pt idx="140">
                  <c:v>-22</c:v>
                </c:pt>
                <c:pt idx="141">
                  <c:v>-17</c:v>
                </c:pt>
                <c:pt idx="142">
                  <c:v>-13</c:v>
                </c:pt>
                <c:pt idx="143">
                  <c:v>-4</c:v>
                </c:pt>
                <c:pt idx="144">
                  <c:v>-28</c:v>
                </c:pt>
                <c:pt idx="145">
                  <c:v>-24</c:v>
                </c:pt>
                <c:pt idx="146">
                  <c:v>-16</c:v>
                </c:pt>
                <c:pt idx="147">
                  <c:v>-9</c:v>
                </c:pt>
                <c:pt idx="148">
                  <c:v>-5</c:v>
                </c:pt>
                <c:pt idx="149">
                  <c:v>5</c:v>
                </c:pt>
                <c:pt idx="150">
                  <c:v>6</c:v>
                </c:pt>
                <c:pt idx="151">
                  <c:v>11</c:v>
                </c:pt>
                <c:pt idx="152">
                  <c:v>12</c:v>
                </c:pt>
                <c:pt idx="153">
                  <c:v>16</c:v>
                </c:pt>
                <c:pt idx="154">
                  <c:v>19</c:v>
                </c:pt>
                <c:pt idx="155">
                  <c:v>15</c:v>
                </c:pt>
                <c:pt idx="156">
                  <c:v>29</c:v>
                </c:pt>
                <c:pt idx="157">
                  <c:v>20</c:v>
                </c:pt>
                <c:pt idx="158">
                  <c:v>18</c:v>
                </c:pt>
                <c:pt idx="159">
                  <c:v>1</c:v>
                </c:pt>
                <c:pt idx="160">
                  <c:v>-7</c:v>
                </c:pt>
                <c:pt idx="161">
                  <c:v>-14</c:v>
                </c:pt>
                <c:pt idx="162">
                  <c:v>-2</c:v>
                </c:pt>
                <c:pt idx="163">
                  <c:v>0</c:v>
                </c:pt>
                <c:pt idx="164">
                  <c:v>-1</c:v>
                </c:pt>
                <c:pt idx="165">
                  <c:v>7</c:v>
                </c:pt>
                <c:pt idx="166">
                  <c:v>-1</c:v>
                </c:pt>
                <c:pt idx="167">
                  <c:v>-10</c:v>
                </c:pt>
                <c:pt idx="168">
                  <c:v>-23</c:v>
                </c:pt>
                <c:pt idx="169">
                  <c:v>-25</c:v>
                </c:pt>
                <c:pt idx="170">
                  <c:v>-31</c:v>
                </c:pt>
                <c:pt idx="171">
                  <c:v>-24</c:v>
                </c:pt>
                <c:pt idx="172">
                  <c:v>-37</c:v>
                </c:pt>
                <c:pt idx="173">
                  <c:v>-30</c:v>
                </c:pt>
                <c:pt idx="174">
                  <c:v>-29</c:v>
                </c:pt>
                <c:pt idx="175">
                  <c:v>-17</c:v>
                </c:pt>
                <c:pt idx="176">
                  <c:v>-19</c:v>
                </c:pt>
                <c:pt idx="177">
                  <c:v>-13</c:v>
                </c:pt>
                <c:pt idx="178">
                  <c:v>-13</c:v>
                </c:pt>
                <c:pt idx="179">
                  <c:v>-16</c:v>
                </c:pt>
                <c:pt idx="180">
                  <c:v>-20</c:v>
                </c:pt>
                <c:pt idx="181">
                  <c:v>-15</c:v>
                </c:pt>
                <c:pt idx="182">
                  <c:v>-17</c:v>
                </c:pt>
                <c:pt idx="183">
                  <c:v>-28</c:v>
                </c:pt>
                <c:pt idx="184">
                  <c:v>-29</c:v>
                </c:pt>
                <c:pt idx="185">
                  <c:v>-30</c:v>
                </c:pt>
                <c:pt idx="186">
                  <c:v>-31</c:v>
                </c:pt>
                <c:pt idx="187">
                  <c:v>-22</c:v>
                </c:pt>
                <c:pt idx="188">
                  <c:v>-20</c:v>
                </c:pt>
                <c:pt idx="189">
                  <c:v>-23</c:v>
                </c:pt>
                <c:pt idx="190">
                  <c:v>-40</c:v>
                </c:pt>
                <c:pt idx="191">
                  <c:v>-23</c:v>
                </c:pt>
                <c:pt idx="192">
                  <c:v>-13</c:v>
                </c:pt>
                <c:pt idx="193">
                  <c:v>2</c:v>
                </c:pt>
                <c:pt idx="194">
                  <c:v>2</c:v>
                </c:pt>
                <c:pt idx="195">
                  <c:v>4</c:v>
                </c:pt>
                <c:pt idx="196">
                  <c:v>42</c:v>
                </c:pt>
                <c:pt idx="197">
                  <c:v>68</c:v>
                </c:pt>
                <c:pt idx="198">
                  <c:v>59</c:v>
                </c:pt>
                <c:pt idx="199">
                  <c:v>54</c:v>
                </c:pt>
                <c:pt idx="200">
                  <c:v>63</c:v>
                </c:pt>
                <c:pt idx="201">
                  <c:v>65</c:v>
                </c:pt>
                <c:pt idx="202">
                  <c:v>74</c:v>
                </c:pt>
                <c:pt idx="203">
                  <c:v>47</c:v>
                </c:pt>
                <c:pt idx="204">
                  <c:v>36</c:v>
                </c:pt>
                <c:pt idx="205">
                  <c:v>31</c:v>
                </c:pt>
                <c:pt idx="206">
                  <c:v>25</c:v>
                </c:pt>
                <c:pt idx="207">
                  <c:v>-6</c:v>
                </c:pt>
                <c:pt idx="208">
                  <c:v>-1</c:v>
                </c:pt>
                <c:pt idx="209">
                  <c:v>-7</c:v>
                </c:pt>
                <c:pt idx="210">
                  <c:v>-8</c:v>
                </c:pt>
                <c:pt idx="211">
                  <c:v>-12</c:v>
                </c:pt>
                <c:pt idx="212">
                  <c:v>-15</c:v>
                </c:pt>
                <c:pt idx="213">
                  <c:v>-17</c:v>
                </c:pt>
                <c:pt idx="214">
                  <c:v>-14</c:v>
                </c:pt>
                <c:pt idx="215">
                  <c:v>-10</c:v>
                </c:pt>
                <c:pt idx="216">
                  <c:v>-13</c:v>
                </c:pt>
                <c:pt idx="217">
                  <c:v>-8</c:v>
                </c:pt>
                <c:pt idx="218">
                  <c:v>-8</c:v>
                </c:pt>
                <c:pt idx="219">
                  <c:v>-5</c:v>
                </c:pt>
                <c:pt idx="220">
                  <c:v>-8</c:v>
                </c:pt>
                <c:pt idx="221">
                  <c:v>-15</c:v>
                </c:pt>
                <c:pt idx="222">
                  <c:v>-10</c:v>
                </c:pt>
                <c:pt idx="223">
                  <c:v>-10</c:v>
                </c:pt>
                <c:pt idx="224">
                  <c:v>-14</c:v>
                </c:pt>
                <c:pt idx="225">
                  <c:v>-7</c:v>
                </c:pt>
                <c:pt idx="226">
                  <c:v>-6</c:v>
                </c:pt>
                <c:pt idx="227">
                  <c:v>11</c:v>
                </c:pt>
                <c:pt idx="228">
                  <c:v>19</c:v>
                </c:pt>
                <c:pt idx="229">
                  <c:v>11</c:v>
                </c:pt>
                <c:pt idx="230">
                  <c:v>-2</c:v>
                </c:pt>
                <c:pt idx="231">
                  <c:v>-12</c:v>
                </c:pt>
                <c:pt idx="232">
                  <c:v>-37</c:v>
                </c:pt>
                <c:pt idx="233">
                  <c:v>-29</c:v>
                </c:pt>
                <c:pt idx="234">
                  <c:v>-14</c:v>
                </c:pt>
                <c:pt idx="235">
                  <c:v>-4</c:v>
                </c:pt>
                <c:pt idx="236">
                  <c:v>-7</c:v>
                </c:pt>
                <c:pt idx="237">
                  <c:v>18</c:v>
                </c:pt>
                <c:pt idx="238">
                  <c:v>28</c:v>
                </c:pt>
                <c:pt idx="239">
                  <c:v>48</c:v>
                </c:pt>
                <c:pt idx="240">
                  <c:v>20</c:v>
                </c:pt>
                <c:pt idx="241">
                  <c:v>9</c:v>
                </c:pt>
                <c:pt idx="242">
                  <c:v>0</c:v>
                </c:pt>
                <c:pt idx="243">
                  <c:v>3</c:v>
                </c:pt>
                <c:pt idx="244">
                  <c:v>1</c:v>
                </c:pt>
                <c:pt idx="245">
                  <c:v>-9</c:v>
                </c:pt>
                <c:pt idx="246">
                  <c:v>-15</c:v>
                </c:pt>
                <c:pt idx="247">
                  <c:v>-10</c:v>
                </c:pt>
                <c:pt idx="248">
                  <c:v>-9</c:v>
                </c:pt>
                <c:pt idx="249">
                  <c:v>-10</c:v>
                </c:pt>
              </c:numCache>
            </c:numRef>
          </c:val>
          <c:smooth val="0"/>
        </c:ser>
        <c:dLbls>
          <c:showLegendKey val="0"/>
          <c:showVal val="0"/>
          <c:showCatName val="0"/>
          <c:showSerName val="0"/>
          <c:showPercent val="0"/>
          <c:showBubbleSize val="0"/>
        </c:dLbls>
        <c:marker val="1"/>
        <c:smooth val="0"/>
        <c:axId val="123902976"/>
        <c:axId val="123921152"/>
      </c:lineChart>
      <c:lineChart>
        <c:grouping val="standard"/>
        <c:varyColors val="0"/>
        <c:ser>
          <c:idx val="0"/>
          <c:order val="0"/>
          <c:tx>
            <c:strRef>
              <c:f>Sheet1!$K$3</c:f>
              <c:strCache>
                <c:ptCount val="1"/>
                <c:pt idx="0">
                  <c:v>10 Year Treasury (rhs)</c:v>
                </c:pt>
              </c:strCache>
            </c:strRef>
          </c:tx>
          <c:spPr>
            <a:ln w="28575" cap="rnd">
              <a:solidFill>
                <a:srgbClr val="968880"/>
              </a:solidFill>
              <a:round/>
            </a:ln>
            <a:effectLst/>
          </c:spPr>
          <c:marker>
            <c:symbol val="none"/>
          </c:marker>
          <c:cat>
            <c:numRef>
              <c:f>Sheet1!$J$4:$J$253</c:f>
              <c:numCache>
                <c:formatCode>m/d/yyyy</c:formatCode>
                <c:ptCount val="250"/>
                <c:pt idx="0">
                  <c:v>41640</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41670</c:v>
                </c:pt>
                <c:pt idx="23">
                  <c:v>41673</c:v>
                </c:pt>
                <c:pt idx="24">
                  <c:v>41674</c:v>
                </c:pt>
                <c:pt idx="25">
                  <c:v>41675</c:v>
                </c:pt>
                <c:pt idx="26">
                  <c:v>41676</c:v>
                </c:pt>
                <c:pt idx="27">
                  <c:v>41677</c:v>
                </c:pt>
                <c:pt idx="28">
                  <c:v>41680</c:v>
                </c:pt>
                <c:pt idx="29">
                  <c:v>41681</c:v>
                </c:pt>
                <c:pt idx="30">
                  <c:v>41682</c:v>
                </c:pt>
                <c:pt idx="31">
                  <c:v>41683</c:v>
                </c:pt>
                <c:pt idx="32">
                  <c:v>41684</c:v>
                </c:pt>
                <c:pt idx="33">
                  <c:v>41687</c:v>
                </c:pt>
                <c:pt idx="34">
                  <c:v>41688</c:v>
                </c:pt>
                <c:pt idx="35">
                  <c:v>41689</c:v>
                </c:pt>
                <c:pt idx="36">
                  <c:v>41690</c:v>
                </c:pt>
                <c:pt idx="37">
                  <c:v>41691</c:v>
                </c:pt>
                <c:pt idx="38">
                  <c:v>41694</c:v>
                </c:pt>
                <c:pt idx="39">
                  <c:v>41695</c:v>
                </c:pt>
                <c:pt idx="40">
                  <c:v>41696</c:v>
                </c:pt>
                <c:pt idx="41">
                  <c:v>41697</c:v>
                </c:pt>
                <c:pt idx="42">
                  <c:v>41698</c:v>
                </c:pt>
                <c:pt idx="43">
                  <c:v>41701</c:v>
                </c:pt>
                <c:pt idx="44">
                  <c:v>41702</c:v>
                </c:pt>
                <c:pt idx="45">
                  <c:v>41703</c:v>
                </c:pt>
                <c:pt idx="46">
                  <c:v>41704</c:v>
                </c:pt>
                <c:pt idx="47">
                  <c:v>41705</c:v>
                </c:pt>
                <c:pt idx="48">
                  <c:v>41708</c:v>
                </c:pt>
                <c:pt idx="49">
                  <c:v>41709</c:v>
                </c:pt>
                <c:pt idx="50">
                  <c:v>41710</c:v>
                </c:pt>
                <c:pt idx="51">
                  <c:v>41711</c:v>
                </c:pt>
                <c:pt idx="52">
                  <c:v>41712</c:v>
                </c:pt>
                <c:pt idx="53">
                  <c:v>41715</c:v>
                </c:pt>
                <c:pt idx="54">
                  <c:v>41716</c:v>
                </c:pt>
                <c:pt idx="55">
                  <c:v>41717</c:v>
                </c:pt>
                <c:pt idx="56">
                  <c:v>41718</c:v>
                </c:pt>
                <c:pt idx="57">
                  <c:v>41719</c:v>
                </c:pt>
                <c:pt idx="58">
                  <c:v>41722</c:v>
                </c:pt>
                <c:pt idx="59">
                  <c:v>41723</c:v>
                </c:pt>
                <c:pt idx="60">
                  <c:v>41724</c:v>
                </c:pt>
                <c:pt idx="61">
                  <c:v>41725</c:v>
                </c:pt>
                <c:pt idx="62">
                  <c:v>41726</c:v>
                </c:pt>
                <c:pt idx="63">
                  <c:v>41729</c:v>
                </c:pt>
                <c:pt idx="64">
                  <c:v>41730</c:v>
                </c:pt>
                <c:pt idx="65">
                  <c:v>41731</c:v>
                </c:pt>
                <c:pt idx="66">
                  <c:v>41732</c:v>
                </c:pt>
                <c:pt idx="67">
                  <c:v>41733</c:v>
                </c:pt>
                <c:pt idx="68">
                  <c:v>41736</c:v>
                </c:pt>
                <c:pt idx="69">
                  <c:v>41737</c:v>
                </c:pt>
                <c:pt idx="70">
                  <c:v>41738</c:v>
                </c:pt>
                <c:pt idx="71">
                  <c:v>41739</c:v>
                </c:pt>
                <c:pt idx="72">
                  <c:v>41740</c:v>
                </c:pt>
                <c:pt idx="73">
                  <c:v>41743</c:v>
                </c:pt>
                <c:pt idx="74">
                  <c:v>41744</c:v>
                </c:pt>
                <c:pt idx="75">
                  <c:v>41745</c:v>
                </c:pt>
                <c:pt idx="76">
                  <c:v>41746</c:v>
                </c:pt>
                <c:pt idx="77">
                  <c:v>41747</c:v>
                </c:pt>
                <c:pt idx="78">
                  <c:v>41750</c:v>
                </c:pt>
                <c:pt idx="79">
                  <c:v>41751</c:v>
                </c:pt>
                <c:pt idx="80">
                  <c:v>41752</c:v>
                </c:pt>
                <c:pt idx="81">
                  <c:v>41753</c:v>
                </c:pt>
                <c:pt idx="82">
                  <c:v>41754</c:v>
                </c:pt>
                <c:pt idx="83">
                  <c:v>41757</c:v>
                </c:pt>
                <c:pt idx="84">
                  <c:v>41758</c:v>
                </c:pt>
                <c:pt idx="85">
                  <c:v>41759</c:v>
                </c:pt>
                <c:pt idx="86">
                  <c:v>41760</c:v>
                </c:pt>
                <c:pt idx="87">
                  <c:v>41761</c:v>
                </c:pt>
                <c:pt idx="88">
                  <c:v>41764</c:v>
                </c:pt>
                <c:pt idx="89">
                  <c:v>41765</c:v>
                </c:pt>
                <c:pt idx="90">
                  <c:v>41766</c:v>
                </c:pt>
                <c:pt idx="91">
                  <c:v>41767</c:v>
                </c:pt>
                <c:pt idx="92">
                  <c:v>41768</c:v>
                </c:pt>
                <c:pt idx="93">
                  <c:v>41771</c:v>
                </c:pt>
                <c:pt idx="94">
                  <c:v>41772</c:v>
                </c:pt>
                <c:pt idx="95">
                  <c:v>41773</c:v>
                </c:pt>
                <c:pt idx="96">
                  <c:v>41774</c:v>
                </c:pt>
                <c:pt idx="97">
                  <c:v>41775</c:v>
                </c:pt>
                <c:pt idx="98">
                  <c:v>41778</c:v>
                </c:pt>
                <c:pt idx="99">
                  <c:v>41779</c:v>
                </c:pt>
                <c:pt idx="100">
                  <c:v>41780</c:v>
                </c:pt>
                <c:pt idx="101">
                  <c:v>41781</c:v>
                </c:pt>
                <c:pt idx="102">
                  <c:v>41782</c:v>
                </c:pt>
                <c:pt idx="103">
                  <c:v>41785</c:v>
                </c:pt>
                <c:pt idx="104">
                  <c:v>41786</c:v>
                </c:pt>
                <c:pt idx="105">
                  <c:v>41787</c:v>
                </c:pt>
                <c:pt idx="106">
                  <c:v>41788</c:v>
                </c:pt>
                <c:pt idx="107">
                  <c:v>41789</c:v>
                </c:pt>
                <c:pt idx="108">
                  <c:v>41792</c:v>
                </c:pt>
                <c:pt idx="109">
                  <c:v>41793</c:v>
                </c:pt>
                <c:pt idx="110">
                  <c:v>41794</c:v>
                </c:pt>
                <c:pt idx="111">
                  <c:v>41795</c:v>
                </c:pt>
                <c:pt idx="112">
                  <c:v>41796</c:v>
                </c:pt>
                <c:pt idx="113">
                  <c:v>41799</c:v>
                </c:pt>
                <c:pt idx="114">
                  <c:v>41800</c:v>
                </c:pt>
                <c:pt idx="115">
                  <c:v>41801</c:v>
                </c:pt>
                <c:pt idx="116">
                  <c:v>41802</c:v>
                </c:pt>
                <c:pt idx="117">
                  <c:v>41803</c:v>
                </c:pt>
                <c:pt idx="118">
                  <c:v>41806</c:v>
                </c:pt>
                <c:pt idx="119">
                  <c:v>41807</c:v>
                </c:pt>
                <c:pt idx="120">
                  <c:v>41808</c:v>
                </c:pt>
                <c:pt idx="121">
                  <c:v>41809</c:v>
                </c:pt>
                <c:pt idx="122">
                  <c:v>41810</c:v>
                </c:pt>
                <c:pt idx="123">
                  <c:v>41813</c:v>
                </c:pt>
                <c:pt idx="124">
                  <c:v>41814</c:v>
                </c:pt>
                <c:pt idx="125">
                  <c:v>41815</c:v>
                </c:pt>
                <c:pt idx="126">
                  <c:v>41816</c:v>
                </c:pt>
                <c:pt idx="127">
                  <c:v>41817</c:v>
                </c:pt>
                <c:pt idx="128">
                  <c:v>41820</c:v>
                </c:pt>
                <c:pt idx="129">
                  <c:v>41821</c:v>
                </c:pt>
                <c:pt idx="130">
                  <c:v>41822</c:v>
                </c:pt>
                <c:pt idx="131">
                  <c:v>41823</c:v>
                </c:pt>
                <c:pt idx="132">
                  <c:v>41824</c:v>
                </c:pt>
                <c:pt idx="133">
                  <c:v>41827</c:v>
                </c:pt>
                <c:pt idx="134">
                  <c:v>41828</c:v>
                </c:pt>
                <c:pt idx="135">
                  <c:v>41829</c:v>
                </c:pt>
                <c:pt idx="136">
                  <c:v>41830</c:v>
                </c:pt>
                <c:pt idx="137">
                  <c:v>41831</c:v>
                </c:pt>
                <c:pt idx="138">
                  <c:v>41834</c:v>
                </c:pt>
                <c:pt idx="139">
                  <c:v>41835</c:v>
                </c:pt>
                <c:pt idx="140">
                  <c:v>41836</c:v>
                </c:pt>
                <c:pt idx="141">
                  <c:v>41837</c:v>
                </c:pt>
                <c:pt idx="142">
                  <c:v>41838</c:v>
                </c:pt>
                <c:pt idx="143">
                  <c:v>41841</c:v>
                </c:pt>
                <c:pt idx="144">
                  <c:v>41842</c:v>
                </c:pt>
                <c:pt idx="145">
                  <c:v>41843</c:v>
                </c:pt>
                <c:pt idx="146">
                  <c:v>41844</c:v>
                </c:pt>
                <c:pt idx="147">
                  <c:v>41845</c:v>
                </c:pt>
                <c:pt idx="148">
                  <c:v>41848</c:v>
                </c:pt>
                <c:pt idx="149">
                  <c:v>41849</c:v>
                </c:pt>
                <c:pt idx="150">
                  <c:v>41850</c:v>
                </c:pt>
                <c:pt idx="151">
                  <c:v>41851</c:v>
                </c:pt>
                <c:pt idx="152">
                  <c:v>41852</c:v>
                </c:pt>
                <c:pt idx="153">
                  <c:v>41855</c:v>
                </c:pt>
                <c:pt idx="154">
                  <c:v>41856</c:v>
                </c:pt>
                <c:pt idx="155">
                  <c:v>41857</c:v>
                </c:pt>
                <c:pt idx="156">
                  <c:v>41858</c:v>
                </c:pt>
                <c:pt idx="157">
                  <c:v>41859</c:v>
                </c:pt>
                <c:pt idx="158">
                  <c:v>41862</c:v>
                </c:pt>
                <c:pt idx="159">
                  <c:v>41863</c:v>
                </c:pt>
                <c:pt idx="160">
                  <c:v>41864</c:v>
                </c:pt>
                <c:pt idx="161">
                  <c:v>41865</c:v>
                </c:pt>
                <c:pt idx="162">
                  <c:v>41866</c:v>
                </c:pt>
                <c:pt idx="163">
                  <c:v>41869</c:v>
                </c:pt>
                <c:pt idx="164">
                  <c:v>41870</c:v>
                </c:pt>
                <c:pt idx="165">
                  <c:v>41871</c:v>
                </c:pt>
                <c:pt idx="166">
                  <c:v>41872</c:v>
                </c:pt>
                <c:pt idx="167">
                  <c:v>41873</c:v>
                </c:pt>
                <c:pt idx="168">
                  <c:v>41876</c:v>
                </c:pt>
                <c:pt idx="169">
                  <c:v>41877</c:v>
                </c:pt>
                <c:pt idx="170">
                  <c:v>41878</c:v>
                </c:pt>
                <c:pt idx="171">
                  <c:v>41879</c:v>
                </c:pt>
                <c:pt idx="172">
                  <c:v>41880</c:v>
                </c:pt>
                <c:pt idx="173">
                  <c:v>41883</c:v>
                </c:pt>
                <c:pt idx="174">
                  <c:v>41884</c:v>
                </c:pt>
                <c:pt idx="175">
                  <c:v>41885</c:v>
                </c:pt>
                <c:pt idx="176">
                  <c:v>41886</c:v>
                </c:pt>
                <c:pt idx="177">
                  <c:v>41887</c:v>
                </c:pt>
                <c:pt idx="178">
                  <c:v>41890</c:v>
                </c:pt>
                <c:pt idx="179">
                  <c:v>41891</c:v>
                </c:pt>
                <c:pt idx="180">
                  <c:v>41892</c:v>
                </c:pt>
                <c:pt idx="181">
                  <c:v>41893</c:v>
                </c:pt>
                <c:pt idx="182">
                  <c:v>41894</c:v>
                </c:pt>
                <c:pt idx="183">
                  <c:v>41897</c:v>
                </c:pt>
                <c:pt idx="184">
                  <c:v>41898</c:v>
                </c:pt>
                <c:pt idx="185">
                  <c:v>41899</c:v>
                </c:pt>
                <c:pt idx="186">
                  <c:v>41900</c:v>
                </c:pt>
                <c:pt idx="187">
                  <c:v>41901</c:v>
                </c:pt>
                <c:pt idx="188">
                  <c:v>41904</c:v>
                </c:pt>
                <c:pt idx="189">
                  <c:v>41905</c:v>
                </c:pt>
                <c:pt idx="190">
                  <c:v>41906</c:v>
                </c:pt>
                <c:pt idx="191">
                  <c:v>41907</c:v>
                </c:pt>
                <c:pt idx="192">
                  <c:v>41908</c:v>
                </c:pt>
                <c:pt idx="193">
                  <c:v>41911</c:v>
                </c:pt>
                <c:pt idx="194">
                  <c:v>41912</c:v>
                </c:pt>
                <c:pt idx="195">
                  <c:v>41913</c:v>
                </c:pt>
                <c:pt idx="196">
                  <c:v>41914</c:v>
                </c:pt>
                <c:pt idx="197">
                  <c:v>41915</c:v>
                </c:pt>
                <c:pt idx="198">
                  <c:v>41918</c:v>
                </c:pt>
                <c:pt idx="199">
                  <c:v>41919</c:v>
                </c:pt>
                <c:pt idx="200">
                  <c:v>41920</c:v>
                </c:pt>
                <c:pt idx="201">
                  <c:v>41921</c:v>
                </c:pt>
                <c:pt idx="202">
                  <c:v>41922</c:v>
                </c:pt>
                <c:pt idx="203">
                  <c:v>41925</c:v>
                </c:pt>
                <c:pt idx="204">
                  <c:v>41926</c:v>
                </c:pt>
                <c:pt idx="205">
                  <c:v>41927</c:v>
                </c:pt>
                <c:pt idx="206">
                  <c:v>41928</c:v>
                </c:pt>
                <c:pt idx="207">
                  <c:v>41929</c:v>
                </c:pt>
                <c:pt idx="208">
                  <c:v>41932</c:v>
                </c:pt>
                <c:pt idx="209">
                  <c:v>41933</c:v>
                </c:pt>
                <c:pt idx="210">
                  <c:v>41934</c:v>
                </c:pt>
                <c:pt idx="211">
                  <c:v>41935</c:v>
                </c:pt>
                <c:pt idx="212">
                  <c:v>41936</c:v>
                </c:pt>
                <c:pt idx="213">
                  <c:v>41939</c:v>
                </c:pt>
                <c:pt idx="214">
                  <c:v>41940</c:v>
                </c:pt>
                <c:pt idx="215">
                  <c:v>41941</c:v>
                </c:pt>
                <c:pt idx="216">
                  <c:v>41942</c:v>
                </c:pt>
                <c:pt idx="217">
                  <c:v>41943</c:v>
                </c:pt>
                <c:pt idx="218">
                  <c:v>41946</c:v>
                </c:pt>
                <c:pt idx="219">
                  <c:v>41947</c:v>
                </c:pt>
                <c:pt idx="220">
                  <c:v>41948</c:v>
                </c:pt>
                <c:pt idx="221">
                  <c:v>41949</c:v>
                </c:pt>
                <c:pt idx="222">
                  <c:v>41950</c:v>
                </c:pt>
                <c:pt idx="223">
                  <c:v>41953</c:v>
                </c:pt>
                <c:pt idx="224">
                  <c:v>41954</c:v>
                </c:pt>
                <c:pt idx="225">
                  <c:v>41955</c:v>
                </c:pt>
                <c:pt idx="226">
                  <c:v>41956</c:v>
                </c:pt>
                <c:pt idx="227">
                  <c:v>41957</c:v>
                </c:pt>
                <c:pt idx="228">
                  <c:v>41960</c:v>
                </c:pt>
                <c:pt idx="229">
                  <c:v>41961</c:v>
                </c:pt>
                <c:pt idx="230">
                  <c:v>41962</c:v>
                </c:pt>
                <c:pt idx="231">
                  <c:v>41963</c:v>
                </c:pt>
                <c:pt idx="232">
                  <c:v>41964</c:v>
                </c:pt>
                <c:pt idx="233">
                  <c:v>41967</c:v>
                </c:pt>
                <c:pt idx="234">
                  <c:v>41968</c:v>
                </c:pt>
                <c:pt idx="235">
                  <c:v>41969</c:v>
                </c:pt>
                <c:pt idx="236">
                  <c:v>41970</c:v>
                </c:pt>
                <c:pt idx="237">
                  <c:v>41971</c:v>
                </c:pt>
                <c:pt idx="238">
                  <c:v>41974</c:v>
                </c:pt>
                <c:pt idx="239">
                  <c:v>41975</c:v>
                </c:pt>
                <c:pt idx="240">
                  <c:v>41976</c:v>
                </c:pt>
                <c:pt idx="241">
                  <c:v>41977</c:v>
                </c:pt>
                <c:pt idx="242">
                  <c:v>41978</c:v>
                </c:pt>
                <c:pt idx="243">
                  <c:v>41981</c:v>
                </c:pt>
                <c:pt idx="244">
                  <c:v>41982</c:v>
                </c:pt>
                <c:pt idx="245">
                  <c:v>41983</c:v>
                </c:pt>
                <c:pt idx="246">
                  <c:v>41984</c:v>
                </c:pt>
                <c:pt idx="247">
                  <c:v>41985</c:v>
                </c:pt>
                <c:pt idx="248">
                  <c:v>41988</c:v>
                </c:pt>
                <c:pt idx="249">
                  <c:v>41989</c:v>
                </c:pt>
              </c:numCache>
            </c:numRef>
          </c:cat>
          <c:val>
            <c:numRef>
              <c:f>Sheet1!$K$4:$K$253</c:f>
              <c:numCache>
                <c:formatCode>General</c:formatCode>
                <c:ptCount val="250"/>
                <c:pt idx="0">
                  <c:v>3.0282</c:v>
                </c:pt>
                <c:pt idx="1">
                  <c:v>2.9889999999999999</c:v>
                </c:pt>
                <c:pt idx="2">
                  <c:v>2.9948000000000001</c:v>
                </c:pt>
                <c:pt idx="3">
                  <c:v>2.9576000000000002</c:v>
                </c:pt>
                <c:pt idx="4">
                  <c:v>2.9390999999999998</c:v>
                </c:pt>
                <c:pt idx="5">
                  <c:v>2.9893999999999998</c:v>
                </c:pt>
                <c:pt idx="6">
                  <c:v>2.9651999999999998</c:v>
                </c:pt>
                <c:pt idx="7">
                  <c:v>2.8578999999999999</c:v>
                </c:pt>
                <c:pt idx="8">
                  <c:v>2.8256999999999999</c:v>
                </c:pt>
                <c:pt idx="9">
                  <c:v>2.8708999999999998</c:v>
                </c:pt>
                <c:pt idx="10">
                  <c:v>2.8912</c:v>
                </c:pt>
                <c:pt idx="11">
                  <c:v>2.8414000000000001</c:v>
                </c:pt>
                <c:pt idx="12">
                  <c:v>2.8193999999999999</c:v>
                </c:pt>
                <c:pt idx="13">
                  <c:v>2.8193999999999999</c:v>
                </c:pt>
                <c:pt idx="14">
                  <c:v>2.8285999999999998</c:v>
                </c:pt>
                <c:pt idx="15">
                  <c:v>2.8656000000000001</c:v>
                </c:pt>
                <c:pt idx="16">
                  <c:v>2.7772000000000001</c:v>
                </c:pt>
                <c:pt idx="17">
                  <c:v>2.7149999999999999</c:v>
                </c:pt>
                <c:pt idx="18">
                  <c:v>2.7479</c:v>
                </c:pt>
                <c:pt idx="19">
                  <c:v>2.7488000000000001</c:v>
                </c:pt>
                <c:pt idx="20">
                  <c:v>2.6766999999999999</c:v>
                </c:pt>
                <c:pt idx="21">
                  <c:v>2.6949000000000001</c:v>
                </c:pt>
                <c:pt idx="22">
                  <c:v>2.6440000000000001</c:v>
                </c:pt>
                <c:pt idx="23">
                  <c:v>2.5760999999999998</c:v>
                </c:pt>
                <c:pt idx="24">
                  <c:v>2.6294</c:v>
                </c:pt>
                <c:pt idx="25">
                  <c:v>2.6675</c:v>
                </c:pt>
                <c:pt idx="26">
                  <c:v>2.7002999999999999</c:v>
                </c:pt>
                <c:pt idx="27">
                  <c:v>2.6829000000000001</c:v>
                </c:pt>
                <c:pt idx="28">
                  <c:v>2.6673999999999998</c:v>
                </c:pt>
                <c:pt idx="29">
                  <c:v>2.7250000000000001</c:v>
                </c:pt>
                <c:pt idx="30">
                  <c:v>2.7608000000000001</c:v>
                </c:pt>
                <c:pt idx="31">
                  <c:v>2.7320000000000002</c:v>
                </c:pt>
                <c:pt idx="32">
                  <c:v>2.7427999999999999</c:v>
                </c:pt>
                <c:pt idx="33">
                  <c:v>2.7427999999999999</c:v>
                </c:pt>
                <c:pt idx="34">
                  <c:v>2.7069000000000001</c:v>
                </c:pt>
                <c:pt idx="35">
                  <c:v>2.7391999999999999</c:v>
                </c:pt>
                <c:pt idx="36">
                  <c:v>2.7509000000000001</c:v>
                </c:pt>
                <c:pt idx="37">
                  <c:v>2.7309999999999999</c:v>
                </c:pt>
                <c:pt idx="38">
                  <c:v>2.7382</c:v>
                </c:pt>
                <c:pt idx="39">
                  <c:v>2.7023000000000001</c:v>
                </c:pt>
                <c:pt idx="40">
                  <c:v>2.6654999999999998</c:v>
                </c:pt>
                <c:pt idx="41">
                  <c:v>2.6387</c:v>
                </c:pt>
                <c:pt idx="42">
                  <c:v>2.6475999999999997</c:v>
                </c:pt>
                <c:pt idx="43">
                  <c:v>2.6012</c:v>
                </c:pt>
                <c:pt idx="44">
                  <c:v>2.6977000000000002</c:v>
                </c:pt>
                <c:pt idx="45">
                  <c:v>2.7048000000000001</c:v>
                </c:pt>
                <c:pt idx="46">
                  <c:v>2.7372999999999998</c:v>
                </c:pt>
                <c:pt idx="47">
                  <c:v>2.7879</c:v>
                </c:pt>
                <c:pt idx="48">
                  <c:v>2.7770000000000001</c:v>
                </c:pt>
                <c:pt idx="49">
                  <c:v>2.7679999999999998</c:v>
                </c:pt>
                <c:pt idx="50">
                  <c:v>2.73</c:v>
                </c:pt>
                <c:pt idx="51">
                  <c:v>2.6446000000000001</c:v>
                </c:pt>
                <c:pt idx="52">
                  <c:v>2.6543000000000001</c:v>
                </c:pt>
                <c:pt idx="53">
                  <c:v>2.6920999999999999</c:v>
                </c:pt>
                <c:pt idx="54">
                  <c:v>2.6722000000000001</c:v>
                </c:pt>
                <c:pt idx="55">
                  <c:v>2.7725</c:v>
                </c:pt>
                <c:pt idx="56">
                  <c:v>2.7715999999999998</c:v>
                </c:pt>
                <c:pt idx="57">
                  <c:v>2.7425999999999999</c:v>
                </c:pt>
                <c:pt idx="58">
                  <c:v>2.7281</c:v>
                </c:pt>
                <c:pt idx="59">
                  <c:v>2.7480000000000002</c:v>
                </c:pt>
                <c:pt idx="60">
                  <c:v>2.6919</c:v>
                </c:pt>
                <c:pt idx="61">
                  <c:v>2.681</c:v>
                </c:pt>
                <c:pt idx="62">
                  <c:v>2.7208000000000001</c:v>
                </c:pt>
                <c:pt idx="63">
                  <c:v>2.718</c:v>
                </c:pt>
                <c:pt idx="64">
                  <c:v>2.7524999999999999</c:v>
                </c:pt>
                <c:pt idx="65">
                  <c:v>2.8045</c:v>
                </c:pt>
                <c:pt idx="66">
                  <c:v>2.7972000000000001</c:v>
                </c:pt>
                <c:pt idx="67">
                  <c:v>2.7206999999999999</c:v>
                </c:pt>
                <c:pt idx="68">
                  <c:v>2.6997999999999998</c:v>
                </c:pt>
                <c:pt idx="69">
                  <c:v>2.6808000000000001</c:v>
                </c:pt>
                <c:pt idx="70">
                  <c:v>2.6898</c:v>
                </c:pt>
                <c:pt idx="71">
                  <c:v>2.6474000000000002</c:v>
                </c:pt>
                <c:pt idx="72">
                  <c:v>2.6246999999999998</c:v>
                </c:pt>
                <c:pt idx="73">
                  <c:v>2.6471999999999998</c:v>
                </c:pt>
                <c:pt idx="74">
                  <c:v>2.6282999999999999</c:v>
                </c:pt>
                <c:pt idx="75">
                  <c:v>2.6282000000000001</c:v>
                </c:pt>
                <c:pt idx="76">
                  <c:v>2.7214999999999998</c:v>
                </c:pt>
                <c:pt idx="77">
                  <c:v>2.7214999999999998</c:v>
                </c:pt>
                <c:pt idx="78">
                  <c:v>2.7151000000000001</c:v>
                </c:pt>
                <c:pt idx="79">
                  <c:v>2.7105000000000001</c:v>
                </c:pt>
                <c:pt idx="80">
                  <c:v>2.6987000000000001</c:v>
                </c:pt>
                <c:pt idx="81">
                  <c:v>2.6804999999999999</c:v>
                </c:pt>
                <c:pt idx="82">
                  <c:v>2.6623000000000001</c:v>
                </c:pt>
                <c:pt idx="83">
                  <c:v>2.7004000000000001</c:v>
                </c:pt>
                <c:pt idx="84">
                  <c:v>2.6913</c:v>
                </c:pt>
                <c:pt idx="85">
                  <c:v>2.6459000000000001</c:v>
                </c:pt>
                <c:pt idx="86">
                  <c:v>2.6132999999999997</c:v>
                </c:pt>
                <c:pt idx="87">
                  <c:v>2.5842999999999998</c:v>
                </c:pt>
                <c:pt idx="88">
                  <c:v>2.6067999999999998</c:v>
                </c:pt>
                <c:pt idx="89">
                  <c:v>2.5914000000000001</c:v>
                </c:pt>
                <c:pt idx="90">
                  <c:v>2.5878000000000001</c:v>
                </c:pt>
                <c:pt idx="91">
                  <c:v>2.6160999999999999</c:v>
                </c:pt>
                <c:pt idx="92">
                  <c:v>2.6233</c:v>
                </c:pt>
                <c:pt idx="93">
                  <c:v>2.6611000000000002</c:v>
                </c:pt>
                <c:pt idx="94">
                  <c:v>2.6089000000000002</c:v>
                </c:pt>
                <c:pt idx="95">
                  <c:v>2.5427</c:v>
                </c:pt>
                <c:pt idx="96">
                  <c:v>2.4893000000000001</c:v>
                </c:pt>
                <c:pt idx="97">
                  <c:v>2.5230999999999999</c:v>
                </c:pt>
                <c:pt idx="98">
                  <c:v>2.5445000000000002</c:v>
                </c:pt>
                <c:pt idx="99">
                  <c:v>2.5106000000000002</c:v>
                </c:pt>
                <c:pt idx="100">
                  <c:v>2.532</c:v>
                </c:pt>
                <c:pt idx="101">
                  <c:v>2.5499000000000001</c:v>
                </c:pt>
                <c:pt idx="102">
                  <c:v>2.532</c:v>
                </c:pt>
                <c:pt idx="103">
                  <c:v>2.532</c:v>
                </c:pt>
                <c:pt idx="104">
                  <c:v>2.5141999999999998</c:v>
                </c:pt>
                <c:pt idx="105">
                  <c:v>2.4430999999999998</c:v>
                </c:pt>
                <c:pt idx="106">
                  <c:v>2.4643999999999999</c:v>
                </c:pt>
                <c:pt idx="107">
                  <c:v>2.4759000000000002</c:v>
                </c:pt>
                <c:pt idx="108">
                  <c:v>2.5266999999999999</c:v>
                </c:pt>
                <c:pt idx="109">
                  <c:v>2.5985</c:v>
                </c:pt>
                <c:pt idx="110">
                  <c:v>2.6021000000000001</c:v>
                </c:pt>
                <c:pt idx="111">
                  <c:v>2.5823999999999998</c:v>
                </c:pt>
                <c:pt idx="112">
                  <c:v>2.5869</c:v>
                </c:pt>
                <c:pt idx="113">
                  <c:v>2.6032000000000002</c:v>
                </c:pt>
                <c:pt idx="114">
                  <c:v>2.6438999999999999</c:v>
                </c:pt>
                <c:pt idx="115">
                  <c:v>2.6394000000000002</c:v>
                </c:pt>
                <c:pt idx="116">
                  <c:v>2.5951</c:v>
                </c:pt>
                <c:pt idx="117">
                  <c:v>2.6032999999999999</c:v>
                </c:pt>
                <c:pt idx="118">
                  <c:v>2.597</c:v>
                </c:pt>
                <c:pt idx="119">
                  <c:v>2.6522999999999999</c:v>
                </c:pt>
                <c:pt idx="120">
                  <c:v>2.5844</c:v>
                </c:pt>
                <c:pt idx="121">
                  <c:v>2.6206</c:v>
                </c:pt>
                <c:pt idx="122">
                  <c:v>2.6052</c:v>
                </c:pt>
                <c:pt idx="123">
                  <c:v>2.6261000000000001</c:v>
                </c:pt>
                <c:pt idx="124">
                  <c:v>2.5781000000000001</c:v>
                </c:pt>
                <c:pt idx="125">
                  <c:v>2.5592000000000001</c:v>
                </c:pt>
                <c:pt idx="126">
                  <c:v>2.5286</c:v>
                </c:pt>
                <c:pt idx="127">
                  <c:v>2.5339999999999998</c:v>
                </c:pt>
                <c:pt idx="128">
                  <c:v>2.5304000000000002</c:v>
                </c:pt>
                <c:pt idx="129">
                  <c:v>2.5647000000000002</c:v>
                </c:pt>
                <c:pt idx="130">
                  <c:v>2.6263999999999998</c:v>
                </c:pt>
                <c:pt idx="131">
                  <c:v>2.6383000000000001</c:v>
                </c:pt>
                <c:pt idx="132">
                  <c:v>2.6383000000000001</c:v>
                </c:pt>
                <c:pt idx="133">
                  <c:v>2.6109999999999998</c:v>
                </c:pt>
                <c:pt idx="134">
                  <c:v>2.5556999999999999</c:v>
                </c:pt>
                <c:pt idx="135">
                  <c:v>2.5503</c:v>
                </c:pt>
                <c:pt idx="136">
                  <c:v>2.5358999999999998</c:v>
                </c:pt>
                <c:pt idx="137">
                  <c:v>2.516</c:v>
                </c:pt>
                <c:pt idx="138">
                  <c:v>2.5468000000000002</c:v>
                </c:pt>
                <c:pt idx="139">
                  <c:v>2.5468000000000002</c:v>
                </c:pt>
                <c:pt idx="140">
                  <c:v>2.5259999999999998</c:v>
                </c:pt>
                <c:pt idx="141">
                  <c:v>2.4458000000000002</c:v>
                </c:pt>
                <c:pt idx="142">
                  <c:v>2.4809000000000001</c:v>
                </c:pt>
                <c:pt idx="143">
                  <c:v>2.4674</c:v>
                </c:pt>
                <c:pt idx="144">
                  <c:v>2.4601000000000002</c:v>
                </c:pt>
                <c:pt idx="145">
                  <c:v>2.4655</c:v>
                </c:pt>
                <c:pt idx="146">
                  <c:v>2.5024999999999999</c:v>
                </c:pt>
                <c:pt idx="147">
                  <c:v>2.4655</c:v>
                </c:pt>
                <c:pt idx="148">
                  <c:v>2.4853000000000001</c:v>
                </c:pt>
                <c:pt idx="149">
                  <c:v>2.4601000000000002</c:v>
                </c:pt>
                <c:pt idx="150">
                  <c:v>2.5568999999999997</c:v>
                </c:pt>
                <c:pt idx="151">
                  <c:v>2.5577999999999999</c:v>
                </c:pt>
                <c:pt idx="152">
                  <c:v>2.4925000000000002</c:v>
                </c:pt>
                <c:pt idx="153">
                  <c:v>2.4817</c:v>
                </c:pt>
                <c:pt idx="154">
                  <c:v>2.4843999999999999</c:v>
                </c:pt>
                <c:pt idx="155">
                  <c:v>2.4708000000000001</c:v>
                </c:pt>
                <c:pt idx="156">
                  <c:v>2.4114</c:v>
                </c:pt>
                <c:pt idx="157">
                  <c:v>2.4203000000000001</c:v>
                </c:pt>
                <c:pt idx="158">
                  <c:v>2.4275000000000002</c:v>
                </c:pt>
                <c:pt idx="159">
                  <c:v>2.4491000000000001</c:v>
                </c:pt>
                <c:pt idx="160">
                  <c:v>2.4165999999999999</c:v>
                </c:pt>
                <c:pt idx="161">
                  <c:v>2.4015</c:v>
                </c:pt>
                <c:pt idx="162">
                  <c:v>2.3397000000000001</c:v>
                </c:pt>
                <c:pt idx="163">
                  <c:v>2.3927</c:v>
                </c:pt>
                <c:pt idx="164">
                  <c:v>2.3997000000000002</c:v>
                </c:pt>
                <c:pt idx="165">
                  <c:v>2.4264000000000001</c:v>
                </c:pt>
                <c:pt idx="166">
                  <c:v>2.4068000000000001</c:v>
                </c:pt>
                <c:pt idx="167">
                  <c:v>2.4024000000000001</c:v>
                </c:pt>
                <c:pt idx="168">
                  <c:v>2.3820000000000001</c:v>
                </c:pt>
                <c:pt idx="169">
                  <c:v>2.3961999999999999</c:v>
                </c:pt>
                <c:pt idx="170">
                  <c:v>2.3573</c:v>
                </c:pt>
                <c:pt idx="171">
                  <c:v>2.3361000000000001</c:v>
                </c:pt>
                <c:pt idx="172">
                  <c:v>2.3431000000000002</c:v>
                </c:pt>
                <c:pt idx="173">
                  <c:v>2.3431000000000002</c:v>
                </c:pt>
                <c:pt idx="174">
                  <c:v>2.4211</c:v>
                </c:pt>
                <c:pt idx="175">
                  <c:v>2.3961999999999999</c:v>
                </c:pt>
                <c:pt idx="176">
                  <c:v>2.4497</c:v>
                </c:pt>
                <c:pt idx="177">
                  <c:v>2.4586999999999999</c:v>
                </c:pt>
                <c:pt idx="178">
                  <c:v>2.4712000000000001</c:v>
                </c:pt>
                <c:pt idx="179">
                  <c:v>2.5036</c:v>
                </c:pt>
                <c:pt idx="180">
                  <c:v>2.5413999999999999</c:v>
                </c:pt>
                <c:pt idx="181">
                  <c:v>2.5495999999999999</c:v>
                </c:pt>
                <c:pt idx="182">
                  <c:v>2.6105</c:v>
                </c:pt>
                <c:pt idx="183">
                  <c:v>2.5887000000000002</c:v>
                </c:pt>
                <c:pt idx="184">
                  <c:v>2.5924</c:v>
                </c:pt>
                <c:pt idx="185">
                  <c:v>2.6198000000000001</c:v>
                </c:pt>
                <c:pt idx="186">
                  <c:v>2.6143999999999998</c:v>
                </c:pt>
                <c:pt idx="187">
                  <c:v>2.5745</c:v>
                </c:pt>
                <c:pt idx="188">
                  <c:v>2.5636000000000001</c:v>
                </c:pt>
                <c:pt idx="189">
                  <c:v>2.5274999999999999</c:v>
                </c:pt>
                <c:pt idx="190">
                  <c:v>2.5636999999999999</c:v>
                </c:pt>
                <c:pt idx="191">
                  <c:v>2.5022000000000002</c:v>
                </c:pt>
                <c:pt idx="192">
                  <c:v>2.5276000000000001</c:v>
                </c:pt>
                <c:pt idx="193">
                  <c:v>2.4771000000000001</c:v>
                </c:pt>
                <c:pt idx="194">
                  <c:v>2.4887999999999999</c:v>
                </c:pt>
                <c:pt idx="195">
                  <c:v>2.3856000000000002</c:v>
                </c:pt>
                <c:pt idx="196">
                  <c:v>2.4249999999999998</c:v>
                </c:pt>
                <c:pt idx="197">
                  <c:v>2.4340000000000002</c:v>
                </c:pt>
                <c:pt idx="198">
                  <c:v>2.4196</c:v>
                </c:pt>
                <c:pt idx="199">
                  <c:v>2.3391000000000002</c:v>
                </c:pt>
                <c:pt idx="200">
                  <c:v>2.3212999999999999</c:v>
                </c:pt>
                <c:pt idx="201">
                  <c:v>2.3132999999999999</c:v>
                </c:pt>
                <c:pt idx="202">
                  <c:v>2.2804000000000002</c:v>
                </c:pt>
                <c:pt idx="203">
                  <c:v>2.2804000000000002</c:v>
                </c:pt>
                <c:pt idx="204">
                  <c:v>2.1972999999999998</c:v>
                </c:pt>
                <c:pt idx="205">
                  <c:v>2.1358000000000001</c:v>
                </c:pt>
                <c:pt idx="206">
                  <c:v>2.1558999999999999</c:v>
                </c:pt>
                <c:pt idx="207">
                  <c:v>2.1936</c:v>
                </c:pt>
                <c:pt idx="208">
                  <c:v>2.1909000000000001</c:v>
                </c:pt>
                <c:pt idx="209">
                  <c:v>2.2217000000000002</c:v>
                </c:pt>
                <c:pt idx="210">
                  <c:v>2.2164000000000001</c:v>
                </c:pt>
                <c:pt idx="211">
                  <c:v>2.2711999999999999</c:v>
                </c:pt>
                <c:pt idx="212">
                  <c:v>2.2685</c:v>
                </c:pt>
                <c:pt idx="213">
                  <c:v>2.2605</c:v>
                </c:pt>
                <c:pt idx="214">
                  <c:v>2.2959999999999998</c:v>
                </c:pt>
                <c:pt idx="215">
                  <c:v>2.3174000000000001</c:v>
                </c:pt>
                <c:pt idx="216">
                  <c:v>2.3058000000000001</c:v>
                </c:pt>
                <c:pt idx="217">
                  <c:v>2.3353000000000002</c:v>
                </c:pt>
                <c:pt idx="218">
                  <c:v>2.3425000000000002</c:v>
                </c:pt>
                <c:pt idx="219">
                  <c:v>2.3334999999999999</c:v>
                </c:pt>
                <c:pt idx="220">
                  <c:v>2.3424</c:v>
                </c:pt>
                <c:pt idx="221">
                  <c:v>2.3856000000000002</c:v>
                </c:pt>
                <c:pt idx="222">
                  <c:v>2.2976000000000001</c:v>
                </c:pt>
                <c:pt idx="223">
                  <c:v>2.3603999999999998</c:v>
                </c:pt>
                <c:pt idx="224">
                  <c:v>2.3603999999999998</c:v>
                </c:pt>
                <c:pt idx="225">
                  <c:v>2.3712</c:v>
                </c:pt>
                <c:pt idx="226">
                  <c:v>2.3399000000000001</c:v>
                </c:pt>
                <c:pt idx="227">
                  <c:v>2.3204000000000002</c:v>
                </c:pt>
                <c:pt idx="228">
                  <c:v>2.3399000000000001</c:v>
                </c:pt>
                <c:pt idx="229">
                  <c:v>2.3151000000000002</c:v>
                </c:pt>
                <c:pt idx="230">
                  <c:v>2.3593999999999999</c:v>
                </c:pt>
                <c:pt idx="231">
                  <c:v>2.3372999999999999</c:v>
                </c:pt>
                <c:pt idx="232">
                  <c:v>2.3098999999999998</c:v>
                </c:pt>
                <c:pt idx="233">
                  <c:v>2.3064</c:v>
                </c:pt>
                <c:pt idx="234">
                  <c:v>2.2570000000000001</c:v>
                </c:pt>
                <c:pt idx="235">
                  <c:v>2.2446999999999999</c:v>
                </c:pt>
                <c:pt idx="236">
                  <c:v>2.2446999999999999</c:v>
                </c:pt>
                <c:pt idx="237">
                  <c:v>2.1640000000000001</c:v>
                </c:pt>
                <c:pt idx="238">
                  <c:v>2.2349999999999999</c:v>
                </c:pt>
                <c:pt idx="239">
                  <c:v>2.2923</c:v>
                </c:pt>
                <c:pt idx="240">
                  <c:v>2.2799</c:v>
                </c:pt>
                <c:pt idx="241">
                  <c:v>2.2341000000000002</c:v>
                </c:pt>
                <c:pt idx="242">
                  <c:v>2.3064999999999998</c:v>
                </c:pt>
                <c:pt idx="243">
                  <c:v>2.2570000000000001</c:v>
                </c:pt>
                <c:pt idx="244">
                  <c:v>2.2128999999999999</c:v>
                </c:pt>
                <c:pt idx="245">
                  <c:v>2.1638000000000002</c:v>
                </c:pt>
                <c:pt idx="246">
                  <c:v>2.1619999999999999</c:v>
                </c:pt>
                <c:pt idx="247">
                  <c:v>2.0817000000000001</c:v>
                </c:pt>
                <c:pt idx="248">
                  <c:v>2.1181999999999999</c:v>
                </c:pt>
                <c:pt idx="249">
                  <c:v>2.0590999999999999</c:v>
                </c:pt>
              </c:numCache>
            </c:numRef>
          </c:val>
          <c:smooth val="0"/>
        </c:ser>
        <c:dLbls>
          <c:showLegendKey val="0"/>
          <c:showVal val="0"/>
          <c:showCatName val="0"/>
          <c:showSerName val="0"/>
          <c:showPercent val="0"/>
          <c:showBubbleSize val="0"/>
        </c:dLbls>
        <c:marker val="1"/>
        <c:smooth val="0"/>
        <c:axId val="123924480"/>
        <c:axId val="123922688"/>
      </c:lineChart>
      <c:dateAx>
        <c:axId val="123902976"/>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123921152"/>
        <c:crossesAt val="-75"/>
        <c:auto val="1"/>
        <c:lblOffset val="100"/>
        <c:baseTimeUnit val="days"/>
        <c:majorUnit val="2"/>
        <c:majorTimeUnit val="months"/>
      </c:dateAx>
      <c:valAx>
        <c:axId val="123921152"/>
        <c:scaling>
          <c:orientation val="minMax"/>
          <c:min val="-75"/>
        </c:scaling>
        <c:delete val="0"/>
        <c:axPos val="l"/>
        <c:numFmt formatCode="General" sourceLinked="1"/>
        <c:majorTickMark val="none"/>
        <c:minorTickMark val="none"/>
        <c:tickLblPos val="nextTo"/>
        <c:spPr>
          <a:noFill/>
          <a:ln>
            <a:solidFill>
              <a:schemeClr val="tx1"/>
            </a:solidFill>
          </a:ln>
          <a:effectLst/>
        </c:spPr>
        <c:txPr>
          <a:bodyPr rot="-60000000" vert="horz"/>
          <a:lstStyle/>
          <a:p>
            <a:pPr>
              <a:defRPr/>
            </a:pPr>
            <a:endParaRPr lang="en-US"/>
          </a:p>
        </c:txPr>
        <c:crossAx val="123902976"/>
        <c:crosses val="autoZero"/>
        <c:crossBetween val="between"/>
      </c:valAx>
      <c:valAx>
        <c:axId val="123922688"/>
        <c:scaling>
          <c:orientation val="minMax"/>
          <c:min val="1"/>
        </c:scaling>
        <c:delete val="0"/>
        <c:axPos val="r"/>
        <c:numFmt formatCode="General" sourceLinked="1"/>
        <c:majorTickMark val="out"/>
        <c:minorTickMark val="none"/>
        <c:tickLblPos val="nextTo"/>
        <c:spPr>
          <a:noFill/>
          <a:ln>
            <a:solidFill>
              <a:schemeClr val="tx1"/>
            </a:solidFill>
          </a:ln>
          <a:effectLst/>
        </c:spPr>
        <c:txPr>
          <a:bodyPr rot="-60000000" vert="horz"/>
          <a:lstStyle/>
          <a:p>
            <a:pPr>
              <a:defRPr/>
            </a:pPr>
            <a:endParaRPr lang="en-US"/>
          </a:p>
        </c:txPr>
        <c:crossAx val="123924480"/>
        <c:crosses val="max"/>
        <c:crossBetween val="between"/>
      </c:valAx>
      <c:dateAx>
        <c:axId val="123924480"/>
        <c:scaling>
          <c:orientation val="minMax"/>
        </c:scaling>
        <c:delete val="1"/>
        <c:axPos val="b"/>
        <c:numFmt formatCode="m/d/yyyy" sourceLinked="1"/>
        <c:majorTickMark val="out"/>
        <c:minorTickMark val="none"/>
        <c:tickLblPos val="nextTo"/>
        <c:crossAx val="123922688"/>
        <c:crosses val="autoZero"/>
        <c:auto val="1"/>
        <c:lblOffset val="100"/>
        <c:baseTimeUnit val="days"/>
      </c:dateAx>
      <c:spPr>
        <a:noFill/>
        <a:ln>
          <a:noFill/>
        </a:ln>
        <a:effectLst/>
      </c:spPr>
    </c:plotArea>
    <c:legend>
      <c:legendPos val="b"/>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Sheet1!$K$11:$K$260</c:f>
              <c:numCache>
                <c:formatCode>mm/dd/yy</c:formatCode>
                <c:ptCount val="250"/>
                <c:pt idx="0">
                  <c:v>41641</c:v>
                </c:pt>
                <c:pt idx="1">
                  <c:v>41642</c:v>
                </c:pt>
                <c:pt idx="2">
                  <c:v>41645</c:v>
                </c:pt>
                <c:pt idx="3">
                  <c:v>41646</c:v>
                </c:pt>
                <c:pt idx="4">
                  <c:v>41647</c:v>
                </c:pt>
                <c:pt idx="5">
                  <c:v>41648</c:v>
                </c:pt>
                <c:pt idx="6">
                  <c:v>41649</c:v>
                </c:pt>
                <c:pt idx="7">
                  <c:v>41652</c:v>
                </c:pt>
                <c:pt idx="8">
                  <c:v>41653</c:v>
                </c:pt>
                <c:pt idx="9">
                  <c:v>41654</c:v>
                </c:pt>
                <c:pt idx="10">
                  <c:v>41655</c:v>
                </c:pt>
                <c:pt idx="11">
                  <c:v>41656</c:v>
                </c:pt>
                <c:pt idx="12">
                  <c:v>41660</c:v>
                </c:pt>
                <c:pt idx="13">
                  <c:v>41661</c:v>
                </c:pt>
                <c:pt idx="14">
                  <c:v>41662</c:v>
                </c:pt>
                <c:pt idx="15">
                  <c:v>41663</c:v>
                </c:pt>
                <c:pt idx="16">
                  <c:v>41666</c:v>
                </c:pt>
                <c:pt idx="17">
                  <c:v>41667</c:v>
                </c:pt>
                <c:pt idx="18">
                  <c:v>41668</c:v>
                </c:pt>
                <c:pt idx="19">
                  <c:v>41669</c:v>
                </c:pt>
                <c:pt idx="20">
                  <c:v>41670</c:v>
                </c:pt>
                <c:pt idx="21">
                  <c:v>41673</c:v>
                </c:pt>
                <c:pt idx="22">
                  <c:v>41674</c:v>
                </c:pt>
                <c:pt idx="23">
                  <c:v>41675</c:v>
                </c:pt>
                <c:pt idx="24">
                  <c:v>41676</c:v>
                </c:pt>
                <c:pt idx="25">
                  <c:v>41677</c:v>
                </c:pt>
                <c:pt idx="26">
                  <c:v>41680</c:v>
                </c:pt>
                <c:pt idx="27">
                  <c:v>41681</c:v>
                </c:pt>
                <c:pt idx="28">
                  <c:v>41682</c:v>
                </c:pt>
                <c:pt idx="29">
                  <c:v>41683</c:v>
                </c:pt>
                <c:pt idx="30">
                  <c:v>41684</c:v>
                </c:pt>
                <c:pt idx="31">
                  <c:v>41688</c:v>
                </c:pt>
                <c:pt idx="32">
                  <c:v>41689</c:v>
                </c:pt>
                <c:pt idx="33">
                  <c:v>41690</c:v>
                </c:pt>
                <c:pt idx="34">
                  <c:v>41691</c:v>
                </c:pt>
                <c:pt idx="35">
                  <c:v>41694</c:v>
                </c:pt>
                <c:pt idx="36">
                  <c:v>41695</c:v>
                </c:pt>
                <c:pt idx="37">
                  <c:v>41696</c:v>
                </c:pt>
                <c:pt idx="38">
                  <c:v>41697</c:v>
                </c:pt>
                <c:pt idx="39">
                  <c:v>41698</c:v>
                </c:pt>
                <c:pt idx="40">
                  <c:v>41701</c:v>
                </c:pt>
                <c:pt idx="41">
                  <c:v>41702</c:v>
                </c:pt>
                <c:pt idx="42">
                  <c:v>41703</c:v>
                </c:pt>
                <c:pt idx="43">
                  <c:v>41704</c:v>
                </c:pt>
                <c:pt idx="44">
                  <c:v>41705</c:v>
                </c:pt>
                <c:pt idx="45">
                  <c:v>41708</c:v>
                </c:pt>
                <c:pt idx="46">
                  <c:v>41709</c:v>
                </c:pt>
                <c:pt idx="47">
                  <c:v>41710</c:v>
                </c:pt>
                <c:pt idx="48">
                  <c:v>41711</c:v>
                </c:pt>
                <c:pt idx="49">
                  <c:v>41712</c:v>
                </c:pt>
                <c:pt idx="50">
                  <c:v>41715</c:v>
                </c:pt>
                <c:pt idx="51">
                  <c:v>41716</c:v>
                </c:pt>
                <c:pt idx="52">
                  <c:v>41717</c:v>
                </c:pt>
                <c:pt idx="53">
                  <c:v>41718</c:v>
                </c:pt>
                <c:pt idx="54">
                  <c:v>41719</c:v>
                </c:pt>
                <c:pt idx="55">
                  <c:v>41722</c:v>
                </c:pt>
                <c:pt idx="56">
                  <c:v>41723</c:v>
                </c:pt>
                <c:pt idx="57">
                  <c:v>41724</c:v>
                </c:pt>
                <c:pt idx="58">
                  <c:v>41725</c:v>
                </c:pt>
                <c:pt idx="59">
                  <c:v>41726</c:v>
                </c:pt>
                <c:pt idx="60">
                  <c:v>41729</c:v>
                </c:pt>
                <c:pt idx="61">
                  <c:v>41730</c:v>
                </c:pt>
                <c:pt idx="62">
                  <c:v>41731</c:v>
                </c:pt>
                <c:pt idx="63">
                  <c:v>41732</c:v>
                </c:pt>
                <c:pt idx="64">
                  <c:v>41733</c:v>
                </c:pt>
                <c:pt idx="65">
                  <c:v>41736</c:v>
                </c:pt>
                <c:pt idx="66">
                  <c:v>41737</c:v>
                </c:pt>
                <c:pt idx="67">
                  <c:v>41738</c:v>
                </c:pt>
                <c:pt idx="68">
                  <c:v>41739</c:v>
                </c:pt>
                <c:pt idx="69">
                  <c:v>41740</c:v>
                </c:pt>
                <c:pt idx="70">
                  <c:v>41743</c:v>
                </c:pt>
                <c:pt idx="71">
                  <c:v>41744</c:v>
                </c:pt>
                <c:pt idx="72">
                  <c:v>41745</c:v>
                </c:pt>
                <c:pt idx="73">
                  <c:v>41746</c:v>
                </c:pt>
                <c:pt idx="74">
                  <c:v>41750</c:v>
                </c:pt>
                <c:pt idx="75">
                  <c:v>41751</c:v>
                </c:pt>
                <c:pt idx="76">
                  <c:v>41752</c:v>
                </c:pt>
                <c:pt idx="77">
                  <c:v>41753</c:v>
                </c:pt>
                <c:pt idx="78">
                  <c:v>41754</c:v>
                </c:pt>
                <c:pt idx="79">
                  <c:v>41757</c:v>
                </c:pt>
                <c:pt idx="80">
                  <c:v>41758</c:v>
                </c:pt>
                <c:pt idx="81">
                  <c:v>41759</c:v>
                </c:pt>
                <c:pt idx="82">
                  <c:v>41760</c:v>
                </c:pt>
                <c:pt idx="83">
                  <c:v>41761</c:v>
                </c:pt>
                <c:pt idx="84">
                  <c:v>41764</c:v>
                </c:pt>
                <c:pt idx="85">
                  <c:v>41765</c:v>
                </c:pt>
                <c:pt idx="86">
                  <c:v>41766</c:v>
                </c:pt>
                <c:pt idx="87">
                  <c:v>41767</c:v>
                </c:pt>
                <c:pt idx="88">
                  <c:v>41768</c:v>
                </c:pt>
                <c:pt idx="89">
                  <c:v>41771</c:v>
                </c:pt>
                <c:pt idx="90">
                  <c:v>41772</c:v>
                </c:pt>
                <c:pt idx="91">
                  <c:v>41773</c:v>
                </c:pt>
                <c:pt idx="92">
                  <c:v>41774</c:v>
                </c:pt>
                <c:pt idx="93">
                  <c:v>41775</c:v>
                </c:pt>
                <c:pt idx="94">
                  <c:v>41778</c:v>
                </c:pt>
                <c:pt idx="95">
                  <c:v>41779</c:v>
                </c:pt>
                <c:pt idx="96">
                  <c:v>41780</c:v>
                </c:pt>
                <c:pt idx="97">
                  <c:v>41781</c:v>
                </c:pt>
                <c:pt idx="98">
                  <c:v>41782</c:v>
                </c:pt>
                <c:pt idx="99">
                  <c:v>41786</c:v>
                </c:pt>
                <c:pt idx="100">
                  <c:v>41787</c:v>
                </c:pt>
                <c:pt idx="101">
                  <c:v>41788</c:v>
                </c:pt>
                <c:pt idx="102">
                  <c:v>41789</c:v>
                </c:pt>
                <c:pt idx="103">
                  <c:v>41792</c:v>
                </c:pt>
                <c:pt idx="104">
                  <c:v>41793</c:v>
                </c:pt>
                <c:pt idx="105">
                  <c:v>41794</c:v>
                </c:pt>
                <c:pt idx="106">
                  <c:v>41795</c:v>
                </c:pt>
                <c:pt idx="107">
                  <c:v>41796</c:v>
                </c:pt>
                <c:pt idx="108">
                  <c:v>41799</c:v>
                </c:pt>
                <c:pt idx="109">
                  <c:v>41800</c:v>
                </c:pt>
                <c:pt idx="110">
                  <c:v>41801</c:v>
                </c:pt>
                <c:pt idx="111">
                  <c:v>41802</c:v>
                </c:pt>
                <c:pt idx="112">
                  <c:v>41803</c:v>
                </c:pt>
                <c:pt idx="113">
                  <c:v>41806</c:v>
                </c:pt>
                <c:pt idx="114">
                  <c:v>41807</c:v>
                </c:pt>
                <c:pt idx="115">
                  <c:v>41808</c:v>
                </c:pt>
                <c:pt idx="116">
                  <c:v>41809</c:v>
                </c:pt>
                <c:pt idx="117">
                  <c:v>41810</c:v>
                </c:pt>
                <c:pt idx="118">
                  <c:v>41813</c:v>
                </c:pt>
                <c:pt idx="119">
                  <c:v>41814</c:v>
                </c:pt>
                <c:pt idx="120">
                  <c:v>41815</c:v>
                </c:pt>
                <c:pt idx="121">
                  <c:v>41816</c:v>
                </c:pt>
                <c:pt idx="122">
                  <c:v>41817</c:v>
                </c:pt>
                <c:pt idx="123">
                  <c:v>41820</c:v>
                </c:pt>
                <c:pt idx="124">
                  <c:v>41821</c:v>
                </c:pt>
                <c:pt idx="125">
                  <c:v>41822</c:v>
                </c:pt>
                <c:pt idx="126">
                  <c:v>41823</c:v>
                </c:pt>
                <c:pt idx="127">
                  <c:v>41827</c:v>
                </c:pt>
                <c:pt idx="128">
                  <c:v>41828</c:v>
                </c:pt>
                <c:pt idx="129">
                  <c:v>41829</c:v>
                </c:pt>
                <c:pt idx="130">
                  <c:v>41830</c:v>
                </c:pt>
                <c:pt idx="131">
                  <c:v>41831</c:v>
                </c:pt>
                <c:pt idx="132">
                  <c:v>41834</c:v>
                </c:pt>
                <c:pt idx="133">
                  <c:v>41835</c:v>
                </c:pt>
                <c:pt idx="134">
                  <c:v>41836</c:v>
                </c:pt>
                <c:pt idx="135">
                  <c:v>41837</c:v>
                </c:pt>
                <c:pt idx="136">
                  <c:v>41838</c:v>
                </c:pt>
                <c:pt idx="137">
                  <c:v>41841</c:v>
                </c:pt>
                <c:pt idx="138">
                  <c:v>41842</c:v>
                </c:pt>
                <c:pt idx="139">
                  <c:v>41843</c:v>
                </c:pt>
                <c:pt idx="140">
                  <c:v>41844</c:v>
                </c:pt>
                <c:pt idx="141">
                  <c:v>41845</c:v>
                </c:pt>
                <c:pt idx="142">
                  <c:v>41848</c:v>
                </c:pt>
                <c:pt idx="143">
                  <c:v>41849</c:v>
                </c:pt>
                <c:pt idx="144">
                  <c:v>41850</c:v>
                </c:pt>
                <c:pt idx="145">
                  <c:v>41851</c:v>
                </c:pt>
                <c:pt idx="146">
                  <c:v>41852</c:v>
                </c:pt>
                <c:pt idx="147">
                  <c:v>41855</c:v>
                </c:pt>
                <c:pt idx="148">
                  <c:v>41856</c:v>
                </c:pt>
                <c:pt idx="149">
                  <c:v>41857</c:v>
                </c:pt>
                <c:pt idx="150">
                  <c:v>41858</c:v>
                </c:pt>
                <c:pt idx="151">
                  <c:v>41859</c:v>
                </c:pt>
                <c:pt idx="152">
                  <c:v>41862</c:v>
                </c:pt>
                <c:pt idx="153">
                  <c:v>41863</c:v>
                </c:pt>
                <c:pt idx="154">
                  <c:v>41864</c:v>
                </c:pt>
                <c:pt idx="155">
                  <c:v>41865</c:v>
                </c:pt>
                <c:pt idx="156">
                  <c:v>41866</c:v>
                </c:pt>
                <c:pt idx="157">
                  <c:v>41869</c:v>
                </c:pt>
                <c:pt idx="158">
                  <c:v>41870</c:v>
                </c:pt>
                <c:pt idx="159">
                  <c:v>41871</c:v>
                </c:pt>
                <c:pt idx="160">
                  <c:v>41872</c:v>
                </c:pt>
                <c:pt idx="161">
                  <c:v>41873</c:v>
                </c:pt>
                <c:pt idx="162">
                  <c:v>41876</c:v>
                </c:pt>
                <c:pt idx="163">
                  <c:v>41877</c:v>
                </c:pt>
                <c:pt idx="164">
                  <c:v>41878</c:v>
                </c:pt>
                <c:pt idx="165">
                  <c:v>41879</c:v>
                </c:pt>
                <c:pt idx="166">
                  <c:v>41880</c:v>
                </c:pt>
                <c:pt idx="167">
                  <c:v>41884</c:v>
                </c:pt>
                <c:pt idx="168">
                  <c:v>41885</c:v>
                </c:pt>
                <c:pt idx="169">
                  <c:v>41886</c:v>
                </c:pt>
                <c:pt idx="170">
                  <c:v>41887</c:v>
                </c:pt>
                <c:pt idx="171">
                  <c:v>41890</c:v>
                </c:pt>
                <c:pt idx="172">
                  <c:v>41891</c:v>
                </c:pt>
                <c:pt idx="173">
                  <c:v>41892</c:v>
                </c:pt>
                <c:pt idx="174">
                  <c:v>41893</c:v>
                </c:pt>
                <c:pt idx="175">
                  <c:v>41894</c:v>
                </c:pt>
                <c:pt idx="176">
                  <c:v>41897</c:v>
                </c:pt>
                <c:pt idx="177">
                  <c:v>41898</c:v>
                </c:pt>
                <c:pt idx="178">
                  <c:v>41899</c:v>
                </c:pt>
                <c:pt idx="179">
                  <c:v>41900</c:v>
                </c:pt>
                <c:pt idx="180">
                  <c:v>41901</c:v>
                </c:pt>
                <c:pt idx="181">
                  <c:v>41904</c:v>
                </c:pt>
                <c:pt idx="182">
                  <c:v>41905</c:v>
                </c:pt>
                <c:pt idx="183">
                  <c:v>41906</c:v>
                </c:pt>
                <c:pt idx="184">
                  <c:v>41907</c:v>
                </c:pt>
                <c:pt idx="185">
                  <c:v>41908</c:v>
                </c:pt>
                <c:pt idx="186">
                  <c:v>41911</c:v>
                </c:pt>
                <c:pt idx="187">
                  <c:v>41912</c:v>
                </c:pt>
                <c:pt idx="188">
                  <c:v>41913</c:v>
                </c:pt>
                <c:pt idx="189">
                  <c:v>41914</c:v>
                </c:pt>
                <c:pt idx="190">
                  <c:v>41915</c:v>
                </c:pt>
                <c:pt idx="191">
                  <c:v>41918</c:v>
                </c:pt>
                <c:pt idx="192">
                  <c:v>41919</c:v>
                </c:pt>
                <c:pt idx="193">
                  <c:v>41920</c:v>
                </c:pt>
                <c:pt idx="194">
                  <c:v>41921</c:v>
                </c:pt>
                <c:pt idx="195">
                  <c:v>41922</c:v>
                </c:pt>
                <c:pt idx="196">
                  <c:v>41926</c:v>
                </c:pt>
                <c:pt idx="197">
                  <c:v>41927</c:v>
                </c:pt>
                <c:pt idx="198">
                  <c:v>41928</c:v>
                </c:pt>
                <c:pt idx="199">
                  <c:v>41929</c:v>
                </c:pt>
                <c:pt idx="200">
                  <c:v>41932</c:v>
                </c:pt>
                <c:pt idx="201">
                  <c:v>41933</c:v>
                </c:pt>
                <c:pt idx="202">
                  <c:v>41934</c:v>
                </c:pt>
                <c:pt idx="203">
                  <c:v>41935</c:v>
                </c:pt>
                <c:pt idx="204">
                  <c:v>41936</c:v>
                </c:pt>
                <c:pt idx="205">
                  <c:v>41939</c:v>
                </c:pt>
                <c:pt idx="206">
                  <c:v>41940</c:v>
                </c:pt>
                <c:pt idx="207">
                  <c:v>41941</c:v>
                </c:pt>
                <c:pt idx="208">
                  <c:v>41942</c:v>
                </c:pt>
                <c:pt idx="209">
                  <c:v>41943</c:v>
                </c:pt>
                <c:pt idx="210">
                  <c:v>41946</c:v>
                </c:pt>
                <c:pt idx="211">
                  <c:v>41947</c:v>
                </c:pt>
                <c:pt idx="212">
                  <c:v>41948</c:v>
                </c:pt>
                <c:pt idx="213">
                  <c:v>41949</c:v>
                </c:pt>
                <c:pt idx="214">
                  <c:v>41950</c:v>
                </c:pt>
                <c:pt idx="215">
                  <c:v>41953</c:v>
                </c:pt>
                <c:pt idx="216">
                  <c:v>41955</c:v>
                </c:pt>
                <c:pt idx="217">
                  <c:v>41956</c:v>
                </c:pt>
                <c:pt idx="218">
                  <c:v>41957</c:v>
                </c:pt>
                <c:pt idx="219">
                  <c:v>41960</c:v>
                </c:pt>
                <c:pt idx="220">
                  <c:v>41961</c:v>
                </c:pt>
                <c:pt idx="221">
                  <c:v>41962</c:v>
                </c:pt>
                <c:pt idx="222">
                  <c:v>41963</c:v>
                </c:pt>
                <c:pt idx="223">
                  <c:v>41964</c:v>
                </c:pt>
                <c:pt idx="224">
                  <c:v>41967</c:v>
                </c:pt>
                <c:pt idx="225">
                  <c:v>41968</c:v>
                </c:pt>
                <c:pt idx="226">
                  <c:v>41969</c:v>
                </c:pt>
                <c:pt idx="227">
                  <c:v>41971</c:v>
                </c:pt>
                <c:pt idx="228">
                  <c:v>41974</c:v>
                </c:pt>
                <c:pt idx="229">
                  <c:v>41975</c:v>
                </c:pt>
                <c:pt idx="230">
                  <c:v>41976</c:v>
                </c:pt>
                <c:pt idx="231">
                  <c:v>41977</c:v>
                </c:pt>
                <c:pt idx="232">
                  <c:v>41978</c:v>
                </c:pt>
                <c:pt idx="233">
                  <c:v>41981</c:v>
                </c:pt>
                <c:pt idx="234">
                  <c:v>41982</c:v>
                </c:pt>
                <c:pt idx="235">
                  <c:v>41983</c:v>
                </c:pt>
                <c:pt idx="236">
                  <c:v>41984</c:v>
                </c:pt>
                <c:pt idx="237">
                  <c:v>41985</c:v>
                </c:pt>
                <c:pt idx="238">
                  <c:v>41988</c:v>
                </c:pt>
                <c:pt idx="239">
                  <c:v>41989</c:v>
                </c:pt>
                <c:pt idx="240">
                  <c:v>41990</c:v>
                </c:pt>
                <c:pt idx="241">
                  <c:v>41991</c:v>
                </c:pt>
                <c:pt idx="242">
                  <c:v>41992</c:v>
                </c:pt>
                <c:pt idx="243">
                  <c:v>41995</c:v>
                </c:pt>
                <c:pt idx="244">
                  <c:v>41996</c:v>
                </c:pt>
                <c:pt idx="245">
                  <c:v>41997</c:v>
                </c:pt>
                <c:pt idx="246">
                  <c:v>41999</c:v>
                </c:pt>
                <c:pt idx="247">
                  <c:v>42002</c:v>
                </c:pt>
                <c:pt idx="248">
                  <c:v>42003</c:v>
                </c:pt>
                <c:pt idx="249">
                  <c:v>42004</c:v>
                </c:pt>
              </c:numCache>
            </c:numRef>
          </c:cat>
          <c:val>
            <c:numRef>
              <c:f>Sheet1!$L$11:$L$260</c:f>
              <c:numCache>
                <c:formatCode>0.0</c:formatCode>
                <c:ptCount val="250"/>
                <c:pt idx="0">
                  <c:v>18.619765391544998</c:v>
                </c:pt>
                <c:pt idx="1">
                  <c:v>18.618080279537001</c:v>
                </c:pt>
                <c:pt idx="2">
                  <c:v>18.719869580480999</c:v>
                </c:pt>
                <c:pt idx="3">
                  <c:v>18.962150885549001</c:v>
                </c:pt>
                <c:pt idx="4">
                  <c:v>18.909337306329999</c:v>
                </c:pt>
                <c:pt idx="5">
                  <c:v>16.374797156513999</c:v>
                </c:pt>
                <c:pt idx="6">
                  <c:v>16.954697358095</c:v>
                </c:pt>
                <c:pt idx="7">
                  <c:v>19.170426719161</c:v>
                </c:pt>
                <c:pt idx="8">
                  <c:v>18.857674187036999</c:v>
                </c:pt>
                <c:pt idx="9">
                  <c:v>18.779100375165001</c:v>
                </c:pt>
                <c:pt idx="10">
                  <c:v>18.987231754201002</c:v>
                </c:pt>
                <c:pt idx="11">
                  <c:v>19.161700093259</c:v>
                </c:pt>
                <c:pt idx="12">
                  <c:v>19.282612156761001</c:v>
                </c:pt>
                <c:pt idx="13">
                  <c:v>19.143156725899001</c:v>
                </c:pt>
                <c:pt idx="14">
                  <c:v>19.650152930722001</c:v>
                </c:pt>
                <c:pt idx="15">
                  <c:v>19.925095212296</c:v>
                </c:pt>
                <c:pt idx="16">
                  <c:v>19.730088829378001</c:v>
                </c:pt>
                <c:pt idx="17">
                  <c:v>19.505554183326002</c:v>
                </c:pt>
                <c:pt idx="18">
                  <c:v>19.874702294500999</c:v>
                </c:pt>
                <c:pt idx="19">
                  <c:v>19.486090639646999</c:v>
                </c:pt>
                <c:pt idx="20">
                  <c:v>19.593460508734001</c:v>
                </c:pt>
                <c:pt idx="21">
                  <c:v>20.154168009812</c:v>
                </c:pt>
                <c:pt idx="22">
                  <c:v>19.596890981552999</c:v>
                </c:pt>
                <c:pt idx="23">
                  <c:v>19.217387438079001</c:v>
                </c:pt>
                <c:pt idx="24">
                  <c:v>19.085024687991002</c:v>
                </c:pt>
                <c:pt idx="25">
                  <c:v>19.648281298716999</c:v>
                </c:pt>
                <c:pt idx="26">
                  <c:v>19.623918599164</c:v>
                </c:pt>
                <c:pt idx="27">
                  <c:v>19.402157853216</c:v>
                </c:pt>
                <c:pt idx="28">
                  <c:v>19.277788708687002</c:v>
                </c:pt>
                <c:pt idx="29">
                  <c:v>19.484051031128999</c:v>
                </c:pt>
                <c:pt idx="30">
                  <c:v>19.281878843963</c:v>
                </c:pt>
                <c:pt idx="31">
                  <c:v>19.40706748433</c:v>
                </c:pt>
                <c:pt idx="32">
                  <c:v>19.324861022290001</c:v>
                </c:pt>
                <c:pt idx="33">
                  <c:v>19.429397234296001</c:v>
                </c:pt>
                <c:pt idx="34">
                  <c:v>19.638723210813001</c:v>
                </c:pt>
                <c:pt idx="35">
                  <c:v>18.884859448821</c:v>
                </c:pt>
                <c:pt idx="36">
                  <c:v>19.597215995473</c:v>
                </c:pt>
                <c:pt idx="37">
                  <c:v>19.80857887865</c:v>
                </c:pt>
                <c:pt idx="38">
                  <c:v>18.255163398057999</c:v>
                </c:pt>
                <c:pt idx="39">
                  <c:v>18.16641993747</c:v>
                </c:pt>
                <c:pt idx="40">
                  <c:v>18.388547319684001</c:v>
                </c:pt>
                <c:pt idx="41">
                  <c:v>17.924371963209001</c:v>
                </c:pt>
                <c:pt idx="42">
                  <c:v>17.877634650794</c:v>
                </c:pt>
                <c:pt idx="43">
                  <c:v>17.725486122911001</c:v>
                </c:pt>
                <c:pt idx="44">
                  <c:v>17.614113060346</c:v>
                </c:pt>
                <c:pt idx="45">
                  <c:v>17.639739443328001</c:v>
                </c:pt>
                <c:pt idx="46">
                  <c:v>17.714176739538999</c:v>
                </c:pt>
                <c:pt idx="47">
                  <c:v>17.997803255095999</c:v>
                </c:pt>
                <c:pt idx="48">
                  <c:v>18.360592846266002</c:v>
                </c:pt>
                <c:pt idx="49">
                  <c:v>18.963526057557001</c:v>
                </c:pt>
                <c:pt idx="50">
                  <c:v>18.571358600278</c:v>
                </c:pt>
                <c:pt idx="51">
                  <c:v>18.639939413777</c:v>
                </c:pt>
                <c:pt idx="52">
                  <c:v>18.497403014865998</c:v>
                </c:pt>
                <c:pt idx="53">
                  <c:v>18.553197088707002</c:v>
                </c:pt>
                <c:pt idx="54">
                  <c:v>18.920847879924001</c:v>
                </c:pt>
                <c:pt idx="55">
                  <c:v>19.070657066700999</c:v>
                </c:pt>
                <c:pt idx="56">
                  <c:v>19.056382847407001</c:v>
                </c:pt>
                <c:pt idx="57">
                  <c:v>18.859152055694</c:v>
                </c:pt>
                <c:pt idx="58">
                  <c:v>19.039985560224</c:v>
                </c:pt>
                <c:pt idx="59">
                  <c:v>18.870851757503999</c:v>
                </c:pt>
                <c:pt idx="60">
                  <c:v>18.504455475627999</c:v>
                </c:pt>
                <c:pt idx="61">
                  <c:v>19.187001930438001</c:v>
                </c:pt>
                <c:pt idx="62">
                  <c:v>19.116483073708</c:v>
                </c:pt>
                <c:pt idx="63">
                  <c:v>19.256989296221999</c:v>
                </c:pt>
                <c:pt idx="64">
                  <c:v>19.411791156835999</c:v>
                </c:pt>
                <c:pt idx="65">
                  <c:v>19.518009964623001</c:v>
                </c:pt>
                <c:pt idx="66">
                  <c:v>19.730929934919001</c:v>
                </c:pt>
                <c:pt idx="67">
                  <c:v>19.579101660244</c:v>
                </c:pt>
                <c:pt idx="68">
                  <c:v>20.990967224845001</c:v>
                </c:pt>
                <c:pt idx="69">
                  <c:v>20.468414059983999</c:v>
                </c:pt>
                <c:pt idx="70">
                  <c:v>20.321864897242001</c:v>
                </c:pt>
                <c:pt idx="71">
                  <c:v>20.415209580450998</c:v>
                </c:pt>
                <c:pt idx="72">
                  <c:v>20.405969357985999</c:v>
                </c:pt>
                <c:pt idx="73">
                  <c:v>20.025205915788</c:v>
                </c:pt>
                <c:pt idx="74">
                  <c:v>19.954045629119999</c:v>
                </c:pt>
                <c:pt idx="75">
                  <c:v>20.076729610664</c:v>
                </c:pt>
                <c:pt idx="76">
                  <c:v>20.401645125742</c:v>
                </c:pt>
                <c:pt idx="77">
                  <c:v>20.437018220942999</c:v>
                </c:pt>
                <c:pt idx="78">
                  <c:v>20.301703211166998</c:v>
                </c:pt>
                <c:pt idx="79">
                  <c:v>20.205654045784001</c:v>
                </c:pt>
                <c:pt idx="80">
                  <c:v>20.092636864905</c:v>
                </c:pt>
                <c:pt idx="81">
                  <c:v>20.809320840868001</c:v>
                </c:pt>
                <c:pt idx="82">
                  <c:v>20.676335872743</c:v>
                </c:pt>
                <c:pt idx="83">
                  <c:v>20.938669092243</c:v>
                </c:pt>
                <c:pt idx="84">
                  <c:v>20.732132719424001</c:v>
                </c:pt>
                <c:pt idx="85">
                  <c:v>20.979920149826</c:v>
                </c:pt>
                <c:pt idx="86">
                  <c:v>20.098467045479001</c:v>
                </c:pt>
                <c:pt idx="87">
                  <c:v>20.081522121313</c:v>
                </c:pt>
                <c:pt idx="88">
                  <c:v>19.799651140354001</c:v>
                </c:pt>
                <c:pt idx="89">
                  <c:v>19.690454810769001</c:v>
                </c:pt>
                <c:pt idx="90">
                  <c:v>19.730341588194001</c:v>
                </c:pt>
                <c:pt idx="91">
                  <c:v>20.046301163990002</c:v>
                </c:pt>
                <c:pt idx="92">
                  <c:v>20.200634957595</c:v>
                </c:pt>
                <c:pt idx="93">
                  <c:v>19.851519807656</c:v>
                </c:pt>
                <c:pt idx="94">
                  <c:v>19.547604805532998</c:v>
                </c:pt>
                <c:pt idx="95">
                  <c:v>19.837572056281999</c:v>
                </c:pt>
                <c:pt idx="96">
                  <c:v>18.880290504676001</c:v>
                </c:pt>
                <c:pt idx="97">
                  <c:v>18.794357697121001</c:v>
                </c:pt>
                <c:pt idx="98">
                  <c:v>18.974604328826999</c:v>
                </c:pt>
                <c:pt idx="99">
                  <c:v>18.945791843273</c:v>
                </c:pt>
                <c:pt idx="100">
                  <c:v>19.799704338236001</c:v>
                </c:pt>
                <c:pt idx="101">
                  <c:v>19.66493607648</c:v>
                </c:pt>
                <c:pt idx="102">
                  <c:v>19.534372874839999</c:v>
                </c:pt>
                <c:pt idx="103">
                  <c:v>18.911441311853999</c:v>
                </c:pt>
                <c:pt idx="104">
                  <c:v>18.415052382561999</c:v>
                </c:pt>
                <c:pt idx="105">
                  <c:v>18.572716589521001</c:v>
                </c:pt>
                <c:pt idx="106">
                  <c:v>18.421889553688001</c:v>
                </c:pt>
                <c:pt idx="107">
                  <c:v>18.144620676302001</c:v>
                </c:pt>
                <c:pt idx="108">
                  <c:v>18.258948994145999</c:v>
                </c:pt>
                <c:pt idx="109">
                  <c:v>18.165582030941</c:v>
                </c:pt>
                <c:pt idx="110">
                  <c:v>18.098926816018</c:v>
                </c:pt>
                <c:pt idx="111">
                  <c:v>18.569747319927</c:v>
                </c:pt>
                <c:pt idx="112">
                  <c:v>17.649288124784</c:v>
                </c:pt>
                <c:pt idx="113">
                  <c:v>17.790308892024999</c:v>
                </c:pt>
                <c:pt idx="114">
                  <c:v>17.517573014808999</c:v>
                </c:pt>
                <c:pt idx="115">
                  <c:v>17.750262202247999</c:v>
                </c:pt>
                <c:pt idx="116">
                  <c:v>17.696914370801</c:v>
                </c:pt>
                <c:pt idx="117">
                  <c:v>17.973769365553999</c:v>
                </c:pt>
                <c:pt idx="118">
                  <c:v>18.063239651174001</c:v>
                </c:pt>
                <c:pt idx="119">
                  <c:v>18.212276596763999</c:v>
                </c:pt>
                <c:pt idx="120">
                  <c:v>18.015470880504001</c:v>
                </c:pt>
                <c:pt idx="121">
                  <c:v>18.193737154758999</c:v>
                </c:pt>
                <c:pt idx="122">
                  <c:v>18.141235259041999</c:v>
                </c:pt>
                <c:pt idx="123">
                  <c:v>18.650756669296999</c:v>
                </c:pt>
                <c:pt idx="124">
                  <c:v>17.379243071977999</c:v>
                </c:pt>
                <c:pt idx="125">
                  <c:v>17.126155986097</c:v>
                </c:pt>
                <c:pt idx="126">
                  <c:v>17.130664483116</c:v>
                </c:pt>
                <c:pt idx="127">
                  <c:v>17.357036113917999</c:v>
                </c:pt>
                <c:pt idx="128">
                  <c:v>17.501063504514999</c:v>
                </c:pt>
                <c:pt idx="129">
                  <c:v>17.475732683819999</c:v>
                </c:pt>
                <c:pt idx="130">
                  <c:v>17.078664716837999</c:v>
                </c:pt>
                <c:pt idx="131">
                  <c:v>17.213682870460001</c:v>
                </c:pt>
                <c:pt idx="132">
                  <c:v>17.379130051120001</c:v>
                </c:pt>
                <c:pt idx="133">
                  <c:v>17.436632392218002</c:v>
                </c:pt>
                <c:pt idx="134">
                  <c:v>17.441639479260001</c:v>
                </c:pt>
                <c:pt idx="135">
                  <c:v>17.904080226323</c:v>
                </c:pt>
                <c:pt idx="136">
                  <c:v>17.873461029649999</c:v>
                </c:pt>
                <c:pt idx="137">
                  <c:v>17.893354722733999</c:v>
                </c:pt>
                <c:pt idx="138">
                  <c:v>17.898311763900001</c:v>
                </c:pt>
                <c:pt idx="139">
                  <c:v>17.786733560243999</c:v>
                </c:pt>
                <c:pt idx="140">
                  <c:v>17.452241967273</c:v>
                </c:pt>
                <c:pt idx="141">
                  <c:v>17.850758751128001</c:v>
                </c:pt>
                <c:pt idx="142">
                  <c:v>17.359808479594999</c:v>
                </c:pt>
                <c:pt idx="143">
                  <c:v>17.536876055809</c:v>
                </c:pt>
                <c:pt idx="144">
                  <c:v>17.073965777150999</c:v>
                </c:pt>
                <c:pt idx="145">
                  <c:v>17.252895480823</c:v>
                </c:pt>
                <c:pt idx="146">
                  <c:v>17.090379566431</c:v>
                </c:pt>
                <c:pt idx="147">
                  <c:v>16.315731665813001</c:v>
                </c:pt>
                <c:pt idx="148">
                  <c:v>16.355662580924999</c:v>
                </c:pt>
                <c:pt idx="149">
                  <c:v>16.319132006829999</c:v>
                </c:pt>
                <c:pt idx="150">
                  <c:v>16.578088408959999</c:v>
                </c:pt>
                <c:pt idx="151">
                  <c:v>16.641991476065002</c:v>
                </c:pt>
                <c:pt idx="152">
                  <c:v>16.521797106667002</c:v>
                </c:pt>
                <c:pt idx="153">
                  <c:v>16.408932651447</c:v>
                </c:pt>
                <c:pt idx="154">
                  <c:v>16.562986183536001</c:v>
                </c:pt>
                <c:pt idx="155">
                  <c:v>16.817702571721</c:v>
                </c:pt>
                <c:pt idx="156">
                  <c:v>17.191712372019001</c:v>
                </c:pt>
                <c:pt idx="157">
                  <c:v>16.831214369247999</c:v>
                </c:pt>
                <c:pt idx="158">
                  <c:v>16.683094484548</c:v>
                </c:pt>
                <c:pt idx="159">
                  <c:v>17.159741877355</c:v>
                </c:pt>
                <c:pt idx="160">
                  <c:v>17.381614152657999</c:v>
                </c:pt>
                <c:pt idx="161">
                  <c:v>17.549754215658002</c:v>
                </c:pt>
                <c:pt idx="162">
                  <c:v>17.564797996888</c:v>
                </c:pt>
                <c:pt idx="163">
                  <c:v>17.246565104516002</c:v>
                </c:pt>
                <c:pt idx="164">
                  <c:v>17.413969911319999</c:v>
                </c:pt>
                <c:pt idx="165">
                  <c:v>17.654399920427998</c:v>
                </c:pt>
                <c:pt idx="166">
                  <c:v>17.550955118946</c:v>
                </c:pt>
                <c:pt idx="167">
                  <c:v>17.414762040431</c:v>
                </c:pt>
                <c:pt idx="168">
                  <c:v>17.618611752663998</c:v>
                </c:pt>
                <c:pt idx="169">
                  <c:v>17.437731256532999</c:v>
                </c:pt>
                <c:pt idx="170">
                  <c:v>17.283160780387998</c:v>
                </c:pt>
                <c:pt idx="171">
                  <c:v>17.696587621898999</c:v>
                </c:pt>
                <c:pt idx="172">
                  <c:v>17.675348839182</c:v>
                </c:pt>
                <c:pt idx="173">
                  <c:v>17.422573979757001</c:v>
                </c:pt>
                <c:pt idx="174">
                  <c:v>17.410174705334999</c:v>
                </c:pt>
                <c:pt idx="175">
                  <c:v>17.112353953500001</c:v>
                </c:pt>
                <c:pt idx="176">
                  <c:v>17.161731531019999</c:v>
                </c:pt>
                <c:pt idx="177">
                  <c:v>17.069523451696</c:v>
                </c:pt>
                <c:pt idx="178">
                  <c:v>16.724934826633</c:v>
                </c:pt>
                <c:pt idx="179">
                  <c:v>16.734008193760999</c:v>
                </c:pt>
                <c:pt idx="180">
                  <c:v>17.128097169585001</c:v>
                </c:pt>
                <c:pt idx="181">
                  <c:v>17.207423331339001</c:v>
                </c:pt>
                <c:pt idx="182">
                  <c:v>17.420197434375002</c:v>
                </c:pt>
                <c:pt idx="183">
                  <c:v>17.364239289042001</c:v>
                </c:pt>
                <c:pt idx="184">
                  <c:v>17.410408139508998</c:v>
                </c:pt>
                <c:pt idx="185">
                  <c:v>17.445708144354001</c:v>
                </c:pt>
                <c:pt idx="186">
                  <c:v>17.594577942728002</c:v>
                </c:pt>
                <c:pt idx="187">
                  <c:v>17.351579569216</c:v>
                </c:pt>
                <c:pt idx="188">
                  <c:v>18.365954684995</c:v>
                </c:pt>
                <c:pt idx="189">
                  <c:v>18.22349474668</c:v>
                </c:pt>
                <c:pt idx="190">
                  <c:v>18.361967290216999</c:v>
                </c:pt>
                <c:pt idx="191">
                  <c:v>18.304290472093999</c:v>
                </c:pt>
                <c:pt idx="192">
                  <c:v>18.404220896699002</c:v>
                </c:pt>
                <c:pt idx="193">
                  <c:v>18.424032132619999</c:v>
                </c:pt>
                <c:pt idx="194">
                  <c:v>18.528759887260001</c:v>
                </c:pt>
                <c:pt idx="195">
                  <c:v>18.779608138158</c:v>
                </c:pt>
                <c:pt idx="196">
                  <c:v>19.029265251325999</c:v>
                </c:pt>
                <c:pt idx="197">
                  <c:v>14.815349656193</c:v>
                </c:pt>
                <c:pt idx="198">
                  <c:v>14.432832175348</c:v>
                </c:pt>
                <c:pt idx="199">
                  <c:v>14.279371721482001</c:v>
                </c:pt>
                <c:pt idx="200">
                  <c:v>14.295585688776001</c:v>
                </c:pt>
                <c:pt idx="201">
                  <c:v>14.21252782929</c:v>
                </c:pt>
                <c:pt idx="202">
                  <c:v>14.192567233841</c:v>
                </c:pt>
                <c:pt idx="203">
                  <c:v>14.266159377894001</c:v>
                </c:pt>
                <c:pt idx="204">
                  <c:v>14.413568582337</c:v>
                </c:pt>
                <c:pt idx="205">
                  <c:v>14.504939834721</c:v>
                </c:pt>
                <c:pt idx="206">
                  <c:v>14.382189529281</c:v>
                </c:pt>
                <c:pt idx="207">
                  <c:v>14.392411223272999</c:v>
                </c:pt>
                <c:pt idx="208">
                  <c:v>14.406873660229</c:v>
                </c:pt>
                <c:pt idx="209">
                  <c:v>14.504216914597</c:v>
                </c:pt>
                <c:pt idx="210">
                  <c:v>14.540376339522</c:v>
                </c:pt>
                <c:pt idx="211">
                  <c:v>14.626004894099999</c:v>
                </c:pt>
                <c:pt idx="212">
                  <c:v>14.627831648367</c:v>
                </c:pt>
                <c:pt idx="213">
                  <c:v>14.599123232963001</c:v>
                </c:pt>
                <c:pt idx="214">
                  <c:v>14.623584041981999</c:v>
                </c:pt>
                <c:pt idx="215">
                  <c:v>14.437828133685001</c:v>
                </c:pt>
                <c:pt idx="216">
                  <c:v>14.463166078698</c:v>
                </c:pt>
                <c:pt idx="217">
                  <c:v>14.515260393937</c:v>
                </c:pt>
                <c:pt idx="218">
                  <c:v>14.613932422933001</c:v>
                </c:pt>
                <c:pt idx="219">
                  <c:v>14.004122361233</c:v>
                </c:pt>
                <c:pt idx="220">
                  <c:v>14.117547053505</c:v>
                </c:pt>
                <c:pt idx="221">
                  <c:v>14.106779820753999</c:v>
                </c:pt>
                <c:pt idx="222">
                  <c:v>14.127143769730999</c:v>
                </c:pt>
                <c:pt idx="223">
                  <c:v>14.201965599547</c:v>
                </c:pt>
                <c:pt idx="224">
                  <c:v>14.090662702088</c:v>
                </c:pt>
                <c:pt idx="225">
                  <c:v>14.147123350563</c:v>
                </c:pt>
                <c:pt idx="226">
                  <c:v>14.213456460251001</c:v>
                </c:pt>
                <c:pt idx="227">
                  <c:v>14.073052020501001</c:v>
                </c:pt>
                <c:pt idx="228">
                  <c:v>13.961326753931001</c:v>
                </c:pt>
                <c:pt idx="229">
                  <c:v>13.900350290263001</c:v>
                </c:pt>
                <c:pt idx="230">
                  <c:v>14.009567314670001</c:v>
                </c:pt>
                <c:pt idx="231">
                  <c:v>14.135867886861</c:v>
                </c:pt>
                <c:pt idx="232">
                  <c:v>14.222571379863</c:v>
                </c:pt>
                <c:pt idx="233">
                  <c:v>14.280416034581</c:v>
                </c:pt>
                <c:pt idx="234">
                  <c:v>14.351839939916999</c:v>
                </c:pt>
                <c:pt idx="235">
                  <c:v>14.466712069245</c:v>
                </c:pt>
                <c:pt idx="236">
                  <c:v>14.390388099797001</c:v>
                </c:pt>
                <c:pt idx="237">
                  <c:v>14.544176246366</c:v>
                </c:pt>
                <c:pt idx="238">
                  <c:v>14.490535608546001</c:v>
                </c:pt>
                <c:pt idx="239">
                  <c:v>14.564024668921</c:v>
                </c:pt>
                <c:pt idx="240">
                  <c:v>14.349656457315</c:v>
                </c:pt>
                <c:pt idx="241">
                  <c:v>14.32449098821</c:v>
                </c:pt>
                <c:pt idx="242">
                  <c:v>14.470206752088</c:v>
                </c:pt>
                <c:pt idx="243">
                  <c:v>14.604713135153</c:v>
                </c:pt>
                <c:pt idx="244">
                  <c:v>14.251504150023999</c:v>
                </c:pt>
                <c:pt idx="245">
                  <c:v>14.35745576918</c:v>
                </c:pt>
                <c:pt idx="246">
                  <c:v>14.28484493336</c:v>
                </c:pt>
                <c:pt idx="247">
                  <c:v>14.391017218967001</c:v>
                </c:pt>
                <c:pt idx="248">
                  <c:v>14.411686102536001</c:v>
                </c:pt>
                <c:pt idx="249">
                  <c:v>14.498447910208</c:v>
                </c:pt>
              </c:numCache>
            </c:numRef>
          </c:val>
          <c:smooth val="0"/>
        </c:ser>
        <c:dLbls>
          <c:showLegendKey val="0"/>
          <c:showVal val="0"/>
          <c:showCatName val="0"/>
          <c:showSerName val="0"/>
          <c:showPercent val="0"/>
          <c:showBubbleSize val="0"/>
        </c:dLbls>
        <c:marker val="1"/>
        <c:smooth val="0"/>
        <c:axId val="97979776"/>
        <c:axId val="98022528"/>
      </c:lineChart>
      <c:dateAx>
        <c:axId val="97979776"/>
        <c:scaling>
          <c:orientation val="minMax"/>
          <c:min val="41670"/>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vert="horz"/>
          <a:lstStyle/>
          <a:p>
            <a:pPr>
              <a:defRPr/>
            </a:pPr>
            <a:endParaRPr lang="en-US"/>
          </a:p>
        </c:txPr>
        <c:crossAx val="98022528"/>
        <c:crosses val="autoZero"/>
        <c:auto val="1"/>
        <c:lblOffset val="100"/>
        <c:baseTimeUnit val="days"/>
        <c:majorUnit val="2"/>
        <c:majorTimeUnit val="months"/>
      </c:dateAx>
      <c:valAx>
        <c:axId val="98022528"/>
        <c:scaling>
          <c:orientation val="minMax"/>
          <c:min val="10"/>
        </c:scaling>
        <c:delete val="0"/>
        <c:axPos val="l"/>
        <c:numFmt formatCode="0" sourceLinked="0"/>
        <c:majorTickMark val="none"/>
        <c:minorTickMark val="none"/>
        <c:tickLblPos val="nextTo"/>
        <c:spPr>
          <a:noFill/>
          <a:ln>
            <a:solidFill>
              <a:schemeClr val="tx1"/>
            </a:solidFill>
          </a:ln>
          <a:effectLst/>
        </c:spPr>
        <c:txPr>
          <a:bodyPr rot="-60000000" vert="horz"/>
          <a:lstStyle/>
          <a:p>
            <a:pPr>
              <a:defRPr/>
            </a:pPr>
            <a:endParaRPr lang="en-US"/>
          </a:p>
        </c:txPr>
        <c:crossAx val="97979776"/>
        <c:crosses val="autoZero"/>
        <c:crossBetween val="between"/>
      </c:valAx>
      <c:spPr>
        <a:noFill/>
        <a:ln>
          <a:noFill/>
        </a:ln>
        <a:effectLst/>
      </c:spPr>
    </c:plotArea>
    <c:plotVisOnly val="1"/>
    <c:dispBlanksAs val="gap"/>
    <c:showDLblsOverMax val="0"/>
  </c:chart>
  <c:spPr>
    <a:noFill/>
    <a:ln>
      <a:noFill/>
    </a:ln>
    <a:effectLst/>
  </c:spPr>
  <c:txPr>
    <a:bodyPr/>
    <a:lstStyle/>
    <a:p>
      <a:pPr>
        <a:defRPr sz="7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AUM</c:v>
                </c:pt>
              </c:strCache>
            </c:strRef>
          </c:tx>
          <c:marker>
            <c:symbol val="none"/>
          </c:marker>
          <c:cat>
            <c:numRef>
              <c:f>Sheet1!$A$2:$A$13</c:f>
              <c:numCache>
                <c:formatCode>m/d/yyyy</c:formatCode>
                <c:ptCount val="12"/>
                <c:pt idx="0">
                  <c:v>41640</c:v>
                </c:pt>
                <c:pt idx="1">
                  <c:v>41672</c:v>
                </c:pt>
                <c:pt idx="2">
                  <c:v>41704</c:v>
                </c:pt>
                <c:pt idx="3">
                  <c:v>41736</c:v>
                </c:pt>
                <c:pt idx="4">
                  <c:v>41768</c:v>
                </c:pt>
                <c:pt idx="5">
                  <c:v>41800</c:v>
                </c:pt>
                <c:pt idx="6">
                  <c:v>41832</c:v>
                </c:pt>
                <c:pt idx="7">
                  <c:v>41864</c:v>
                </c:pt>
                <c:pt idx="8">
                  <c:v>41896</c:v>
                </c:pt>
                <c:pt idx="9">
                  <c:v>41928</c:v>
                </c:pt>
                <c:pt idx="10">
                  <c:v>41960</c:v>
                </c:pt>
                <c:pt idx="11">
                  <c:v>41992</c:v>
                </c:pt>
              </c:numCache>
            </c:numRef>
          </c:cat>
          <c:val>
            <c:numRef>
              <c:f>Sheet1!$B$2:$B$13</c:f>
              <c:numCache>
                <c:formatCode>_("$"* #,##0.00_);_("$"* \(#,##0.00\);_("$"* "-"??_);_(@_)</c:formatCode>
                <c:ptCount val="12"/>
                <c:pt idx="0">
                  <c:v>496117818.78999996</c:v>
                </c:pt>
                <c:pt idx="1">
                  <c:v>504111603.70999998</c:v>
                </c:pt>
                <c:pt idx="2">
                  <c:v>509649614.48000002</c:v>
                </c:pt>
                <c:pt idx="3">
                  <c:v>496829457.85000002</c:v>
                </c:pt>
                <c:pt idx="4">
                  <c:v>513898082.69</c:v>
                </c:pt>
                <c:pt idx="5">
                  <c:v>519279993.50999999</c:v>
                </c:pt>
                <c:pt idx="6">
                  <c:v>523830478.71000004</c:v>
                </c:pt>
                <c:pt idx="7">
                  <c:v>534453360.27000004</c:v>
                </c:pt>
                <c:pt idx="8">
                  <c:v>535277873.19</c:v>
                </c:pt>
                <c:pt idx="9">
                  <c:v>523322425.38999999</c:v>
                </c:pt>
                <c:pt idx="10">
                  <c:v>526093708.13</c:v>
                </c:pt>
                <c:pt idx="11">
                  <c:v>530577205.00999999</c:v>
                </c:pt>
              </c:numCache>
            </c:numRef>
          </c:val>
          <c:smooth val="0"/>
        </c:ser>
        <c:dLbls>
          <c:showLegendKey val="0"/>
          <c:showVal val="0"/>
          <c:showCatName val="0"/>
          <c:showSerName val="0"/>
          <c:showPercent val="0"/>
          <c:showBubbleSize val="0"/>
        </c:dLbls>
        <c:marker val="1"/>
        <c:smooth val="0"/>
        <c:axId val="124391808"/>
        <c:axId val="124393344"/>
      </c:lineChart>
      <c:dateAx>
        <c:axId val="124391808"/>
        <c:scaling>
          <c:orientation val="minMax"/>
        </c:scaling>
        <c:delete val="0"/>
        <c:axPos val="b"/>
        <c:numFmt formatCode="[$-409]mmm\-yy;@" sourceLinked="0"/>
        <c:majorTickMark val="out"/>
        <c:minorTickMark val="none"/>
        <c:tickLblPos val="nextTo"/>
        <c:crossAx val="124393344"/>
        <c:crosses val="autoZero"/>
        <c:auto val="1"/>
        <c:lblOffset val="100"/>
        <c:baseTimeUnit val="months"/>
        <c:majorUnit val="2"/>
        <c:majorTimeUnit val="months"/>
      </c:dateAx>
      <c:valAx>
        <c:axId val="124393344"/>
        <c:scaling>
          <c:orientation val="minMax"/>
        </c:scaling>
        <c:delete val="0"/>
        <c:axPos val="l"/>
        <c:numFmt formatCode="_(&quot;$&quot;* #,##0_);_(&quot;$&quot;* \(#,##0\);_(&quot;$&quot;* &quot;-&quot;_);_(@_)" sourceLinked="0"/>
        <c:majorTickMark val="out"/>
        <c:minorTickMark val="none"/>
        <c:tickLblPos val="nextTo"/>
        <c:crossAx val="124391808"/>
        <c:crosses val="autoZero"/>
        <c:crossBetween val="between"/>
        <c:dispUnits>
          <c:builtInUnit val="millions"/>
        </c:dispUnits>
      </c:valAx>
    </c:plotArea>
    <c:plotVisOnly val="1"/>
    <c:dispBlanksAs val="gap"/>
    <c:showDLblsOverMax val="0"/>
  </c:chart>
  <c:txPr>
    <a:bodyPr/>
    <a:lstStyle/>
    <a:p>
      <a:pPr>
        <a:defRPr sz="7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Cello Fund AUM</c:v>
                </c:pt>
              </c:strCache>
            </c:strRef>
          </c:tx>
          <c:marker>
            <c:symbol val="none"/>
          </c:marker>
          <c:cat>
            <c:numRef>
              <c:f>Sheet1!$A$2:$A$13</c:f>
              <c:numCache>
                <c:formatCode>m/d/yyyy</c:formatCode>
                <c:ptCount val="12"/>
                <c:pt idx="0">
                  <c:v>42005</c:v>
                </c:pt>
                <c:pt idx="1">
                  <c:v>42037</c:v>
                </c:pt>
                <c:pt idx="2">
                  <c:v>42069</c:v>
                </c:pt>
                <c:pt idx="3">
                  <c:v>42101</c:v>
                </c:pt>
                <c:pt idx="4">
                  <c:v>42133</c:v>
                </c:pt>
                <c:pt idx="5">
                  <c:v>42165</c:v>
                </c:pt>
                <c:pt idx="6">
                  <c:v>42197</c:v>
                </c:pt>
                <c:pt idx="7">
                  <c:v>42229</c:v>
                </c:pt>
                <c:pt idx="8">
                  <c:v>42261</c:v>
                </c:pt>
                <c:pt idx="9">
                  <c:v>42293</c:v>
                </c:pt>
                <c:pt idx="10">
                  <c:v>42325</c:v>
                </c:pt>
                <c:pt idx="11">
                  <c:v>42357</c:v>
                </c:pt>
              </c:numCache>
            </c:numRef>
          </c:cat>
          <c:val>
            <c:numRef>
              <c:f>Sheet1!$B$2:$B$13</c:f>
              <c:numCache>
                <c:formatCode>_("$"* #,##0.00_);_("$"* \(#,##0.00\);_("$"* "-"??_);_(@_)</c:formatCode>
                <c:ptCount val="12"/>
                <c:pt idx="0">
                  <c:v>411834038.47000003</c:v>
                </c:pt>
                <c:pt idx="1">
                  <c:v>419244916.95999998</c:v>
                </c:pt>
                <c:pt idx="2">
                  <c:v>422645652.29000002</c:v>
                </c:pt>
                <c:pt idx="3">
                  <c:v>389648103.25</c:v>
                </c:pt>
                <c:pt idx="4">
                  <c:v>384908741.50999999</c:v>
                </c:pt>
                <c:pt idx="5">
                  <c:v>381459213.00999999</c:v>
                </c:pt>
                <c:pt idx="6">
                  <c:v>358274495.63</c:v>
                </c:pt>
                <c:pt idx="7">
                  <c:v>357627090.62</c:v>
                </c:pt>
                <c:pt idx="8">
                  <c:v>356972451.16000003</c:v>
                </c:pt>
                <c:pt idx="9">
                  <c:v>295061221.70999998</c:v>
                </c:pt>
                <c:pt idx="10">
                  <c:v>295461526.08999997</c:v>
                </c:pt>
                <c:pt idx="11">
                  <c:v>291633522.13</c:v>
                </c:pt>
              </c:numCache>
            </c:numRef>
          </c:val>
          <c:smooth val="0"/>
        </c:ser>
        <c:ser>
          <c:idx val="1"/>
          <c:order val="1"/>
          <c:tx>
            <c:strRef>
              <c:f>Sheet1!$C$1</c:f>
              <c:strCache>
                <c:ptCount val="1"/>
                <c:pt idx="0">
                  <c:v>Firm AUM</c:v>
                </c:pt>
              </c:strCache>
            </c:strRef>
          </c:tx>
          <c:spPr>
            <a:ln>
              <a:solidFill>
                <a:srgbClr val="968880"/>
              </a:solidFill>
            </a:ln>
          </c:spPr>
          <c:marker>
            <c:symbol val="none"/>
          </c:marker>
          <c:cat>
            <c:numRef>
              <c:f>Sheet1!$A$2:$A$13</c:f>
              <c:numCache>
                <c:formatCode>m/d/yyyy</c:formatCode>
                <c:ptCount val="12"/>
                <c:pt idx="0">
                  <c:v>42005</c:v>
                </c:pt>
                <c:pt idx="1">
                  <c:v>42037</c:v>
                </c:pt>
                <c:pt idx="2">
                  <c:v>42069</c:v>
                </c:pt>
                <c:pt idx="3">
                  <c:v>42101</c:v>
                </c:pt>
                <c:pt idx="4">
                  <c:v>42133</c:v>
                </c:pt>
                <c:pt idx="5">
                  <c:v>42165</c:v>
                </c:pt>
                <c:pt idx="6">
                  <c:v>42197</c:v>
                </c:pt>
                <c:pt idx="7">
                  <c:v>42229</c:v>
                </c:pt>
                <c:pt idx="8">
                  <c:v>42261</c:v>
                </c:pt>
                <c:pt idx="9">
                  <c:v>42293</c:v>
                </c:pt>
                <c:pt idx="10">
                  <c:v>42325</c:v>
                </c:pt>
                <c:pt idx="11">
                  <c:v>42357</c:v>
                </c:pt>
              </c:numCache>
            </c:numRef>
          </c:cat>
          <c:val>
            <c:numRef>
              <c:f>Sheet1!$C$2:$C$13</c:f>
              <c:numCache>
                <c:formatCode>_("$"* #,##0.00_);_("$"* \(#,##0.00\);_("$"* "-"??_);_(@_)</c:formatCode>
                <c:ptCount val="12"/>
                <c:pt idx="0">
                  <c:v>516157806.97000003</c:v>
                </c:pt>
                <c:pt idx="1">
                  <c:v>523234765.21999997</c:v>
                </c:pt>
                <c:pt idx="2">
                  <c:v>527136793.00999999</c:v>
                </c:pt>
                <c:pt idx="3">
                  <c:v>493414292.69</c:v>
                </c:pt>
                <c:pt idx="4">
                  <c:v>487132455.38999999</c:v>
                </c:pt>
                <c:pt idx="5">
                  <c:v>482489521.86000001</c:v>
                </c:pt>
                <c:pt idx="6">
                  <c:v>459817370.62</c:v>
                </c:pt>
                <c:pt idx="7">
                  <c:v>459666962.46000004</c:v>
                </c:pt>
                <c:pt idx="8">
                  <c:v>458943322.94000006</c:v>
                </c:pt>
                <c:pt idx="9">
                  <c:v>396592476.26999998</c:v>
                </c:pt>
                <c:pt idx="10">
                  <c:v>397154347.97999996</c:v>
                </c:pt>
                <c:pt idx="11">
                  <c:v>392169539.62</c:v>
                </c:pt>
              </c:numCache>
            </c:numRef>
          </c:val>
          <c:smooth val="0"/>
        </c:ser>
        <c:dLbls>
          <c:showLegendKey val="0"/>
          <c:showVal val="0"/>
          <c:showCatName val="0"/>
          <c:showSerName val="0"/>
          <c:showPercent val="0"/>
          <c:showBubbleSize val="0"/>
        </c:dLbls>
        <c:marker val="1"/>
        <c:smooth val="0"/>
        <c:axId val="124323328"/>
        <c:axId val="124324864"/>
      </c:lineChart>
      <c:dateAx>
        <c:axId val="124323328"/>
        <c:scaling>
          <c:orientation val="minMax"/>
        </c:scaling>
        <c:delete val="0"/>
        <c:axPos val="b"/>
        <c:numFmt formatCode="[$-409]mmm\-yy;@" sourceLinked="0"/>
        <c:majorTickMark val="out"/>
        <c:minorTickMark val="none"/>
        <c:tickLblPos val="nextTo"/>
        <c:crossAx val="124324864"/>
        <c:crosses val="autoZero"/>
        <c:auto val="1"/>
        <c:lblOffset val="100"/>
        <c:baseTimeUnit val="months"/>
        <c:majorUnit val="2"/>
        <c:majorTimeUnit val="months"/>
      </c:dateAx>
      <c:valAx>
        <c:axId val="124324864"/>
        <c:scaling>
          <c:orientation val="minMax"/>
          <c:min val="250000199.99999997"/>
        </c:scaling>
        <c:delete val="0"/>
        <c:axPos val="l"/>
        <c:numFmt formatCode="_(&quot;$&quot;* #,##0_);_(&quot;$&quot;* \(#,##0\);_(&quot;$&quot;* &quot;-&quot;_);_(@_)" sourceLinked="0"/>
        <c:majorTickMark val="out"/>
        <c:minorTickMark val="none"/>
        <c:tickLblPos val="nextTo"/>
        <c:crossAx val="124323328"/>
        <c:crosses val="autoZero"/>
        <c:crossBetween val="between"/>
        <c:dispUnits>
          <c:builtInUnit val="millions"/>
        </c:dispUnits>
      </c:valAx>
    </c:plotArea>
    <c:legend>
      <c:legendPos val="b"/>
      <c:layout/>
      <c:overlay val="0"/>
    </c:legend>
    <c:plotVisOnly val="1"/>
    <c:dispBlanksAs val="gap"/>
    <c:showDLblsOverMax val="0"/>
  </c:chart>
  <c:txPr>
    <a:bodyPr/>
    <a:lstStyle/>
    <a:p>
      <a:pPr>
        <a:defRPr sz="7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OAS of FNMA IOS 4.0 2010</c:v>
                </c:pt>
              </c:strCache>
            </c:strRef>
          </c:tx>
          <c:marker>
            <c:symbol val="none"/>
          </c:marker>
          <c:cat>
            <c:numRef>
              <c:f>Sheet1!$A$2:$A$252</c:f>
              <c:numCache>
                <c:formatCode>m/d/yyyy</c:formatCode>
                <c:ptCount val="251"/>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42052</c:v>
                </c:pt>
                <c:pt idx="31">
                  <c:v>42053</c:v>
                </c:pt>
                <c:pt idx="32">
                  <c:v>42054</c:v>
                </c:pt>
                <c:pt idx="33">
                  <c:v>42055</c:v>
                </c:pt>
                <c:pt idx="34">
                  <c:v>42058</c:v>
                </c:pt>
                <c:pt idx="35">
                  <c:v>42059</c:v>
                </c:pt>
                <c:pt idx="36">
                  <c:v>42060</c:v>
                </c:pt>
                <c:pt idx="37">
                  <c:v>42061</c:v>
                </c:pt>
                <c:pt idx="38">
                  <c:v>42062</c:v>
                </c:pt>
                <c:pt idx="39">
                  <c:v>42065</c:v>
                </c:pt>
                <c:pt idx="40">
                  <c:v>42066</c:v>
                </c:pt>
                <c:pt idx="41">
                  <c:v>42067</c:v>
                </c:pt>
                <c:pt idx="42">
                  <c:v>42068</c:v>
                </c:pt>
                <c:pt idx="43">
                  <c:v>42069</c:v>
                </c:pt>
                <c:pt idx="44">
                  <c:v>42072</c:v>
                </c:pt>
                <c:pt idx="45">
                  <c:v>42073</c:v>
                </c:pt>
                <c:pt idx="46">
                  <c:v>42074</c:v>
                </c:pt>
                <c:pt idx="47">
                  <c:v>42075</c:v>
                </c:pt>
                <c:pt idx="48">
                  <c:v>42076</c:v>
                </c:pt>
                <c:pt idx="49">
                  <c:v>42079</c:v>
                </c:pt>
                <c:pt idx="50">
                  <c:v>42080</c:v>
                </c:pt>
                <c:pt idx="51">
                  <c:v>42081</c:v>
                </c:pt>
                <c:pt idx="52">
                  <c:v>42082</c:v>
                </c:pt>
                <c:pt idx="53">
                  <c:v>42083</c:v>
                </c:pt>
                <c:pt idx="54">
                  <c:v>42086</c:v>
                </c:pt>
                <c:pt idx="55">
                  <c:v>42087</c:v>
                </c:pt>
                <c:pt idx="56">
                  <c:v>42088</c:v>
                </c:pt>
                <c:pt idx="57">
                  <c:v>42089</c:v>
                </c:pt>
                <c:pt idx="58">
                  <c:v>42090</c:v>
                </c:pt>
                <c:pt idx="59">
                  <c:v>42093</c:v>
                </c:pt>
                <c:pt idx="60">
                  <c:v>42094</c:v>
                </c:pt>
                <c:pt idx="61">
                  <c:v>42095</c:v>
                </c:pt>
                <c:pt idx="62">
                  <c:v>42096</c:v>
                </c:pt>
                <c:pt idx="63">
                  <c:v>42097</c:v>
                </c:pt>
                <c:pt idx="64">
                  <c:v>42100</c:v>
                </c:pt>
                <c:pt idx="65">
                  <c:v>42101</c:v>
                </c:pt>
                <c:pt idx="66">
                  <c:v>42102</c:v>
                </c:pt>
                <c:pt idx="67">
                  <c:v>42103</c:v>
                </c:pt>
                <c:pt idx="68">
                  <c:v>42104</c:v>
                </c:pt>
                <c:pt idx="69">
                  <c:v>42107</c:v>
                </c:pt>
                <c:pt idx="70">
                  <c:v>42108</c:v>
                </c:pt>
                <c:pt idx="71">
                  <c:v>42109</c:v>
                </c:pt>
                <c:pt idx="72">
                  <c:v>42110</c:v>
                </c:pt>
                <c:pt idx="73">
                  <c:v>42111</c:v>
                </c:pt>
                <c:pt idx="74">
                  <c:v>42114</c:v>
                </c:pt>
                <c:pt idx="75">
                  <c:v>42115</c:v>
                </c:pt>
                <c:pt idx="76">
                  <c:v>42116</c:v>
                </c:pt>
                <c:pt idx="77">
                  <c:v>42117</c:v>
                </c:pt>
                <c:pt idx="78">
                  <c:v>42118</c:v>
                </c:pt>
                <c:pt idx="79">
                  <c:v>42121</c:v>
                </c:pt>
                <c:pt idx="80">
                  <c:v>42122</c:v>
                </c:pt>
                <c:pt idx="81">
                  <c:v>42123</c:v>
                </c:pt>
                <c:pt idx="82">
                  <c:v>42124</c:v>
                </c:pt>
                <c:pt idx="83">
                  <c:v>42125</c:v>
                </c:pt>
                <c:pt idx="84">
                  <c:v>42128</c:v>
                </c:pt>
                <c:pt idx="85">
                  <c:v>42129</c:v>
                </c:pt>
                <c:pt idx="86">
                  <c:v>42130</c:v>
                </c:pt>
                <c:pt idx="87">
                  <c:v>42131</c:v>
                </c:pt>
                <c:pt idx="88">
                  <c:v>42132</c:v>
                </c:pt>
                <c:pt idx="89">
                  <c:v>42135</c:v>
                </c:pt>
                <c:pt idx="90">
                  <c:v>42136</c:v>
                </c:pt>
                <c:pt idx="91">
                  <c:v>42137</c:v>
                </c:pt>
                <c:pt idx="92">
                  <c:v>42138</c:v>
                </c:pt>
                <c:pt idx="93">
                  <c:v>42139</c:v>
                </c:pt>
                <c:pt idx="94">
                  <c:v>42142</c:v>
                </c:pt>
                <c:pt idx="95">
                  <c:v>42143</c:v>
                </c:pt>
                <c:pt idx="96">
                  <c:v>42144</c:v>
                </c:pt>
                <c:pt idx="97">
                  <c:v>42145</c:v>
                </c:pt>
                <c:pt idx="98">
                  <c:v>42146</c:v>
                </c:pt>
                <c:pt idx="99">
                  <c:v>42150</c:v>
                </c:pt>
                <c:pt idx="100">
                  <c:v>42151</c:v>
                </c:pt>
                <c:pt idx="101">
                  <c:v>42152</c:v>
                </c:pt>
                <c:pt idx="102">
                  <c:v>42153</c:v>
                </c:pt>
                <c:pt idx="103">
                  <c:v>42156</c:v>
                </c:pt>
                <c:pt idx="104">
                  <c:v>42157</c:v>
                </c:pt>
                <c:pt idx="105">
                  <c:v>42158</c:v>
                </c:pt>
                <c:pt idx="106">
                  <c:v>42159</c:v>
                </c:pt>
                <c:pt idx="107">
                  <c:v>42160</c:v>
                </c:pt>
                <c:pt idx="108">
                  <c:v>42163</c:v>
                </c:pt>
                <c:pt idx="109">
                  <c:v>42164</c:v>
                </c:pt>
                <c:pt idx="110">
                  <c:v>42165</c:v>
                </c:pt>
                <c:pt idx="111">
                  <c:v>42166</c:v>
                </c:pt>
                <c:pt idx="112">
                  <c:v>42167</c:v>
                </c:pt>
                <c:pt idx="113">
                  <c:v>42170</c:v>
                </c:pt>
                <c:pt idx="114">
                  <c:v>42171</c:v>
                </c:pt>
                <c:pt idx="115">
                  <c:v>42172</c:v>
                </c:pt>
                <c:pt idx="116">
                  <c:v>42173</c:v>
                </c:pt>
                <c:pt idx="117">
                  <c:v>42174</c:v>
                </c:pt>
                <c:pt idx="118">
                  <c:v>42177</c:v>
                </c:pt>
                <c:pt idx="119">
                  <c:v>42178</c:v>
                </c:pt>
                <c:pt idx="120">
                  <c:v>42179</c:v>
                </c:pt>
                <c:pt idx="121">
                  <c:v>42180</c:v>
                </c:pt>
                <c:pt idx="122">
                  <c:v>42181</c:v>
                </c:pt>
                <c:pt idx="123">
                  <c:v>42184</c:v>
                </c:pt>
                <c:pt idx="124">
                  <c:v>42185</c:v>
                </c:pt>
                <c:pt idx="125">
                  <c:v>42186</c:v>
                </c:pt>
                <c:pt idx="126">
                  <c:v>42187</c:v>
                </c:pt>
                <c:pt idx="127">
                  <c:v>42191</c:v>
                </c:pt>
                <c:pt idx="128">
                  <c:v>42192</c:v>
                </c:pt>
                <c:pt idx="129">
                  <c:v>42193</c:v>
                </c:pt>
                <c:pt idx="130">
                  <c:v>42194</c:v>
                </c:pt>
                <c:pt idx="131">
                  <c:v>42195</c:v>
                </c:pt>
                <c:pt idx="132">
                  <c:v>42198</c:v>
                </c:pt>
                <c:pt idx="133">
                  <c:v>42199</c:v>
                </c:pt>
                <c:pt idx="134">
                  <c:v>42200</c:v>
                </c:pt>
                <c:pt idx="135">
                  <c:v>42201</c:v>
                </c:pt>
                <c:pt idx="136">
                  <c:v>42202</c:v>
                </c:pt>
                <c:pt idx="137">
                  <c:v>42205</c:v>
                </c:pt>
                <c:pt idx="138">
                  <c:v>42206</c:v>
                </c:pt>
                <c:pt idx="139">
                  <c:v>42207</c:v>
                </c:pt>
                <c:pt idx="140">
                  <c:v>42208</c:v>
                </c:pt>
                <c:pt idx="141">
                  <c:v>42209</c:v>
                </c:pt>
                <c:pt idx="142">
                  <c:v>42212</c:v>
                </c:pt>
                <c:pt idx="143">
                  <c:v>42213</c:v>
                </c:pt>
                <c:pt idx="144">
                  <c:v>42214</c:v>
                </c:pt>
                <c:pt idx="145">
                  <c:v>42215</c:v>
                </c:pt>
                <c:pt idx="146">
                  <c:v>42216</c:v>
                </c:pt>
                <c:pt idx="147">
                  <c:v>42219</c:v>
                </c:pt>
                <c:pt idx="148">
                  <c:v>42220</c:v>
                </c:pt>
                <c:pt idx="149">
                  <c:v>42221</c:v>
                </c:pt>
                <c:pt idx="150">
                  <c:v>42222</c:v>
                </c:pt>
                <c:pt idx="151">
                  <c:v>42223</c:v>
                </c:pt>
                <c:pt idx="152">
                  <c:v>42226</c:v>
                </c:pt>
                <c:pt idx="153">
                  <c:v>42227</c:v>
                </c:pt>
                <c:pt idx="154">
                  <c:v>42228</c:v>
                </c:pt>
                <c:pt idx="155">
                  <c:v>42229</c:v>
                </c:pt>
                <c:pt idx="156">
                  <c:v>42230</c:v>
                </c:pt>
                <c:pt idx="157">
                  <c:v>42233</c:v>
                </c:pt>
                <c:pt idx="158">
                  <c:v>42234</c:v>
                </c:pt>
                <c:pt idx="159">
                  <c:v>42235</c:v>
                </c:pt>
                <c:pt idx="160">
                  <c:v>42236</c:v>
                </c:pt>
                <c:pt idx="161">
                  <c:v>42237</c:v>
                </c:pt>
                <c:pt idx="162">
                  <c:v>42240</c:v>
                </c:pt>
                <c:pt idx="163">
                  <c:v>42241</c:v>
                </c:pt>
                <c:pt idx="164">
                  <c:v>42242</c:v>
                </c:pt>
                <c:pt idx="165">
                  <c:v>42243</c:v>
                </c:pt>
                <c:pt idx="166">
                  <c:v>42244</c:v>
                </c:pt>
                <c:pt idx="167">
                  <c:v>42247</c:v>
                </c:pt>
                <c:pt idx="168">
                  <c:v>42248</c:v>
                </c:pt>
                <c:pt idx="169">
                  <c:v>42249</c:v>
                </c:pt>
                <c:pt idx="170">
                  <c:v>42250</c:v>
                </c:pt>
                <c:pt idx="171">
                  <c:v>42251</c:v>
                </c:pt>
                <c:pt idx="172">
                  <c:v>42255</c:v>
                </c:pt>
                <c:pt idx="173">
                  <c:v>42256</c:v>
                </c:pt>
                <c:pt idx="174">
                  <c:v>42257</c:v>
                </c:pt>
                <c:pt idx="175">
                  <c:v>42258</c:v>
                </c:pt>
                <c:pt idx="176">
                  <c:v>42261</c:v>
                </c:pt>
                <c:pt idx="177">
                  <c:v>42262</c:v>
                </c:pt>
                <c:pt idx="178">
                  <c:v>42263</c:v>
                </c:pt>
                <c:pt idx="179">
                  <c:v>42264</c:v>
                </c:pt>
                <c:pt idx="180">
                  <c:v>42265</c:v>
                </c:pt>
                <c:pt idx="181">
                  <c:v>42268</c:v>
                </c:pt>
                <c:pt idx="182">
                  <c:v>42269</c:v>
                </c:pt>
                <c:pt idx="183">
                  <c:v>42270</c:v>
                </c:pt>
                <c:pt idx="184">
                  <c:v>42271</c:v>
                </c:pt>
                <c:pt idx="185">
                  <c:v>42272</c:v>
                </c:pt>
                <c:pt idx="186">
                  <c:v>42275</c:v>
                </c:pt>
                <c:pt idx="187">
                  <c:v>42276</c:v>
                </c:pt>
                <c:pt idx="188">
                  <c:v>42277</c:v>
                </c:pt>
                <c:pt idx="189">
                  <c:v>42278</c:v>
                </c:pt>
                <c:pt idx="190">
                  <c:v>42279</c:v>
                </c:pt>
                <c:pt idx="191">
                  <c:v>42282</c:v>
                </c:pt>
                <c:pt idx="192">
                  <c:v>42283</c:v>
                </c:pt>
                <c:pt idx="193">
                  <c:v>42284</c:v>
                </c:pt>
                <c:pt idx="194">
                  <c:v>42285</c:v>
                </c:pt>
                <c:pt idx="195">
                  <c:v>42286</c:v>
                </c:pt>
                <c:pt idx="196">
                  <c:v>42290</c:v>
                </c:pt>
                <c:pt idx="197">
                  <c:v>42291</c:v>
                </c:pt>
                <c:pt idx="198">
                  <c:v>42292</c:v>
                </c:pt>
                <c:pt idx="199">
                  <c:v>42293</c:v>
                </c:pt>
                <c:pt idx="200">
                  <c:v>42296</c:v>
                </c:pt>
                <c:pt idx="201">
                  <c:v>42297</c:v>
                </c:pt>
                <c:pt idx="202">
                  <c:v>42298</c:v>
                </c:pt>
                <c:pt idx="203">
                  <c:v>42299</c:v>
                </c:pt>
                <c:pt idx="204">
                  <c:v>42300</c:v>
                </c:pt>
                <c:pt idx="205">
                  <c:v>42303</c:v>
                </c:pt>
                <c:pt idx="206">
                  <c:v>42304</c:v>
                </c:pt>
                <c:pt idx="207">
                  <c:v>42305</c:v>
                </c:pt>
                <c:pt idx="208">
                  <c:v>42306</c:v>
                </c:pt>
                <c:pt idx="209">
                  <c:v>42307</c:v>
                </c:pt>
                <c:pt idx="210">
                  <c:v>42310</c:v>
                </c:pt>
                <c:pt idx="211">
                  <c:v>42311</c:v>
                </c:pt>
                <c:pt idx="212">
                  <c:v>42312</c:v>
                </c:pt>
                <c:pt idx="213">
                  <c:v>42313</c:v>
                </c:pt>
                <c:pt idx="214">
                  <c:v>42314</c:v>
                </c:pt>
                <c:pt idx="215">
                  <c:v>42317</c:v>
                </c:pt>
                <c:pt idx="216">
                  <c:v>42318</c:v>
                </c:pt>
                <c:pt idx="217">
                  <c:v>42320</c:v>
                </c:pt>
                <c:pt idx="218">
                  <c:v>42321</c:v>
                </c:pt>
                <c:pt idx="219">
                  <c:v>42324</c:v>
                </c:pt>
                <c:pt idx="220">
                  <c:v>42325</c:v>
                </c:pt>
                <c:pt idx="221">
                  <c:v>42326</c:v>
                </c:pt>
                <c:pt idx="222">
                  <c:v>42327</c:v>
                </c:pt>
                <c:pt idx="223">
                  <c:v>42328</c:v>
                </c:pt>
                <c:pt idx="224">
                  <c:v>42331</c:v>
                </c:pt>
                <c:pt idx="225">
                  <c:v>42332</c:v>
                </c:pt>
                <c:pt idx="226">
                  <c:v>42333</c:v>
                </c:pt>
                <c:pt idx="227">
                  <c:v>42335</c:v>
                </c:pt>
                <c:pt idx="228">
                  <c:v>42338</c:v>
                </c:pt>
                <c:pt idx="229">
                  <c:v>42339</c:v>
                </c:pt>
                <c:pt idx="230">
                  <c:v>42340</c:v>
                </c:pt>
                <c:pt idx="231">
                  <c:v>42341</c:v>
                </c:pt>
                <c:pt idx="232">
                  <c:v>42342</c:v>
                </c:pt>
                <c:pt idx="233">
                  <c:v>42345</c:v>
                </c:pt>
                <c:pt idx="234">
                  <c:v>42346</c:v>
                </c:pt>
                <c:pt idx="235">
                  <c:v>42347</c:v>
                </c:pt>
                <c:pt idx="236">
                  <c:v>42348</c:v>
                </c:pt>
                <c:pt idx="237">
                  <c:v>42349</c:v>
                </c:pt>
                <c:pt idx="238">
                  <c:v>42352</c:v>
                </c:pt>
                <c:pt idx="239">
                  <c:v>42353</c:v>
                </c:pt>
                <c:pt idx="240">
                  <c:v>42354</c:v>
                </c:pt>
                <c:pt idx="241">
                  <c:v>42355</c:v>
                </c:pt>
                <c:pt idx="242">
                  <c:v>42356</c:v>
                </c:pt>
                <c:pt idx="243">
                  <c:v>42359</c:v>
                </c:pt>
                <c:pt idx="244">
                  <c:v>42360</c:v>
                </c:pt>
                <c:pt idx="245">
                  <c:v>42361</c:v>
                </c:pt>
                <c:pt idx="246">
                  <c:v>42362</c:v>
                </c:pt>
                <c:pt idx="247">
                  <c:v>42366</c:v>
                </c:pt>
                <c:pt idx="248">
                  <c:v>42367</c:v>
                </c:pt>
                <c:pt idx="249">
                  <c:v>42368</c:v>
                </c:pt>
                <c:pt idx="250">
                  <c:v>42369</c:v>
                </c:pt>
              </c:numCache>
            </c:numRef>
          </c:cat>
          <c:val>
            <c:numRef>
              <c:f>Sheet1!$B$2:$B$252</c:f>
              <c:numCache>
                <c:formatCode>General</c:formatCode>
                <c:ptCount val="251"/>
                <c:pt idx="0">
                  <c:v>110</c:v>
                </c:pt>
                <c:pt idx="1">
                  <c:v>108</c:v>
                </c:pt>
                <c:pt idx="2">
                  <c:v>128</c:v>
                </c:pt>
                <c:pt idx="3">
                  <c:v>138</c:v>
                </c:pt>
                <c:pt idx="4">
                  <c:v>146</c:v>
                </c:pt>
                <c:pt idx="5">
                  <c:v>177</c:v>
                </c:pt>
                <c:pt idx="6">
                  <c:v>184</c:v>
                </c:pt>
                <c:pt idx="7">
                  <c:v>218</c:v>
                </c:pt>
                <c:pt idx="8">
                  <c:v>235</c:v>
                </c:pt>
                <c:pt idx="9">
                  <c:v>296</c:v>
                </c:pt>
                <c:pt idx="10">
                  <c:v>258</c:v>
                </c:pt>
                <c:pt idx="11">
                  <c:v>282</c:v>
                </c:pt>
                <c:pt idx="12">
                  <c:v>275</c:v>
                </c:pt>
                <c:pt idx="13">
                  <c:v>274</c:v>
                </c:pt>
                <c:pt idx="14">
                  <c:v>294</c:v>
                </c:pt>
                <c:pt idx="15">
                  <c:v>304</c:v>
                </c:pt>
                <c:pt idx="16">
                  <c:v>330</c:v>
                </c:pt>
                <c:pt idx="17">
                  <c:v>337</c:v>
                </c:pt>
                <c:pt idx="18">
                  <c:v>318</c:v>
                </c:pt>
                <c:pt idx="19">
                  <c:v>346</c:v>
                </c:pt>
                <c:pt idx="20">
                  <c:v>343</c:v>
                </c:pt>
                <c:pt idx="21">
                  <c:v>276</c:v>
                </c:pt>
                <c:pt idx="22">
                  <c:v>251</c:v>
                </c:pt>
                <c:pt idx="23">
                  <c:v>234</c:v>
                </c:pt>
                <c:pt idx="24">
                  <c:v>165</c:v>
                </c:pt>
                <c:pt idx="25">
                  <c:v>183</c:v>
                </c:pt>
                <c:pt idx="26">
                  <c:v>174</c:v>
                </c:pt>
                <c:pt idx="27">
                  <c:v>160</c:v>
                </c:pt>
                <c:pt idx="28">
                  <c:v>193</c:v>
                </c:pt>
                <c:pt idx="29">
                  <c:v>189</c:v>
                </c:pt>
                <c:pt idx="30">
                  <c:v>127</c:v>
                </c:pt>
                <c:pt idx="31">
                  <c:v>159</c:v>
                </c:pt>
                <c:pt idx="32">
                  <c:v>141</c:v>
                </c:pt>
                <c:pt idx="33">
                  <c:v>137</c:v>
                </c:pt>
                <c:pt idx="34">
                  <c:v>148</c:v>
                </c:pt>
                <c:pt idx="35">
                  <c:v>145</c:v>
                </c:pt>
                <c:pt idx="36">
                  <c:v>176</c:v>
                </c:pt>
                <c:pt idx="37">
                  <c:v>158</c:v>
                </c:pt>
                <c:pt idx="38">
                  <c:v>146</c:v>
                </c:pt>
                <c:pt idx="39">
                  <c:v>148</c:v>
                </c:pt>
                <c:pt idx="40">
                  <c:v>139</c:v>
                </c:pt>
                <c:pt idx="41">
                  <c:v>143</c:v>
                </c:pt>
                <c:pt idx="42">
                  <c:v>145</c:v>
                </c:pt>
                <c:pt idx="43">
                  <c:v>124</c:v>
                </c:pt>
                <c:pt idx="44">
                  <c:v>124</c:v>
                </c:pt>
                <c:pt idx="45">
                  <c:v>117</c:v>
                </c:pt>
                <c:pt idx="46">
                  <c:v>124</c:v>
                </c:pt>
                <c:pt idx="47">
                  <c:v>131</c:v>
                </c:pt>
                <c:pt idx="48">
                  <c:v>127</c:v>
                </c:pt>
                <c:pt idx="49">
                  <c:v>131</c:v>
                </c:pt>
                <c:pt idx="50">
                  <c:v>139</c:v>
                </c:pt>
                <c:pt idx="51">
                  <c:v>179</c:v>
                </c:pt>
                <c:pt idx="52">
                  <c:v>174</c:v>
                </c:pt>
                <c:pt idx="53">
                  <c:v>176</c:v>
                </c:pt>
                <c:pt idx="54">
                  <c:v>176</c:v>
                </c:pt>
                <c:pt idx="55">
                  <c:v>172</c:v>
                </c:pt>
                <c:pt idx="56">
                  <c:v>176</c:v>
                </c:pt>
                <c:pt idx="57">
                  <c:v>165</c:v>
                </c:pt>
                <c:pt idx="58">
                  <c:v>156</c:v>
                </c:pt>
                <c:pt idx="59">
                  <c:v>165</c:v>
                </c:pt>
                <c:pt idx="60">
                  <c:v>172</c:v>
                </c:pt>
                <c:pt idx="61">
                  <c:v>181</c:v>
                </c:pt>
                <c:pt idx="62">
                  <c:v>175</c:v>
                </c:pt>
                <c:pt idx="63">
                  <c:v>188</c:v>
                </c:pt>
                <c:pt idx="64">
                  <c:v>187</c:v>
                </c:pt>
                <c:pt idx="65">
                  <c:v>176</c:v>
                </c:pt>
                <c:pt idx="66">
                  <c:v>181</c:v>
                </c:pt>
                <c:pt idx="67">
                  <c:v>185</c:v>
                </c:pt>
                <c:pt idx="68">
                  <c:v>180</c:v>
                </c:pt>
                <c:pt idx="69">
                  <c:v>194</c:v>
                </c:pt>
                <c:pt idx="70">
                  <c:v>203</c:v>
                </c:pt>
                <c:pt idx="71">
                  <c:v>204</c:v>
                </c:pt>
                <c:pt idx="72">
                  <c:v>203</c:v>
                </c:pt>
                <c:pt idx="73">
                  <c:v>185</c:v>
                </c:pt>
                <c:pt idx="74">
                  <c:v>182</c:v>
                </c:pt>
                <c:pt idx="75">
                  <c:v>170</c:v>
                </c:pt>
                <c:pt idx="76">
                  <c:v>153</c:v>
                </c:pt>
                <c:pt idx="77">
                  <c:v>167</c:v>
                </c:pt>
                <c:pt idx="78">
                  <c:v>156</c:v>
                </c:pt>
                <c:pt idx="79">
                  <c:v>157</c:v>
                </c:pt>
                <c:pt idx="80">
                  <c:v>151</c:v>
                </c:pt>
                <c:pt idx="81">
                  <c:v>137</c:v>
                </c:pt>
                <c:pt idx="82">
                  <c:v>121</c:v>
                </c:pt>
                <c:pt idx="83">
                  <c:v>129</c:v>
                </c:pt>
                <c:pt idx="84">
                  <c:v>115</c:v>
                </c:pt>
                <c:pt idx="85">
                  <c:v>99</c:v>
                </c:pt>
                <c:pt idx="86">
                  <c:v>94</c:v>
                </c:pt>
                <c:pt idx="87">
                  <c:v>92</c:v>
                </c:pt>
                <c:pt idx="88">
                  <c:v>92</c:v>
                </c:pt>
                <c:pt idx="89">
                  <c:v>100</c:v>
                </c:pt>
                <c:pt idx="90">
                  <c:v>105</c:v>
                </c:pt>
                <c:pt idx="91">
                  <c:v>106</c:v>
                </c:pt>
                <c:pt idx="92">
                  <c:v>110</c:v>
                </c:pt>
                <c:pt idx="93">
                  <c:v>120</c:v>
                </c:pt>
                <c:pt idx="94">
                  <c:v>116</c:v>
                </c:pt>
                <c:pt idx="95">
                  <c:v>96</c:v>
                </c:pt>
                <c:pt idx="96">
                  <c:v>105</c:v>
                </c:pt>
                <c:pt idx="97">
                  <c:v>132</c:v>
                </c:pt>
                <c:pt idx="98">
                  <c:v>118</c:v>
                </c:pt>
                <c:pt idx="99">
                  <c:v>128</c:v>
                </c:pt>
                <c:pt idx="100">
                  <c:v>119</c:v>
                </c:pt>
                <c:pt idx="101">
                  <c:v>124</c:v>
                </c:pt>
                <c:pt idx="102">
                  <c:v>124</c:v>
                </c:pt>
                <c:pt idx="103">
                  <c:v>120</c:v>
                </c:pt>
                <c:pt idx="104">
                  <c:v>106</c:v>
                </c:pt>
                <c:pt idx="105">
                  <c:v>109</c:v>
                </c:pt>
                <c:pt idx="106">
                  <c:v>112</c:v>
                </c:pt>
                <c:pt idx="107">
                  <c:v>87</c:v>
                </c:pt>
                <c:pt idx="108">
                  <c:v>88</c:v>
                </c:pt>
                <c:pt idx="109">
                  <c:v>87</c:v>
                </c:pt>
                <c:pt idx="110">
                  <c:v>84</c:v>
                </c:pt>
                <c:pt idx="111">
                  <c:v>86</c:v>
                </c:pt>
                <c:pt idx="112">
                  <c:v>93</c:v>
                </c:pt>
                <c:pt idx="113">
                  <c:v>101</c:v>
                </c:pt>
                <c:pt idx="114">
                  <c:v>101</c:v>
                </c:pt>
                <c:pt idx="115">
                  <c:v>95</c:v>
                </c:pt>
                <c:pt idx="116">
                  <c:v>89</c:v>
                </c:pt>
                <c:pt idx="117">
                  <c:v>93</c:v>
                </c:pt>
                <c:pt idx="118">
                  <c:v>91</c:v>
                </c:pt>
                <c:pt idx="119">
                  <c:v>84</c:v>
                </c:pt>
                <c:pt idx="120">
                  <c:v>91</c:v>
                </c:pt>
                <c:pt idx="121">
                  <c:v>89</c:v>
                </c:pt>
                <c:pt idx="122">
                  <c:v>85</c:v>
                </c:pt>
                <c:pt idx="123">
                  <c:v>102</c:v>
                </c:pt>
                <c:pt idx="124">
                  <c:v>104</c:v>
                </c:pt>
                <c:pt idx="125">
                  <c:v>99</c:v>
                </c:pt>
                <c:pt idx="126">
                  <c:v>108</c:v>
                </c:pt>
                <c:pt idx="127">
                  <c:v>107</c:v>
                </c:pt>
                <c:pt idx="128">
                  <c:v>107</c:v>
                </c:pt>
                <c:pt idx="129">
                  <c:v>106</c:v>
                </c:pt>
                <c:pt idx="130">
                  <c:v>105</c:v>
                </c:pt>
                <c:pt idx="131">
                  <c:v>95</c:v>
                </c:pt>
                <c:pt idx="132">
                  <c:v>97</c:v>
                </c:pt>
                <c:pt idx="133">
                  <c:v>103</c:v>
                </c:pt>
                <c:pt idx="134">
                  <c:v>104</c:v>
                </c:pt>
                <c:pt idx="135">
                  <c:v>107</c:v>
                </c:pt>
                <c:pt idx="136">
                  <c:v>105</c:v>
                </c:pt>
                <c:pt idx="137">
                  <c:v>102</c:v>
                </c:pt>
                <c:pt idx="138">
                  <c:v>103</c:v>
                </c:pt>
                <c:pt idx="139">
                  <c:v>97</c:v>
                </c:pt>
                <c:pt idx="140">
                  <c:v>96</c:v>
                </c:pt>
                <c:pt idx="141">
                  <c:v>97</c:v>
                </c:pt>
                <c:pt idx="142">
                  <c:v>106</c:v>
                </c:pt>
                <c:pt idx="143">
                  <c:v>107</c:v>
                </c:pt>
                <c:pt idx="144">
                  <c:v>120</c:v>
                </c:pt>
                <c:pt idx="145">
                  <c:v>109</c:v>
                </c:pt>
                <c:pt idx="146">
                  <c:v>123</c:v>
                </c:pt>
                <c:pt idx="147">
                  <c:v>127</c:v>
                </c:pt>
                <c:pt idx="148">
                  <c:v>114</c:v>
                </c:pt>
                <c:pt idx="149">
                  <c:v>125</c:v>
                </c:pt>
                <c:pt idx="150">
                  <c:v>123</c:v>
                </c:pt>
                <c:pt idx="151">
                  <c:v>117</c:v>
                </c:pt>
                <c:pt idx="152">
                  <c:v>110</c:v>
                </c:pt>
                <c:pt idx="153">
                  <c:v>113</c:v>
                </c:pt>
                <c:pt idx="154">
                  <c:v>124</c:v>
                </c:pt>
                <c:pt idx="155">
                  <c:v>112</c:v>
                </c:pt>
                <c:pt idx="156">
                  <c:v>112</c:v>
                </c:pt>
                <c:pt idx="157">
                  <c:v>116</c:v>
                </c:pt>
                <c:pt idx="158">
                  <c:v>114</c:v>
                </c:pt>
                <c:pt idx="159">
                  <c:v>124</c:v>
                </c:pt>
                <c:pt idx="160">
                  <c:v>129</c:v>
                </c:pt>
                <c:pt idx="161">
                  <c:v>135</c:v>
                </c:pt>
                <c:pt idx="162">
                  <c:v>148</c:v>
                </c:pt>
                <c:pt idx="163">
                  <c:v>128</c:v>
                </c:pt>
                <c:pt idx="164">
                  <c:v>135</c:v>
                </c:pt>
                <c:pt idx="165">
                  <c:v>133</c:v>
                </c:pt>
                <c:pt idx="166">
                  <c:v>126</c:v>
                </c:pt>
                <c:pt idx="167">
                  <c:v>129</c:v>
                </c:pt>
                <c:pt idx="168">
                  <c:v>131</c:v>
                </c:pt>
                <c:pt idx="169">
                  <c:v>135</c:v>
                </c:pt>
                <c:pt idx="170">
                  <c:v>149</c:v>
                </c:pt>
                <c:pt idx="171">
                  <c:v>145</c:v>
                </c:pt>
                <c:pt idx="172">
                  <c:v>130</c:v>
                </c:pt>
                <c:pt idx="173">
                  <c:v>129</c:v>
                </c:pt>
                <c:pt idx="174">
                  <c:v>127</c:v>
                </c:pt>
                <c:pt idx="175">
                  <c:v>134</c:v>
                </c:pt>
                <c:pt idx="176">
                  <c:v>134</c:v>
                </c:pt>
                <c:pt idx="177">
                  <c:v>128</c:v>
                </c:pt>
                <c:pt idx="178">
                  <c:v>131</c:v>
                </c:pt>
                <c:pt idx="179">
                  <c:v>139</c:v>
                </c:pt>
                <c:pt idx="180">
                  <c:v>147</c:v>
                </c:pt>
                <c:pt idx="181">
                  <c:v>141</c:v>
                </c:pt>
                <c:pt idx="182">
                  <c:v>147</c:v>
                </c:pt>
                <c:pt idx="183">
                  <c:v>141</c:v>
                </c:pt>
                <c:pt idx="184">
                  <c:v>151</c:v>
                </c:pt>
                <c:pt idx="185">
                  <c:v>142</c:v>
                </c:pt>
                <c:pt idx="186">
                  <c:v>148</c:v>
                </c:pt>
                <c:pt idx="187">
                  <c:v>152</c:v>
                </c:pt>
                <c:pt idx="188">
                  <c:v>160</c:v>
                </c:pt>
                <c:pt idx="189">
                  <c:v>180</c:v>
                </c:pt>
                <c:pt idx="190">
                  <c:v>202</c:v>
                </c:pt>
                <c:pt idx="191">
                  <c:v>202</c:v>
                </c:pt>
                <c:pt idx="192">
                  <c:v>185</c:v>
                </c:pt>
                <c:pt idx="193">
                  <c:v>189</c:v>
                </c:pt>
                <c:pt idx="194">
                  <c:v>189</c:v>
                </c:pt>
                <c:pt idx="195">
                  <c:v>180</c:v>
                </c:pt>
                <c:pt idx="196">
                  <c:v>198</c:v>
                </c:pt>
                <c:pt idx="197">
                  <c:v>200</c:v>
                </c:pt>
                <c:pt idx="198">
                  <c:v>199</c:v>
                </c:pt>
                <c:pt idx="199">
                  <c:v>197</c:v>
                </c:pt>
                <c:pt idx="200">
                  <c:v>204</c:v>
                </c:pt>
                <c:pt idx="201">
                  <c:v>197</c:v>
                </c:pt>
                <c:pt idx="202">
                  <c:v>196</c:v>
                </c:pt>
                <c:pt idx="203">
                  <c:v>204</c:v>
                </c:pt>
                <c:pt idx="204">
                  <c:v>188</c:v>
                </c:pt>
                <c:pt idx="205">
                  <c:v>185</c:v>
                </c:pt>
                <c:pt idx="206">
                  <c:v>189</c:v>
                </c:pt>
                <c:pt idx="207">
                  <c:v>170</c:v>
                </c:pt>
                <c:pt idx="208">
                  <c:v>168</c:v>
                </c:pt>
                <c:pt idx="209">
                  <c:v>155</c:v>
                </c:pt>
                <c:pt idx="210">
                  <c:v>146</c:v>
                </c:pt>
                <c:pt idx="211">
                  <c:v>142</c:v>
                </c:pt>
                <c:pt idx="212">
                  <c:v>131</c:v>
                </c:pt>
                <c:pt idx="213">
                  <c:v>128</c:v>
                </c:pt>
                <c:pt idx="214">
                  <c:v>123</c:v>
                </c:pt>
                <c:pt idx="215">
                  <c:v>119</c:v>
                </c:pt>
                <c:pt idx="216">
                  <c:v>113</c:v>
                </c:pt>
                <c:pt idx="217">
                  <c:v>135</c:v>
                </c:pt>
                <c:pt idx="218">
                  <c:v>122</c:v>
                </c:pt>
                <c:pt idx="219">
                  <c:v>135</c:v>
                </c:pt>
                <c:pt idx="220">
                  <c:v>125</c:v>
                </c:pt>
                <c:pt idx="221">
                  <c:v>124</c:v>
                </c:pt>
                <c:pt idx="222">
                  <c:v>120</c:v>
                </c:pt>
                <c:pt idx="223">
                  <c:v>103</c:v>
                </c:pt>
                <c:pt idx="224">
                  <c:v>104</c:v>
                </c:pt>
                <c:pt idx="225">
                  <c:v>117</c:v>
                </c:pt>
                <c:pt idx="226">
                  <c:v>107</c:v>
                </c:pt>
                <c:pt idx="227">
                  <c:v>107</c:v>
                </c:pt>
                <c:pt idx="228">
                  <c:v>104</c:v>
                </c:pt>
                <c:pt idx="229">
                  <c:v>108</c:v>
                </c:pt>
                <c:pt idx="230">
                  <c:v>101</c:v>
                </c:pt>
                <c:pt idx="231">
                  <c:v>102</c:v>
                </c:pt>
                <c:pt idx="232">
                  <c:v>85</c:v>
                </c:pt>
                <c:pt idx="233">
                  <c:v>77</c:v>
                </c:pt>
                <c:pt idx="234">
                  <c:v>89</c:v>
                </c:pt>
                <c:pt idx="235">
                  <c:v>88</c:v>
                </c:pt>
                <c:pt idx="236">
                  <c:v>85</c:v>
                </c:pt>
                <c:pt idx="237">
                  <c:v>80</c:v>
                </c:pt>
                <c:pt idx="238">
                  <c:v>91</c:v>
                </c:pt>
                <c:pt idx="239">
                  <c:v>92</c:v>
                </c:pt>
                <c:pt idx="240">
                  <c:v>90</c:v>
                </c:pt>
                <c:pt idx="241">
                  <c:v>89</c:v>
                </c:pt>
                <c:pt idx="242">
                  <c:v>95</c:v>
                </c:pt>
                <c:pt idx="243">
                  <c:v>97</c:v>
                </c:pt>
                <c:pt idx="244">
                  <c:v>104</c:v>
                </c:pt>
                <c:pt idx="245">
                  <c:v>112</c:v>
                </c:pt>
                <c:pt idx="246">
                  <c:v>100</c:v>
                </c:pt>
                <c:pt idx="247">
                  <c:v>104</c:v>
                </c:pt>
                <c:pt idx="248">
                  <c:v>112</c:v>
                </c:pt>
                <c:pt idx="249">
                  <c:v>103</c:v>
                </c:pt>
                <c:pt idx="250">
                  <c:v>94</c:v>
                </c:pt>
              </c:numCache>
            </c:numRef>
          </c:val>
          <c:smooth val="0"/>
        </c:ser>
        <c:dLbls>
          <c:showLegendKey val="0"/>
          <c:showVal val="0"/>
          <c:showCatName val="0"/>
          <c:showSerName val="0"/>
          <c:showPercent val="0"/>
          <c:showBubbleSize val="0"/>
        </c:dLbls>
        <c:marker val="1"/>
        <c:smooth val="0"/>
        <c:axId val="124462208"/>
        <c:axId val="124463744"/>
      </c:lineChart>
      <c:lineChart>
        <c:grouping val="standard"/>
        <c:varyColors val="0"/>
        <c:ser>
          <c:idx val="1"/>
          <c:order val="1"/>
          <c:tx>
            <c:strRef>
              <c:f>Sheet1!$C$1</c:f>
              <c:strCache>
                <c:ptCount val="1"/>
                <c:pt idx="0">
                  <c:v>10 Year Treasury</c:v>
                </c:pt>
              </c:strCache>
            </c:strRef>
          </c:tx>
          <c:spPr>
            <a:ln>
              <a:solidFill>
                <a:srgbClr val="968880"/>
              </a:solidFill>
            </a:ln>
          </c:spPr>
          <c:marker>
            <c:symbol val="none"/>
          </c:marker>
          <c:cat>
            <c:numRef>
              <c:f>Sheet1!$A$2:$A$252</c:f>
              <c:numCache>
                <c:formatCode>m/d/yyyy</c:formatCode>
                <c:ptCount val="251"/>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42052</c:v>
                </c:pt>
                <c:pt idx="31">
                  <c:v>42053</c:v>
                </c:pt>
                <c:pt idx="32">
                  <c:v>42054</c:v>
                </c:pt>
                <c:pt idx="33">
                  <c:v>42055</c:v>
                </c:pt>
                <c:pt idx="34">
                  <c:v>42058</c:v>
                </c:pt>
                <c:pt idx="35">
                  <c:v>42059</c:v>
                </c:pt>
                <c:pt idx="36">
                  <c:v>42060</c:v>
                </c:pt>
                <c:pt idx="37">
                  <c:v>42061</c:v>
                </c:pt>
                <c:pt idx="38">
                  <c:v>42062</c:v>
                </c:pt>
                <c:pt idx="39">
                  <c:v>42065</c:v>
                </c:pt>
                <c:pt idx="40">
                  <c:v>42066</c:v>
                </c:pt>
                <c:pt idx="41">
                  <c:v>42067</c:v>
                </c:pt>
                <c:pt idx="42">
                  <c:v>42068</c:v>
                </c:pt>
                <c:pt idx="43">
                  <c:v>42069</c:v>
                </c:pt>
                <c:pt idx="44">
                  <c:v>42072</c:v>
                </c:pt>
                <c:pt idx="45">
                  <c:v>42073</c:v>
                </c:pt>
                <c:pt idx="46">
                  <c:v>42074</c:v>
                </c:pt>
                <c:pt idx="47">
                  <c:v>42075</c:v>
                </c:pt>
                <c:pt idx="48">
                  <c:v>42076</c:v>
                </c:pt>
                <c:pt idx="49">
                  <c:v>42079</c:v>
                </c:pt>
                <c:pt idx="50">
                  <c:v>42080</c:v>
                </c:pt>
                <c:pt idx="51">
                  <c:v>42081</c:v>
                </c:pt>
                <c:pt idx="52">
                  <c:v>42082</c:v>
                </c:pt>
                <c:pt idx="53">
                  <c:v>42083</c:v>
                </c:pt>
                <c:pt idx="54">
                  <c:v>42086</c:v>
                </c:pt>
                <c:pt idx="55">
                  <c:v>42087</c:v>
                </c:pt>
                <c:pt idx="56">
                  <c:v>42088</c:v>
                </c:pt>
                <c:pt idx="57">
                  <c:v>42089</c:v>
                </c:pt>
                <c:pt idx="58">
                  <c:v>42090</c:v>
                </c:pt>
                <c:pt idx="59">
                  <c:v>42093</c:v>
                </c:pt>
                <c:pt idx="60">
                  <c:v>42094</c:v>
                </c:pt>
                <c:pt idx="61">
                  <c:v>42095</c:v>
                </c:pt>
                <c:pt idx="62">
                  <c:v>42096</c:v>
                </c:pt>
                <c:pt idx="63">
                  <c:v>42097</c:v>
                </c:pt>
                <c:pt idx="64">
                  <c:v>42100</c:v>
                </c:pt>
                <c:pt idx="65">
                  <c:v>42101</c:v>
                </c:pt>
                <c:pt idx="66">
                  <c:v>42102</c:v>
                </c:pt>
                <c:pt idx="67">
                  <c:v>42103</c:v>
                </c:pt>
                <c:pt idx="68">
                  <c:v>42104</c:v>
                </c:pt>
                <c:pt idx="69">
                  <c:v>42107</c:v>
                </c:pt>
                <c:pt idx="70">
                  <c:v>42108</c:v>
                </c:pt>
                <c:pt idx="71">
                  <c:v>42109</c:v>
                </c:pt>
                <c:pt idx="72">
                  <c:v>42110</c:v>
                </c:pt>
                <c:pt idx="73">
                  <c:v>42111</c:v>
                </c:pt>
                <c:pt idx="74">
                  <c:v>42114</c:v>
                </c:pt>
                <c:pt idx="75">
                  <c:v>42115</c:v>
                </c:pt>
                <c:pt idx="76">
                  <c:v>42116</c:v>
                </c:pt>
                <c:pt idx="77">
                  <c:v>42117</c:v>
                </c:pt>
                <c:pt idx="78">
                  <c:v>42118</c:v>
                </c:pt>
                <c:pt idx="79">
                  <c:v>42121</c:v>
                </c:pt>
                <c:pt idx="80">
                  <c:v>42122</c:v>
                </c:pt>
                <c:pt idx="81">
                  <c:v>42123</c:v>
                </c:pt>
                <c:pt idx="82">
                  <c:v>42124</c:v>
                </c:pt>
                <c:pt idx="83">
                  <c:v>42125</c:v>
                </c:pt>
                <c:pt idx="84">
                  <c:v>42128</c:v>
                </c:pt>
                <c:pt idx="85">
                  <c:v>42129</c:v>
                </c:pt>
                <c:pt idx="86">
                  <c:v>42130</c:v>
                </c:pt>
                <c:pt idx="87">
                  <c:v>42131</c:v>
                </c:pt>
                <c:pt idx="88">
                  <c:v>42132</c:v>
                </c:pt>
                <c:pt idx="89">
                  <c:v>42135</c:v>
                </c:pt>
                <c:pt idx="90">
                  <c:v>42136</c:v>
                </c:pt>
                <c:pt idx="91">
                  <c:v>42137</c:v>
                </c:pt>
                <c:pt idx="92">
                  <c:v>42138</c:v>
                </c:pt>
                <c:pt idx="93">
                  <c:v>42139</c:v>
                </c:pt>
                <c:pt idx="94">
                  <c:v>42142</c:v>
                </c:pt>
                <c:pt idx="95">
                  <c:v>42143</c:v>
                </c:pt>
                <c:pt idx="96">
                  <c:v>42144</c:v>
                </c:pt>
                <c:pt idx="97">
                  <c:v>42145</c:v>
                </c:pt>
                <c:pt idx="98">
                  <c:v>42146</c:v>
                </c:pt>
                <c:pt idx="99">
                  <c:v>42150</c:v>
                </c:pt>
                <c:pt idx="100">
                  <c:v>42151</c:v>
                </c:pt>
                <c:pt idx="101">
                  <c:v>42152</c:v>
                </c:pt>
                <c:pt idx="102">
                  <c:v>42153</c:v>
                </c:pt>
                <c:pt idx="103">
                  <c:v>42156</c:v>
                </c:pt>
                <c:pt idx="104">
                  <c:v>42157</c:v>
                </c:pt>
                <c:pt idx="105">
                  <c:v>42158</c:v>
                </c:pt>
                <c:pt idx="106">
                  <c:v>42159</c:v>
                </c:pt>
                <c:pt idx="107">
                  <c:v>42160</c:v>
                </c:pt>
                <c:pt idx="108">
                  <c:v>42163</c:v>
                </c:pt>
                <c:pt idx="109">
                  <c:v>42164</c:v>
                </c:pt>
                <c:pt idx="110">
                  <c:v>42165</c:v>
                </c:pt>
                <c:pt idx="111">
                  <c:v>42166</c:v>
                </c:pt>
                <c:pt idx="112">
                  <c:v>42167</c:v>
                </c:pt>
                <c:pt idx="113">
                  <c:v>42170</c:v>
                </c:pt>
                <c:pt idx="114">
                  <c:v>42171</c:v>
                </c:pt>
                <c:pt idx="115">
                  <c:v>42172</c:v>
                </c:pt>
                <c:pt idx="116">
                  <c:v>42173</c:v>
                </c:pt>
                <c:pt idx="117">
                  <c:v>42174</c:v>
                </c:pt>
                <c:pt idx="118">
                  <c:v>42177</c:v>
                </c:pt>
                <c:pt idx="119">
                  <c:v>42178</c:v>
                </c:pt>
                <c:pt idx="120">
                  <c:v>42179</c:v>
                </c:pt>
                <c:pt idx="121">
                  <c:v>42180</c:v>
                </c:pt>
                <c:pt idx="122">
                  <c:v>42181</c:v>
                </c:pt>
                <c:pt idx="123">
                  <c:v>42184</c:v>
                </c:pt>
                <c:pt idx="124">
                  <c:v>42185</c:v>
                </c:pt>
                <c:pt idx="125">
                  <c:v>42186</c:v>
                </c:pt>
                <c:pt idx="126">
                  <c:v>42187</c:v>
                </c:pt>
                <c:pt idx="127">
                  <c:v>42191</c:v>
                </c:pt>
                <c:pt idx="128">
                  <c:v>42192</c:v>
                </c:pt>
                <c:pt idx="129">
                  <c:v>42193</c:v>
                </c:pt>
                <c:pt idx="130">
                  <c:v>42194</c:v>
                </c:pt>
                <c:pt idx="131">
                  <c:v>42195</c:v>
                </c:pt>
                <c:pt idx="132">
                  <c:v>42198</c:v>
                </c:pt>
                <c:pt idx="133">
                  <c:v>42199</c:v>
                </c:pt>
                <c:pt idx="134">
                  <c:v>42200</c:v>
                </c:pt>
                <c:pt idx="135">
                  <c:v>42201</c:v>
                </c:pt>
                <c:pt idx="136">
                  <c:v>42202</c:v>
                </c:pt>
                <c:pt idx="137">
                  <c:v>42205</c:v>
                </c:pt>
                <c:pt idx="138">
                  <c:v>42206</c:v>
                </c:pt>
                <c:pt idx="139">
                  <c:v>42207</c:v>
                </c:pt>
                <c:pt idx="140">
                  <c:v>42208</c:v>
                </c:pt>
                <c:pt idx="141">
                  <c:v>42209</c:v>
                </c:pt>
                <c:pt idx="142">
                  <c:v>42212</c:v>
                </c:pt>
                <c:pt idx="143">
                  <c:v>42213</c:v>
                </c:pt>
                <c:pt idx="144">
                  <c:v>42214</c:v>
                </c:pt>
                <c:pt idx="145">
                  <c:v>42215</c:v>
                </c:pt>
                <c:pt idx="146">
                  <c:v>42216</c:v>
                </c:pt>
                <c:pt idx="147">
                  <c:v>42219</c:v>
                </c:pt>
                <c:pt idx="148">
                  <c:v>42220</c:v>
                </c:pt>
                <c:pt idx="149">
                  <c:v>42221</c:v>
                </c:pt>
                <c:pt idx="150">
                  <c:v>42222</c:v>
                </c:pt>
                <c:pt idx="151">
                  <c:v>42223</c:v>
                </c:pt>
                <c:pt idx="152">
                  <c:v>42226</c:v>
                </c:pt>
                <c:pt idx="153">
                  <c:v>42227</c:v>
                </c:pt>
                <c:pt idx="154">
                  <c:v>42228</c:v>
                </c:pt>
                <c:pt idx="155">
                  <c:v>42229</c:v>
                </c:pt>
                <c:pt idx="156">
                  <c:v>42230</c:v>
                </c:pt>
                <c:pt idx="157">
                  <c:v>42233</c:v>
                </c:pt>
                <c:pt idx="158">
                  <c:v>42234</c:v>
                </c:pt>
                <c:pt idx="159">
                  <c:v>42235</c:v>
                </c:pt>
                <c:pt idx="160">
                  <c:v>42236</c:v>
                </c:pt>
                <c:pt idx="161">
                  <c:v>42237</c:v>
                </c:pt>
                <c:pt idx="162">
                  <c:v>42240</c:v>
                </c:pt>
                <c:pt idx="163">
                  <c:v>42241</c:v>
                </c:pt>
                <c:pt idx="164">
                  <c:v>42242</c:v>
                </c:pt>
                <c:pt idx="165">
                  <c:v>42243</c:v>
                </c:pt>
                <c:pt idx="166">
                  <c:v>42244</c:v>
                </c:pt>
                <c:pt idx="167">
                  <c:v>42247</c:v>
                </c:pt>
                <c:pt idx="168">
                  <c:v>42248</c:v>
                </c:pt>
                <c:pt idx="169">
                  <c:v>42249</c:v>
                </c:pt>
                <c:pt idx="170">
                  <c:v>42250</c:v>
                </c:pt>
                <c:pt idx="171">
                  <c:v>42251</c:v>
                </c:pt>
                <c:pt idx="172">
                  <c:v>42255</c:v>
                </c:pt>
                <c:pt idx="173">
                  <c:v>42256</c:v>
                </c:pt>
                <c:pt idx="174">
                  <c:v>42257</c:v>
                </c:pt>
                <c:pt idx="175">
                  <c:v>42258</c:v>
                </c:pt>
                <c:pt idx="176">
                  <c:v>42261</c:v>
                </c:pt>
                <c:pt idx="177">
                  <c:v>42262</c:v>
                </c:pt>
                <c:pt idx="178">
                  <c:v>42263</c:v>
                </c:pt>
                <c:pt idx="179">
                  <c:v>42264</c:v>
                </c:pt>
                <c:pt idx="180">
                  <c:v>42265</c:v>
                </c:pt>
                <c:pt idx="181">
                  <c:v>42268</c:v>
                </c:pt>
                <c:pt idx="182">
                  <c:v>42269</c:v>
                </c:pt>
                <c:pt idx="183">
                  <c:v>42270</c:v>
                </c:pt>
                <c:pt idx="184">
                  <c:v>42271</c:v>
                </c:pt>
                <c:pt idx="185">
                  <c:v>42272</c:v>
                </c:pt>
                <c:pt idx="186">
                  <c:v>42275</c:v>
                </c:pt>
                <c:pt idx="187">
                  <c:v>42276</c:v>
                </c:pt>
                <c:pt idx="188">
                  <c:v>42277</c:v>
                </c:pt>
                <c:pt idx="189">
                  <c:v>42278</c:v>
                </c:pt>
                <c:pt idx="190">
                  <c:v>42279</c:v>
                </c:pt>
                <c:pt idx="191">
                  <c:v>42282</c:v>
                </c:pt>
                <c:pt idx="192">
                  <c:v>42283</c:v>
                </c:pt>
                <c:pt idx="193">
                  <c:v>42284</c:v>
                </c:pt>
                <c:pt idx="194">
                  <c:v>42285</c:v>
                </c:pt>
                <c:pt idx="195">
                  <c:v>42286</c:v>
                </c:pt>
                <c:pt idx="196">
                  <c:v>42290</c:v>
                </c:pt>
                <c:pt idx="197">
                  <c:v>42291</c:v>
                </c:pt>
                <c:pt idx="198">
                  <c:v>42292</c:v>
                </c:pt>
                <c:pt idx="199">
                  <c:v>42293</c:v>
                </c:pt>
                <c:pt idx="200">
                  <c:v>42296</c:v>
                </c:pt>
                <c:pt idx="201">
                  <c:v>42297</c:v>
                </c:pt>
                <c:pt idx="202">
                  <c:v>42298</c:v>
                </c:pt>
                <c:pt idx="203">
                  <c:v>42299</c:v>
                </c:pt>
                <c:pt idx="204">
                  <c:v>42300</c:v>
                </c:pt>
                <c:pt idx="205">
                  <c:v>42303</c:v>
                </c:pt>
                <c:pt idx="206">
                  <c:v>42304</c:v>
                </c:pt>
                <c:pt idx="207">
                  <c:v>42305</c:v>
                </c:pt>
                <c:pt idx="208">
                  <c:v>42306</c:v>
                </c:pt>
                <c:pt idx="209">
                  <c:v>42307</c:v>
                </c:pt>
                <c:pt idx="210">
                  <c:v>42310</c:v>
                </c:pt>
                <c:pt idx="211">
                  <c:v>42311</c:v>
                </c:pt>
                <c:pt idx="212">
                  <c:v>42312</c:v>
                </c:pt>
                <c:pt idx="213">
                  <c:v>42313</c:v>
                </c:pt>
                <c:pt idx="214">
                  <c:v>42314</c:v>
                </c:pt>
                <c:pt idx="215">
                  <c:v>42317</c:v>
                </c:pt>
                <c:pt idx="216">
                  <c:v>42318</c:v>
                </c:pt>
                <c:pt idx="217">
                  <c:v>42320</c:v>
                </c:pt>
                <c:pt idx="218">
                  <c:v>42321</c:v>
                </c:pt>
                <c:pt idx="219">
                  <c:v>42324</c:v>
                </c:pt>
                <c:pt idx="220">
                  <c:v>42325</c:v>
                </c:pt>
                <c:pt idx="221">
                  <c:v>42326</c:v>
                </c:pt>
                <c:pt idx="222">
                  <c:v>42327</c:v>
                </c:pt>
                <c:pt idx="223">
                  <c:v>42328</c:v>
                </c:pt>
                <c:pt idx="224">
                  <c:v>42331</c:v>
                </c:pt>
                <c:pt idx="225">
                  <c:v>42332</c:v>
                </c:pt>
                <c:pt idx="226">
                  <c:v>42333</c:v>
                </c:pt>
                <c:pt idx="227">
                  <c:v>42335</c:v>
                </c:pt>
                <c:pt idx="228">
                  <c:v>42338</c:v>
                </c:pt>
                <c:pt idx="229">
                  <c:v>42339</c:v>
                </c:pt>
                <c:pt idx="230">
                  <c:v>42340</c:v>
                </c:pt>
                <c:pt idx="231">
                  <c:v>42341</c:v>
                </c:pt>
                <c:pt idx="232">
                  <c:v>42342</c:v>
                </c:pt>
                <c:pt idx="233">
                  <c:v>42345</c:v>
                </c:pt>
                <c:pt idx="234">
                  <c:v>42346</c:v>
                </c:pt>
                <c:pt idx="235">
                  <c:v>42347</c:v>
                </c:pt>
                <c:pt idx="236">
                  <c:v>42348</c:v>
                </c:pt>
                <c:pt idx="237">
                  <c:v>42349</c:v>
                </c:pt>
                <c:pt idx="238">
                  <c:v>42352</c:v>
                </c:pt>
                <c:pt idx="239">
                  <c:v>42353</c:v>
                </c:pt>
                <c:pt idx="240">
                  <c:v>42354</c:v>
                </c:pt>
                <c:pt idx="241">
                  <c:v>42355</c:v>
                </c:pt>
                <c:pt idx="242">
                  <c:v>42356</c:v>
                </c:pt>
                <c:pt idx="243">
                  <c:v>42359</c:v>
                </c:pt>
                <c:pt idx="244">
                  <c:v>42360</c:v>
                </c:pt>
                <c:pt idx="245">
                  <c:v>42361</c:v>
                </c:pt>
                <c:pt idx="246">
                  <c:v>42362</c:v>
                </c:pt>
                <c:pt idx="247">
                  <c:v>42366</c:v>
                </c:pt>
                <c:pt idx="248">
                  <c:v>42367</c:v>
                </c:pt>
                <c:pt idx="249">
                  <c:v>42368</c:v>
                </c:pt>
                <c:pt idx="250">
                  <c:v>42369</c:v>
                </c:pt>
              </c:numCache>
            </c:numRef>
          </c:cat>
          <c:val>
            <c:numRef>
              <c:f>Sheet1!$C$2:$C$252</c:f>
              <c:numCache>
                <c:formatCode>General</c:formatCode>
                <c:ptCount val="251"/>
                <c:pt idx="0">
                  <c:v>2.12</c:v>
                </c:pt>
                <c:pt idx="1">
                  <c:v>2.04</c:v>
                </c:pt>
                <c:pt idx="2">
                  <c:v>1.97</c:v>
                </c:pt>
                <c:pt idx="3">
                  <c:v>1.96</c:v>
                </c:pt>
                <c:pt idx="4">
                  <c:v>2.0299999999999998</c:v>
                </c:pt>
                <c:pt idx="5">
                  <c:v>1.98</c:v>
                </c:pt>
                <c:pt idx="6">
                  <c:v>1.92</c:v>
                </c:pt>
                <c:pt idx="7">
                  <c:v>1.91</c:v>
                </c:pt>
                <c:pt idx="8">
                  <c:v>1.86</c:v>
                </c:pt>
                <c:pt idx="9">
                  <c:v>1.77</c:v>
                </c:pt>
                <c:pt idx="10">
                  <c:v>1.83</c:v>
                </c:pt>
                <c:pt idx="11">
                  <c:v>1.82</c:v>
                </c:pt>
                <c:pt idx="12">
                  <c:v>1.87</c:v>
                </c:pt>
                <c:pt idx="13">
                  <c:v>1.9</c:v>
                </c:pt>
                <c:pt idx="14">
                  <c:v>1.81</c:v>
                </c:pt>
                <c:pt idx="15">
                  <c:v>1.83</c:v>
                </c:pt>
                <c:pt idx="16">
                  <c:v>1.83</c:v>
                </c:pt>
                <c:pt idx="17">
                  <c:v>1.73</c:v>
                </c:pt>
                <c:pt idx="18">
                  <c:v>1.77</c:v>
                </c:pt>
                <c:pt idx="19">
                  <c:v>1.68</c:v>
                </c:pt>
                <c:pt idx="20">
                  <c:v>1.68</c:v>
                </c:pt>
                <c:pt idx="21">
                  <c:v>1.79</c:v>
                </c:pt>
                <c:pt idx="22">
                  <c:v>1.81</c:v>
                </c:pt>
                <c:pt idx="23">
                  <c:v>1.83</c:v>
                </c:pt>
                <c:pt idx="24">
                  <c:v>1.95</c:v>
                </c:pt>
                <c:pt idx="25">
                  <c:v>1.96</c:v>
                </c:pt>
                <c:pt idx="26">
                  <c:v>2.0099999999999998</c:v>
                </c:pt>
                <c:pt idx="27">
                  <c:v>2</c:v>
                </c:pt>
                <c:pt idx="28">
                  <c:v>1.99</c:v>
                </c:pt>
                <c:pt idx="29">
                  <c:v>2.02</c:v>
                </c:pt>
                <c:pt idx="30">
                  <c:v>2.14</c:v>
                </c:pt>
                <c:pt idx="31">
                  <c:v>2.0699999999999998</c:v>
                </c:pt>
                <c:pt idx="32">
                  <c:v>2.11</c:v>
                </c:pt>
                <c:pt idx="33">
                  <c:v>2.13</c:v>
                </c:pt>
                <c:pt idx="34">
                  <c:v>2.06</c:v>
                </c:pt>
                <c:pt idx="35">
                  <c:v>1.99</c:v>
                </c:pt>
                <c:pt idx="36">
                  <c:v>1.96</c:v>
                </c:pt>
                <c:pt idx="37">
                  <c:v>2.0299999999999998</c:v>
                </c:pt>
                <c:pt idx="38">
                  <c:v>2</c:v>
                </c:pt>
                <c:pt idx="39">
                  <c:v>2.08</c:v>
                </c:pt>
                <c:pt idx="40">
                  <c:v>2.12</c:v>
                </c:pt>
                <c:pt idx="41">
                  <c:v>2.12</c:v>
                </c:pt>
                <c:pt idx="42">
                  <c:v>2.11</c:v>
                </c:pt>
                <c:pt idx="43">
                  <c:v>2.2400000000000002</c:v>
                </c:pt>
                <c:pt idx="44">
                  <c:v>2.2000000000000002</c:v>
                </c:pt>
                <c:pt idx="45">
                  <c:v>2.14</c:v>
                </c:pt>
                <c:pt idx="46">
                  <c:v>2.11</c:v>
                </c:pt>
                <c:pt idx="47">
                  <c:v>2.1</c:v>
                </c:pt>
                <c:pt idx="48">
                  <c:v>2.13</c:v>
                </c:pt>
                <c:pt idx="49">
                  <c:v>2.1</c:v>
                </c:pt>
                <c:pt idx="50">
                  <c:v>2.06</c:v>
                </c:pt>
                <c:pt idx="51">
                  <c:v>1.93</c:v>
                </c:pt>
                <c:pt idx="52">
                  <c:v>1.98</c:v>
                </c:pt>
                <c:pt idx="53">
                  <c:v>1.93</c:v>
                </c:pt>
                <c:pt idx="54">
                  <c:v>1.92</c:v>
                </c:pt>
                <c:pt idx="55">
                  <c:v>1.88</c:v>
                </c:pt>
                <c:pt idx="56">
                  <c:v>1.93</c:v>
                </c:pt>
                <c:pt idx="57">
                  <c:v>2.0099999999999998</c:v>
                </c:pt>
                <c:pt idx="58">
                  <c:v>1.95</c:v>
                </c:pt>
                <c:pt idx="59">
                  <c:v>1.96</c:v>
                </c:pt>
                <c:pt idx="60">
                  <c:v>1.94</c:v>
                </c:pt>
                <c:pt idx="61">
                  <c:v>1.87</c:v>
                </c:pt>
                <c:pt idx="62">
                  <c:v>1.92</c:v>
                </c:pt>
                <c:pt idx="63">
                  <c:v>1.85</c:v>
                </c:pt>
                <c:pt idx="64">
                  <c:v>1.92</c:v>
                </c:pt>
                <c:pt idx="65">
                  <c:v>1.89</c:v>
                </c:pt>
                <c:pt idx="66">
                  <c:v>1.92</c:v>
                </c:pt>
                <c:pt idx="67">
                  <c:v>1.97</c:v>
                </c:pt>
                <c:pt idx="68">
                  <c:v>1.96</c:v>
                </c:pt>
                <c:pt idx="69">
                  <c:v>1.94</c:v>
                </c:pt>
                <c:pt idx="70">
                  <c:v>1.9</c:v>
                </c:pt>
                <c:pt idx="71">
                  <c:v>1.91</c:v>
                </c:pt>
                <c:pt idx="72">
                  <c:v>1.9</c:v>
                </c:pt>
                <c:pt idx="73">
                  <c:v>1.87</c:v>
                </c:pt>
                <c:pt idx="74">
                  <c:v>1.9</c:v>
                </c:pt>
                <c:pt idx="75">
                  <c:v>1.92</c:v>
                </c:pt>
                <c:pt idx="76">
                  <c:v>1.99</c:v>
                </c:pt>
                <c:pt idx="77">
                  <c:v>1.96</c:v>
                </c:pt>
                <c:pt idx="78">
                  <c:v>1.93</c:v>
                </c:pt>
                <c:pt idx="79">
                  <c:v>1.94</c:v>
                </c:pt>
                <c:pt idx="80">
                  <c:v>2</c:v>
                </c:pt>
                <c:pt idx="81">
                  <c:v>2.06</c:v>
                </c:pt>
                <c:pt idx="82">
                  <c:v>2.0499999999999998</c:v>
                </c:pt>
                <c:pt idx="83">
                  <c:v>2.12</c:v>
                </c:pt>
                <c:pt idx="84">
                  <c:v>2.16</c:v>
                </c:pt>
                <c:pt idx="85">
                  <c:v>2.19</c:v>
                </c:pt>
                <c:pt idx="86">
                  <c:v>2.25</c:v>
                </c:pt>
                <c:pt idx="87">
                  <c:v>2.1800000000000002</c:v>
                </c:pt>
                <c:pt idx="88">
                  <c:v>2.16</c:v>
                </c:pt>
                <c:pt idx="89">
                  <c:v>2.2799999999999998</c:v>
                </c:pt>
                <c:pt idx="90">
                  <c:v>2.2799999999999998</c:v>
                </c:pt>
                <c:pt idx="91">
                  <c:v>2.27</c:v>
                </c:pt>
                <c:pt idx="92">
                  <c:v>2.23</c:v>
                </c:pt>
                <c:pt idx="93">
                  <c:v>2.14</c:v>
                </c:pt>
                <c:pt idx="94">
                  <c:v>2.23</c:v>
                </c:pt>
                <c:pt idx="95">
                  <c:v>2.27</c:v>
                </c:pt>
                <c:pt idx="96">
                  <c:v>2.2599999999999998</c:v>
                </c:pt>
                <c:pt idx="97">
                  <c:v>2.19</c:v>
                </c:pt>
                <c:pt idx="98">
                  <c:v>2.21</c:v>
                </c:pt>
                <c:pt idx="99">
                  <c:v>2.14</c:v>
                </c:pt>
                <c:pt idx="100">
                  <c:v>2.14</c:v>
                </c:pt>
                <c:pt idx="101">
                  <c:v>2.13</c:v>
                </c:pt>
                <c:pt idx="102">
                  <c:v>2.12</c:v>
                </c:pt>
                <c:pt idx="103">
                  <c:v>2.19</c:v>
                </c:pt>
                <c:pt idx="104">
                  <c:v>2.27</c:v>
                </c:pt>
                <c:pt idx="105">
                  <c:v>2.38</c:v>
                </c:pt>
                <c:pt idx="106">
                  <c:v>2.31</c:v>
                </c:pt>
                <c:pt idx="107">
                  <c:v>2.41</c:v>
                </c:pt>
                <c:pt idx="108">
                  <c:v>2.39</c:v>
                </c:pt>
                <c:pt idx="109">
                  <c:v>2.42</c:v>
                </c:pt>
                <c:pt idx="110">
                  <c:v>2.5</c:v>
                </c:pt>
                <c:pt idx="111">
                  <c:v>2.39</c:v>
                </c:pt>
                <c:pt idx="112">
                  <c:v>2.39</c:v>
                </c:pt>
                <c:pt idx="113">
                  <c:v>2.36</c:v>
                </c:pt>
                <c:pt idx="114">
                  <c:v>2.3199999999999998</c:v>
                </c:pt>
                <c:pt idx="115">
                  <c:v>2.3199999999999998</c:v>
                </c:pt>
                <c:pt idx="116">
                  <c:v>2.35</c:v>
                </c:pt>
                <c:pt idx="117">
                  <c:v>2.2599999999999998</c:v>
                </c:pt>
                <c:pt idx="118">
                  <c:v>2.37</c:v>
                </c:pt>
                <c:pt idx="119">
                  <c:v>2.42</c:v>
                </c:pt>
                <c:pt idx="120">
                  <c:v>2.38</c:v>
                </c:pt>
                <c:pt idx="121">
                  <c:v>2.4</c:v>
                </c:pt>
                <c:pt idx="122">
                  <c:v>2.4900000000000002</c:v>
                </c:pt>
                <c:pt idx="123">
                  <c:v>2.33</c:v>
                </c:pt>
                <c:pt idx="124">
                  <c:v>2.35</c:v>
                </c:pt>
                <c:pt idx="125">
                  <c:v>2.4300000000000002</c:v>
                </c:pt>
                <c:pt idx="126">
                  <c:v>2.4</c:v>
                </c:pt>
                <c:pt idx="127">
                  <c:v>2.2999999999999998</c:v>
                </c:pt>
                <c:pt idx="128">
                  <c:v>2.27</c:v>
                </c:pt>
                <c:pt idx="129">
                  <c:v>2.2200000000000002</c:v>
                </c:pt>
                <c:pt idx="130">
                  <c:v>2.3199999999999998</c:v>
                </c:pt>
                <c:pt idx="131">
                  <c:v>2.42</c:v>
                </c:pt>
                <c:pt idx="132">
                  <c:v>2.44</c:v>
                </c:pt>
                <c:pt idx="133">
                  <c:v>2.41</c:v>
                </c:pt>
                <c:pt idx="134">
                  <c:v>2.36</c:v>
                </c:pt>
                <c:pt idx="135">
                  <c:v>2.36</c:v>
                </c:pt>
                <c:pt idx="136">
                  <c:v>2.34</c:v>
                </c:pt>
                <c:pt idx="137">
                  <c:v>2.38</c:v>
                </c:pt>
                <c:pt idx="138">
                  <c:v>2.35</c:v>
                </c:pt>
                <c:pt idx="139">
                  <c:v>2.33</c:v>
                </c:pt>
                <c:pt idx="140">
                  <c:v>2.2799999999999998</c:v>
                </c:pt>
                <c:pt idx="141">
                  <c:v>2.27</c:v>
                </c:pt>
                <c:pt idx="142">
                  <c:v>2.23</c:v>
                </c:pt>
                <c:pt idx="143">
                  <c:v>2.2599999999999998</c:v>
                </c:pt>
                <c:pt idx="144">
                  <c:v>2.29</c:v>
                </c:pt>
                <c:pt idx="145">
                  <c:v>2.2799999999999998</c:v>
                </c:pt>
                <c:pt idx="146">
                  <c:v>2.2000000000000002</c:v>
                </c:pt>
                <c:pt idx="147">
                  <c:v>2.16</c:v>
                </c:pt>
                <c:pt idx="148">
                  <c:v>2.23</c:v>
                </c:pt>
                <c:pt idx="149">
                  <c:v>2.2799999999999998</c:v>
                </c:pt>
                <c:pt idx="150">
                  <c:v>2.23</c:v>
                </c:pt>
                <c:pt idx="151">
                  <c:v>2.1800000000000002</c:v>
                </c:pt>
                <c:pt idx="152">
                  <c:v>2.2400000000000002</c:v>
                </c:pt>
                <c:pt idx="153">
                  <c:v>2.15</c:v>
                </c:pt>
                <c:pt idx="154">
                  <c:v>2.14</c:v>
                </c:pt>
                <c:pt idx="155">
                  <c:v>2.19</c:v>
                </c:pt>
                <c:pt idx="156">
                  <c:v>2.2000000000000002</c:v>
                </c:pt>
                <c:pt idx="157">
                  <c:v>2.16</c:v>
                </c:pt>
                <c:pt idx="158">
                  <c:v>2.2000000000000002</c:v>
                </c:pt>
                <c:pt idx="159">
                  <c:v>2.12</c:v>
                </c:pt>
                <c:pt idx="160">
                  <c:v>2.09</c:v>
                </c:pt>
                <c:pt idx="161">
                  <c:v>2.0499999999999998</c:v>
                </c:pt>
                <c:pt idx="162">
                  <c:v>2.0099999999999998</c:v>
                </c:pt>
                <c:pt idx="163">
                  <c:v>2.12</c:v>
                </c:pt>
                <c:pt idx="164">
                  <c:v>2.1800000000000002</c:v>
                </c:pt>
                <c:pt idx="165">
                  <c:v>2.1800000000000002</c:v>
                </c:pt>
                <c:pt idx="166">
                  <c:v>2.19</c:v>
                </c:pt>
                <c:pt idx="167">
                  <c:v>2.21</c:v>
                </c:pt>
                <c:pt idx="168">
                  <c:v>2.17</c:v>
                </c:pt>
                <c:pt idx="169">
                  <c:v>2.2000000000000002</c:v>
                </c:pt>
                <c:pt idx="170">
                  <c:v>2.1800000000000002</c:v>
                </c:pt>
                <c:pt idx="171">
                  <c:v>2.13</c:v>
                </c:pt>
                <c:pt idx="172">
                  <c:v>2.2000000000000002</c:v>
                </c:pt>
                <c:pt idx="173">
                  <c:v>2.21</c:v>
                </c:pt>
                <c:pt idx="174">
                  <c:v>2.23</c:v>
                </c:pt>
                <c:pt idx="175">
                  <c:v>2.2000000000000002</c:v>
                </c:pt>
                <c:pt idx="176">
                  <c:v>2.1800000000000002</c:v>
                </c:pt>
                <c:pt idx="177">
                  <c:v>2.2799999999999998</c:v>
                </c:pt>
                <c:pt idx="178">
                  <c:v>2.2999999999999998</c:v>
                </c:pt>
                <c:pt idx="179">
                  <c:v>2.21</c:v>
                </c:pt>
                <c:pt idx="180">
                  <c:v>2.13</c:v>
                </c:pt>
                <c:pt idx="181">
                  <c:v>2.2000000000000002</c:v>
                </c:pt>
                <c:pt idx="182">
                  <c:v>2.14</c:v>
                </c:pt>
                <c:pt idx="183">
                  <c:v>2.16</c:v>
                </c:pt>
                <c:pt idx="184">
                  <c:v>2.13</c:v>
                </c:pt>
                <c:pt idx="185">
                  <c:v>2.17</c:v>
                </c:pt>
                <c:pt idx="186">
                  <c:v>2.1</c:v>
                </c:pt>
                <c:pt idx="187">
                  <c:v>2.0499999999999998</c:v>
                </c:pt>
                <c:pt idx="188">
                  <c:v>2.06</c:v>
                </c:pt>
                <c:pt idx="189">
                  <c:v>2.0499999999999998</c:v>
                </c:pt>
                <c:pt idx="190">
                  <c:v>1.99</c:v>
                </c:pt>
                <c:pt idx="191">
                  <c:v>2.0699999999999998</c:v>
                </c:pt>
                <c:pt idx="192">
                  <c:v>2.0499999999999998</c:v>
                </c:pt>
                <c:pt idx="193">
                  <c:v>2.08</c:v>
                </c:pt>
                <c:pt idx="194">
                  <c:v>2.12</c:v>
                </c:pt>
                <c:pt idx="195">
                  <c:v>2.12</c:v>
                </c:pt>
                <c:pt idx="196">
                  <c:v>2.06</c:v>
                </c:pt>
                <c:pt idx="197">
                  <c:v>1.99</c:v>
                </c:pt>
                <c:pt idx="198">
                  <c:v>2.04</c:v>
                </c:pt>
                <c:pt idx="199">
                  <c:v>2.04</c:v>
                </c:pt>
                <c:pt idx="200">
                  <c:v>2.04</c:v>
                </c:pt>
                <c:pt idx="201">
                  <c:v>2.08</c:v>
                </c:pt>
                <c:pt idx="202">
                  <c:v>2.04</c:v>
                </c:pt>
                <c:pt idx="203">
                  <c:v>2.04</c:v>
                </c:pt>
                <c:pt idx="204">
                  <c:v>2.09</c:v>
                </c:pt>
                <c:pt idx="205">
                  <c:v>2.0699999999999998</c:v>
                </c:pt>
                <c:pt idx="206">
                  <c:v>2.0499999999999998</c:v>
                </c:pt>
                <c:pt idx="207">
                  <c:v>2.1</c:v>
                </c:pt>
                <c:pt idx="208">
                  <c:v>2.19</c:v>
                </c:pt>
                <c:pt idx="209">
                  <c:v>2.16</c:v>
                </c:pt>
                <c:pt idx="210">
                  <c:v>2.2000000000000002</c:v>
                </c:pt>
                <c:pt idx="211">
                  <c:v>2.23</c:v>
                </c:pt>
                <c:pt idx="212">
                  <c:v>2.25</c:v>
                </c:pt>
                <c:pt idx="213">
                  <c:v>2.2599999999999998</c:v>
                </c:pt>
                <c:pt idx="214">
                  <c:v>2.34</c:v>
                </c:pt>
                <c:pt idx="215">
                  <c:v>2.36</c:v>
                </c:pt>
                <c:pt idx="216">
                  <c:v>2.3199999999999998</c:v>
                </c:pt>
                <c:pt idx="217">
                  <c:v>2.3199999999999998</c:v>
                </c:pt>
                <c:pt idx="218">
                  <c:v>2.2799999999999998</c:v>
                </c:pt>
                <c:pt idx="219">
                  <c:v>2.27</c:v>
                </c:pt>
                <c:pt idx="220">
                  <c:v>2.25</c:v>
                </c:pt>
                <c:pt idx="221">
                  <c:v>2.27</c:v>
                </c:pt>
                <c:pt idx="222">
                  <c:v>2.2400000000000002</c:v>
                </c:pt>
                <c:pt idx="223">
                  <c:v>2.2599999999999998</c:v>
                </c:pt>
                <c:pt idx="224">
                  <c:v>2.25</c:v>
                </c:pt>
                <c:pt idx="225">
                  <c:v>2.2400000000000002</c:v>
                </c:pt>
                <c:pt idx="226">
                  <c:v>2.23</c:v>
                </c:pt>
                <c:pt idx="227">
                  <c:v>2.2200000000000002</c:v>
                </c:pt>
                <c:pt idx="228">
                  <c:v>2.21</c:v>
                </c:pt>
                <c:pt idx="229">
                  <c:v>2.15</c:v>
                </c:pt>
                <c:pt idx="230">
                  <c:v>2.1800000000000002</c:v>
                </c:pt>
                <c:pt idx="231">
                  <c:v>2.33</c:v>
                </c:pt>
                <c:pt idx="232">
                  <c:v>2.2799999999999998</c:v>
                </c:pt>
                <c:pt idx="233">
                  <c:v>2.23</c:v>
                </c:pt>
                <c:pt idx="234">
                  <c:v>2.2400000000000002</c:v>
                </c:pt>
                <c:pt idx="235">
                  <c:v>2.2200000000000002</c:v>
                </c:pt>
                <c:pt idx="236">
                  <c:v>2.2400000000000002</c:v>
                </c:pt>
                <c:pt idx="237">
                  <c:v>2.13</c:v>
                </c:pt>
                <c:pt idx="238">
                  <c:v>2.23</c:v>
                </c:pt>
                <c:pt idx="239">
                  <c:v>2.2799999999999998</c:v>
                </c:pt>
                <c:pt idx="240">
                  <c:v>2.2999999999999998</c:v>
                </c:pt>
                <c:pt idx="241">
                  <c:v>2.2400000000000002</c:v>
                </c:pt>
                <c:pt idx="242">
                  <c:v>2.19</c:v>
                </c:pt>
                <c:pt idx="243">
                  <c:v>2.2000000000000002</c:v>
                </c:pt>
                <c:pt idx="244">
                  <c:v>2.2400000000000002</c:v>
                </c:pt>
                <c:pt idx="245">
                  <c:v>2.27</c:v>
                </c:pt>
                <c:pt idx="246">
                  <c:v>2.25</c:v>
                </c:pt>
                <c:pt idx="247">
                  <c:v>2.2400000000000002</c:v>
                </c:pt>
                <c:pt idx="248">
                  <c:v>2.3199999999999998</c:v>
                </c:pt>
                <c:pt idx="249">
                  <c:v>2.31</c:v>
                </c:pt>
                <c:pt idx="250">
                  <c:v>2.27</c:v>
                </c:pt>
              </c:numCache>
            </c:numRef>
          </c:val>
          <c:smooth val="0"/>
        </c:ser>
        <c:dLbls>
          <c:showLegendKey val="0"/>
          <c:showVal val="0"/>
          <c:showCatName val="0"/>
          <c:showSerName val="0"/>
          <c:showPercent val="0"/>
          <c:showBubbleSize val="0"/>
        </c:dLbls>
        <c:marker val="1"/>
        <c:smooth val="0"/>
        <c:axId val="124471168"/>
        <c:axId val="124469632"/>
      </c:lineChart>
      <c:dateAx>
        <c:axId val="124462208"/>
        <c:scaling>
          <c:orientation val="minMax"/>
        </c:scaling>
        <c:delete val="0"/>
        <c:axPos val="b"/>
        <c:numFmt formatCode="[$-409]mmm\-yy;@" sourceLinked="0"/>
        <c:majorTickMark val="out"/>
        <c:minorTickMark val="none"/>
        <c:tickLblPos val="nextTo"/>
        <c:crossAx val="124463744"/>
        <c:crosses val="autoZero"/>
        <c:auto val="1"/>
        <c:lblOffset val="100"/>
        <c:baseTimeUnit val="days"/>
        <c:majorUnit val="2"/>
        <c:majorTimeUnit val="months"/>
      </c:dateAx>
      <c:valAx>
        <c:axId val="124463744"/>
        <c:scaling>
          <c:orientation val="minMax"/>
        </c:scaling>
        <c:delete val="0"/>
        <c:axPos val="l"/>
        <c:numFmt formatCode="General" sourceLinked="1"/>
        <c:majorTickMark val="out"/>
        <c:minorTickMark val="none"/>
        <c:tickLblPos val="nextTo"/>
        <c:crossAx val="124462208"/>
        <c:crosses val="autoZero"/>
        <c:crossBetween val="between"/>
      </c:valAx>
      <c:valAx>
        <c:axId val="124469632"/>
        <c:scaling>
          <c:orientation val="minMax"/>
          <c:min val="1.5"/>
        </c:scaling>
        <c:delete val="0"/>
        <c:axPos val="r"/>
        <c:numFmt formatCode="General" sourceLinked="1"/>
        <c:majorTickMark val="out"/>
        <c:minorTickMark val="none"/>
        <c:tickLblPos val="nextTo"/>
        <c:crossAx val="124471168"/>
        <c:crosses val="max"/>
        <c:crossBetween val="between"/>
      </c:valAx>
      <c:dateAx>
        <c:axId val="124471168"/>
        <c:scaling>
          <c:orientation val="minMax"/>
        </c:scaling>
        <c:delete val="1"/>
        <c:axPos val="b"/>
        <c:numFmt formatCode="m/d/yyyy" sourceLinked="1"/>
        <c:majorTickMark val="out"/>
        <c:minorTickMark val="none"/>
        <c:tickLblPos val="nextTo"/>
        <c:crossAx val="124469632"/>
        <c:crosses val="autoZero"/>
        <c:auto val="1"/>
        <c:lblOffset val="100"/>
        <c:baseTimeUnit val="days"/>
      </c:dateAx>
    </c:plotArea>
    <c:legend>
      <c:legendPos val="b"/>
      <c:layout/>
      <c:overlay val="0"/>
    </c:legend>
    <c:plotVisOnly val="1"/>
    <c:dispBlanksAs val="gap"/>
    <c:showDLblsOverMax val="0"/>
  </c:chart>
  <c:txPr>
    <a:bodyPr/>
    <a:lstStyle/>
    <a:p>
      <a:pPr>
        <a:defRPr sz="7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869354692732375"/>
          <c:y val="6.2017224540530942E-2"/>
          <c:w val="0.80862446073551153"/>
          <c:h val="0.76913921690490983"/>
        </c:manualLayout>
      </c:layout>
      <c:lineChart>
        <c:grouping val="standard"/>
        <c:varyColors val="0"/>
        <c:ser>
          <c:idx val="0"/>
          <c:order val="0"/>
          <c:tx>
            <c:strRef>
              <c:f>Sheet1!$B$1</c:f>
              <c:strCache>
                <c:ptCount val="1"/>
                <c:pt idx="0">
                  <c:v>Net IO (%)</c:v>
                </c:pt>
              </c:strCache>
            </c:strRef>
          </c:tx>
          <c:marker>
            <c:symbol val="none"/>
          </c:marker>
          <c:cat>
            <c:numRef>
              <c:f>Sheet1!$A$2:$A$252</c:f>
              <c:numCache>
                <c:formatCode>mm/dd/yy;@</c:formatCode>
                <c:ptCount val="251"/>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42052</c:v>
                </c:pt>
                <c:pt idx="31">
                  <c:v>42053</c:v>
                </c:pt>
                <c:pt idx="32">
                  <c:v>42054</c:v>
                </c:pt>
                <c:pt idx="33">
                  <c:v>42055</c:v>
                </c:pt>
                <c:pt idx="34">
                  <c:v>42058</c:v>
                </c:pt>
                <c:pt idx="35">
                  <c:v>42059</c:v>
                </c:pt>
                <c:pt idx="36">
                  <c:v>42060</c:v>
                </c:pt>
                <c:pt idx="37">
                  <c:v>42061</c:v>
                </c:pt>
                <c:pt idx="38">
                  <c:v>42062</c:v>
                </c:pt>
                <c:pt idx="39">
                  <c:v>42065</c:v>
                </c:pt>
                <c:pt idx="40">
                  <c:v>42066</c:v>
                </c:pt>
                <c:pt idx="41">
                  <c:v>42067</c:v>
                </c:pt>
                <c:pt idx="42">
                  <c:v>42068</c:v>
                </c:pt>
                <c:pt idx="43">
                  <c:v>42069</c:v>
                </c:pt>
                <c:pt idx="44">
                  <c:v>42072</c:v>
                </c:pt>
                <c:pt idx="45">
                  <c:v>42073</c:v>
                </c:pt>
                <c:pt idx="46">
                  <c:v>42074</c:v>
                </c:pt>
                <c:pt idx="47">
                  <c:v>42075</c:v>
                </c:pt>
                <c:pt idx="48">
                  <c:v>42076</c:v>
                </c:pt>
                <c:pt idx="49">
                  <c:v>42079</c:v>
                </c:pt>
                <c:pt idx="50">
                  <c:v>42080</c:v>
                </c:pt>
                <c:pt idx="51">
                  <c:v>42081</c:v>
                </c:pt>
                <c:pt idx="52">
                  <c:v>42082</c:v>
                </c:pt>
                <c:pt idx="53">
                  <c:v>42083</c:v>
                </c:pt>
                <c:pt idx="54">
                  <c:v>42086</c:v>
                </c:pt>
                <c:pt idx="55">
                  <c:v>42087</c:v>
                </c:pt>
                <c:pt idx="56">
                  <c:v>42088</c:v>
                </c:pt>
                <c:pt idx="57">
                  <c:v>42089</c:v>
                </c:pt>
                <c:pt idx="58">
                  <c:v>42090</c:v>
                </c:pt>
                <c:pt idx="59">
                  <c:v>42093</c:v>
                </c:pt>
                <c:pt idx="60">
                  <c:v>42094</c:v>
                </c:pt>
                <c:pt idx="61">
                  <c:v>42095</c:v>
                </c:pt>
                <c:pt idx="62">
                  <c:v>42096</c:v>
                </c:pt>
                <c:pt idx="63">
                  <c:v>42097</c:v>
                </c:pt>
                <c:pt idx="64">
                  <c:v>42100</c:v>
                </c:pt>
                <c:pt idx="65">
                  <c:v>42101</c:v>
                </c:pt>
                <c:pt idx="66">
                  <c:v>42102</c:v>
                </c:pt>
                <c:pt idx="67">
                  <c:v>42103</c:v>
                </c:pt>
                <c:pt idx="68">
                  <c:v>42104</c:v>
                </c:pt>
                <c:pt idx="69">
                  <c:v>42107</c:v>
                </c:pt>
                <c:pt idx="70">
                  <c:v>42108</c:v>
                </c:pt>
                <c:pt idx="71">
                  <c:v>42109</c:v>
                </c:pt>
                <c:pt idx="72">
                  <c:v>42110</c:v>
                </c:pt>
                <c:pt idx="73">
                  <c:v>42111</c:v>
                </c:pt>
                <c:pt idx="74">
                  <c:v>42114</c:v>
                </c:pt>
                <c:pt idx="75">
                  <c:v>42115</c:v>
                </c:pt>
                <c:pt idx="76">
                  <c:v>42116</c:v>
                </c:pt>
                <c:pt idx="77">
                  <c:v>42117</c:v>
                </c:pt>
                <c:pt idx="78">
                  <c:v>42118</c:v>
                </c:pt>
                <c:pt idx="79">
                  <c:v>42121</c:v>
                </c:pt>
                <c:pt idx="80">
                  <c:v>42122</c:v>
                </c:pt>
                <c:pt idx="81">
                  <c:v>42123</c:v>
                </c:pt>
                <c:pt idx="82">
                  <c:v>42124</c:v>
                </c:pt>
                <c:pt idx="83">
                  <c:v>42125</c:v>
                </c:pt>
                <c:pt idx="84">
                  <c:v>42128</c:v>
                </c:pt>
                <c:pt idx="85">
                  <c:v>42129</c:v>
                </c:pt>
                <c:pt idx="86">
                  <c:v>42130</c:v>
                </c:pt>
                <c:pt idx="87">
                  <c:v>42131</c:v>
                </c:pt>
                <c:pt idx="88">
                  <c:v>42132</c:v>
                </c:pt>
                <c:pt idx="89">
                  <c:v>42135</c:v>
                </c:pt>
                <c:pt idx="90">
                  <c:v>42136</c:v>
                </c:pt>
                <c:pt idx="91">
                  <c:v>42137</c:v>
                </c:pt>
                <c:pt idx="92">
                  <c:v>42138</c:v>
                </c:pt>
                <c:pt idx="93">
                  <c:v>42139</c:v>
                </c:pt>
                <c:pt idx="94">
                  <c:v>42142</c:v>
                </c:pt>
                <c:pt idx="95">
                  <c:v>42143</c:v>
                </c:pt>
                <c:pt idx="96">
                  <c:v>42144</c:v>
                </c:pt>
                <c:pt idx="97">
                  <c:v>42145</c:v>
                </c:pt>
                <c:pt idx="98">
                  <c:v>42146</c:v>
                </c:pt>
                <c:pt idx="99">
                  <c:v>42150</c:v>
                </c:pt>
                <c:pt idx="100">
                  <c:v>42151</c:v>
                </c:pt>
                <c:pt idx="101">
                  <c:v>42152</c:v>
                </c:pt>
                <c:pt idx="102">
                  <c:v>42153</c:v>
                </c:pt>
                <c:pt idx="103">
                  <c:v>42156</c:v>
                </c:pt>
                <c:pt idx="104">
                  <c:v>42157</c:v>
                </c:pt>
                <c:pt idx="105">
                  <c:v>42158</c:v>
                </c:pt>
                <c:pt idx="106">
                  <c:v>42159</c:v>
                </c:pt>
                <c:pt idx="107">
                  <c:v>42160</c:v>
                </c:pt>
                <c:pt idx="108">
                  <c:v>42163</c:v>
                </c:pt>
                <c:pt idx="109">
                  <c:v>42164</c:v>
                </c:pt>
                <c:pt idx="110">
                  <c:v>42165</c:v>
                </c:pt>
                <c:pt idx="111">
                  <c:v>42166</c:v>
                </c:pt>
                <c:pt idx="112">
                  <c:v>42167</c:v>
                </c:pt>
                <c:pt idx="113">
                  <c:v>42170</c:v>
                </c:pt>
                <c:pt idx="114">
                  <c:v>42171</c:v>
                </c:pt>
                <c:pt idx="115">
                  <c:v>42172</c:v>
                </c:pt>
                <c:pt idx="116">
                  <c:v>42173</c:v>
                </c:pt>
                <c:pt idx="117">
                  <c:v>42174</c:v>
                </c:pt>
                <c:pt idx="118">
                  <c:v>42177</c:v>
                </c:pt>
                <c:pt idx="119">
                  <c:v>42178</c:v>
                </c:pt>
                <c:pt idx="120">
                  <c:v>42179</c:v>
                </c:pt>
                <c:pt idx="121">
                  <c:v>42180</c:v>
                </c:pt>
                <c:pt idx="122">
                  <c:v>42181</c:v>
                </c:pt>
                <c:pt idx="123">
                  <c:v>42184</c:v>
                </c:pt>
                <c:pt idx="124">
                  <c:v>42185</c:v>
                </c:pt>
                <c:pt idx="125">
                  <c:v>42186</c:v>
                </c:pt>
                <c:pt idx="126">
                  <c:v>42187</c:v>
                </c:pt>
                <c:pt idx="127">
                  <c:v>42191</c:v>
                </c:pt>
                <c:pt idx="128">
                  <c:v>42192</c:v>
                </c:pt>
                <c:pt idx="129">
                  <c:v>42193</c:v>
                </c:pt>
                <c:pt idx="130">
                  <c:v>42194</c:v>
                </c:pt>
                <c:pt idx="131">
                  <c:v>42195</c:v>
                </c:pt>
                <c:pt idx="132">
                  <c:v>42198</c:v>
                </c:pt>
                <c:pt idx="133">
                  <c:v>42199</c:v>
                </c:pt>
                <c:pt idx="134">
                  <c:v>42200</c:v>
                </c:pt>
                <c:pt idx="135">
                  <c:v>42201</c:v>
                </c:pt>
                <c:pt idx="136">
                  <c:v>42202</c:v>
                </c:pt>
                <c:pt idx="137">
                  <c:v>42205</c:v>
                </c:pt>
                <c:pt idx="138">
                  <c:v>42206</c:v>
                </c:pt>
                <c:pt idx="139">
                  <c:v>42207</c:v>
                </c:pt>
                <c:pt idx="140">
                  <c:v>42208</c:v>
                </c:pt>
                <c:pt idx="141">
                  <c:v>42209</c:v>
                </c:pt>
                <c:pt idx="142">
                  <c:v>42212</c:v>
                </c:pt>
                <c:pt idx="143">
                  <c:v>42213</c:v>
                </c:pt>
                <c:pt idx="144">
                  <c:v>42214</c:v>
                </c:pt>
                <c:pt idx="145">
                  <c:v>42215</c:v>
                </c:pt>
                <c:pt idx="146">
                  <c:v>42216</c:v>
                </c:pt>
                <c:pt idx="147">
                  <c:v>42219</c:v>
                </c:pt>
                <c:pt idx="148">
                  <c:v>42220</c:v>
                </c:pt>
                <c:pt idx="149">
                  <c:v>42221</c:v>
                </c:pt>
                <c:pt idx="150">
                  <c:v>42222</c:v>
                </c:pt>
                <c:pt idx="151">
                  <c:v>42223</c:v>
                </c:pt>
                <c:pt idx="152">
                  <c:v>42226</c:v>
                </c:pt>
                <c:pt idx="153">
                  <c:v>42227</c:v>
                </c:pt>
                <c:pt idx="154">
                  <c:v>42228</c:v>
                </c:pt>
                <c:pt idx="155">
                  <c:v>42229</c:v>
                </c:pt>
                <c:pt idx="156">
                  <c:v>42230</c:v>
                </c:pt>
                <c:pt idx="157">
                  <c:v>42233</c:v>
                </c:pt>
                <c:pt idx="158">
                  <c:v>42234</c:v>
                </c:pt>
                <c:pt idx="159">
                  <c:v>42235</c:v>
                </c:pt>
                <c:pt idx="160">
                  <c:v>42236</c:v>
                </c:pt>
                <c:pt idx="161">
                  <c:v>42237</c:v>
                </c:pt>
                <c:pt idx="162">
                  <c:v>42240</c:v>
                </c:pt>
                <c:pt idx="163">
                  <c:v>42241</c:v>
                </c:pt>
                <c:pt idx="164">
                  <c:v>42242</c:v>
                </c:pt>
                <c:pt idx="165">
                  <c:v>42243</c:v>
                </c:pt>
                <c:pt idx="166">
                  <c:v>42244</c:v>
                </c:pt>
                <c:pt idx="167">
                  <c:v>42247</c:v>
                </c:pt>
                <c:pt idx="168">
                  <c:v>42248</c:v>
                </c:pt>
                <c:pt idx="169">
                  <c:v>42249</c:v>
                </c:pt>
                <c:pt idx="170">
                  <c:v>42250</c:v>
                </c:pt>
                <c:pt idx="171">
                  <c:v>42251</c:v>
                </c:pt>
                <c:pt idx="172">
                  <c:v>42255</c:v>
                </c:pt>
                <c:pt idx="173">
                  <c:v>42256</c:v>
                </c:pt>
                <c:pt idx="174">
                  <c:v>42257</c:v>
                </c:pt>
                <c:pt idx="175">
                  <c:v>42258</c:v>
                </c:pt>
                <c:pt idx="176">
                  <c:v>42261</c:v>
                </c:pt>
                <c:pt idx="177">
                  <c:v>42262</c:v>
                </c:pt>
                <c:pt idx="178">
                  <c:v>42263</c:v>
                </c:pt>
                <c:pt idx="179">
                  <c:v>42264</c:v>
                </c:pt>
                <c:pt idx="180">
                  <c:v>42265</c:v>
                </c:pt>
                <c:pt idx="181">
                  <c:v>42268</c:v>
                </c:pt>
                <c:pt idx="182">
                  <c:v>42269</c:v>
                </c:pt>
                <c:pt idx="183">
                  <c:v>42270</c:v>
                </c:pt>
                <c:pt idx="184">
                  <c:v>42271</c:v>
                </c:pt>
                <c:pt idx="185">
                  <c:v>42272</c:v>
                </c:pt>
                <c:pt idx="186">
                  <c:v>42275</c:v>
                </c:pt>
                <c:pt idx="187">
                  <c:v>42276</c:v>
                </c:pt>
                <c:pt idx="188">
                  <c:v>42277</c:v>
                </c:pt>
                <c:pt idx="189">
                  <c:v>42278</c:v>
                </c:pt>
                <c:pt idx="190">
                  <c:v>42279</c:v>
                </c:pt>
                <c:pt idx="191">
                  <c:v>42282</c:v>
                </c:pt>
                <c:pt idx="192">
                  <c:v>42283</c:v>
                </c:pt>
                <c:pt idx="193">
                  <c:v>42284</c:v>
                </c:pt>
                <c:pt idx="194">
                  <c:v>42285</c:v>
                </c:pt>
                <c:pt idx="195">
                  <c:v>42286</c:v>
                </c:pt>
                <c:pt idx="196">
                  <c:v>42290</c:v>
                </c:pt>
                <c:pt idx="197">
                  <c:v>42291</c:v>
                </c:pt>
                <c:pt idx="198">
                  <c:v>42292</c:v>
                </c:pt>
                <c:pt idx="199">
                  <c:v>42293</c:v>
                </c:pt>
                <c:pt idx="200">
                  <c:v>42296</c:v>
                </c:pt>
                <c:pt idx="201">
                  <c:v>42297</c:v>
                </c:pt>
                <c:pt idx="202">
                  <c:v>42298</c:v>
                </c:pt>
                <c:pt idx="203">
                  <c:v>42299</c:v>
                </c:pt>
                <c:pt idx="204">
                  <c:v>42300</c:v>
                </c:pt>
                <c:pt idx="205">
                  <c:v>42303</c:v>
                </c:pt>
                <c:pt idx="206">
                  <c:v>42304</c:v>
                </c:pt>
                <c:pt idx="207">
                  <c:v>42305</c:v>
                </c:pt>
                <c:pt idx="208">
                  <c:v>42306</c:v>
                </c:pt>
                <c:pt idx="209">
                  <c:v>42307</c:v>
                </c:pt>
                <c:pt idx="210">
                  <c:v>42310</c:v>
                </c:pt>
                <c:pt idx="211">
                  <c:v>42311</c:v>
                </c:pt>
                <c:pt idx="212">
                  <c:v>42312</c:v>
                </c:pt>
                <c:pt idx="213">
                  <c:v>42313</c:v>
                </c:pt>
                <c:pt idx="214">
                  <c:v>42314</c:v>
                </c:pt>
                <c:pt idx="215">
                  <c:v>42317</c:v>
                </c:pt>
                <c:pt idx="216">
                  <c:v>42318</c:v>
                </c:pt>
                <c:pt idx="217">
                  <c:v>42320</c:v>
                </c:pt>
                <c:pt idx="218">
                  <c:v>42321</c:v>
                </c:pt>
                <c:pt idx="219">
                  <c:v>42324</c:v>
                </c:pt>
                <c:pt idx="220">
                  <c:v>42325</c:v>
                </c:pt>
                <c:pt idx="221">
                  <c:v>42326</c:v>
                </c:pt>
                <c:pt idx="222">
                  <c:v>42327</c:v>
                </c:pt>
                <c:pt idx="223">
                  <c:v>42328</c:v>
                </c:pt>
                <c:pt idx="224">
                  <c:v>42331</c:v>
                </c:pt>
                <c:pt idx="225">
                  <c:v>42332</c:v>
                </c:pt>
                <c:pt idx="226">
                  <c:v>42333</c:v>
                </c:pt>
                <c:pt idx="227">
                  <c:v>42335</c:v>
                </c:pt>
                <c:pt idx="228">
                  <c:v>42338</c:v>
                </c:pt>
                <c:pt idx="229">
                  <c:v>42339</c:v>
                </c:pt>
                <c:pt idx="230">
                  <c:v>42340</c:v>
                </c:pt>
                <c:pt idx="231">
                  <c:v>42341</c:v>
                </c:pt>
                <c:pt idx="232">
                  <c:v>42342</c:v>
                </c:pt>
                <c:pt idx="233">
                  <c:v>42345</c:v>
                </c:pt>
                <c:pt idx="234">
                  <c:v>42346</c:v>
                </c:pt>
                <c:pt idx="235">
                  <c:v>42347</c:v>
                </c:pt>
                <c:pt idx="236">
                  <c:v>42348</c:v>
                </c:pt>
                <c:pt idx="237">
                  <c:v>42349</c:v>
                </c:pt>
                <c:pt idx="238">
                  <c:v>42352</c:v>
                </c:pt>
                <c:pt idx="239">
                  <c:v>42353</c:v>
                </c:pt>
                <c:pt idx="240">
                  <c:v>42354</c:v>
                </c:pt>
                <c:pt idx="241">
                  <c:v>42355</c:v>
                </c:pt>
                <c:pt idx="242">
                  <c:v>42356</c:v>
                </c:pt>
                <c:pt idx="243">
                  <c:v>42359</c:v>
                </c:pt>
                <c:pt idx="244">
                  <c:v>42360</c:v>
                </c:pt>
                <c:pt idx="245">
                  <c:v>42361</c:v>
                </c:pt>
                <c:pt idx="246">
                  <c:v>42362</c:v>
                </c:pt>
                <c:pt idx="247">
                  <c:v>42366</c:v>
                </c:pt>
                <c:pt idx="248">
                  <c:v>42367</c:v>
                </c:pt>
                <c:pt idx="249">
                  <c:v>42368</c:v>
                </c:pt>
                <c:pt idx="250">
                  <c:v>42369</c:v>
                </c:pt>
              </c:numCache>
            </c:numRef>
          </c:cat>
          <c:val>
            <c:numRef>
              <c:f>Sheet1!$B$2:$B$252</c:f>
              <c:numCache>
                <c:formatCode>0.00</c:formatCode>
                <c:ptCount val="251"/>
                <c:pt idx="0">
                  <c:v>24.686389999999999</c:v>
                </c:pt>
                <c:pt idx="1">
                  <c:v>24.312279</c:v>
                </c:pt>
                <c:pt idx="2">
                  <c:v>26.748937999999999</c:v>
                </c:pt>
                <c:pt idx="3">
                  <c:v>26.687895000000001</c:v>
                </c:pt>
                <c:pt idx="4">
                  <c:v>26.707581000000001</c:v>
                </c:pt>
                <c:pt idx="5">
                  <c:v>26.313776000000001</c:v>
                </c:pt>
                <c:pt idx="6">
                  <c:v>25.841097000000001</c:v>
                </c:pt>
                <c:pt idx="7">
                  <c:v>25.540937</c:v>
                </c:pt>
                <c:pt idx="8">
                  <c:v>24.913245</c:v>
                </c:pt>
                <c:pt idx="9">
                  <c:v>24.936067999999999</c:v>
                </c:pt>
                <c:pt idx="10">
                  <c:v>25.971854</c:v>
                </c:pt>
                <c:pt idx="11">
                  <c:v>25.988593999999999</c:v>
                </c:pt>
                <c:pt idx="12">
                  <c:v>26.246426</c:v>
                </c:pt>
                <c:pt idx="13">
                  <c:v>26.349426999999999</c:v>
                </c:pt>
                <c:pt idx="14">
                  <c:v>25.784669999999998</c:v>
                </c:pt>
                <c:pt idx="15">
                  <c:v>25.990003999999999</c:v>
                </c:pt>
                <c:pt idx="16">
                  <c:v>25.567751000000001</c:v>
                </c:pt>
                <c:pt idx="17">
                  <c:v>25.326937999999998</c:v>
                </c:pt>
                <c:pt idx="18">
                  <c:v>25.653328999999999</c:v>
                </c:pt>
                <c:pt idx="19">
                  <c:v>24.914301999999999</c:v>
                </c:pt>
                <c:pt idx="20">
                  <c:v>24.428550999999999</c:v>
                </c:pt>
                <c:pt idx="21">
                  <c:v>24.294481000000001</c:v>
                </c:pt>
                <c:pt idx="22">
                  <c:v>24.47655</c:v>
                </c:pt>
                <c:pt idx="23">
                  <c:v>24.602784</c:v>
                </c:pt>
                <c:pt idx="24">
                  <c:v>25.427002000000002</c:v>
                </c:pt>
                <c:pt idx="25">
                  <c:v>25.262957</c:v>
                </c:pt>
                <c:pt idx="26">
                  <c:v>25.397372000000001</c:v>
                </c:pt>
                <c:pt idx="27">
                  <c:v>25.212502000000001</c:v>
                </c:pt>
                <c:pt idx="28">
                  <c:v>23.900863000000001</c:v>
                </c:pt>
                <c:pt idx="29">
                  <c:v>23.897000999999999</c:v>
                </c:pt>
                <c:pt idx="30">
                  <c:v>24.633299000000001</c:v>
                </c:pt>
                <c:pt idx="31">
                  <c:v>24.510556999999999</c:v>
                </c:pt>
                <c:pt idx="32">
                  <c:v>24.76435</c:v>
                </c:pt>
                <c:pt idx="33">
                  <c:v>24.851103999999999</c:v>
                </c:pt>
                <c:pt idx="34">
                  <c:v>24.710740000000001</c:v>
                </c:pt>
                <c:pt idx="35">
                  <c:v>24.057383000000002</c:v>
                </c:pt>
                <c:pt idx="36">
                  <c:v>24.095192000000001</c:v>
                </c:pt>
                <c:pt idx="37">
                  <c:v>24.295635999999998</c:v>
                </c:pt>
                <c:pt idx="38">
                  <c:v>24.411673</c:v>
                </c:pt>
                <c:pt idx="39">
                  <c:v>24.420725000000001</c:v>
                </c:pt>
                <c:pt idx="40">
                  <c:v>24.560172000000001</c:v>
                </c:pt>
                <c:pt idx="41">
                  <c:v>24.491312000000001</c:v>
                </c:pt>
                <c:pt idx="42">
                  <c:v>24.437802000000001</c:v>
                </c:pt>
                <c:pt idx="43">
                  <c:v>24.872610000000002</c:v>
                </c:pt>
                <c:pt idx="44">
                  <c:v>24.862012</c:v>
                </c:pt>
                <c:pt idx="45">
                  <c:v>24.728276000000001</c:v>
                </c:pt>
                <c:pt idx="46">
                  <c:v>24.387999000000001</c:v>
                </c:pt>
                <c:pt idx="47">
                  <c:v>23.491606000000001</c:v>
                </c:pt>
                <c:pt idx="48">
                  <c:v>23.386626</c:v>
                </c:pt>
                <c:pt idx="49">
                  <c:v>23.326072</c:v>
                </c:pt>
                <c:pt idx="50">
                  <c:v>23.313966000000001</c:v>
                </c:pt>
                <c:pt idx="51">
                  <c:v>22.859414999999998</c:v>
                </c:pt>
                <c:pt idx="52">
                  <c:v>17.056695999999999</c:v>
                </c:pt>
                <c:pt idx="53">
                  <c:v>16.956160000000001</c:v>
                </c:pt>
                <c:pt idx="54">
                  <c:v>16.915507000000002</c:v>
                </c:pt>
                <c:pt idx="55">
                  <c:v>16.841317</c:v>
                </c:pt>
                <c:pt idx="56">
                  <c:v>17.049430000000001</c:v>
                </c:pt>
                <c:pt idx="57">
                  <c:v>16.305211</c:v>
                </c:pt>
                <c:pt idx="58">
                  <c:v>16.347833999999999</c:v>
                </c:pt>
                <c:pt idx="59">
                  <c:v>16.364796999999999</c:v>
                </c:pt>
                <c:pt idx="60">
                  <c:v>16.052406999999999</c:v>
                </c:pt>
                <c:pt idx="61">
                  <c:v>17.12931</c:v>
                </c:pt>
                <c:pt idx="62">
                  <c:v>17.455293999999999</c:v>
                </c:pt>
                <c:pt idx="63">
                  <c:v>17.186525</c:v>
                </c:pt>
                <c:pt idx="64">
                  <c:v>17.18056</c:v>
                </c:pt>
                <c:pt idx="65">
                  <c:v>16.810623</c:v>
                </c:pt>
                <c:pt idx="66">
                  <c:v>13.695944000000001</c:v>
                </c:pt>
                <c:pt idx="67">
                  <c:v>13.595838000000001</c:v>
                </c:pt>
                <c:pt idx="68">
                  <c:v>13.42234</c:v>
                </c:pt>
                <c:pt idx="69">
                  <c:v>12.738417</c:v>
                </c:pt>
                <c:pt idx="70">
                  <c:v>12.402900000000001</c:v>
                </c:pt>
                <c:pt idx="71">
                  <c:v>12.328512999999999</c:v>
                </c:pt>
                <c:pt idx="72">
                  <c:v>12.433062</c:v>
                </c:pt>
                <c:pt idx="73">
                  <c:v>12.759219</c:v>
                </c:pt>
                <c:pt idx="74">
                  <c:v>13.000508</c:v>
                </c:pt>
                <c:pt idx="75">
                  <c:v>13.412314</c:v>
                </c:pt>
                <c:pt idx="76">
                  <c:v>15.850439</c:v>
                </c:pt>
                <c:pt idx="77">
                  <c:v>15.777777</c:v>
                </c:pt>
                <c:pt idx="78">
                  <c:v>15.441689</c:v>
                </c:pt>
                <c:pt idx="79">
                  <c:v>15.796950000000001</c:v>
                </c:pt>
                <c:pt idx="80">
                  <c:v>16.241992</c:v>
                </c:pt>
                <c:pt idx="81">
                  <c:v>16.603883</c:v>
                </c:pt>
                <c:pt idx="82">
                  <c:v>16.165697000000002</c:v>
                </c:pt>
                <c:pt idx="83">
                  <c:v>15.29172</c:v>
                </c:pt>
                <c:pt idx="84">
                  <c:v>16.375736</c:v>
                </c:pt>
                <c:pt idx="85">
                  <c:v>18.733643000000001</c:v>
                </c:pt>
                <c:pt idx="86">
                  <c:v>18.845994999999998</c:v>
                </c:pt>
                <c:pt idx="87">
                  <c:v>22.604413000000001</c:v>
                </c:pt>
                <c:pt idx="88">
                  <c:v>21.973448000000001</c:v>
                </c:pt>
                <c:pt idx="89">
                  <c:v>22.236910000000002</c:v>
                </c:pt>
                <c:pt idx="90">
                  <c:v>22.444506000000001</c:v>
                </c:pt>
                <c:pt idx="91">
                  <c:v>23.502922999999999</c:v>
                </c:pt>
                <c:pt idx="92">
                  <c:v>22.895842999999999</c:v>
                </c:pt>
                <c:pt idx="93">
                  <c:v>22.716847999999999</c:v>
                </c:pt>
                <c:pt idx="94">
                  <c:v>22.911014000000002</c:v>
                </c:pt>
                <c:pt idx="95">
                  <c:v>23.599184999999999</c:v>
                </c:pt>
                <c:pt idx="96">
                  <c:v>24.292452000000001</c:v>
                </c:pt>
                <c:pt idx="97">
                  <c:v>23.806778000000001</c:v>
                </c:pt>
                <c:pt idx="98">
                  <c:v>24.067810999999999</c:v>
                </c:pt>
                <c:pt idx="99">
                  <c:v>25.268988</c:v>
                </c:pt>
                <c:pt idx="100">
                  <c:v>25.242948999999999</c:v>
                </c:pt>
                <c:pt idx="101">
                  <c:v>25.208311999999999</c:v>
                </c:pt>
                <c:pt idx="102">
                  <c:v>25.214618999999999</c:v>
                </c:pt>
                <c:pt idx="103">
                  <c:v>25.727784</c:v>
                </c:pt>
                <c:pt idx="104">
                  <c:v>27.767641999999999</c:v>
                </c:pt>
                <c:pt idx="105">
                  <c:v>28.452314999999999</c:v>
                </c:pt>
                <c:pt idx="106">
                  <c:v>30.097602999999999</c:v>
                </c:pt>
                <c:pt idx="107">
                  <c:v>31.385162000000001</c:v>
                </c:pt>
                <c:pt idx="108">
                  <c:v>31.167054</c:v>
                </c:pt>
                <c:pt idx="109">
                  <c:v>31.801929000000001</c:v>
                </c:pt>
                <c:pt idx="110">
                  <c:v>32.244399999999999</c:v>
                </c:pt>
                <c:pt idx="111">
                  <c:v>30.864605999999998</c:v>
                </c:pt>
                <c:pt idx="112">
                  <c:v>31.386768</c:v>
                </c:pt>
                <c:pt idx="113">
                  <c:v>31.355350999999999</c:v>
                </c:pt>
                <c:pt idx="114">
                  <c:v>32.022348999999998</c:v>
                </c:pt>
                <c:pt idx="115">
                  <c:v>31.949795999999999</c:v>
                </c:pt>
                <c:pt idx="116">
                  <c:v>31.948723999999999</c:v>
                </c:pt>
                <c:pt idx="117">
                  <c:v>31.615005</c:v>
                </c:pt>
                <c:pt idx="118">
                  <c:v>32.144841999999997</c:v>
                </c:pt>
                <c:pt idx="119">
                  <c:v>31.975221999999999</c:v>
                </c:pt>
                <c:pt idx="120">
                  <c:v>31.847280000000001</c:v>
                </c:pt>
                <c:pt idx="121">
                  <c:v>31.531331999999999</c:v>
                </c:pt>
                <c:pt idx="122">
                  <c:v>31.296254999999999</c:v>
                </c:pt>
                <c:pt idx="123">
                  <c:v>30.77317</c:v>
                </c:pt>
                <c:pt idx="124">
                  <c:v>30.174624000000001</c:v>
                </c:pt>
                <c:pt idx="125">
                  <c:v>32.557284000000003</c:v>
                </c:pt>
                <c:pt idx="126">
                  <c:v>32.325108999999998</c:v>
                </c:pt>
                <c:pt idx="127">
                  <c:v>32.108787</c:v>
                </c:pt>
                <c:pt idx="128">
                  <c:v>31.797304</c:v>
                </c:pt>
                <c:pt idx="129">
                  <c:v>32.594478000000002</c:v>
                </c:pt>
                <c:pt idx="130">
                  <c:v>33.009135000000001</c:v>
                </c:pt>
                <c:pt idx="131">
                  <c:v>32.672434000000003</c:v>
                </c:pt>
                <c:pt idx="132">
                  <c:v>32.726613999999998</c:v>
                </c:pt>
                <c:pt idx="133">
                  <c:v>32.417301000000002</c:v>
                </c:pt>
                <c:pt idx="134">
                  <c:v>32.199837000000002</c:v>
                </c:pt>
                <c:pt idx="135">
                  <c:v>32.248536999999999</c:v>
                </c:pt>
                <c:pt idx="136">
                  <c:v>36.139722999999996</c:v>
                </c:pt>
                <c:pt idx="137">
                  <c:v>36.261702</c:v>
                </c:pt>
                <c:pt idx="138">
                  <c:v>39.670369999999998</c:v>
                </c:pt>
                <c:pt idx="139">
                  <c:v>39.683793999999999</c:v>
                </c:pt>
                <c:pt idx="140">
                  <c:v>39.891679000000003</c:v>
                </c:pt>
                <c:pt idx="141">
                  <c:v>38.335419999999999</c:v>
                </c:pt>
                <c:pt idx="142">
                  <c:v>37.851098999999998</c:v>
                </c:pt>
                <c:pt idx="143">
                  <c:v>37.270462000000002</c:v>
                </c:pt>
                <c:pt idx="144">
                  <c:v>37.256267000000001</c:v>
                </c:pt>
                <c:pt idx="145">
                  <c:v>38.750767000000003</c:v>
                </c:pt>
                <c:pt idx="146">
                  <c:v>35.112510999999998</c:v>
                </c:pt>
                <c:pt idx="147">
                  <c:v>35.142457</c:v>
                </c:pt>
                <c:pt idx="148">
                  <c:v>33.080829999999999</c:v>
                </c:pt>
                <c:pt idx="149">
                  <c:v>30.454118999999999</c:v>
                </c:pt>
                <c:pt idx="150">
                  <c:v>30.704830000000001</c:v>
                </c:pt>
                <c:pt idx="151">
                  <c:v>27.854158999999999</c:v>
                </c:pt>
                <c:pt idx="152">
                  <c:v>28.195124</c:v>
                </c:pt>
                <c:pt idx="153">
                  <c:v>27.781725000000002</c:v>
                </c:pt>
                <c:pt idx="154">
                  <c:v>27.718935999999999</c:v>
                </c:pt>
                <c:pt idx="155">
                  <c:v>28.118852</c:v>
                </c:pt>
                <c:pt idx="156">
                  <c:v>28.337869000000001</c:v>
                </c:pt>
                <c:pt idx="157">
                  <c:v>28.110789</c:v>
                </c:pt>
                <c:pt idx="158">
                  <c:v>28.238064999999999</c:v>
                </c:pt>
                <c:pt idx="159">
                  <c:v>27.354559999999999</c:v>
                </c:pt>
                <c:pt idx="160">
                  <c:v>27.147328999999999</c:v>
                </c:pt>
                <c:pt idx="161">
                  <c:v>27.078589999999998</c:v>
                </c:pt>
                <c:pt idx="162">
                  <c:v>27.052021</c:v>
                </c:pt>
                <c:pt idx="163">
                  <c:v>24.737276999999999</c:v>
                </c:pt>
                <c:pt idx="164">
                  <c:v>24.441004</c:v>
                </c:pt>
                <c:pt idx="165">
                  <c:v>24.263403</c:v>
                </c:pt>
                <c:pt idx="166">
                  <c:v>24.167273999999999</c:v>
                </c:pt>
                <c:pt idx="167">
                  <c:v>24.377569000000001</c:v>
                </c:pt>
                <c:pt idx="168">
                  <c:v>24.430669999999999</c:v>
                </c:pt>
                <c:pt idx="169">
                  <c:v>24.56129</c:v>
                </c:pt>
                <c:pt idx="170">
                  <c:v>24.220457</c:v>
                </c:pt>
                <c:pt idx="171">
                  <c:v>24.25253</c:v>
                </c:pt>
                <c:pt idx="172">
                  <c:v>24.85322</c:v>
                </c:pt>
                <c:pt idx="173">
                  <c:v>24.867251</c:v>
                </c:pt>
                <c:pt idx="174">
                  <c:v>25.140364000000002</c:v>
                </c:pt>
                <c:pt idx="175">
                  <c:v>24.572292000000001</c:v>
                </c:pt>
                <c:pt idx="176">
                  <c:v>24.281293999999999</c:v>
                </c:pt>
                <c:pt idx="177">
                  <c:v>24.498837000000002</c:v>
                </c:pt>
                <c:pt idx="178">
                  <c:v>24.320478000000001</c:v>
                </c:pt>
                <c:pt idx="179">
                  <c:v>23.984722999999999</c:v>
                </c:pt>
                <c:pt idx="180">
                  <c:v>23.870604</c:v>
                </c:pt>
                <c:pt idx="181">
                  <c:v>24.301946999999998</c:v>
                </c:pt>
                <c:pt idx="182">
                  <c:v>24.216577000000001</c:v>
                </c:pt>
                <c:pt idx="183">
                  <c:v>24.828164000000001</c:v>
                </c:pt>
                <c:pt idx="184">
                  <c:v>25.020309000000001</c:v>
                </c:pt>
                <c:pt idx="185">
                  <c:v>24.757963</c:v>
                </c:pt>
                <c:pt idx="186">
                  <c:v>25.192608</c:v>
                </c:pt>
                <c:pt idx="187">
                  <c:v>24.966442000000001</c:v>
                </c:pt>
                <c:pt idx="188">
                  <c:v>24.290308</c:v>
                </c:pt>
                <c:pt idx="189">
                  <c:v>25.515775000000001</c:v>
                </c:pt>
                <c:pt idx="190">
                  <c:v>25.530944000000002</c:v>
                </c:pt>
                <c:pt idx="191">
                  <c:v>25.174538999999999</c:v>
                </c:pt>
                <c:pt idx="192">
                  <c:v>22.894969</c:v>
                </c:pt>
                <c:pt idx="193">
                  <c:v>23.6661</c:v>
                </c:pt>
                <c:pt idx="194">
                  <c:v>22.798794000000001</c:v>
                </c:pt>
                <c:pt idx="195">
                  <c:v>22.470815000000002</c:v>
                </c:pt>
                <c:pt idx="196">
                  <c:v>22.528217000000001</c:v>
                </c:pt>
                <c:pt idx="197">
                  <c:v>22.918931000000001</c:v>
                </c:pt>
                <c:pt idx="198">
                  <c:v>22.697654</c:v>
                </c:pt>
                <c:pt idx="199">
                  <c:v>22.701879999999999</c:v>
                </c:pt>
                <c:pt idx="200">
                  <c:v>22.569219</c:v>
                </c:pt>
                <c:pt idx="201">
                  <c:v>22.407056000000001</c:v>
                </c:pt>
                <c:pt idx="202">
                  <c:v>22.571608999999999</c:v>
                </c:pt>
                <c:pt idx="203">
                  <c:v>22.197309000000001</c:v>
                </c:pt>
                <c:pt idx="204">
                  <c:v>22.118849999999998</c:v>
                </c:pt>
                <c:pt idx="205">
                  <c:v>22.274989999999999</c:v>
                </c:pt>
                <c:pt idx="206">
                  <c:v>22.009153999999999</c:v>
                </c:pt>
                <c:pt idx="207">
                  <c:v>21.722355</c:v>
                </c:pt>
                <c:pt idx="208">
                  <c:v>21.795521000000001</c:v>
                </c:pt>
                <c:pt idx="209">
                  <c:v>21.101804999999999</c:v>
                </c:pt>
                <c:pt idx="210">
                  <c:v>20.927879999999998</c:v>
                </c:pt>
                <c:pt idx="211">
                  <c:v>21.188551</c:v>
                </c:pt>
                <c:pt idx="212">
                  <c:v>22.326442</c:v>
                </c:pt>
                <c:pt idx="213">
                  <c:v>22.427572000000001</c:v>
                </c:pt>
                <c:pt idx="214">
                  <c:v>22.546672000000001</c:v>
                </c:pt>
                <c:pt idx="215">
                  <c:v>22.870334</c:v>
                </c:pt>
                <c:pt idx="216">
                  <c:v>22.770600999999999</c:v>
                </c:pt>
                <c:pt idx="217">
                  <c:v>22.558617000000002</c:v>
                </c:pt>
                <c:pt idx="218">
                  <c:v>22.602256000000001</c:v>
                </c:pt>
                <c:pt idx="219">
                  <c:v>22.481383999999998</c:v>
                </c:pt>
                <c:pt idx="220">
                  <c:v>22.508628000000002</c:v>
                </c:pt>
                <c:pt idx="221">
                  <c:v>22.501602999999999</c:v>
                </c:pt>
                <c:pt idx="222">
                  <c:v>22.532105999999999</c:v>
                </c:pt>
                <c:pt idx="223">
                  <c:v>22.527028000000001</c:v>
                </c:pt>
                <c:pt idx="224">
                  <c:v>22.332453999999998</c:v>
                </c:pt>
                <c:pt idx="225">
                  <c:v>21.903016000000001</c:v>
                </c:pt>
                <c:pt idx="226">
                  <c:v>21.880071999999998</c:v>
                </c:pt>
                <c:pt idx="227">
                  <c:v>21.752393000000001</c:v>
                </c:pt>
                <c:pt idx="228">
                  <c:v>21.699211999999999</c:v>
                </c:pt>
                <c:pt idx="229">
                  <c:v>21.541782999999999</c:v>
                </c:pt>
                <c:pt idx="230">
                  <c:v>21.348213999999999</c:v>
                </c:pt>
                <c:pt idx="231">
                  <c:v>21.420387999999999</c:v>
                </c:pt>
                <c:pt idx="232">
                  <c:v>21.230564000000001</c:v>
                </c:pt>
                <c:pt idx="233">
                  <c:v>21.489205999999999</c:v>
                </c:pt>
                <c:pt idx="234">
                  <c:v>21.172882000000001</c:v>
                </c:pt>
                <c:pt idx="235">
                  <c:v>21.273249</c:v>
                </c:pt>
                <c:pt idx="236">
                  <c:v>21.103149999999999</c:v>
                </c:pt>
                <c:pt idx="237">
                  <c:v>17.942667</c:v>
                </c:pt>
                <c:pt idx="238">
                  <c:v>18.289100999999999</c:v>
                </c:pt>
                <c:pt idx="239">
                  <c:v>18.286949</c:v>
                </c:pt>
                <c:pt idx="240">
                  <c:v>18.153728999999998</c:v>
                </c:pt>
                <c:pt idx="241">
                  <c:v>18.034403999999999</c:v>
                </c:pt>
                <c:pt idx="242">
                  <c:v>17.866985</c:v>
                </c:pt>
                <c:pt idx="243">
                  <c:v>17.748011999999999</c:v>
                </c:pt>
                <c:pt idx="244">
                  <c:v>17.804044000000001</c:v>
                </c:pt>
                <c:pt idx="245">
                  <c:v>17.762217</c:v>
                </c:pt>
                <c:pt idx="246">
                  <c:v>17.830780000000001</c:v>
                </c:pt>
                <c:pt idx="247">
                  <c:v>17.369899</c:v>
                </c:pt>
                <c:pt idx="248">
                  <c:v>17.336009000000001</c:v>
                </c:pt>
                <c:pt idx="249">
                  <c:v>17.290292000000001</c:v>
                </c:pt>
                <c:pt idx="250">
                  <c:v>16.753824000000002</c:v>
                </c:pt>
              </c:numCache>
            </c:numRef>
          </c:val>
          <c:smooth val="0"/>
        </c:ser>
        <c:ser>
          <c:idx val="1"/>
          <c:order val="1"/>
          <c:tx>
            <c:strRef>
              <c:f>Sheet1!$C$1</c:f>
              <c:strCache>
                <c:ptCount val="1"/>
                <c:pt idx="0">
                  <c:v>CMO/NAV (%)</c:v>
                </c:pt>
              </c:strCache>
            </c:strRef>
          </c:tx>
          <c:spPr>
            <a:ln>
              <a:solidFill>
                <a:srgbClr val="968880"/>
              </a:solidFill>
            </a:ln>
          </c:spPr>
          <c:marker>
            <c:symbol val="none"/>
          </c:marker>
          <c:cat>
            <c:numRef>
              <c:f>Sheet1!$A$2:$A$252</c:f>
              <c:numCache>
                <c:formatCode>mm/dd/yy;@</c:formatCode>
                <c:ptCount val="251"/>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42052</c:v>
                </c:pt>
                <c:pt idx="31">
                  <c:v>42053</c:v>
                </c:pt>
                <c:pt idx="32">
                  <c:v>42054</c:v>
                </c:pt>
                <c:pt idx="33">
                  <c:v>42055</c:v>
                </c:pt>
                <c:pt idx="34">
                  <c:v>42058</c:v>
                </c:pt>
                <c:pt idx="35">
                  <c:v>42059</c:v>
                </c:pt>
                <c:pt idx="36">
                  <c:v>42060</c:v>
                </c:pt>
                <c:pt idx="37">
                  <c:v>42061</c:v>
                </c:pt>
                <c:pt idx="38">
                  <c:v>42062</c:v>
                </c:pt>
                <c:pt idx="39">
                  <c:v>42065</c:v>
                </c:pt>
                <c:pt idx="40">
                  <c:v>42066</c:v>
                </c:pt>
                <c:pt idx="41">
                  <c:v>42067</c:v>
                </c:pt>
                <c:pt idx="42">
                  <c:v>42068</c:v>
                </c:pt>
                <c:pt idx="43">
                  <c:v>42069</c:v>
                </c:pt>
                <c:pt idx="44">
                  <c:v>42072</c:v>
                </c:pt>
                <c:pt idx="45">
                  <c:v>42073</c:v>
                </c:pt>
                <c:pt idx="46">
                  <c:v>42074</c:v>
                </c:pt>
                <c:pt idx="47">
                  <c:v>42075</c:v>
                </c:pt>
                <c:pt idx="48">
                  <c:v>42076</c:v>
                </c:pt>
                <c:pt idx="49">
                  <c:v>42079</c:v>
                </c:pt>
                <c:pt idx="50">
                  <c:v>42080</c:v>
                </c:pt>
                <c:pt idx="51">
                  <c:v>42081</c:v>
                </c:pt>
                <c:pt idx="52">
                  <c:v>42082</c:v>
                </c:pt>
                <c:pt idx="53">
                  <c:v>42083</c:v>
                </c:pt>
                <c:pt idx="54">
                  <c:v>42086</c:v>
                </c:pt>
                <c:pt idx="55">
                  <c:v>42087</c:v>
                </c:pt>
                <c:pt idx="56">
                  <c:v>42088</c:v>
                </c:pt>
                <c:pt idx="57">
                  <c:v>42089</c:v>
                </c:pt>
                <c:pt idx="58">
                  <c:v>42090</c:v>
                </c:pt>
                <c:pt idx="59">
                  <c:v>42093</c:v>
                </c:pt>
                <c:pt idx="60">
                  <c:v>42094</c:v>
                </c:pt>
                <c:pt idx="61">
                  <c:v>42095</c:v>
                </c:pt>
                <c:pt idx="62">
                  <c:v>42096</c:v>
                </c:pt>
                <c:pt idx="63">
                  <c:v>42097</c:v>
                </c:pt>
                <c:pt idx="64">
                  <c:v>42100</c:v>
                </c:pt>
                <c:pt idx="65">
                  <c:v>42101</c:v>
                </c:pt>
                <c:pt idx="66">
                  <c:v>42102</c:v>
                </c:pt>
                <c:pt idx="67">
                  <c:v>42103</c:v>
                </c:pt>
                <c:pt idx="68">
                  <c:v>42104</c:v>
                </c:pt>
                <c:pt idx="69">
                  <c:v>42107</c:v>
                </c:pt>
                <c:pt idx="70">
                  <c:v>42108</c:v>
                </c:pt>
                <c:pt idx="71">
                  <c:v>42109</c:v>
                </c:pt>
                <c:pt idx="72">
                  <c:v>42110</c:v>
                </c:pt>
                <c:pt idx="73">
                  <c:v>42111</c:v>
                </c:pt>
                <c:pt idx="74">
                  <c:v>42114</c:v>
                </c:pt>
                <c:pt idx="75">
                  <c:v>42115</c:v>
                </c:pt>
                <c:pt idx="76">
                  <c:v>42116</c:v>
                </c:pt>
                <c:pt idx="77">
                  <c:v>42117</c:v>
                </c:pt>
                <c:pt idx="78">
                  <c:v>42118</c:v>
                </c:pt>
                <c:pt idx="79">
                  <c:v>42121</c:v>
                </c:pt>
                <c:pt idx="80">
                  <c:v>42122</c:v>
                </c:pt>
                <c:pt idx="81">
                  <c:v>42123</c:v>
                </c:pt>
                <c:pt idx="82">
                  <c:v>42124</c:v>
                </c:pt>
                <c:pt idx="83">
                  <c:v>42125</c:v>
                </c:pt>
                <c:pt idx="84">
                  <c:v>42128</c:v>
                </c:pt>
                <c:pt idx="85">
                  <c:v>42129</c:v>
                </c:pt>
                <c:pt idx="86">
                  <c:v>42130</c:v>
                </c:pt>
                <c:pt idx="87">
                  <c:v>42131</c:v>
                </c:pt>
                <c:pt idx="88">
                  <c:v>42132</c:v>
                </c:pt>
                <c:pt idx="89">
                  <c:v>42135</c:v>
                </c:pt>
                <c:pt idx="90">
                  <c:v>42136</c:v>
                </c:pt>
                <c:pt idx="91">
                  <c:v>42137</c:v>
                </c:pt>
                <c:pt idx="92">
                  <c:v>42138</c:v>
                </c:pt>
                <c:pt idx="93">
                  <c:v>42139</c:v>
                </c:pt>
                <c:pt idx="94">
                  <c:v>42142</c:v>
                </c:pt>
                <c:pt idx="95">
                  <c:v>42143</c:v>
                </c:pt>
                <c:pt idx="96">
                  <c:v>42144</c:v>
                </c:pt>
                <c:pt idx="97">
                  <c:v>42145</c:v>
                </c:pt>
                <c:pt idx="98">
                  <c:v>42146</c:v>
                </c:pt>
                <c:pt idx="99">
                  <c:v>42150</c:v>
                </c:pt>
                <c:pt idx="100">
                  <c:v>42151</c:v>
                </c:pt>
                <c:pt idx="101">
                  <c:v>42152</c:v>
                </c:pt>
                <c:pt idx="102">
                  <c:v>42153</c:v>
                </c:pt>
                <c:pt idx="103">
                  <c:v>42156</c:v>
                </c:pt>
                <c:pt idx="104">
                  <c:v>42157</c:v>
                </c:pt>
                <c:pt idx="105">
                  <c:v>42158</c:v>
                </c:pt>
                <c:pt idx="106">
                  <c:v>42159</c:v>
                </c:pt>
                <c:pt idx="107">
                  <c:v>42160</c:v>
                </c:pt>
                <c:pt idx="108">
                  <c:v>42163</c:v>
                </c:pt>
                <c:pt idx="109">
                  <c:v>42164</c:v>
                </c:pt>
                <c:pt idx="110">
                  <c:v>42165</c:v>
                </c:pt>
                <c:pt idx="111">
                  <c:v>42166</c:v>
                </c:pt>
                <c:pt idx="112">
                  <c:v>42167</c:v>
                </c:pt>
                <c:pt idx="113">
                  <c:v>42170</c:v>
                </c:pt>
                <c:pt idx="114">
                  <c:v>42171</c:v>
                </c:pt>
                <c:pt idx="115">
                  <c:v>42172</c:v>
                </c:pt>
                <c:pt idx="116">
                  <c:v>42173</c:v>
                </c:pt>
                <c:pt idx="117">
                  <c:v>42174</c:v>
                </c:pt>
                <c:pt idx="118">
                  <c:v>42177</c:v>
                </c:pt>
                <c:pt idx="119">
                  <c:v>42178</c:v>
                </c:pt>
                <c:pt idx="120">
                  <c:v>42179</c:v>
                </c:pt>
                <c:pt idx="121">
                  <c:v>42180</c:v>
                </c:pt>
                <c:pt idx="122">
                  <c:v>42181</c:v>
                </c:pt>
                <c:pt idx="123">
                  <c:v>42184</c:v>
                </c:pt>
                <c:pt idx="124">
                  <c:v>42185</c:v>
                </c:pt>
                <c:pt idx="125">
                  <c:v>42186</c:v>
                </c:pt>
                <c:pt idx="126">
                  <c:v>42187</c:v>
                </c:pt>
                <c:pt idx="127">
                  <c:v>42191</c:v>
                </c:pt>
                <c:pt idx="128">
                  <c:v>42192</c:v>
                </c:pt>
                <c:pt idx="129">
                  <c:v>42193</c:v>
                </c:pt>
                <c:pt idx="130">
                  <c:v>42194</c:v>
                </c:pt>
                <c:pt idx="131">
                  <c:v>42195</c:v>
                </c:pt>
                <c:pt idx="132">
                  <c:v>42198</c:v>
                </c:pt>
                <c:pt idx="133">
                  <c:v>42199</c:v>
                </c:pt>
                <c:pt idx="134">
                  <c:v>42200</c:v>
                </c:pt>
                <c:pt idx="135">
                  <c:v>42201</c:v>
                </c:pt>
                <c:pt idx="136">
                  <c:v>42202</c:v>
                </c:pt>
                <c:pt idx="137">
                  <c:v>42205</c:v>
                </c:pt>
                <c:pt idx="138">
                  <c:v>42206</c:v>
                </c:pt>
                <c:pt idx="139">
                  <c:v>42207</c:v>
                </c:pt>
                <c:pt idx="140">
                  <c:v>42208</c:v>
                </c:pt>
                <c:pt idx="141">
                  <c:v>42209</c:v>
                </c:pt>
                <c:pt idx="142">
                  <c:v>42212</c:v>
                </c:pt>
                <c:pt idx="143">
                  <c:v>42213</c:v>
                </c:pt>
                <c:pt idx="144">
                  <c:v>42214</c:v>
                </c:pt>
                <c:pt idx="145">
                  <c:v>42215</c:v>
                </c:pt>
                <c:pt idx="146">
                  <c:v>42216</c:v>
                </c:pt>
                <c:pt idx="147">
                  <c:v>42219</c:v>
                </c:pt>
                <c:pt idx="148">
                  <c:v>42220</c:v>
                </c:pt>
                <c:pt idx="149">
                  <c:v>42221</c:v>
                </c:pt>
                <c:pt idx="150">
                  <c:v>42222</c:v>
                </c:pt>
                <c:pt idx="151">
                  <c:v>42223</c:v>
                </c:pt>
                <c:pt idx="152">
                  <c:v>42226</c:v>
                </c:pt>
                <c:pt idx="153">
                  <c:v>42227</c:v>
                </c:pt>
                <c:pt idx="154">
                  <c:v>42228</c:v>
                </c:pt>
                <c:pt idx="155">
                  <c:v>42229</c:v>
                </c:pt>
                <c:pt idx="156">
                  <c:v>42230</c:v>
                </c:pt>
                <c:pt idx="157">
                  <c:v>42233</c:v>
                </c:pt>
                <c:pt idx="158">
                  <c:v>42234</c:v>
                </c:pt>
                <c:pt idx="159">
                  <c:v>42235</c:v>
                </c:pt>
                <c:pt idx="160">
                  <c:v>42236</c:v>
                </c:pt>
                <c:pt idx="161">
                  <c:v>42237</c:v>
                </c:pt>
                <c:pt idx="162">
                  <c:v>42240</c:v>
                </c:pt>
                <c:pt idx="163">
                  <c:v>42241</c:v>
                </c:pt>
                <c:pt idx="164">
                  <c:v>42242</c:v>
                </c:pt>
                <c:pt idx="165">
                  <c:v>42243</c:v>
                </c:pt>
                <c:pt idx="166">
                  <c:v>42244</c:v>
                </c:pt>
                <c:pt idx="167">
                  <c:v>42247</c:v>
                </c:pt>
                <c:pt idx="168">
                  <c:v>42248</c:v>
                </c:pt>
                <c:pt idx="169">
                  <c:v>42249</c:v>
                </c:pt>
                <c:pt idx="170">
                  <c:v>42250</c:v>
                </c:pt>
                <c:pt idx="171">
                  <c:v>42251</c:v>
                </c:pt>
                <c:pt idx="172">
                  <c:v>42255</c:v>
                </c:pt>
                <c:pt idx="173">
                  <c:v>42256</c:v>
                </c:pt>
                <c:pt idx="174">
                  <c:v>42257</c:v>
                </c:pt>
                <c:pt idx="175">
                  <c:v>42258</c:v>
                </c:pt>
                <c:pt idx="176">
                  <c:v>42261</c:v>
                </c:pt>
                <c:pt idx="177">
                  <c:v>42262</c:v>
                </c:pt>
                <c:pt idx="178">
                  <c:v>42263</c:v>
                </c:pt>
                <c:pt idx="179">
                  <c:v>42264</c:v>
                </c:pt>
                <c:pt idx="180">
                  <c:v>42265</c:v>
                </c:pt>
                <c:pt idx="181">
                  <c:v>42268</c:v>
                </c:pt>
                <c:pt idx="182">
                  <c:v>42269</c:v>
                </c:pt>
                <c:pt idx="183">
                  <c:v>42270</c:v>
                </c:pt>
                <c:pt idx="184">
                  <c:v>42271</c:v>
                </c:pt>
                <c:pt idx="185">
                  <c:v>42272</c:v>
                </c:pt>
                <c:pt idx="186">
                  <c:v>42275</c:v>
                </c:pt>
                <c:pt idx="187">
                  <c:v>42276</c:v>
                </c:pt>
                <c:pt idx="188">
                  <c:v>42277</c:v>
                </c:pt>
                <c:pt idx="189">
                  <c:v>42278</c:v>
                </c:pt>
                <c:pt idx="190">
                  <c:v>42279</c:v>
                </c:pt>
                <c:pt idx="191">
                  <c:v>42282</c:v>
                </c:pt>
                <c:pt idx="192">
                  <c:v>42283</c:v>
                </c:pt>
                <c:pt idx="193">
                  <c:v>42284</c:v>
                </c:pt>
                <c:pt idx="194">
                  <c:v>42285</c:v>
                </c:pt>
                <c:pt idx="195">
                  <c:v>42286</c:v>
                </c:pt>
                <c:pt idx="196">
                  <c:v>42290</c:v>
                </c:pt>
                <c:pt idx="197">
                  <c:v>42291</c:v>
                </c:pt>
                <c:pt idx="198">
                  <c:v>42292</c:v>
                </c:pt>
                <c:pt idx="199">
                  <c:v>42293</c:v>
                </c:pt>
                <c:pt idx="200">
                  <c:v>42296</c:v>
                </c:pt>
                <c:pt idx="201">
                  <c:v>42297</c:v>
                </c:pt>
                <c:pt idx="202">
                  <c:v>42298</c:v>
                </c:pt>
                <c:pt idx="203">
                  <c:v>42299</c:v>
                </c:pt>
                <c:pt idx="204">
                  <c:v>42300</c:v>
                </c:pt>
                <c:pt idx="205">
                  <c:v>42303</c:v>
                </c:pt>
                <c:pt idx="206">
                  <c:v>42304</c:v>
                </c:pt>
                <c:pt idx="207">
                  <c:v>42305</c:v>
                </c:pt>
                <c:pt idx="208">
                  <c:v>42306</c:v>
                </c:pt>
                <c:pt idx="209">
                  <c:v>42307</c:v>
                </c:pt>
                <c:pt idx="210">
                  <c:v>42310</c:v>
                </c:pt>
                <c:pt idx="211">
                  <c:v>42311</c:v>
                </c:pt>
                <c:pt idx="212">
                  <c:v>42312</c:v>
                </c:pt>
                <c:pt idx="213">
                  <c:v>42313</c:v>
                </c:pt>
                <c:pt idx="214">
                  <c:v>42314</c:v>
                </c:pt>
                <c:pt idx="215">
                  <c:v>42317</c:v>
                </c:pt>
                <c:pt idx="216">
                  <c:v>42318</c:v>
                </c:pt>
                <c:pt idx="217">
                  <c:v>42320</c:v>
                </c:pt>
                <c:pt idx="218">
                  <c:v>42321</c:v>
                </c:pt>
                <c:pt idx="219">
                  <c:v>42324</c:v>
                </c:pt>
                <c:pt idx="220">
                  <c:v>42325</c:v>
                </c:pt>
                <c:pt idx="221">
                  <c:v>42326</c:v>
                </c:pt>
                <c:pt idx="222">
                  <c:v>42327</c:v>
                </c:pt>
                <c:pt idx="223">
                  <c:v>42328</c:v>
                </c:pt>
                <c:pt idx="224">
                  <c:v>42331</c:v>
                </c:pt>
                <c:pt idx="225">
                  <c:v>42332</c:v>
                </c:pt>
                <c:pt idx="226">
                  <c:v>42333</c:v>
                </c:pt>
                <c:pt idx="227">
                  <c:v>42335</c:v>
                </c:pt>
                <c:pt idx="228">
                  <c:v>42338</c:v>
                </c:pt>
                <c:pt idx="229">
                  <c:v>42339</c:v>
                </c:pt>
                <c:pt idx="230">
                  <c:v>42340</c:v>
                </c:pt>
                <c:pt idx="231">
                  <c:v>42341</c:v>
                </c:pt>
                <c:pt idx="232">
                  <c:v>42342</c:v>
                </c:pt>
                <c:pt idx="233">
                  <c:v>42345</c:v>
                </c:pt>
                <c:pt idx="234">
                  <c:v>42346</c:v>
                </c:pt>
                <c:pt idx="235">
                  <c:v>42347</c:v>
                </c:pt>
                <c:pt idx="236">
                  <c:v>42348</c:v>
                </c:pt>
                <c:pt idx="237">
                  <c:v>42349</c:v>
                </c:pt>
                <c:pt idx="238">
                  <c:v>42352</c:v>
                </c:pt>
                <c:pt idx="239">
                  <c:v>42353</c:v>
                </c:pt>
                <c:pt idx="240">
                  <c:v>42354</c:v>
                </c:pt>
                <c:pt idx="241">
                  <c:v>42355</c:v>
                </c:pt>
                <c:pt idx="242">
                  <c:v>42356</c:v>
                </c:pt>
                <c:pt idx="243">
                  <c:v>42359</c:v>
                </c:pt>
                <c:pt idx="244">
                  <c:v>42360</c:v>
                </c:pt>
                <c:pt idx="245">
                  <c:v>42361</c:v>
                </c:pt>
                <c:pt idx="246">
                  <c:v>42362</c:v>
                </c:pt>
                <c:pt idx="247">
                  <c:v>42366</c:v>
                </c:pt>
                <c:pt idx="248">
                  <c:v>42367</c:v>
                </c:pt>
                <c:pt idx="249">
                  <c:v>42368</c:v>
                </c:pt>
                <c:pt idx="250">
                  <c:v>42369</c:v>
                </c:pt>
              </c:numCache>
            </c:numRef>
          </c:cat>
          <c:val>
            <c:numRef>
              <c:f>Sheet1!$C$2:$C$252</c:f>
              <c:numCache>
                <c:formatCode>0.00</c:formatCode>
                <c:ptCount val="251"/>
                <c:pt idx="0">
                  <c:v>63.593626022873238</c:v>
                </c:pt>
                <c:pt idx="1">
                  <c:v>63.453718890583666</c:v>
                </c:pt>
                <c:pt idx="2">
                  <c:v>63.390658931563571</c:v>
                </c:pt>
                <c:pt idx="3">
                  <c:v>63.320045871604833</c:v>
                </c:pt>
                <c:pt idx="4">
                  <c:v>63.421392324563442</c:v>
                </c:pt>
                <c:pt idx="5">
                  <c:v>63.108486230869154</c:v>
                </c:pt>
                <c:pt idx="6">
                  <c:v>62.943482180848932</c:v>
                </c:pt>
                <c:pt idx="7">
                  <c:v>62.713587058197952</c:v>
                </c:pt>
                <c:pt idx="8">
                  <c:v>62.679572688268905</c:v>
                </c:pt>
                <c:pt idx="9">
                  <c:v>62.588766450316847</c:v>
                </c:pt>
                <c:pt idx="10">
                  <c:v>62.679969775862475</c:v>
                </c:pt>
                <c:pt idx="11">
                  <c:v>62.378871031627845</c:v>
                </c:pt>
                <c:pt idx="12">
                  <c:v>62.442583620758697</c:v>
                </c:pt>
                <c:pt idx="13">
                  <c:v>62.560620706747251</c:v>
                </c:pt>
                <c:pt idx="14">
                  <c:v>62.367841191804587</c:v>
                </c:pt>
                <c:pt idx="15">
                  <c:v>62.352269377912364</c:v>
                </c:pt>
                <c:pt idx="16">
                  <c:v>62.060259586159027</c:v>
                </c:pt>
                <c:pt idx="17">
                  <c:v>64.15594019738316</c:v>
                </c:pt>
                <c:pt idx="18">
                  <c:v>64.334878803374323</c:v>
                </c:pt>
                <c:pt idx="19">
                  <c:v>64.158272518829747</c:v>
                </c:pt>
                <c:pt idx="20">
                  <c:v>62.878110279544963</c:v>
                </c:pt>
                <c:pt idx="21">
                  <c:v>62.527762281700738</c:v>
                </c:pt>
                <c:pt idx="22">
                  <c:v>62.516578831103729</c:v>
                </c:pt>
                <c:pt idx="23">
                  <c:v>62.681030707277216</c:v>
                </c:pt>
                <c:pt idx="24">
                  <c:v>62.761246147597426</c:v>
                </c:pt>
                <c:pt idx="25">
                  <c:v>62.75666574276466</c:v>
                </c:pt>
                <c:pt idx="26">
                  <c:v>62.518711029466914</c:v>
                </c:pt>
                <c:pt idx="27">
                  <c:v>62.542061253306983</c:v>
                </c:pt>
                <c:pt idx="28">
                  <c:v>61.063276986665095</c:v>
                </c:pt>
                <c:pt idx="29">
                  <c:v>61.115881195223054</c:v>
                </c:pt>
                <c:pt idx="30">
                  <c:v>61.301867578418786</c:v>
                </c:pt>
                <c:pt idx="31">
                  <c:v>61.375877607775351</c:v>
                </c:pt>
                <c:pt idx="32">
                  <c:v>61.287251329438377</c:v>
                </c:pt>
                <c:pt idx="33">
                  <c:v>61.280685954803005</c:v>
                </c:pt>
                <c:pt idx="34">
                  <c:v>61.172591460692303</c:v>
                </c:pt>
                <c:pt idx="35">
                  <c:v>60.756824873909807</c:v>
                </c:pt>
                <c:pt idx="36">
                  <c:v>60.705964293295253</c:v>
                </c:pt>
                <c:pt idx="37">
                  <c:v>60.683887321230046</c:v>
                </c:pt>
                <c:pt idx="38">
                  <c:v>61.124093983729551</c:v>
                </c:pt>
                <c:pt idx="39">
                  <c:v>61.044156261941318</c:v>
                </c:pt>
                <c:pt idx="40">
                  <c:v>61.038821771945607</c:v>
                </c:pt>
                <c:pt idx="41">
                  <c:v>61.110062997389846</c:v>
                </c:pt>
                <c:pt idx="42">
                  <c:v>61.184710687696651</c:v>
                </c:pt>
                <c:pt idx="43">
                  <c:v>61.31411649136583</c:v>
                </c:pt>
                <c:pt idx="44">
                  <c:v>61.33038502774528</c:v>
                </c:pt>
                <c:pt idx="45">
                  <c:v>60.872920633816108</c:v>
                </c:pt>
                <c:pt idx="46">
                  <c:v>60.769118646547035</c:v>
                </c:pt>
                <c:pt idx="47">
                  <c:v>60.856223449191184</c:v>
                </c:pt>
                <c:pt idx="48">
                  <c:v>60.834177819562399</c:v>
                </c:pt>
                <c:pt idx="49">
                  <c:v>60.742137396640381</c:v>
                </c:pt>
                <c:pt idx="50">
                  <c:v>60.600143405502124</c:v>
                </c:pt>
                <c:pt idx="51">
                  <c:v>60.668404998069036</c:v>
                </c:pt>
                <c:pt idx="52">
                  <c:v>58.312281476774928</c:v>
                </c:pt>
                <c:pt idx="53">
                  <c:v>58.317304612235652</c:v>
                </c:pt>
                <c:pt idx="54">
                  <c:v>58.385802245673389</c:v>
                </c:pt>
                <c:pt idx="55">
                  <c:v>58.354802188394338</c:v>
                </c:pt>
                <c:pt idx="56">
                  <c:v>58.392354465093241</c:v>
                </c:pt>
                <c:pt idx="57">
                  <c:v>58.022198985707497</c:v>
                </c:pt>
                <c:pt idx="58">
                  <c:v>58.029017123871128</c:v>
                </c:pt>
                <c:pt idx="59">
                  <c:v>58.120337526498425</c:v>
                </c:pt>
                <c:pt idx="60">
                  <c:v>58.11822815179837</c:v>
                </c:pt>
                <c:pt idx="61">
                  <c:v>62.372277403946043</c:v>
                </c:pt>
                <c:pt idx="62">
                  <c:v>62.485922242410297</c:v>
                </c:pt>
                <c:pt idx="63">
                  <c:v>62.530452604390462</c:v>
                </c:pt>
                <c:pt idx="64">
                  <c:v>62.663505895862983</c:v>
                </c:pt>
                <c:pt idx="65">
                  <c:v>62.50842160460838</c:v>
                </c:pt>
                <c:pt idx="66">
                  <c:v>66.915980613446806</c:v>
                </c:pt>
                <c:pt idx="67">
                  <c:v>66.667430171509167</c:v>
                </c:pt>
                <c:pt idx="68">
                  <c:v>66.559249665519218</c:v>
                </c:pt>
                <c:pt idx="69">
                  <c:v>66.773240580193786</c:v>
                </c:pt>
                <c:pt idx="70">
                  <c:v>66.57500802412973</c:v>
                </c:pt>
                <c:pt idx="71">
                  <c:v>66.648462805097395</c:v>
                </c:pt>
                <c:pt idx="72">
                  <c:v>66.765495510163859</c:v>
                </c:pt>
                <c:pt idx="73">
                  <c:v>66.587352961820812</c:v>
                </c:pt>
                <c:pt idx="74">
                  <c:v>66.815998770469903</c:v>
                </c:pt>
                <c:pt idx="75">
                  <c:v>66.843774411820078</c:v>
                </c:pt>
                <c:pt idx="76">
                  <c:v>67.094747723543421</c:v>
                </c:pt>
                <c:pt idx="77">
                  <c:v>67.126937107939327</c:v>
                </c:pt>
                <c:pt idx="78">
                  <c:v>67.143955669419555</c:v>
                </c:pt>
                <c:pt idx="79">
                  <c:v>67.354353171231168</c:v>
                </c:pt>
                <c:pt idx="80">
                  <c:v>67.491298182832864</c:v>
                </c:pt>
                <c:pt idx="81">
                  <c:v>67.667503536800595</c:v>
                </c:pt>
                <c:pt idx="82">
                  <c:v>67.717261065386936</c:v>
                </c:pt>
                <c:pt idx="83">
                  <c:v>67.01529638161108</c:v>
                </c:pt>
                <c:pt idx="84">
                  <c:v>68.508489586963421</c:v>
                </c:pt>
                <c:pt idx="85">
                  <c:v>71.418983819750338</c:v>
                </c:pt>
                <c:pt idx="86">
                  <c:v>71.617010612596218</c:v>
                </c:pt>
                <c:pt idx="87">
                  <c:v>75.524890394622076</c:v>
                </c:pt>
                <c:pt idx="88">
                  <c:v>75.714553891315063</c:v>
                </c:pt>
                <c:pt idx="89">
                  <c:v>75.456773101226574</c:v>
                </c:pt>
                <c:pt idx="90">
                  <c:v>75.417045968552515</c:v>
                </c:pt>
                <c:pt idx="91">
                  <c:v>76.415597611962895</c:v>
                </c:pt>
                <c:pt idx="92">
                  <c:v>76.366855687337193</c:v>
                </c:pt>
                <c:pt idx="93">
                  <c:v>76.394713205471618</c:v>
                </c:pt>
                <c:pt idx="94">
                  <c:v>76.328409329394788</c:v>
                </c:pt>
                <c:pt idx="95">
                  <c:v>76.089804246562792</c:v>
                </c:pt>
                <c:pt idx="96">
                  <c:v>72.410403470729221</c:v>
                </c:pt>
                <c:pt idx="97">
                  <c:v>72.370063248038207</c:v>
                </c:pt>
                <c:pt idx="98">
                  <c:v>72.288089248639281</c:v>
                </c:pt>
                <c:pt idx="99">
                  <c:v>71.790114932406766</c:v>
                </c:pt>
                <c:pt idx="100">
                  <c:v>71.786977563434334</c:v>
                </c:pt>
                <c:pt idx="101">
                  <c:v>71.866944438721958</c:v>
                </c:pt>
                <c:pt idx="102">
                  <c:v>72.538198389841085</c:v>
                </c:pt>
                <c:pt idx="103">
                  <c:v>72.619700311912894</c:v>
                </c:pt>
                <c:pt idx="104">
                  <c:v>73.655321466325105</c:v>
                </c:pt>
                <c:pt idx="105">
                  <c:v>73.486395777846425</c:v>
                </c:pt>
                <c:pt idx="106">
                  <c:v>73.547724114472146</c:v>
                </c:pt>
                <c:pt idx="107">
                  <c:v>73.375495332767741</c:v>
                </c:pt>
                <c:pt idx="108">
                  <c:v>73.530639144922333</c:v>
                </c:pt>
                <c:pt idx="109">
                  <c:v>67.261212410481036</c:v>
                </c:pt>
                <c:pt idx="110">
                  <c:v>67.15902912436475</c:v>
                </c:pt>
                <c:pt idx="111">
                  <c:v>67.211272774745368</c:v>
                </c:pt>
                <c:pt idx="112">
                  <c:v>67.191052016071822</c:v>
                </c:pt>
                <c:pt idx="113">
                  <c:v>67.253475262307091</c:v>
                </c:pt>
                <c:pt idx="114">
                  <c:v>63.831134240152096</c:v>
                </c:pt>
                <c:pt idx="115">
                  <c:v>63.954147964776041</c:v>
                </c:pt>
                <c:pt idx="116">
                  <c:v>63.982177634558738</c:v>
                </c:pt>
                <c:pt idx="117">
                  <c:v>63.936225545083921</c:v>
                </c:pt>
                <c:pt idx="118">
                  <c:v>63.929465773888126</c:v>
                </c:pt>
                <c:pt idx="119">
                  <c:v>63.870849995233883</c:v>
                </c:pt>
                <c:pt idx="120">
                  <c:v>63.938486473238441</c:v>
                </c:pt>
                <c:pt idx="121">
                  <c:v>63.509782117505353</c:v>
                </c:pt>
                <c:pt idx="122">
                  <c:v>63.101653860189813</c:v>
                </c:pt>
                <c:pt idx="123">
                  <c:v>63.385294544012481</c:v>
                </c:pt>
                <c:pt idx="124">
                  <c:v>63.140874087531394</c:v>
                </c:pt>
                <c:pt idx="125">
                  <c:v>67.419840849817362</c:v>
                </c:pt>
                <c:pt idx="126">
                  <c:v>67.545901629644817</c:v>
                </c:pt>
                <c:pt idx="127">
                  <c:v>67.831367204623902</c:v>
                </c:pt>
                <c:pt idx="128">
                  <c:v>68.01327169801489</c:v>
                </c:pt>
                <c:pt idx="129">
                  <c:v>68.100516886562787</c:v>
                </c:pt>
                <c:pt idx="130">
                  <c:v>67.496757574070372</c:v>
                </c:pt>
                <c:pt idx="131">
                  <c:v>67.14345382885476</c:v>
                </c:pt>
                <c:pt idx="132">
                  <c:v>67.10861740437592</c:v>
                </c:pt>
                <c:pt idx="133">
                  <c:v>67.157007821268138</c:v>
                </c:pt>
                <c:pt idx="134">
                  <c:v>67.286711385074454</c:v>
                </c:pt>
                <c:pt idx="135">
                  <c:v>67.264408045906393</c:v>
                </c:pt>
                <c:pt idx="136">
                  <c:v>71.053986850746341</c:v>
                </c:pt>
                <c:pt idx="137">
                  <c:v>70.968625190465644</c:v>
                </c:pt>
                <c:pt idx="138">
                  <c:v>73.64430941483721</c:v>
                </c:pt>
                <c:pt idx="139">
                  <c:v>73.654205227629802</c:v>
                </c:pt>
                <c:pt idx="140">
                  <c:v>73.754145386662742</c:v>
                </c:pt>
                <c:pt idx="141">
                  <c:v>71.859315131352005</c:v>
                </c:pt>
                <c:pt idx="142">
                  <c:v>71.770262515109224</c:v>
                </c:pt>
                <c:pt idx="143">
                  <c:v>71.065499141035275</c:v>
                </c:pt>
                <c:pt idx="144">
                  <c:v>71.052674942148059</c:v>
                </c:pt>
                <c:pt idx="145">
                  <c:v>79.614382396373117</c:v>
                </c:pt>
                <c:pt idx="146">
                  <c:v>79.350161641645684</c:v>
                </c:pt>
                <c:pt idx="147">
                  <c:v>79.665096822054366</c:v>
                </c:pt>
                <c:pt idx="148">
                  <c:v>77.299901227545462</c:v>
                </c:pt>
                <c:pt idx="149">
                  <c:v>77.381915794651974</c:v>
                </c:pt>
                <c:pt idx="150">
                  <c:v>73.823492647518393</c:v>
                </c:pt>
                <c:pt idx="151">
                  <c:v>71.104445957000024</c:v>
                </c:pt>
                <c:pt idx="152">
                  <c:v>71.294107844916169</c:v>
                </c:pt>
                <c:pt idx="153">
                  <c:v>70.720816002626776</c:v>
                </c:pt>
                <c:pt idx="154">
                  <c:v>70.788210249193355</c:v>
                </c:pt>
                <c:pt idx="155">
                  <c:v>70.860015614196158</c:v>
                </c:pt>
                <c:pt idx="156">
                  <c:v>70.917693446359252</c:v>
                </c:pt>
                <c:pt idx="157">
                  <c:v>70.924895508614654</c:v>
                </c:pt>
                <c:pt idx="158">
                  <c:v>71.003314878074278</c:v>
                </c:pt>
                <c:pt idx="159">
                  <c:v>70.765242912707933</c:v>
                </c:pt>
                <c:pt idx="160">
                  <c:v>70.586965363452407</c:v>
                </c:pt>
                <c:pt idx="161">
                  <c:v>70.616094438629929</c:v>
                </c:pt>
                <c:pt idx="162">
                  <c:v>70.695503226609674</c:v>
                </c:pt>
                <c:pt idx="163">
                  <c:v>69.179204662790085</c:v>
                </c:pt>
                <c:pt idx="164">
                  <c:v>68.784378004154789</c:v>
                </c:pt>
                <c:pt idx="165">
                  <c:v>68.691386999058082</c:v>
                </c:pt>
                <c:pt idx="166">
                  <c:v>68.552608689784066</c:v>
                </c:pt>
                <c:pt idx="167">
                  <c:v>68.447250888795253</c:v>
                </c:pt>
                <c:pt idx="168">
                  <c:v>68.829743980932463</c:v>
                </c:pt>
                <c:pt idx="169">
                  <c:v>68.898650425001279</c:v>
                </c:pt>
                <c:pt idx="170">
                  <c:v>68.759920713755236</c:v>
                </c:pt>
                <c:pt idx="171">
                  <c:v>68.778403939802118</c:v>
                </c:pt>
                <c:pt idx="172">
                  <c:v>68.862450592322475</c:v>
                </c:pt>
                <c:pt idx="173">
                  <c:v>68.532428842648159</c:v>
                </c:pt>
                <c:pt idx="174">
                  <c:v>68.650207900740199</c:v>
                </c:pt>
                <c:pt idx="175">
                  <c:v>68.659691672289739</c:v>
                </c:pt>
                <c:pt idx="176">
                  <c:v>68.571880761753661</c:v>
                </c:pt>
                <c:pt idx="177">
                  <c:v>68.699200585670823</c:v>
                </c:pt>
                <c:pt idx="178">
                  <c:v>68.648799714640433</c:v>
                </c:pt>
                <c:pt idx="179">
                  <c:v>68.679783066561569</c:v>
                </c:pt>
                <c:pt idx="180">
                  <c:v>68.637065877335274</c:v>
                </c:pt>
                <c:pt idx="181">
                  <c:v>68.701979666185053</c:v>
                </c:pt>
                <c:pt idx="182">
                  <c:v>68.764449860422147</c:v>
                </c:pt>
                <c:pt idx="183">
                  <c:v>69.372047908218576</c:v>
                </c:pt>
                <c:pt idx="184">
                  <c:v>69.460961518643813</c:v>
                </c:pt>
                <c:pt idx="185">
                  <c:v>68.983633340168097</c:v>
                </c:pt>
                <c:pt idx="186">
                  <c:v>69.595530070258434</c:v>
                </c:pt>
                <c:pt idx="187">
                  <c:v>69.488419762348528</c:v>
                </c:pt>
                <c:pt idx="188">
                  <c:v>69.167827605744705</c:v>
                </c:pt>
                <c:pt idx="189">
                  <c:v>83.025706145950124</c:v>
                </c:pt>
                <c:pt idx="190">
                  <c:v>83.099785773830277</c:v>
                </c:pt>
                <c:pt idx="191">
                  <c:v>83.122756650088007</c:v>
                </c:pt>
                <c:pt idx="192">
                  <c:v>79.027346937594203</c:v>
                </c:pt>
                <c:pt idx="193">
                  <c:v>78.987847433137034</c:v>
                </c:pt>
                <c:pt idx="194">
                  <c:v>77.41795564977599</c:v>
                </c:pt>
                <c:pt idx="195">
                  <c:v>77.349879112770083</c:v>
                </c:pt>
                <c:pt idx="196">
                  <c:v>77.352017815040924</c:v>
                </c:pt>
                <c:pt idx="197">
                  <c:v>77.414907154329697</c:v>
                </c:pt>
                <c:pt idx="198">
                  <c:v>77.257213127621227</c:v>
                </c:pt>
                <c:pt idx="199">
                  <c:v>77.181213819688281</c:v>
                </c:pt>
                <c:pt idx="200">
                  <c:v>77.2099970632419</c:v>
                </c:pt>
                <c:pt idx="201">
                  <c:v>77.073628454606009</c:v>
                </c:pt>
                <c:pt idx="202">
                  <c:v>77.023267467950575</c:v>
                </c:pt>
                <c:pt idx="203">
                  <c:v>76.890503706914501</c:v>
                </c:pt>
                <c:pt idx="204">
                  <c:v>76.993692771612189</c:v>
                </c:pt>
                <c:pt idx="205">
                  <c:v>77.000729653292382</c:v>
                </c:pt>
                <c:pt idx="206">
                  <c:v>76.494144583699878</c:v>
                </c:pt>
                <c:pt idx="207">
                  <c:v>76.427647655922087</c:v>
                </c:pt>
                <c:pt idx="208">
                  <c:v>76.639437699491936</c:v>
                </c:pt>
                <c:pt idx="209">
                  <c:v>76.42863255778056</c:v>
                </c:pt>
                <c:pt idx="210">
                  <c:v>76.566831939893561</c:v>
                </c:pt>
                <c:pt idx="211">
                  <c:v>76.763216422402408</c:v>
                </c:pt>
                <c:pt idx="212">
                  <c:v>71.217717553684707</c:v>
                </c:pt>
                <c:pt idx="213">
                  <c:v>71.293733191333075</c:v>
                </c:pt>
                <c:pt idx="214">
                  <c:v>71.219059860636662</c:v>
                </c:pt>
                <c:pt idx="215">
                  <c:v>71.059008689228222</c:v>
                </c:pt>
                <c:pt idx="216">
                  <c:v>71.07312923201448</c:v>
                </c:pt>
                <c:pt idx="217">
                  <c:v>71.02099522831962</c:v>
                </c:pt>
                <c:pt idx="218">
                  <c:v>71.156097887059545</c:v>
                </c:pt>
                <c:pt idx="219">
                  <c:v>71.126572807787156</c:v>
                </c:pt>
                <c:pt idx="220">
                  <c:v>71.100640540966452</c:v>
                </c:pt>
                <c:pt idx="221">
                  <c:v>71.064805352753339</c:v>
                </c:pt>
                <c:pt idx="222">
                  <c:v>70.890876252105045</c:v>
                </c:pt>
                <c:pt idx="223">
                  <c:v>71.005973938246896</c:v>
                </c:pt>
                <c:pt idx="224">
                  <c:v>70.900145973908153</c:v>
                </c:pt>
                <c:pt idx="225">
                  <c:v>70.337370913764957</c:v>
                </c:pt>
                <c:pt idx="226">
                  <c:v>70.373553251822855</c:v>
                </c:pt>
                <c:pt idx="227">
                  <c:v>70.381628952925595</c:v>
                </c:pt>
                <c:pt idx="228">
                  <c:v>70.274874531961956</c:v>
                </c:pt>
                <c:pt idx="229">
                  <c:v>70.255947665445277</c:v>
                </c:pt>
                <c:pt idx="230">
                  <c:v>70.142006045545472</c:v>
                </c:pt>
                <c:pt idx="231">
                  <c:v>70.696461341268417</c:v>
                </c:pt>
                <c:pt idx="232">
                  <c:v>70.433216838553818</c:v>
                </c:pt>
                <c:pt idx="233">
                  <c:v>70.219923671789488</c:v>
                </c:pt>
                <c:pt idx="234">
                  <c:v>70.203770119089242</c:v>
                </c:pt>
                <c:pt idx="235">
                  <c:v>69.945411917419236</c:v>
                </c:pt>
                <c:pt idx="236">
                  <c:v>70.003006308569212</c:v>
                </c:pt>
                <c:pt idx="237">
                  <c:v>64.354782375197104</c:v>
                </c:pt>
                <c:pt idx="238">
                  <c:v>64.65958557030693</c:v>
                </c:pt>
                <c:pt idx="239">
                  <c:v>64.65175149518646</c:v>
                </c:pt>
                <c:pt idx="240">
                  <c:v>64.451940520480278</c:v>
                </c:pt>
                <c:pt idx="241">
                  <c:v>64.214584007309554</c:v>
                </c:pt>
                <c:pt idx="242">
                  <c:v>64.086845687849987</c:v>
                </c:pt>
                <c:pt idx="243">
                  <c:v>63.918398070316393</c:v>
                </c:pt>
                <c:pt idx="244">
                  <c:v>64.027576674755977</c:v>
                </c:pt>
                <c:pt idx="245">
                  <c:v>64.043942997832929</c:v>
                </c:pt>
                <c:pt idx="246">
                  <c:v>64.027382196255729</c:v>
                </c:pt>
                <c:pt idx="247">
                  <c:v>63.390454191244203</c:v>
                </c:pt>
                <c:pt idx="248">
                  <c:v>63.338391484376324</c:v>
                </c:pt>
                <c:pt idx="249">
                  <c:v>63.362101991769215</c:v>
                </c:pt>
                <c:pt idx="250">
                  <c:v>63.21608341609609</c:v>
                </c:pt>
              </c:numCache>
            </c:numRef>
          </c:val>
          <c:smooth val="0"/>
        </c:ser>
        <c:dLbls>
          <c:showLegendKey val="0"/>
          <c:showVal val="0"/>
          <c:showCatName val="0"/>
          <c:showSerName val="0"/>
          <c:showPercent val="0"/>
          <c:showBubbleSize val="0"/>
        </c:dLbls>
        <c:marker val="1"/>
        <c:smooth val="0"/>
        <c:axId val="124791040"/>
        <c:axId val="124792832"/>
      </c:lineChart>
      <c:dateAx>
        <c:axId val="124791040"/>
        <c:scaling>
          <c:orientation val="minMax"/>
        </c:scaling>
        <c:delete val="0"/>
        <c:axPos val="b"/>
        <c:numFmt formatCode="[$-409]mmm\-yy;@" sourceLinked="0"/>
        <c:majorTickMark val="out"/>
        <c:minorTickMark val="none"/>
        <c:tickLblPos val="nextTo"/>
        <c:crossAx val="124792832"/>
        <c:crosses val="autoZero"/>
        <c:auto val="1"/>
        <c:lblOffset val="100"/>
        <c:baseTimeUnit val="days"/>
        <c:majorUnit val="2"/>
        <c:majorTimeUnit val="months"/>
      </c:dateAx>
      <c:valAx>
        <c:axId val="124792832"/>
        <c:scaling>
          <c:orientation val="minMax"/>
        </c:scaling>
        <c:delete val="0"/>
        <c:axPos val="l"/>
        <c:numFmt formatCode="0" sourceLinked="0"/>
        <c:majorTickMark val="out"/>
        <c:minorTickMark val="none"/>
        <c:tickLblPos val="nextTo"/>
        <c:crossAx val="124791040"/>
        <c:crosses val="autoZero"/>
        <c:crossBetween val="between"/>
      </c:valAx>
    </c:plotArea>
    <c:legend>
      <c:legendPos val="b"/>
      <c:layout>
        <c:manualLayout>
          <c:xMode val="edge"/>
          <c:yMode val="edge"/>
          <c:x val="0.16203841976649469"/>
          <c:y val="0.9015648583858652"/>
          <c:w val="0.67592316046701051"/>
          <c:h val="8.1521353103080882E-2"/>
        </c:manualLayout>
      </c:layout>
      <c:overlay val="0"/>
    </c:legend>
    <c:plotVisOnly val="1"/>
    <c:dispBlanksAs val="gap"/>
    <c:showDLblsOverMax val="0"/>
  </c:chart>
  <c:txPr>
    <a:bodyPr/>
    <a:lstStyle/>
    <a:p>
      <a:pPr>
        <a:defRPr sz="7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DV01</c:v>
                </c:pt>
              </c:strCache>
            </c:strRef>
          </c:tx>
          <c:marker>
            <c:symbol val="none"/>
          </c:marker>
          <c:cat>
            <c:numRef>
              <c:f>Sheet1!$A$2:$A$252</c:f>
              <c:numCache>
                <c:formatCode>mm/dd/yy</c:formatCode>
                <c:ptCount val="251"/>
                <c:pt idx="0">
                  <c:v>42006</c:v>
                </c:pt>
                <c:pt idx="1">
                  <c:v>42009</c:v>
                </c:pt>
                <c:pt idx="2">
                  <c:v>42010</c:v>
                </c:pt>
                <c:pt idx="3">
                  <c:v>42011</c:v>
                </c:pt>
                <c:pt idx="4">
                  <c:v>42012</c:v>
                </c:pt>
                <c:pt idx="5">
                  <c:v>42013</c:v>
                </c:pt>
                <c:pt idx="6">
                  <c:v>42016</c:v>
                </c:pt>
                <c:pt idx="7">
                  <c:v>42017</c:v>
                </c:pt>
                <c:pt idx="8">
                  <c:v>42018</c:v>
                </c:pt>
                <c:pt idx="9">
                  <c:v>42019</c:v>
                </c:pt>
                <c:pt idx="10">
                  <c:v>42020</c:v>
                </c:pt>
                <c:pt idx="11">
                  <c:v>42024</c:v>
                </c:pt>
                <c:pt idx="12">
                  <c:v>42025</c:v>
                </c:pt>
                <c:pt idx="13">
                  <c:v>42026</c:v>
                </c:pt>
                <c:pt idx="14">
                  <c:v>42027</c:v>
                </c:pt>
                <c:pt idx="15">
                  <c:v>42030</c:v>
                </c:pt>
                <c:pt idx="16">
                  <c:v>42031</c:v>
                </c:pt>
                <c:pt idx="17">
                  <c:v>42032</c:v>
                </c:pt>
                <c:pt idx="18">
                  <c:v>42033</c:v>
                </c:pt>
                <c:pt idx="19">
                  <c:v>42034</c:v>
                </c:pt>
                <c:pt idx="20">
                  <c:v>42037</c:v>
                </c:pt>
                <c:pt idx="21">
                  <c:v>42038</c:v>
                </c:pt>
                <c:pt idx="22">
                  <c:v>42039</c:v>
                </c:pt>
                <c:pt idx="23">
                  <c:v>42040</c:v>
                </c:pt>
                <c:pt idx="24">
                  <c:v>42041</c:v>
                </c:pt>
                <c:pt idx="25">
                  <c:v>42044</c:v>
                </c:pt>
                <c:pt idx="26">
                  <c:v>42045</c:v>
                </c:pt>
                <c:pt idx="27">
                  <c:v>42046</c:v>
                </c:pt>
                <c:pt idx="28">
                  <c:v>42047</c:v>
                </c:pt>
                <c:pt idx="29">
                  <c:v>42048</c:v>
                </c:pt>
                <c:pt idx="30">
                  <c:v>42052</c:v>
                </c:pt>
                <c:pt idx="31">
                  <c:v>42053</c:v>
                </c:pt>
                <c:pt idx="32">
                  <c:v>42054</c:v>
                </c:pt>
                <c:pt idx="33">
                  <c:v>42055</c:v>
                </c:pt>
                <c:pt idx="34">
                  <c:v>42058</c:v>
                </c:pt>
                <c:pt idx="35">
                  <c:v>42059</c:v>
                </c:pt>
                <c:pt idx="36">
                  <c:v>42060</c:v>
                </c:pt>
                <c:pt idx="37">
                  <c:v>42061</c:v>
                </c:pt>
                <c:pt idx="38">
                  <c:v>42062</c:v>
                </c:pt>
                <c:pt idx="39">
                  <c:v>42065</c:v>
                </c:pt>
                <c:pt idx="40">
                  <c:v>42066</c:v>
                </c:pt>
                <c:pt idx="41">
                  <c:v>42067</c:v>
                </c:pt>
                <c:pt idx="42">
                  <c:v>42068</c:v>
                </c:pt>
                <c:pt idx="43">
                  <c:v>42069</c:v>
                </c:pt>
                <c:pt idx="44">
                  <c:v>42072</c:v>
                </c:pt>
                <c:pt idx="45">
                  <c:v>42073</c:v>
                </c:pt>
                <c:pt idx="46">
                  <c:v>42074</c:v>
                </c:pt>
                <c:pt idx="47">
                  <c:v>42075</c:v>
                </c:pt>
                <c:pt idx="48">
                  <c:v>42076</c:v>
                </c:pt>
                <c:pt idx="49">
                  <c:v>42079</c:v>
                </c:pt>
                <c:pt idx="50">
                  <c:v>42080</c:v>
                </c:pt>
                <c:pt idx="51">
                  <c:v>42081</c:v>
                </c:pt>
                <c:pt idx="52">
                  <c:v>42082</c:v>
                </c:pt>
                <c:pt idx="53">
                  <c:v>42083</c:v>
                </c:pt>
                <c:pt idx="54">
                  <c:v>42086</c:v>
                </c:pt>
                <c:pt idx="55">
                  <c:v>42087</c:v>
                </c:pt>
                <c:pt idx="56">
                  <c:v>42088</c:v>
                </c:pt>
                <c:pt idx="57">
                  <c:v>42089</c:v>
                </c:pt>
                <c:pt idx="58">
                  <c:v>42090</c:v>
                </c:pt>
                <c:pt idx="59">
                  <c:v>42093</c:v>
                </c:pt>
                <c:pt idx="60">
                  <c:v>42094</c:v>
                </c:pt>
                <c:pt idx="61">
                  <c:v>42095</c:v>
                </c:pt>
                <c:pt idx="62">
                  <c:v>42096</c:v>
                </c:pt>
                <c:pt idx="63">
                  <c:v>42097</c:v>
                </c:pt>
                <c:pt idx="64">
                  <c:v>42100</c:v>
                </c:pt>
                <c:pt idx="65">
                  <c:v>42101</c:v>
                </c:pt>
                <c:pt idx="66">
                  <c:v>42102</c:v>
                </c:pt>
                <c:pt idx="67">
                  <c:v>42103</c:v>
                </c:pt>
                <c:pt idx="68">
                  <c:v>42104</c:v>
                </c:pt>
                <c:pt idx="69">
                  <c:v>42107</c:v>
                </c:pt>
                <c:pt idx="70">
                  <c:v>42108</c:v>
                </c:pt>
                <c:pt idx="71">
                  <c:v>42109</c:v>
                </c:pt>
                <c:pt idx="72">
                  <c:v>42110</c:v>
                </c:pt>
                <c:pt idx="73">
                  <c:v>42111</c:v>
                </c:pt>
                <c:pt idx="74">
                  <c:v>42114</c:v>
                </c:pt>
                <c:pt idx="75">
                  <c:v>42115</c:v>
                </c:pt>
                <c:pt idx="76">
                  <c:v>42116</c:v>
                </c:pt>
                <c:pt idx="77">
                  <c:v>42117</c:v>
                </c:pt>
                <c:pt idx="78">
                  <c:v>42118</c:v>
                </c:pt>
                <c:pt idx="79">
                  <c:v>42121</c:v>
                </c:pt>
                <c:pt idx="80">
                  <c:v>42122</c:v>
                </c:pt>
                <c:pt idx="81">
                  <c:v>42123</c:v>
                </c:pt>
                <c:pt idx="82">
                  <c:v>42124</c:v>
                </c:pt>
                <c:pt idx="83">
                  <c:v>42125</c:v>
                </c:pt>
                <c:pt idx="84">
                  <c:v>42128</c:v>
                </c:pt>
                <c:pt idx="85">
                  <c:v>42129</c:v>
                </c:pt>
                <c:pt idx="86">
                  <c:v>42130</c:v>
                </c:pt>
                <c:pt idx="87">
                  <c:v>42131</c:v>
                </c:pt>
                <c:pt idx="88">
                  <c:v>42132</c:v>
                </c:pt>
                <c:pt idx="89">
                  <c:v>42135</c:v>
                </c:pt>
                <c:pt idx="90">
                  <c:v>42136</c:v>
                </c:pt>
                <c:pt idx="91">
                  <c:v>42137</c:v>
                </c:pt>
                <c:pt idx="92">
                  <c:v>42138</c:v>
                </c:pt>
                <c:pt idx="93">
                  <c:v>42139</c:v>
                </c:pt>
                <c:pt idx="94">
                  <c:v>42142</c:v>
                </c:pt>
                <c:pt idx="95">
                  <c:v>42143</c:v>
                </c:pt>
                <c:pt idx="96">
                  <c:v>42144</c:v>
                </c:pt>
                <c:pt idx="97">
                  <c:v>42145</c:v>
                </c:pt>
                <c:pt idx="98">
                  <c:v>42146</c:v>
                </c:pt>
                <c:pt idx="99">
                  <c:v>42150</c:v>
                </c:pt>
                <c:pt idx="100">
                  <c:v>42151</c:v>
                </c:pt>
                <c:pt idx="101">
                  <c:v>42152</c:v>
                </c:pt>
                <c:pt idx="102">
                  <c:v>42153</c:v>
                </c:pt>
                <c:pt idx="103">
                  <c:v>42156</c:v>
                </c:pt>
                <c:pt idx="104">
                  <c:v>42157</c:v>
                </c:pt>
                <c:pt idx="105">
                  <c:v>42158</c:v>
                </c:pt>
                <c:pt idx="106">
                  <c:v>42159</c:v>
                </c:pt>
                <c:pt idx="107">
                  <c:v>42160</c:v>
                </c:pt>
                <c:pt idx="108">
                  <c:v>42163</c:v>
                </c:pt>
                <c:pt idx="109">
                  <c:v>42164</c:v>
                </c:pt>
                <c:pt idx="110">
                  <c:v>42165</c:v>
                </c:pt>
                <c:pt idx="111">
                  <c:v>42166</c:v>
                </c:pt>
                <c:pt idx="112">
                  <c:v>42167</c:v>
                </c:pt>
                <c:pt idx="113">
                  <c:v>42170</c:v>
                </c:pt>
                <c:pt idx="114">
                  <c:v>42171</c:v>
                </c:pt>
                <c:pt idx="115">
                  <c:v>42172</c:v>
                </c:pt>
                <c:pt idx="116">
                  <c:v>42173</c:v>
                </c:pt>
                <c:pt idx="117">
                  <c:v>42174</c:v>
                </c:pt>
                <c:pt idx="118">
                  <c:v>42177</c:v>
                </c:pt>
                <c:pt idx="119">
                  <c:v>42178</c:v>
                </c:pt>
                <c:pt idx="120">
                  <c:v>42179</c:v>
                </c:pt>
                <c:pt idx="121">
                  <c:v>42180</c:v>
                </c:pt>
                <c:pt idx="122">
                  <c:v>42181</c:v>
                </c:pt>
                <c:pt idx="123">
                  <c:v>42184</c:v>
                </c:pt>
                <c:pt idx="124">
                  <c:v>42185</c:v>
                </c:pt>
                <c:pt idx="125">
                  <c:v>42186</c:v>
                </c:pt>
                <c:pt idx="126">
                  <c:v>42187</c:v>
                </c:pt>
                <c:pt idx="127">
                  <c:v>42191</c:v>
                </c:pt>
                <c:pt idx="128">
                  <c:v>42192</c:v>
                </c:pt>
                <c:pt idx="129">
                  <c:v>42193</c:v>
                </c:pt>
                <c:pt idx="130">
                  <c:v>42194</c:v>
                </c:pt>
                <c:pt idx="131">
                  <c:v>42195</c:v>
                </c:pt>
                <c:pt idx="132">
                  <c:v>42198</c:v>
                </c:pt>
                <c:pt idx="133">
                  <c:v>42199</c:v>
                </c:pt>
                <c:pt idx="134">
                  <c:v>42200</c:v>
                </c:pt>
                <c:pt idx="135">
                  <c:v>42201</c:v>
                </c:pt>
                <c:pt idx="136">
                  <c:v>42202</c:v>
                </c:pt>
                <c:pt idx="137">
                  <c:v>42205</c:v>
                </c:pt>
                <c:pt idx="138">
                  <c:v>42206</c:v>
                </c:pt>
                <c:pt idx="139">
                  <c:v>42207</c:v>
                </c:pt>
                <c:pt idx="140">
                  <c:v>42208</c:v>
                </c:pt>
                <c:pt idx="141">
                  <c:v>42209</c:v>
                </c:pt>
                <c:pt idx="142">
                  <c:v>42212</c:v>
                </c:pt>
                <c:pt idx="143">
                  <c:v>42213</c:v>
                </c:pt>
                <c:pt idx="144">
                  <c:v>42214</c:v>
                </c:pt>
                <c:pt idx="145">
                  <c:v>42215</c:v>
                </c:pt>
                <c:pt idx="146">
                  <c:v>42216</c:v>
                </c:pt>
                <c:pt idx="147">
                  <c:v>42219</c:v>
                </c:pt>
                <c:pt idx="148">
                  <c:v>42220</c:v>
                </c:pt>
                <c:pt idx="149">
                  <c:v>42221</c:v>
                </c:pt>
                <c:pt idx="150">
                  <c:v>42222</c:v>
                </c:pt>
                <c:pt idx="151">
                  <c:v>42223</c:v>
                </c:pt>
                <c:pt idx="152">
                  <c:v>42226</c:v>
                </c:pt>
                <c:pt idx="153">
                  <c:v>42227</c:v>
                </c:pt>
                <c:pt idx="154">
                  <c:v>42228</c:v>
                </c:pt>
                <c:pt idx="155">
                  <c:v>42229</c:v>
                </c:pt>
                <c:pt idx="156">
                  <c:v>42230</c:v>
                </c:pt>
                <c:pt idx="157">
                  <c:v>42233</c:v>
                </c:pt>
                <c:pt idx="158">
                  <c:v>42234</c:v>
                </c:pt>
                <c:pt idx="159">
                  <c:v>42235</c:v>
                </c:pt>
                <c:pt idx="160">
                  <c:v>42236</c:v>
                </c:pt>
                <c:pt idx="161">
                  <c:v>42237</c:v>
                </c:pt>
                <c:pt idx="162">
                  <c:v>42240</c:v>
                </c:pt>
                <c:pt idx="163">
                  <c:v>42241</c:v>
                </c:pt>
                <c:pt idx="164">
                  <c:v>42242</c:v>
                </c:pt>
                <c:pt idx="165">
                  <c:v>42243</c:v>
                </c:pt>
                <c:pt idx="166">
                  <c:v>42244</c:v>
                </c:pt>
                <c:pt idx="167">
                  <c:v>42247</c:v>
                </c:pt>
                <c:pt idx="168">
                  <c:v>42248</c:v>
                </c:pt>
                <c:pt idx="169">
                  <c:v>42249</c:v>
                </c:pt>
                <c:pt idx="170">
                  <c:v>42250</c:v>
                </c:pt>
                <c:pt idx="171">
                  <c:v>42251</c:v>
                </c:pt>
                <c:pt idx="172">
                  <c:v>42255</c:v>
                </c:pt>
                <c:pt idx="173">
                  <c:v>42256</c:v>
                </c:pt>
                <c:pt idx="174">
                  <c:v>42257</c:v>
                </c:pt>
                <c:pt idx="175">
                  <c:v>42258</c:v>
                </c:pt>
                <c:pt idx="176">
                  <c:v>42261</c:v>
                </c:pt>
                <c:pt idx="177">
                  <c:v>42262</c:v>
                </c:pt>
                <c:pt idx="178">
                  <c:v>42263</c:v>
                </c:pt>
                <c:pt idx="179">
                  <c:v>42264</c:v>
                </c:pt>
                <c:pt idx="180">
                  <c:v>42265</c:v>
                </c:pt>
                <c:pt idx="181">
                  <c:v>42268</c:v>
                </c:pt>
                <c:pt idx="182">
                  <c:v>42269</c:v>
                </c:pt>
                <c:pt idx="183">
                  <c:v>42270</c:v>
                </c:pt>
                <c:pt idx="184">
                  <c:v>42271</c:v>
                </c:pt>
                <c:pt idx="185">
                  <c:v>42272</c:v>
                </c:pt>
                <c:pt idx="186">
                  <c:v>42275</c:v>
                </c:pt>
                <c:pt idx="187">
                  <c:v>42276</c:v>
                </c:pt>
                <c:pt idx="188">
                  <c:v>42277</c:v>
                </c:pt>
                <c:pt idx="189">
                  <c:v>42278</c:v>
                </c:pt>
                <c:pt idx="190">
                  <c:v>42279</c:v>
                </c:pt>
                <c:pt idx="191">
                  <c:v>42282</c:v>
                </c:pt>
                <c:pt idx="192">
                  <c:v>42283</c:v>
                </c:pt>
                <c:pt idx="193">
                  <c:v>42284</c:v>
                </c:pt>
                <c:pt idx="194">
                  <c:v>42285</c:v>
                </c:pt>
                <c:pt idx="195">
                  <c:v>42286</c:v>
                </c:pt>
                <c:pt idx="196">
                  <c:v>42290</c:v>
                </c:pt>
                <c:pt idx="197">
                  <c:v>42291</c:v>
                </c:pt>
                <c:pt idx="198">
                  <c:v>42292</c:v>
                </c:pt>
                <c:pt idx="199">
                  <c:v>42293</c:v>
                </c:pt>
                <c:pt idx="200">
                  <c:v>42296</c:v>
                </c:pt>
                <c:pt idx="201">
                  <c:v>42297</c:v>
                </c:pt>
                <c:pt idx="202">
                  <c:v>42298</c:v>
                </c:pt>
                <c:pt idx="203">
                  <c:v>42299</c:v>
                </c:pt>
                <c:pt idx="204">
                  <c:v>42300</c:v>
                </c:pt>
                <c:pt idx="205">
                  <c:v>42303</c:v>
                </c:pt>
                <c:pt idx="206">
                  <c:v>42304</c:v>
                </c:pt>
                <c:pt idx="207">
                  <c:v>42305</c:v>
                </c:pt>
                <c:pt idx="208">
                  <c:v>42306</c:v>
                </c:pt>
                <c:pt idx="209">
                  <c:v>42307</c:v>
                </c:pt>
                <c:pt idx="210">
                  <c:v>42310</c:v>
                </c:pt>
                <c:pt idx="211">
                  <c:v>42311</c:v>
                </c:pt>
                <c:pt idx="212">
                  <c:v>42312</c:v>
                </c:pt>
                <c:pt idx="213">
                  <c:v>42313</c:v>
                </c:pt>
                <c:pt idx="214">
                  <c:v>42314</c:v>
                </c:pt>
                <c:pt idx="215">
                  <c:v>42317</c:v>
                </c:pt>
                <c:pt idx="216">
                  <c:v>42318</c:v>
                </c:pt>
                <c:pt idx="217">
                  <c:v>42320</c:v>
                </c:pt>
                <c:pt idx="218">
                  <c:v>42321</c:v>
                </c:pt>
                <c:pt idx="219">
                  <c:v>42324</c:v>
                </c:pt>
                <c:pt idx="220">
                  <c:v>42325</c:v>
                </c:pt>
                <c:pt idx="221">
                  <c:v>42326</c:v>
                </c:pt>
                <c:pt idx="222">
                  <c:v>42327</c:v>
                </c:pt>
                <c:pt idx="223">
                  <c:v>42328</c:v>
                </c:pt>
                <c:pt idx="224">
                  <c:v>42331</c:v>
                </c:pt>
                <c:pt idx="225">
                  <c:v>42332</c:v>
                </c:pt>
                <c:pt idx="226">
                  <c:v>42333</c:v>
                </c:pt>
                <c:pt idx="227">
                  <c:v>42335</c:v>
                </c:pt>
                <c:pt idx="228">
                  <c:v>42338</c:v>
                </c:pt>
                <c:pt idx="229">
                  <c:v>42339</c:v>
                </c:pt>
                <c:pt idx="230">
                  <c:v>42340</c:v>
                </c:pt>
                <c:pt idx="231">
                  <c:v>42341</c:v>
                </c:pt>
                <c:pt idx="232">
                  <c:v>42342</c:v>
                </c:pt>
                <c:pt idx="233">
                  <c:v>42345</c:v>
                </c:pt>
                <c:pt idx="234">
                  <c:v>42346</c:v>
                </c:pt>
                <c:pt idx="235">
                  <c:v>42347</c:v>
                </c:pt>
                <c:pt idx="236">
                  <c:v>42348</c:v>
                </c:pt>
                <c:pt idx="237">
                  <c:v>42349</c:v>
                </c:pt>
                <c:pt idx="238">
                  <c:v>42352</c:v>
                </c:pt>
                <c:pt idx="239">
                  <c:v>42353</c:v>
                </c:pt>
                <c:pt idx="240">
                  <c:v>42354</c:v>
                </c:pt>
                <c:pt idx="241">
                  <c:v>42355</c:v>
                </c:pt>
                <c:pt idx="242">
                  <c:v>42356</c:v>
                </c:pt>
                <c:pt idx="243">
                  <c:v>42359</c:v>
                </c:pt>
                <c:pt idx="244">
                  <c:v>42360</c:v>
                </c:pt>
                <c:pt idx="245">
                  <c:v>42361</c:v>
                </c:pt>
                <c:pt idx="246">
                  <c:v>42362</c:v>
                </c:pt>
                <c:pt idx="247">
                  <c:v>42366</c:v>
                </c:pt>
                <c:pt idx="248">
                  <c:v>42367</c:v>
                </c:pt>
                <c:pt idx="249">
                  <c:v>42368</c:v>
                </c:pt>
                <c:pt idx="250">
                  <c:v>42369</c:v>
                </c:pt>
              </c:numCache>
            </c:numRef>
          </c:cat>
          <c:val>
            <c:numRef>
              <c:f>Sheet1!$B$2:$B$252</c:f>
              <c:numCache>
                <c:formatCode>0.0</c:formatCode>
                <c:ptCount val="251"/>
                <c:pt idx="0">
                  <c:v>15.229178722839</c:v>
                </c:pt>
                <c:pt idx="1">
                  <c:v>15.527913732403</c:v>
                </c:pt>
                <c:pt idx="2">
                  <c:v>15.731693856110001</c:v>
                </c:pt>
                <c:pt idx="3">
                  <c:v>15.530129348103999</c:v>
                </c:pt>
                <c:pt idx="4">
                  <c:v>15.080013979143001</c:v>
                </c:pt>
                <c:pt idx="5">
                  <c:v>15.094368125900001</c:v>
                </c:pt>
                <c:pt idx="6">
                  <c:v>14.994324608858999</c:v>
                </c:pt>
                <c:pt idx="7">
                  <c:v>14.820386565771001</c:v>
                </c:pt>
                <c:pt idx="8">
                  <c:v>14.902413651532999</c:v>
                </c:pt>
                <c:pt idx="9">
                  <c:v>14.754464962131999</c:v>
                </c:pt>
                <c:pt idx="10">
                  <c:v>14.989291287715</c:v>
                </c:pt>
                <c:pt idx="11">
                  <c:v>14.915709591357</c:v>
                </c:pt>
                <c:pt idx="12">
                  <c:v>14.692302749803</c:v>
                </c:pt>
                <c:pt idx="13">
                  <c:v>14.735090487911</c:v>
                </c:pt>
                <c:pt idx="14">
                  <c:v>14.746124283651</c:v>
                </c:pt>
                <c:pt idx="15">
                  <c:v>14.676325991881001</c:v>
                </c:pt>
                <c:pt idx="16">
                  <c:v>14.498195495169</c:v>
                </c:pt>
                <c:pt idx="17">
                  <c:v>14.825796090809</c:v>
                </c:pt>
                <c:pt idx="18">
                  <c:v>14.954149780891999</c:v>
                </c:pt>
                <c:pt idx="19">
                  <c:v>14.864773000594999</c:v>
                </c:pt>
                <c:pt idx="20">
                  <c:v>14.673570126486</c:v>
                </c:pt>
                <c:pt idx="21">
                  <c:v>14.421819647869</c:v>
                </c:pt>
                <c:pt idx="22">
                  <c:v>14.452355785717</c:v>
                </c:pt>
                <c:pt idx="23">
                  <c:v>14.591808299975</c:v>
                </c:pt>
                <c:pt idx="24">
                  <c:v>14.585756478587999</c:v>
                </c:pt>
                <c:pt idx="25">
                  <c:v>14.517695835781</c:v>
                </c:pt>
                <c:pt idx="26">
                  <c:v>14.362956667973</c:v>
                </c:pt>
                <c:pt idx="27">
                  <c:v>14.408719659731</c:v>
                </c:pt>
                <c:pt idx="28">
                  <c:v>13.698380371784999</c:v>
                </c:pt>
                <c:pt idx="29">
                  <c:v>13.628068419163</c:v>
                </c:pt>
                <c:pt idx="30">
                  <c:v>13.610795052683001</c:v>
                </c:pt>
                <c:pt idx="31">
                  <c:v>13.688366847356001</c:v>
                </c:pt>
                <c:pt idx="32">
                  <c:v>13.720296296960999</c:v>
                </c:pt>
                <c:pt idx="33">
                  <c:v>13.698738675803</c:v>
                </c:pt>
                <c:pt idx="34">
                  <c:v>13.834356093104001</c:v>
                </c:pt>
                <c:pt idx="35">
                  <c:v>13.685050890579999</c:v>
                </c:pt>
                <c:pt idx="36">
                  <c:v>13.793238945317</c:v>
                </c:pt>
                <c:pt idx="37">
                  <c:v>13.804348429908</c:v>
                </c:pt>
                <c:pt idx="38">
                  <c:v>14.039246867558999</c:v>
                </c:pt>
                <c:pt idx="39">
                  <c:v>13.853024299895001</c:v>
                </c:pt>
                <c:pt idx="40">
                  <c:v>13.742832429611999</c:v>
                </c:pt>
                <c:pt idx="41">
                  <c:v>13.737955793356001</c:v>
                </c:pt>
                <c:pt idx="42">
                  <c:v>13.747215419354999</c:v>
                </c:pt>
                <c:pt idx="43">
                  <c:v>13.395495514533</c:v>
                </c:pt>
                <c:pt idx="44">
                  <c:v>13.555919445522999</c:v>
                </c:pt>
                <c:pt idx="45">
                  <c:v>13.725414794559001</c:v>
                </c:pt>
                <c:pt idx="46">
                  <c:v>13.762280489410999</c:v>
                </c:pt>
                <c:pt idx="47">
                  <c:v>13.348449966598</c:v>
                </c:pt>
                <c:pt idx="48">
                  <c:v>13.198610290686</c:v>
                </c:pt>
                <c:pt idx="49">
                  <c:v>13.220044460782001</c:v>
                </c:pt>
                <c:pt idx="50">
                  <c:v>13.414795397581999</c:v>
                </c:pt>
                <c:pt idx="51">
                  <c:v>13.468674559697</c:v>
                </c:pt>
                <c:pt idx="52">
                  <c:v>10.457414109828999</c:v>
                </c:pt>
                <c:pt idx="53">
                  <c:v>10.519959550612</c:v>
                </c:pt>
                <c:pt idx="54">
                  <c:v>10.551341033619</c:v>
                </c:pt>
                <c:pt idx="55">
                  <c:v>10.637054409569</c:v>
                </c:pt>
                <c:pt idx="56">
                  <c:v>10.612278200011</c:v>
                </c:pt>
                <c:pt idx="57">
                  <c:v>10.014138388506</c:v>
                </c:pt>
                <c:pt idx="58">
                  <c:v>10.157135499987</c:v>
                </c:pt>
                <c:pt idx="59">
                  <c:v>10.305374719308</c:v>
                </c:pt>
                <c:pt idx="60">
                  <c:v>10.167386044063999</c:v>
                </c:pt>
                <c:pt idx="61">
                  <c:v>11.058389950440001</c:v>
                </c:pt>
                <c:pt idx="62">
                  <c:v>11.095593803324</c:v>
                </c:pt>
                <c:pt idx="63">
                  <c:v>11.098329134483</c:v>
                </c:pt>
                <c:pt idx="64">
                  <c:v>10.986527036950999</c:v>
                </c:pt>
                <c:pt idx="65">
                  <c:v>10.968208216417001</c:v>
                </c:pt>
                <c:pt idx="66">
                  <c:v>9.9247167774020006</c:v>
                </c:pt>
                <c:pt idx="67">
                  <c:v>9.7690763960320002</c:v>
                </c:pt>
                <c:pt idx="68">
                  <c:v>9.3406882193469993</c:v>
                </c:pt>
                <c:pt idx="69">
                  <c:v>9.3375571657119991</c:v>
                </c:pt>
                <c:pt idx="70">
                  <c:v>9.1192062036199992</c:v>
                </c:pt>
                <c:pt idx="71">
                  <c:v>9.0823192596369999</c:v>
                </c:pt>
                <c:pt idx="72">
                  <c:v>9.1206104204270009</c:v>
                </c:pt>
                <c:pt idx="73">
                  <c:v>9.1968620275430002</c:v>
                </c:pt>
                <c:pt idx="74">
                  <c:v>9.302880951273</c:v>
                </c:pt>
                <c:pt idx="75">
                  <c:v>9.5083905523939993</c:v>
                </c:pt>
                <c:pt idx="76">
                  <c:v>9.5865124243000004</c:v>
                </c:pt>
                <c:pt idx="77">
                  <c:v>9.6242577709030002</c:v>
                </c:pt>
                <c:pt idx="78">
                  <c:v>9.5217590966600003</c:v>
                </c:pt>
                <c:pt idx="79">
                  <c:v>9.7212074070060002</c:v>
                </c:pt>
                <c:pt idx="80">
                  <c:v>9.8401351811039994</c:v>
                </c:pt>
                <c:pt idx="81">
                  <c:v>10.057395615214</c:v>
                </c:pt>
                <c:pt idx="82">
                  <c:v>9.7603445642360001</c:v>
                </c:pt>
                <c:pt idx="83">
                  <c:v>9.2509670327479991</c:v>
                </c:pt>
                <c:pt idx="84">
                  <c:v>9.7430502160990002</c:v>
                </c:pt>
                <c:pt idx="85">
                  <c:v>10.877171329058999</c:v>
                </c:pt>
                <c:pt idx="86">
                  <c:v>10.766054963009999</c:v>
                </c:pt>
                <c:pt idx="87">
                  <c:v>12.538895529833001</c:v>
                </c:pt>
                <c:pt idx="88">
                  <c:v>12.413467324894</c:v>
                </c:pt>
                <c:pt idx="89">
                  <c:v>12.17772460774</c:v>
                </c:pt>
                <c:pt idx="90">
                  <c:v>12.252614891002001</c:v>
                </c:pt>
                <c:pt idx="91">
                  <c:v>12.612065395106001</c:v>
                </c:pt>
                <c:pt idx="92">
                  <c:v>12.45457806944</c:v>
                </c:pt>
                <c:pt idx="93">
                  <c:v>12.762849814962999</c:v>
                </c:pt>
                <c:pt idx="94">
                  <c:v>12.571431802897999</c:v>
                </c:pt>
                <c:pt idx="95">
                  <c:v>12.730418315104</c:v>
                </c:pt>
                <c:pt idx="96">
                  <c:v>12.709544900873</c:v>
                </c:pt>
                <c:pt idx="97">
                  <c:v>12.731386522079999</c:v>
                </c:pt>
                <c:pt idx="98">
                  <c:v>12.735812274902001</c:v>
                </c:pt>
                <c:pt idx="99">
                  <c:v>13.587114431903</c:v>
                </c:pt>
                <c:pt idx="100">
                  <c:v>13.592105177026999</c:v>
                </c:pt>
                <c:pt idx="101">
                  <c:v>13.544953840624</c:v>
                </c:pt>
                <c:pt idx="102">
                  <c:v>13.738116999723999</c:v>
                </c:pt>
                <c:pt idx="103">
                  <c:v>13.549484195108001</c:v>
                </c:pt>
                <c:pt idx="104">
                  <c:v>14.076211275651</c:v>
                </c:pt>
                <c:pt idx="105">
                  <c:v>13.710126040978</c:v>
                </c:pt>
                <c:pt idx="106">
                  <c:v>14.702037678193999</c:v>
                </c:pt>
                <c:pt idx="107">
                  <c:v>14.365376771371</c:v>
                </c:pt>
                <c:pt idx="108">
                  <c:v>14.417459371716999</c:v>
                </c:pt>
                <c:pt idx="109">
                  <c:v>14.71086459831</c:v>
                </c:pt>
                <c:pt idx="110">
                  <c:v>14.583340825904999</c:v>
                </c:pt>
                <c:pt idx="111">
                  <c:v>14.792257183094</c:v>
                </c:pt>
                <c:pt idx="112">
                  <c:v>15.105525875367</c:v>
                </c:pt>
                <c:pt idx="113">
                  <c:v>15.338630320041</c:v>
                </c:pt>
                <c:pt idx="114">
                  <c:v>15.395363872540001</c:v>
                </c:pt>
                <c:pt idx="115">
                  <c:v>15.382810844062</c:v>
                </c:pt>
                <c:pt idx="116">
                  <c:v>15.154424895279</c:v>
                </c:pt>
                <c:pt idx="117">
                  <c:v>15.589352903370999</c:v>
                </c:pt>
                <c:pt idx="118">
                  <c:v>14.964819921108999</c:v>
                </c:pt>
                <c:pt idx="119">
                  <c:v>14.463780780982001</c:v>
                </c:pt>
                <c:pt idx="120">
                  <c:v>14.663334820232</c:v>
                </c:pt>
                <c:pt idx="121">
                  <c:v>14.313888487863</c:v>
                </c:pt>
                <c:pt idx="122">
                  <c:v>13.565842413097</c:v>
                </c:pt>
                <c:pt idx="123">
                  <c:v>14.433525850546999</c:v>
                </c:pt>
                <c:pt idx="124">
                  <c:v>14.279357632969001</c:v>
                </c:pt>
                <c:pt idx="125">
                  <c:v>14.571879564479</c:v>
                </c:pt>
                <c:pt idx="126">
                  <c:v>14.635898774506</c:v>
                </c:pt>
                <c:pt idx="127">
                  <c:v>15.480422304312</c:v>
                </c:pt>
                <c:pt idx="128">
                  <c:v>15.677626998337001</c:v>
                </c:pt>
                <c:pt idx="129">
                  <c:v>15.922366108057</c:v>
                </c:pt>
                <c:pt idx="130">
                  <c:v>15.359480919539999</c:v>
                </c:pt>
                <c:pt idx="131">
                  <c:v>14.534058815530001</c:v>
                </c:pt>
                <c:pt idx="132">
                  <c:v>14.597022432012</c:v>
                </c:pt>
                <c:pt idx="133">
                  <c:v>14.675566281738</c:v>
                </c:pt>
                <c:pt idx="134">
                  <c:v>14.935825229698001</c:v>
                </c:pt>
                <c:pt idx="135">
                  <c:v>14.977760612391</c:v>
                </c:pt>
                <c:pt idx="136">
                  <c:v>16.706035070045001</c:v>
                </c:pt>
                <c:pt idx="137">
                  <c:v>16.605481835298001</c:v>
                </c:pt>
                <c:pt idx="138">
                  <c:v>18.281021994507</c:v>
                </c:pt>
                <c:pt idx="139">
                  <c:v>18.566664534809998</c:v>
                </c:pt>
                <c:pt idx="140">
                  <c:v>19.112516268299</c:v>
                </c:pt>
                <c:pt idx="141">
                  <c:v>18.321538292444</c:v>
                </c:pt>
                <c:pt idx="142">
                  <c:v>18.448090829047</c:v>
                </c:pt>
                <c:pt idx="143">
                  <c:v>18.255211447977999</c:v>
                </c:pt>
                <c:pt idx="144">
                  <c:v>17.922406710631002</c:v>
                </c:pt>
                <c:pt idx="145">
                  <c:v>18.753166186522002</c:v>
                </c:pt>
                <c:pt idx="146">
                  <c:v>17.909568371645001</c:v>
                </c:pt>
                <c:pt idx="147">
                  <c:v>18.494806935359001</c:v>
                </c:pt>
                <c:pt idx="148">
                  <c:v>16.801137444039998</c:v>
                </c:pt>
                <c:pt idx="149">
                  <c:v>15.017200602882999</c:v>
                </c:pt>
                <c:pt idx="150">
                  <c:v>15.189564907986</c:v>
                </c:pt>
                <c:pt idx="151">
                  <c:v>14.400048365733999</c:v>
                </c:pt>
                <c:pt idx="152">
                  <c:v>13.989425397572001</c:v>
                </c:pt>
                <c:pt idx="153">
                  <c:v>14.662029978076999</c:v>
                </c:pt>
                <c:pt idx="154">
                  <c:v>14.631216878632999</c:v>
                </c:pt>
                <c:pt idx="155">
                  <c:v>14.303800317247999</c:v>
                </c:pt>
                <c:pt idx="156">
                  <c:v>14.257077212800001</c:v>
                </c:pt>
                <c:pt idx="157">
                  <c:v>14.399529620565</c:v>
                </c:pt>
                <c:pt idx="158">
                  <c:v>14.116553331821001</c:v>
                </c:pt>
                <c:pt idx="159">
                  <c:v>14.402221596851</c:v>
                </c:pt>
                <c:pt idx="160">
                  <c:v>14.766254912381999</c:v>
                </c:pt>
                <c:pt idx="161">
                  <c:v>14.999979018188</c:v>
                </c:pt>
                <c:pt idx="162">
                  <c:v>15.426795160066</c:v>
                </c:pt>
                <c:pt idx="163">
                  <c:v>13.037075131767001</c:v>
                </c:pt>
                <c:pt idx="164">
                  <c:v>12.710515144858</c:v>
                </c:pt>
                <c:pt idx="165">
                  <c:v>12.689110188454</c:v>
                </c:pt>
                <c:pt idx="166">
                  <c:v>12.739391903776999</c:v>
                </c:pt>
                <c:pt idx="167">
                  <c:v>12.6601312131</c:v>
                </c:pt>
                <c:pt idx="168">
                  <c:v>12.876481729136</c:v>
                </c:pt>
                <c:pt idx="169">
                  <c:v>12.614087567722001</c:v>
                </c:pt>
                <c:pt idx="170">
                  <c:v>12.657517533192999</c:v>
                </c:pt>
                <c:pt idx="171">
                  <c:v>13.008563102987001</c:v>
                </c:pt>
                <c:pt idx="172">
                  <c:v>12.72782514517</c:v>
                </c:pt>
                <c:pt idx="173">
                  <c:v>12.979679189444999</c:v>
                </c:pt>
                <c:pt idx="174">
                  <c:v>12.744259400714</c:v>
                </c:pt>
                <c:pt idx="175">
                  <c:v>12.806217454801001</c:v>
                </c:pt>
                <c:pt idx="176">
                  <c:v>12.726264758132</c:v>
                </c:pt>
                <c:pt idx="177">
                  <c:v>12.024294594940001</c:v>
                </c:pt>
                <c:pt idx="178">
                  <c:v>11.938044572256</c:v>
                </c:pt>
                <c:pt idx="179">
                  <c:v>12.372885633049</c:v>
                </c:pt>
                <c:pt idx="180">
                  <c:v>12.95205881185</c:v>
                </c:pt>
                <c:pt idx="181">
                  <c:v>12.401235523504999</c:v>
                </c:pt>
                <c:pt idx="182">
                  <c:v>12.99487864928</c:v>
                </c:pt>
                <c:pt idx="183">
                  <c:v>13.136324594135001</c:v>
                </c:pt>
                <c:pt idx="184">
                  <c:v>13.322685261331999</c:v>
                </c:pt>
                <c:pt idx="185">
                  <c:v>12.931269784406</c:v>
                </c:pt>
                <c:pt idx="186">
                  <c:v>13.70547816711</c:v>
                </c:pt>
                <c:pt idx="187">
                  <c:v>14.12135445811</c:v>
                </c:pt>
                <c:pt idx="188">
                  <c:v>13.800772255137</c:v>
                </c:pt>
                <c:pt idx="189">
                  <c:v>14.897011344647</c:v>
                </c:pt>
                <c:pt idx="190">
                  <c:v>15.2532333046</c:v>
                </c:pt>
                <c:pt idx="191">
                  <c:v>14.517931823079</c:v>
                </c:pt>
                <c:pt idx="192">
                  <c:v>13.518084277749001</c:v>
                </c:pt>
                <c:pt idx="193">
                  <c:v>13.580728196012</c:v>
                </c:pt>
                <c:pt idx="194">
                  <c:v>12.622721679431001</c:v>
                </c:pt>
                <c:pt idx="195">
                  <c:v>12.693353850997999</c:v>
                </c:pt>
                <c:pt idx="196">
                  <c:v>13.010762407721</c:v>
                </c:pt>
                <c:pt idx="197">
                  <c:v>14.025161631032001</c:v>
                </c:pt>
                <c:pt idx="198">
                  <c:v>13.660010538192999</c:v>
                </c:pt>
                <c:pt idx="199">
                  <c:v>13.648770819478001</c:v>
                </c:pt>
                <c:pt idx="200">
                  <c:v>13.493253871799</c:v>
                </c:pt>
                <c:pt idx="201">
                  <c:v>13.049283739689001</c:v>
                </c:pt>
                <c:pt idx="202">
                  <c:v>13.452328334482001</c:v>
                </c:pt>
                <c:pt idx="203">
                  <c:v>13.486653530499</c:v>
                </c:pt>
                <c:pt idx="204">
                  <c:v>13.038468749778</c:v>
                </c:pt>
                <c:pt idx="205">
                  <c:v>13.370335062751</c:v>
                </c:pt>
                <c:pt idx="206">
                  <c:v>13.541202095481999</c:v>
                </c:pt>
                <c:pt idx="207">
                  <c:v>12.892180862469001</c:v>
                </c:pt>
                <c:pt idx="208">
                  <c:v>12.186672822615</c:v>
                </c:pt>
                <c:pt idx="209">
                  <c:v>12.266766907277001</c:v>
                </c:pt>
                <c:pt idx="210">
                  <c:v>11.994467140634001</c:v>
                </c:pt>
                <c:pt idx="211">
                  <c:v>11.805749361306001</c:v>
                </c:pt>
                <c:pt idx="212">
                  <c:v>11.933380595944</c:v>
                </c:pt>
                <c:pt idx="213">
                  <c:v>11.837096290930001</c:v>
                </c:pt>
                <c:pt idx="214">
                  <c:v>11.192585778212999</c:v>
                </c:pt>
                <c:pt idx="215">
                  <c:v>11.166125504752999</c:v>
                </c:pt>
                <c:pt idx="216">
                  <c:v>11.290652460582001</c:v>
                </c:pt>
                <c:pt idx="217">
                  <c:v>11.20198556401</c:v>
                </c:pt>
                <c:pt idx="218">
                  <c:v>11.449621281260001</c:v>
                </c:pt>
                <c:pt idx="219">
                  <c:v>11.429983857476</c:v>
                </c:pt>
                <c:pt idx="220">
                  <c:v>11.665781886835999</c:v>
                </c:pt>
                <c:pt idx="221">
                  <c:v>11.73807162482</c:v>
                </c:pt>
                <c:pt idx="222">
                  <c:v>12.009847406538</c:v>
                </c:pt>
                <c:pt idx="223">
                  <c:v>11.89103098162</c:v>
                </c:pt>
                <c:pt idx="224">
                  <c:v>11.85250324299</c:v>
                </c:pt>
                <c:pt idx="225">
                  <c:v>11.675905556203</c:v>
                </c:pt>
                <c:pt idx="226">
                  <c:v>11.748251330216</c:v>
                </c:pt>
                <c:pt idx="227">
                  <c:v>11.747418582232999</c:v>
                </c:pt>
                <c:pt idx="228">
                  <c:v>11.917476191414</c:v>
                </c:pt>
                <c:pt idx="229">
                  <c:v>12.288911101048001</c:v>
                </c:pt>
                <c:pt idx="230">
                  <c:v>12.078491149053001</c:v>
                </c:pt>
                <c:pt idx="231">
                  <c:v>10.869264422282001</c:v>
                </c:pt>
                <c:pt idx="232">
                  <c:v>11.29678262421</c:v>
                </c:pt>
                <c:pt idx="233">
                  <c:v>11.733158309247001</c:v>
                </c:pt>
                <c:pt idx="234">
                  <c:v>11.43821702296</c:v>
                </c:pt>
                <c:pt idx="235">
                  <c:v>11.573787378392</c:v>
                </c:pt>
                <c:pt idx="236">
                  <c:v>10.983559997916</c:v>
                </c:pt>
                <c:pt idx="237">
                  <c:v>10.006474800761</c:v>
                </c:pt>
                <c:pt idx="238">
                  <c:v>9.7440080074539992</c:v>
                </c:pt>
                <c:pt idx="239">
                  <c:v>9.5184652748360001</c:v>
                </c:pt>
                <c:pt idx="240">
                  <c:v>9.3305320666680007</c:v>
                </c:pt>
                <c:pt idx="241">
                  <c:v>9.6379409278340002</c:v>
                </c:pt>
                <c:pt idx="242">
                  <c:v>9.7624822616839992</c:v>
                </c:pt>
                <c:pt idx="243">
                  <c:v>9.6125696589880008</c:v>
                </c:pt>
                <c:pt idx="244">
                  <c:v>9.3109808181740004</c:v>
                </c:pt>
                <c:pt idx="245">
                  <c:v>9.1028077070689992</c:v>
                </c:pt>
                <c:pt idx="246">
                  <c:v>9.3186866456460002</c:v>
                </c:pt>
                <c:pt idx="247">
                  <c:v>9.3145732711020006</c:v>
                </c:pt>
                <c:pt idx="248">
                  <c:v>8.9252784847300006</c:v>
                </c:pt>
                <c:pt idx="249">
                  <c:v>8.9685896136380006</c:v>
                </c:pt>
                <c:pt idx="250">
                  <c:v>9.0475142180240002</c:v>
                </c:pt>
              </c:numCache>
            </c:numRef>
          </c:val>
          <c:smooth val="0"/>
        </c:ser>
        <c:dLbls>
          <c:showLegendKey val="0"/>
          <c:showVal val="0"/>
          <c:showCatName val="0"/>
          <c:showSerName val="0"/>
          <c:showPercent val="0"/>
          <c:showBubbleSize val="0"/>
        </c:dLbls>
        <c:marker val="1"/>
        <c:smooth val="0"/>
        <c:axId val="124800384"/>
        <c:axId val="124847232"/>
      </c:lineChart>
      <c:dateAx>
        <c:axId val="124800384"/>
        <c:scaling>
          <c:orientation val="minMax"/>
        </c:scaling>
        <c:delete val="0"/>
        <c:axPos val="b"/>
        <c:numFmt formatCode="[$-409]mmm\-yy;@" sourceLinked="0"/>
        <c:majorTickMark val="out"/>
        <c:minorTickMark val="none"/>
        <c:tickLblPos val="nextTo"/>
        <c:crossAx val="124847232"/>
        <c:crosses val="autoZero"/>
        <c:auto val="1"/>
        <c:lblOffset val="100"/>
        <c:baseTimeUnit val="days"/>
        <c:majorUnit val="2"/>
        <c:majorTimeUnit val="months"/>
      </c:dateAx>
      <c:valAx>
        <c:axId val="124847232"/>
        <c:scaling>
          <c:orientation val="minMax"/>
          <c:min val="5"/>
        </c:scaling>
        <c:delete val="0"/>
        <c:axPos val="l"/>
        <c:numFmt formatCode="0" sourceLinked="0"/>
        <c:majorTickMark val="out"/>
        <c:minorTickMark val="none"/>
        <c:tickLblPos val="nextTo"/>
        <c:crossAx val="1248003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315505892634169"/>
          <c:y val="6.0075892580691771E-2"/>
          <c:w val="0.84339852369260337"/>
          <c:h val="0.74905865333672772"/>
        </c:manualLayout>
      </c:layout>
      <c:barChart>
        <c:barDir val="col"/>
        <c:grouping val="percentStacked"/>
        <c:varyColors val="0"/>
        <c:ser>
          <c:idx val="0"/>
          <c:order val="0"/>
          <c:tx>
            <c:strRef>
              <c:f>Sheet1!$B$1</c:f>
              <c:strCache>
                <c:ptCount val="1"/>
                <c:pt idx="0">
                  <c:v>Prepay &amp; Spread Risk</c:v>
                </c:pt>
              </c:strCache>
            </c:strRef>
          </c:tx>
          <c:invertIfNegative val="0"/>
          <c:cat>
            <c:numRef>
              <c:f>Sheet1!$A$2:$A$13</c:f>
              <c:numCache>
                <c:formatCode>[$-409]mmm\-yy;@</c:formatCode>
                <c:ptCount val="12"/>
                <c:pt idx="0">
                  <c:v>42013</c:v>
                </c:pt>
                <c:pt idx="1">
                  <c:v>42044</c:v>
                </c:pt>
                <c:pt idx="2">
                  <c:v>42072</c:v>
                </c:pt>
                <c:pt idx="3">
                  <c:v>42103</c:v>
                </c:pt>
                <c:pt idx="4">
                  <c:v>42133</c:v>
                </c:pt>
                <c:pt idx="5">
                  <c:v>42164</c:v>
                </c:pt>
                <c:pt idx="6">
                  <c:v>42194</c:v>
                </c:pt>
                <c:pt idx="7">
                  <c:v>42225</c:v>
                </c:pt>
                <c:pt idx="8">
                  <c:v>42256</c:v>
                </c:pt>
                <c:pt idx="9">
                  <c:v>42286</c:v>
                </c:pt>
                <c:pt idx="10">
                  <c:v>42317</c:v>
                </c:pt>
                <c:pt idx="11">
                  <c:v>42347</c:v>
                </c:pt>
              </c:numCache>
            </c:numRef>
          </c:cat>
          <c:val>
            <c:numRef>
              <c:f>Sheet1!$B$2:$B$13</c:f>
              <c:numCache>
                <c:formatCode>0.00%</c:formatCode>
                <c:ptCount val="12"/>
                <c:pt idx="0">
                  <c:v>0.59924200000000005</c:v>
                </c:pt>
                <c:pt idx="1">
                  <c:v>0.52104899999999998</c:v>
                </c:pt>
                <c:pt idx="2">
                  <c:v>0.459588</c:v>
                </c:pt>
                <c:pt idx="3">
                  <c:v>0.31714599999999998</c:v>
                </c:pt>
                <c:pt idx="4">
                  <c:v>0.35004400000000002</c:v>
                </c:pt>
                <c:pt idx="5">
                  <c:v>0.59987800000000002</c:v>
                </c:pt>
                <c:pt idx="6">
                  <c:v>0.82933400000000002</c:v>
                </c:pt>
                <c:pt idx="7">
                  <c:v>0.75617800000000002</c:v>
                </c:pt>
                <c:pt idx="8">
                  <c:v>0.74787599999999999</c:v>
                </c:pt>
                <c:pt idx="9">
                  <c:v>0.73948800000000003</c:v>
                </c:pt>
                <c:pt idx="10">
                  <c:v>0.64764200000000005</c:v>
                </c:pt>
                <c:pt idx="11">
                  <c:v>0.619448</c:v>
                </c:pt>
              </c:numCache>
            </c:numRef>
          </c:val>
        </c:ser>
        <c:ser>
          <c:idx val="1"/>
          <c:order val="1"/>
          <c:tx>
            <c:strRef>
              <c:f>Sheet1!$C$1</c:f>
              <c:strCache>
                <c:ptCount val="1"/>
                <c:pt idx="0">
                  <c:v>Interest Rate Risk</c:v>
                </c:pt>
              </c:strCache>
            </c:strRef>
          </c:tx>
          <c:invertIfNegative val="0"/>
          <c:cat>
            <c:numRef>
              <c:f>Sheet1!$A$2:$A$13</c:f>
              <c:numCache>
                <c:formatCode>[$-409]mmm\-yy;@</c:formatCode>
                <c:ptCount val="12"/>
                <c:pt idx="0">
                  <c:v>42013</c:v>
                </c:pt>
                <c:pt idx="1">
                  <c:v>42044</c:v>
                </c:pt>
                <c:pt idx="2">
                  <c:v>42072</c:v>
                </c:pt>
                <c:pt idx="3">
                  <c:v>42103</c:v>
                </c:pt>
                <c:pt idx="4">
                  <c:v>42133</c:v>
                </c:pt>
                <c:pt idx="5">
                  <c:v>42164</c:v>
                </c:pt>
                <c:pt idx="6">
                  <c:v>42194</c:v>
                </c:pt>
                <c:pt idx="7">
                  <c:v>42225</c:v>
                </c:pt>
                <c:pt idx="8">
                  <c:v>42256</c:v>
                </c:pt>
                <c:pt idx="9">
                  <c:v>42286</c:v>
                </c:pt>
                <c:pt idx="10">
                  <c:v>42317</c:v>
                </c:pt>
                <c:pt idx="11">
                  <c:v>42347</c:v>
                </c:pt>
              </c:numCache>
            </c:numRef>
          </c:cat>
          <c:val>
            <c:numRef>
              <c:f>Sheet1!$C$2:$C$13</c:f>
              <c:numCache>
                <c:formatCode>0.00%</c:formatCode>
                <c:ptCount val="12"/>
                <c:pt idx="0">
                  <c:v>0.40075699999999997</c:v>
                </c:pt>
                <c:pt idx="1">
                  <c:v>0.47894999999999999</c:v>
                </c:pt>
                <c:pt idx="2">
                  <c:v>0.54041099999999997</c:v>
                </c:pt>
                <c:pt idx="3">
                  <c:v>0.68285300000000004</c:v>
                </c:pt>
                <c:pt idx="4">
                  <c:v>0.64995499999999995</c:v>
                </c:pt>
                <c:pt idx="5">
                  <c:v>0.400121</c:v>
                </c:pt>
                <c:pt idx="6">
                  <c:v>0.17066500000000001</c:v>
                </c:pt>
                <c:pt idx="7">
                  <c:v>0.24382100000000001</c:v>
                </c:pt>
                <c:pt idx="8">
                  <c:v>0.25212299999999999</c:v>
                </c:pt>
                <c:pt idx="9">
                  <c:v>0.26051099999999999</c:v>
                </c:pt>
                <c:pt idx="10">
                  <c:v>0.35235699999999998</c:v>
                </c:pt>
                <c:pt idx="11">
                  <c:v>0.38055099999999997</c:v>
                </c:pt>
              </c:numCache>
            </c:numRef>
          </c:val>
        </c:ser>
        <c:dLbls>
          <c:showLegendKey val="0"/>
          <c:showVal val="0"/>
          <c:showCatName val="0"/>
          <c:showSerName val="0"/>
          <c:showPercent val="0"/>
          <c:showBubbleSize val="0"/>
        </c:dLbls>
        <c:gapWidth val="150"/>
        <c:overlap val="100"/>
        <c:axId val="140104064"/>
        <c:axId val="140105600"/>
      </c:barChart>
      <c:dateAx>
        <c:axId val="140104064"/>
        <c:scaling>
          <c:orientation val="minMax"/>
        </c:scaling>
        <c:delete val="0"/>
        <c:axPos val="b"/>
        <c:numFmt formatCode="[$-409]mmm\-yy;@" sourceLinked="1"/>
        <c:majorTickMark val="out"/>
        <c:minorTickMark val="none"/>
        <c:tickLblPos val="nextTo"/>
        <c:crossAx val="140105600"/>
        <c:crosses val="autoZero"/>
        <c:auto val="1"/>
        <c:lblOffset val="100"/>
        <c:baseTimeUnit val="months"/>
        <c:majorUnit val="2"/>
        <c:majorTimeUnit val="months"/>
      </c:dateAx>
      <c:valAx>
        <c:axId val="140105600"/>
        <c:scaling>
          <c:orientation val="minMax"/>
        </c:scaling>
        <c:delete val="0"/>
        <c:axPos val="l"/>
        <c:numFmt formatCode="0%" sourceLinked="1"/>
        <c:majorTickMark val="out"/>
        <c:minorTickMark val="none"/>
        <c:tickLblPos val="nextTo"/>
        <c:crossAx val="140104064"/>
        <c:crosses val="autoZero"/>
        <c:crossBetween val="between"/>
      </c:valAx>
    </c:plotArea>
    <c:legend>
      <c:legendPos val="b"/>
      <c:layout/>
      <c:overlay val="0"/>
    </c:legend>
    <c:plotVisOnly val="1"/>
    <c:dispBlanksAs val="gap"/>
    <c:showDLblsOverMax val="0"/>
  </c:chart>
  <c:txPr>
    <a:bodyPr/>
    <a:lstStyle/>
    <a:p>
      <a:pPr>
        <a:defRPr sz="7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10"/>
            <a:ext cx="3005138" cy="459741"/>
          </a:xfrm>
          <a:prstGeom prst="rect">
            <a:avLst/>
          </a:prstGeom>
          <a:noFill/>
          <a:ln w="9525">
            <a:noFill/>
            <a:miter lim="800000"/>
            <a:headEnd/>
            <a:tailEnd/>
          </a:ln>
        </p:spPr>
        <p:txBody>
          <a:bodyPr vert="horz" wrap="square" lIns="91531" tIns="45765" rIns="91531" bIns="45765" numCol="1" anchor="t" anchorCtr="0" compatLnSpc="1">
            <a:prstTxWarp prst="textNoShape">
              <a:avLst/>
            </a:prstTxWarp>
          </a:bodyPr>
          <a:lstStyle>
            <a:lvl1pPr defTabSz="912602">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10"/>
            <a:ext cx="3005138" cy="459741"/>
          </a:xfrm>
          <a:prstGeom prst="rect">
            <a:avLst/>
          </a:prstGeom>
          <a:noFill/>
          <a:ln w="9525">
            <a:noFill/>
            <a:miter lim="800000"/>
            <a:headEnd/>
            <a:tailEnd/>
          </a:ln>
        </p:spPr>
        <p:txBody>
          <a:bodyPr vert="horz" wrap="square" lIns="91531" tIns="45765" rIns="91531" bIns="45765" numCol="1" anchor="t" anchorCtr="0" compatLnSpc="1">
            <a:prstTxWarp prst="textNoShape">
              <a:avLst/>
            </a:prstTxWarp>
          </a:bodyPr>
          <a:lstStyle>
            <a:lvl1pPr algn="r" defTabSz="912602">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6"/>
            <a:ext cx="3005138" cy="459741"/>
          </a:xfrm>
          <a:prstGeom prst="rect">
            <a:avLst/>
          </a:prstGeom>
          <a:noFill/>
          <a:ln w="9525">
            <a:noFill/>
            <a:miter lim="800000"/>
            <a:headEnd/>
            <a:tailEnd/>
          </a:ln>
        </p:spPr>
        <p:txBody>
          <a:bodyPr vert="horz" wrap="square" lIns="91531" tIns="45765" rIns="91531" bIns="45765" numCol="1" anchor="b" anchorCtr="0" compatLnSpc="1">
            <a:prstTxWarp prst="textNoShape">
              <a:avLst/>
            </a:prstTxWarp>
          </a:bodyPr>
          <a:lstStyle>
            <a:lvl1pPr defTabSz="912602">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6"/>
            <a:ext cx="3005138" cy="459741"/>
          </a:xfrm>
          <a:prstGeom prst="rect">
            <a:avLst/>
          </a:prstGeom>
          <a:noFill/>
          <a:ln w="9525">
            <a:noFill/>
            <a:miter lim="800000"/>
            <a:headEnd/>
            <a:tailEnd/>
          </a:ln>
        </p:spPr>
        <p:txBody>
          <a:bodyPr vert="horz" wrap="square" lIns="91531" tIns="45765" rIns="91531" bIns="45765" numCol="1" anchor="b" anchorCtr="0" compatLnSpc="1">
            <a:prstTxWarp prst="textNoShape">
              <a:avLst/>
            </a:prstTxWarp>
          </a:bodyPr>
          <a:lstStyle>
            <a:lvl1pPr algn="r" defTabSz="912602">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10"/>
            <a:ext cx="3005138" cy="459741"/>
          </a:xfrm>
          <a:prstGeom prst="rect">
            <a:avLst/>
          </a:prstGeom>
          <a:noFill/>
          <a:ln w="9525">
            <a:noFill/>
            <a:miter lim="800000"/>
            <a:headEnd/>
            <a:tailEnd/>
          </a:ln>
        </p:spPr>
        <p:txBody>
          <a:bodyPr vert="horz" wrap="square" lIns="91531" tIns="45765" rIns="91531" bIns="45765" numCol="1" anchor="t" anchorCtr="0" compatLnSpc="1">
            <a:prstTxWarp prst="textNoShape">
              <a:avLst/>
            </a:prstTxWarp>
          </a:bodyPr>
          <a:lstStyle>
            <a:lvl1pPr defTabSz="912602">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10"/>
            <a:ext cx="3005138" cy="459741"/>
          </a:xfrm>
          <a:prstGeom prst="rect">
            <a:avLst/>
          </a:prstGeom>
          <a:noFill/>
          <a:ln w="9525">
            <a:noFill/>
            <a:miter lim="800000"/>
            <a:headEnd/>
            <a:tailEnd/>
          </a:ln>
        </p:spPr>
        <p:txBody>
          <a:bodyPr vert="horz" wrap="square" lIns="91531" tIns="45765" rIns="91531" bIns="45765" numCol="1" anchor="t" anchorCtr="0" compatLnSpc="1">
            <a:prstTxWarp prst="textNoShape">
              <a:avLst/>
            </a:prstTxWarp>
          </a:bodyPr>
          <a:lstStyle>
            <a:lvl1pPr algn="r" defTabSz="912602">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40"/>
            <a:ext cx="5546725" cy="4147189"/>
          </a:xfrm>
          <a:prstGeom prst="rect">
            <a:avLst/>
          </a:prstGeom>
          <a:noFill/>
          <a:ln w="9525">
            <a:noFill/>
            <a:miter lim="800000"/>
            <a:headEnd/>
            <a:tailEnd/>
          </a:ln>
        </p:spPr>
        <p:txBody>
          <a:bodyPr vert="horz" wrap="square" lIns="91531" tIns="45765" rIns="91531" bIns="4576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6"/>
            <a:ext cx="3005138" cy="459741"/>
          </a:xfrm>
          <a:prstGeom prst="rect">
            <a:avLst/>
          </a:prstGeom>
          <a:noFill/>
          <a:ln w="9525">
            <a:noFill/>
            <a:miter lim="800000"/>
            <a:headEnd/>
            <a:tailEnd/>
          </a:ln>
        </p:spPr>
        <p:txBody>
          <a:bodyPr vert="horz" wrap="square" lIns="91531" tIns="45765" rIns="91531" bIns="45765" numCol="1" anchor="b" anchorCtr="0" compatLnSpc="1">
            <a:prstTxWarp prst="textNoShape">
              <a:avLst/>
            </a:prstTxWarp>
          </a:bodyPr>
          <a:lstStyle>
            <a:lvl1pPr defTabSz="912602">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6"/>
            <a:ext cx="3005138" cy="459741"/>
          </a:xfrm>
          <a:prstGeom prst="rect">
            <a:avLst/>
          </a:prstGeom>
          <a:noFill/>
          <a:ln w="9525">
            <a:noFill/>
            <a:miter lim="800000"/>
            <a:headEnd/>
            <a:tailEnd/>
          </a:ln>
        </p:spPr>
        <p:txBody>
          <a:bodyPr vert="horz" wrap="square" lIns="91531" tIns="45765" rIns="91531" bIns="45765" numCol="1" anchor="b" anchorCtr="0" compatLnSpc="1">
            <a:prstTxWarp prst="textNoShape">
              <a:avLst/>
            </a:prstTxWarp>
          </a:bodyPr>
          <a:lstStyle>
            <a:lvl1pPr algn="r" defTabSz="912602">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solidFill>
                  <a:srgbClr val="000000"/>
                </a:solidFill>
              </a:rPr>
              <a:pPr defTabSz="911268"/>
              <a:t>1</a:t>
            </a:fld>
            <a:endParaRPr lang="en-US" dirty="0" smtClean="0">
              <a:solidFill>
                <a:srgbClr val="000000"/>
              </a:solidFill>
            </a:endParaRPr>
          </a:p>
        </p:txBody>
      </p:sp>
    </p:spTree>
    <p:extLst>
      <p:ext uri="{BB962C8B-B14F-4D97-AF65-F5344CB8AC3E}">
        <p14:creationId xmlns:p14="http://schemas.microsoft.com/office/powerpoint/2010/main" val="2596633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6501461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6355760"/>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14637508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0103298"/>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421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2.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3.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4.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userDrawn="1"/>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101375"/>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Lst>
  <p:timing>
    <p:tnLst>
      <p:par>
        <p:cTn id="1" dur="indefinite" restart="never" nodeType="tmRoot"/>
      </p:par>
    </p:tnLst>
  </p:timing>
  <p:hf hdr="0" dt="0"/>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5.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5.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5.xml"/><Relationship Id="rId6" Type="http://schemas.openxmlformats.org/officeDocument/2006/relationships/chart" Target="../charts/chart20.xml"/><Relationship Id="rId5" Type="http://schemas.openxmlformats.org/officeDocument/2006/relationships/chart" Target="../charts/chart19.xml"/><Relationship Id="rId4" Type="http://schemas.openxmlformats.org/officeDocument/2006/relationships/chart" Target="../charts/chart18.xml"/></Relationships>
</file>

<file path=ppt/slides/_rels/slide6.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5.xml"/><Relationship Id="rId6" Type="http://schemas.openxmlformats.org/officeDocument/2006/relationships/chart" Target="../charts/chart25.xml"/><Relationship Id="rId5" Type="http://schemas.openxmlformats.org/officeDocument/2006/relationships/chart" Target="../charts/chart24.xml"/><Relationship Id="rId4" Type="http://schemas.openxmlformats.org/officeDocument/2006/relationships/chart" Target="../charts/char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7" y="6084608"/>
            <a:ext cx="6147109" cy="105694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Fixed Income Master Fund </a:t>
            </a:r>
          </a:p>
          <a:p>
            <a:pPr algn="r" defTabSz="1018586"/>
            <a:r>
              <a:rPr lang="en-US" sz="3100" dirty="0">
                <a:solidFill>
                  <a:srgbClr val="968880"/>
                </a:solidFill>
                <a:latin typeface="Calibri" pitchFamily="34" charset="0"/>
              </a:rPr>
              <a:t>A</a:t>
            </a:r>
            <a:r>
              <a:rPr lang="en-US" sz="3100" dirty="0" smtClean="0">
                <a:solidFill>
                  <a:srgbClr val="968880"/>
                </a:solidFill>
                <a:latin typeface="Calibri" pitchFamily="34" charset="0"/>
              </a:rPr>
              <a:t>nnual Performance Review </a:t>
            </a:r>
            <a:endParaRPr lang="en-US" sz="3100" dirty="0">
              <a:solidFill>
                <a:srgbClr val="968880"/>
              </a:solidFill>
              <a:latin typeface="Calibri" pitchFamily="34" charset="0"/>
            </a:endParaRPr>
          </a:p>
        </p:txBody>
      </p:sp>
    </p:spTree>
    <p:extLst>
      <p:ext uri="{BB962C8B-B14F-4D97-AF65-F5344CB8AC3E}">
        <p14:creationId xmlns:p14="http://schemas.microsoft.com/office/powerpoint/2010/main" val="36677695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bwMode="auto">
          <a:xfrm>
            <a:off x="1262246" y="247132"/>
            <a:ext cx="8574088" cy="60991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algn="r" defTabSz="1018586" eaLnBrk="0" hangingPunct="0">
              <a:defRPr/>
            </a:pPr>
            <a:r>
              <a:rPr lang="en-US" sz="1400" b="1" kern="0" dirty="0" smtClean="0">
                <a:solidFill>
                  <a:schemeClr val="bg1"/>
                </a:solidFill>
                <a:latin typeface="Calibri" pitchFamily="34" charset="0"/>
                <a:ea typeface="+mj-ea"/>
                <a:cs typeface="+mj-cs"/>
              </a:rPr>
              <a:t>2011: KEY HIGHLIGHTS</a:t>
            </a:r>
            <a:endParaRPr lang="en-US" sz="1400" b="1" kern="0" dirty="0">
              <a:solidFill>
                <a:schemeClr val="bg1"/>
              </a:solidFill>
              <a:latin typeface="+mj-lt"/>
              <a:ea typeface="+mj-ea"/>
              <a:cs typeface="+mj-cs"/>
            </a:endParaRPr>
          </a:p>
        </p:txBody>
      </p:sp>
      <p:cxnSp>
        <p:nvCxnSpPr>
          <p:cNvPr id="18" name="Straight Arrow Connector 17"/>
          <p:cNvCxnSpPr/>
          <p:nvPr/>
        </p:nvCxnSpPr>
        <p:spPr>
          <a:xfrm>
            <a:off x="598314" y="1771435"/>
            <a:ext cx="391161" cy="9962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 name="TextBox 8"/>
          <p:cNvSpPr txBox="1"/>
          <p:nvPr/>
        </p:nvSpPr>
        <p:spPr>
          <a:xfrm>
            <a:off x="3247014" y="4143375"/>
            <a:ext cx="156517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CMOS: $1.1 Trillion</a:t>
            </a:r>
            <a:endParaRPr lang="en-US" sz="1150" b="1" spc="10" dirty="0">
              <a:solidFill>
                <a:schemeClr val="bg1"/>
              </a:solidFill>
              <a:latin typeface="Arial" pitchFamily="34" charset="0"/>
              <a:cs typeface="Arial" pitchFamily="34" charset="0"/>
            </a:endParaRPr>
          </a:p>
        </p:txBody>
      </p:sp>
      <p:sp>
        <p:nvSpPr>
          <p:cNvPr id="28" name="TextBox 9"/>
          <p:cNvSpPr txBox="1"/>
          <p:nvPr/>
        </p:nvSpPr>
        <p:spPr>
          <a:xfrm>
            <a:off x="4386564" y="5806531"/>
            <a:ext cx="210442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DERIVATIVES: $</a:t>
            </a:r>
            <a:r>
              <a:rPr lang="en-US" sz="1150" b="1" dirty="0" smtClean="0">
                <a:solidFill>
                  <a:schemeClr val="bg1"/>
                </a:solidFill>
                <a:latin typeface="Arial" pitchFamily="34" charset="0"/>
                <a:cs typeface="Arial" pitchFamily="34" charset="0"/>
              </a:rPr>
              <a:t>110</a:t>
            </a:r>
            <a:r>
              <a:rPr lang="en-US" sz="1150" b="1" spc="10" dirty="0" smtClean="0">
                <a:solidFill>
                  <a:schemeClr val="bg1"/>
                </a:solidFill>
                <a:latin typeface="Arial" pitchFamily="34" charset="0"/>
                <a:cs typeface="Arial" pitchFamily="34" charset="0"/>
              </a:rPr>
              <a:t> Billion</a:t>
            </a:r>
            <a:endParaRPr lang="en-US" sz="1150" b="1" spc="10" dirty="0">
              <a:solidFill>
                <a:schemeClr val="bg1"/>
              </a:solidFill>
              <a:latin typeface="Arial" pitchFamily="34" charset="0"/>
              <a:cs typeface="Arial" pitchFamily="34" charset="0"/>
            </a:endParaRPr>
          </a:p>
        </p:txBody>
      </p:sp>
      <p:sp>
        <p:nvSpPr>
          <p:cNvPr id="32" name="Rectangle 9"/>
          <p:cNvSpPr>
            <a:spLocks noChangeArrowheads="1"/>
          </p:cNvSpPr>
          <p:nvPr/>
        </p:nvSpPr>
        <p:spPr bwMode="auto">
          <a:xfrm>
            <a:off x="281600" y="1541892"/>
            <a:ext cx="3759458" cy="3048294"/>
          </a:xfrm>
          <a:prstGeom prst="rect">
            <a:avLst/>
          </a:prstGeom>
          <a:noFill/>
          <a:ln w="9525">
            <a:noFill/>
            <a:miter lim="800000"/>
            <a:headEnd/>
            <a:tailEnd/>
          </a:ln>
          <a:effectLst/>
        </p:spPr>
        <p:txBody>
          <a:bodyPr wrap="square" lIns="101858" tIns="50929" rIns="101858" bIns="50929">
            <a:noAutofit/>
          </a:bodyPr>
          <a:lstStyle/>
          <a:p>
            <a:r>
              <a:rPr lang="en-US" sz="870" dirty="0" smtClean="0">
                <a:latin typeface="Calibri" pitchFamily="34" charset="0"/>
              </a:rPr>
              <a:t>Prepayment </a:t>
            </a:r>
            <a:r>
              <a:rPr lang="en-US" sz="870" dirty="0">
                <a:latin typeface="Calibri" pitchFamily="34" charset="0"/>
              </a:rPr>
              <a:t>and spread risk accounted </a:t>
            </a:r>
            <a:r>
              <a:rPr lang="en-US" sz="870" dirty="0" smtClean="0">
                <a:latin typeface="Calibri" pitchFamily="34" charset="0"/>
              </a:rPr>
              <a:t>for approximately </a:t>
            </a:r>
            <a:r>
              <a:rPr lang="en-US" sz="870" dirty="0">
                <a:latin typeface="Calibri" pitchFamily="34" charset="0"/>
              </a:rPr>
              <a:t>90% of the </a:t>
            </a:r>
            <a:r>
              <a:rPr lang="en-US" sz="870" dirty="0" smtClean="0">
                <a:latin typeface="Calibri" pitchFamily="34" charset="0"/>
              </a:rPr>
              <a:t>Fund’s </a:t>
            </a:r>
            <a:r>
              <a:rPr lang="en-US" sz="870" dirty="0">
                <a:latin typeface="Calibri" pitchFamily="34" charset="0"/>
              </a:rPr>
              <a:t>market risk while interest rate related </a:t>
            </a:r>
            <a:r>
              <a:rPr lang="en-US" sz="870" dirty="0" smtClean="0">
                <a:latin typeface="Calibri" pitchFamily="34" charset="0"/>
              </a:rPr>
              <a:t>risk </a:t>
            </a:r>
            <a:r>
              <a:rPr lang="en-US" sz="870" dirty="0">
                <a:latin typeface="Calibri" pitchFamily="34" charset="0"/>
              </a:rPr>
              <a:t>was the remaining 10%. </a:t>
            </a:r>
          </a:p>
          <a:p>
            <a:pPr lvl="0"/>
            <a:endParaRPr lang="en-US" sz="870" dirty="0">
              <a:latin typeface="Calibri" pitchFamily="34" charset="0"/>
            </a:endParaRPr>
          </a:p>
          <a:p>
            <a:r>
              <a:rPr lang="en-US" sz="870" dirty="0">
                <a:latin typeface="Calibri" pitchFamily="34" charset="0"/>
              </a:rPr>
              <a:t>Inverse IOs continued their strong performance, a carry-over from 2009 and 2010 </a:t>
            </a:r>
            <a:r>
              <a:rPr lang="en-US" sz="870" dirty="0" smtClean="0">
                <a:latin typeface="Calibri" pitchFamily="34" charset="0"/>
              </a:rPr>
              <a:t>, and this </a:t>
            </a:r>
            <a:r>
              <a:rPr lang="en-US" sz="870" dirty="0">
                <a:latin typeface="Calibri" pitchFamily="34" charset="0"/>
              </a:rPr>
              <a:t>caused non-traditional mortgage investors to invest in the space.  For example, REITs become a bigger player in agency derivatives market due to </a:t>
            </a:r>
            <a:r>
              <a:rPr lang="en-US" sz="870" dirty="0" smtClean="0">
                <a:latin typeface="Calibri" pitchFamily="34" charset="0"/>
              </a:rPr>
              <a:t>lower </a:t>
            </a:r>
            <a:r>
              <a:rPr lang="en-US" sz="870" dirty="0">
                <a:latin typeface="Calibri" pitchFamily="34" charset="0"/>
              </a:rPr>
              <a:t>production of traditional REIT floating rate assets such as ARMs. This caused many REITs to turn to agency IOs as a means of hedging the interest rate exposure in their mostly fixed-rate MBS portfolios. </a:t>
            </a:r>
          </a:p>
          <a:p>
            <a:pPr lvl="0"/>
            <a:endParaRPr lang="en-US" sz="870" dirty="0">
              <a:latin typeface="Calibri" pitchFamily="34" charset="0"/>
            </a:endParaRPr>
          </a:p>
          <a:p>
            <a:r>
              <a:rPr lang="en-US" sz="870" dirty="0" smtClean="0">
                <a:latin typeface="Calibri" pitchFamily="34" charset="0"/>
              </a:rPr>
              <a:t>Cello’s CMO / NAV ratio fluctuated from 96% in May to 39% in June, and then back to 75% as of year end due to the volatility resulting from political and economic uncertainty (</a:t>
            </a:r>
            <a:r>
              <a:rPr lang="en-US" sz="870" b="1" dirty="0" smtClean="0">
                <a:latin typeface="Calibri" pitchFamily="34" charset="0"/>
              </a:rPr>
              <a:t>the </a:t>
            </a:r>
            <a:r>
              <a:rPr lang="en-US" sz="870" b="1" dirty="0">
                <a:latin typeface="Calibri" pitchFamily="34" charset="0"/>
              </a:rPr>
              <a:t>US debt-ceiling crisis was resolved on </a:t>
            </a:r>
            <a:r>
              <a:rPr lang="en-US" sz="870" b="1" dirty="0" smtClean="0">
                <a:latin typeface="Calibri" pitchFamily="34" charset="0"/>
              </a:rPr>
              <a:t>Aug 2, 2011).</a:t>
            </a:r>
            <a:endParaRPr lang="en-US" sz="870" b="1" dirty="0">
              <a:latin typeface="Calibri" pitchFamily="34" charset="0"/>
            </a:endParaRPr>
          </a:p>
          <a:p>
            <a:pPr lvl="0"/>
            <a:endParaRPr lang="en-US" sz="870" dirty="0" smtClean="0">
              <a:latin typeface="Calibri" pitchFamily="34" charset="0"/>
            </a:endParaRPr>
          </a:p>
          <a:p>
            <a:r>
              <a:rPr lang="en-US" sz="870" dirty="0" smtClean="0">
                <a:latin typeface="Calibri" pitchFamily="34" charset="0"/>
              </a:rPr>
              <a:t>In </a:t>
            </a:r>
            <a:r>
              <a:rPr lang="en-US" sz="870" dirty="0">
                <a:latin typeface="Calibri" pitchFamily="34" charset="0"/>
              </a:rPr>
              <a:t>September </a:t>
            </a:r>
            <a:r>
              <a:rPr lang="en-US" sz="870" dirty="0" smtClean="0">
                <a:latin typeface="Calibri" pitchFamily="34" charset="0"/>
              </a:rPr>
              <a:t>Cello </a:t>
            </a:r>
            <a:r>
              <a:rPr lang="en-US" sz="870" dirty="0">
                <a:latin typeface="Calibri" pitchFamily="34" charset="0"/>
              </a:rPr>
              <a:t>experienced its first negative return </a:t>
            </a:r>
            <a:r>
              <a:rPr lang="en-US" sz="870" dirty="0" smtClean="0">
                <a:latin typeface="Calibri" pitchFamily="34" charset="0"/>
              </a:rPr>
              <a:t>month.  </a:t>
            </a:r>
            <a:r>
              <a:rPr lang="en-US" sz="870" b="1" dirty="0">
                <a:latin typeface="Calibri" pitchFamily="34" charset="0"/>
              </a:rPr>
              <a:t>Operation </a:t>
            </a:r>
            <a:r>
              <a:rPr lang="en-US" sz="870" b="1" dirty="0" smtClean="0">
                <a:latin typeface="Calibri" pitchFamily="34" charset="0"/>
              </a:rPr>
              <a:t>Twist </a:t>
            </a:r>
            <a:r>
              <a:rPr lang="en-US" sz="870" b="1" dirty="0">
                <a:latin typeface="Calibri" pitchFamily="34" charset="0"/>
              </a:rPr>
              <a:t>flattened the yield </a:t>
            </a:r>
            <a:r>
              <a:rPr lang="en-US" sz="870" b="1" dirty="0" smtClean="0">
                <a:latin typeface="Calibri" pitchFamily="34" charset="0"/>
              </a:rPr>
              <a:t>curve (announced and began on Sep 21, 2011),</a:t>
            </a:r>
            <a:r>
              <a:rPr lang="en-US" sz="870" dirty="0" smtClean="0">
                <a:latin typeface="Calibri" pitchFamily="34" charset="0"/>
              </a:rPr>
              <a:t> </a:t>
            </a:r>
            <a:r>
              <a:rPr lang="en-US" sz="870" dirty="0">
                <a:latin typeface="Calibri" pitchFamily="34" charset="0"/>
              </a:rPr>
              <a:t>and the Fed’s decision to purchase Agency MBS with the monthly prepayments it received on its existing portfolio drove a dramatic tightening of current coupon MBS </a:t>
            </a:r>
            <a:r>
              <a:rPr lang="en-US" sz="870" dirty="0" smtClean="0">
                <a:latin typeface="Calibri" pitchFamily="34" charset="0"/>
              </a:rPr>
              <a:t>spreads. </a:t>
            </a:r>
          </a:p>
          <a:p>
            <a:endParaRPr lang="en-US" sz="870" dirty="0" smtClean="0">
              <a:latin typeface="Calibri" pitchFamily="34" charset="0"/>
            </a:endParaRPr>
          </a:p>
          <a:p>
            <a:r>
              <a:rPr lang="en-US" sz="870" dirty="0" smtClean="0">
                <a:latin typeface="Calibri" pitchFamily="34" charset="0"/>
              </a:rPr>
              <a:t>The fund used interest rate options to hedge rate exposure and this was a driver of returns in August (the Fund returned 0.77%). </a:t>
            </a:r>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smtClean="0">
              <a:solidFill>
                <a:srgbClr val="2E398A"/>
              </a:solidFill>
              <a:latin typeface="Calibri" pitchFamily="34" charset="0"/>
            </a:endParaRPr>
          </a:p>
          <a:p>
            <a:pPr lvl="0"/>
            <a:endParaRPr lang="en-US" sz="870" i="1" dirty="0">
              <a:solidFill>
                <a:srgbClr val="2E398A"/>
              </a:solidFill>
              <a:latin typeface="Calibri" pitchFamily="34" charset="0"/>
            </a:endParaRPr>
          </a:p>
          <a:p>
            <a:pPr lvl="0"/>
            <a:endParaRPr lang="en-US" sz="870" i="1" dirty="0">
              <a:solidFill>
                <a:srgbClr val="2E398A"/>
              </a:solidFill>
              <a:latin typeface="Calibri" pitchFamily="34" charset="0"/>
            </a:endParaRPr>
          </a:p>
        </p:txBody>
      </p:sp>
      <p:sp>
        <p:nvSpPr>
          <p:cNvPr id="2" name="TextBox 1"/>
          <p:cNvSpPr txBox="1"/>
          <p:nvPr/>
        </p:nvSpPr>
        <p:spPr>
          <a:xfrm>
            <a:off x="817510" y="7339422"/>
            <a:ext cx="6346299" cy="292388"/>
          </a:xfrm>
          <a:prstGeom prst="rect">
            <a:avLst/>
          </a:prstGeom>
          <a:noFill/>
        </p:spPr>
        <p:txBody>
          <a:bodyPr wrap="square" rtlCol="0">
            <a:spAutoFit/>
          </a:bodyPr>
          <a:lstStyle/>
          <a:p>
            <a:r>
              <a:rPr lang="en-US" sz="1300" b="1" dirty="0">
                <a:solidFill>
                  <a:schemeClr val="accent1"/>
                </a:solidFill>
                <a:latin typeface="Calibri" pitchFamily="34" charset="0"/>
              </a:rPr>
              <a:t>For Internal Use Only</a:t>
            </a:r>
          </a:p>
        </p:txBody>
      </p:sp>
      <p:graphicFrame>
        <p:nvGraphicFramePr>
          <p:cNvPr id="10" name="Chart 9"/>
          <p:cNvGraphicFramePr>
            <a:graphicFrameLocks/>
          </p:cNvGraphicFramePr>
          <p:nvPr>
            <p:extLst>
              <p:ext uri="{D42A27DB-BD31-4B8C-83A1-F6EECF244321}">
                <p14:modId xmlns:p14="http://schemas.microsoft.com/office/powerpoint/2010/main" val="90619945"/>
              </p:ext>
            </p:extLst>
          </p:nvPr>
        </p:nvGraphicFramePr>
        <p:xfrm>
          <a:off x="226934" y="4928563"/>
          <a:ext cx="3406278" cy="2355190"/>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p:cNvSpPr/>
          <p:nvPr/>
        </p:nvSpPr>
        <p:spPr>
          <a:xfrm>
            <a:off x="374951" y="4706363"/>
            <a:ext cx="3215455" cy="1828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2011 RISK </a:t>
            </a:r>
            <a:r>
              <a:rPr lang="en-US" sz="900" b="1" dirty="0">
                <a:latin typeface="Calibri" pitchFamily="34" charset="0"/>
              </a:rPr>
              <a:t>DISTRIBUTION  </a:t>
            </a:r>
            <a:r>
              <a:rPr lang="en-US" sz="900" b="1" dirty="0" smtClean="0">
                <a:latin typeface="Calibri" pitchFamily="34" charset="0"/>
              </a:rPr>
              <a:t>MONTHLY AVERAGE</a:t>
            </a:r>
            <a:endParaRPr lang="en-US" sz="900" b="1" dirty="0">
              <a:latin typeface="Calibri" pitchFamily="34" charset="0"/>
            </a:endParaRPr>
          </a:p>
        </p:txBody>
      </p:sp>
      <p:sp>
        <p:nvSpPr>
          <p:cNvPr id="12" name="Rectangle 11"/>
          <p:cNvSpPr/>
          <p:nvPr/>
        </p:nvSpPr>
        <p:spPr>
          <a:xfrm>
            <a:off x="4158615" y="4716416"/>
            <a:ext cx="2560320" cy="189092"/>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CMO/NAV</a:t>
            </a:r>
            <a:r>
              <a:rPr lang="en-US" sz="900" b="1" dirty="0">
                <a:solidFill>
                  <a:schemeClr val="bg1"/>
                </a:solidFill>
              </a:rPr>
              <a:t>% AND NET IO%</a:t>
            </a:r>
            <a:endParaRPr lang="en-US" sz="800" b="1" spc="-10" dirty="0">
              <a:latin typeface="Calibri" pitchFamily="34" charset="0"/>
            </a:endParaRPr>
          </a:p>
        </p:txBody>
      </p:sp>
      <p:sp>
        <p:nvSpPr>
          <p:cNvPr id="13" name="Rectangle 12"/>
          <p:cNvSpPr/>
          <p:nvPr/>
        </p:nvSpPr>
        <p:spPr>
          <a:xfrm>
            <a:off x="7163809" y="177143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2011 AUM Growth (Millions)</a:t>
            </a:r>
            <a:endParaRPr lang="en-US" sz="800" spc="-10" dirty="0">
              <a:latin typeface="Calibri" pitchFamily="34" charset="0"/>
            </a:endParaRPr>
          </a:p>
        </p:txBody>
      </p:sp>
      <p:graphicFrame>
        <p:nvGraphicFramePr>
          <p:cNvPr id="15" name="Chart 14"/>
          <p:cNvGraphicFramePr>
            <a:graphicFrameLocks/>
          </p:cNvGraphicFramePr>
          <p:nvPr>
            <p:extLst>
              <p:ext uri="{D42A27DB-BD31-4B8C-83A1-F6EECF244321}">
                <p14:modId xmlns:p14="http://schemas.microsoft.com/office/powerpoint/2010/main" val="891365762"/>
              </p:ext>
            </p:extLst>
          </p:nvPr>
        </p:nvGraphicFramePr>
        <p:xfrm>
          <a:off x="6724810" y="1938748"/>
          <a:ext cx="3033870" cy="29667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44898241"/>
              </p:ext>
            </p:extLst>
          </p:nvPr>
        </p:nvGraphicFramePr>
        <p:xfrm>
          <a:off x="226940" y="902688"/>
          <a:ext cx="9609390" cy="627888"/>
        </p:xfrm>
        <a:graphic>
          <a:graphicData uri="http://schemas.openxmlformats.org/drawingml/2006/table">
            <a:tbl>
              <a:tblPr firstRow="1" bandRow="1">
                <a:tableStyleId>{21E4AEA4-8DFA-4A89-87EB-49C32662AFE0}</a:tableStyleId>
              </a:tblPr>
              <a:tblGrid>
                <a:gridCol w="640626"/>
                <a:gridCol w="640626"/>
                <a:gridCol w="640626"/>
                <a:gridCol w="640626"/>
                <a:gridCol w="640626"/>
                <a:gridCol w="640626"/>
                <a:gridCol w="640626"/>
                <a:gridCol w="640626"/>
                <a:gridCol w="640626"/>
                <a:gridCol w="640626"/>
                <a:gridCol w="640626"/>
                <a:gridCol w="640626"/>
                <a:gridCol w="640626"/>
                <a:gridCol w="640626"/>
                <a:gridCol w="640626"/>
              </a:tblGrid>
              <a:tr h="287357">
                <a:tc>
                  <a:txBody>
                    <a:bodyPr/>
                    <a:lstStyle/>
                    <a:p>
                      <a:pPr algn="ctr"/>
                      <a:r>
                        <a:rPr lang="en-US" sz="1100" b="1" dirty="0" smtClean="0">
                          <a:solidFill>
                            <a:schemeClr val="bg1"/>
                          </a:solidFill>
                          <a:latin typeface="Calibri" pitchFamily="34" charset="0"/>
                        </a:rPr>
                        <a:t>Year</a:t>
                      </a:r>
                      <a:endParaRPr lang="en-US" sz="1100" b="1" dirty="0">
                        <a:solidFill>
                          <a:schemeClr val="bg1"/>
                        </a:solidFill>
                        <a:latin typeface="Calibri" pitchFamily="34"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Jan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Feb</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Apr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May</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Jul</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Aug</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Sep</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Oct </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Nov</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Dec</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YTD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LTD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r>
              <a:tr h="287357">
                <a:tc>
                  <a:txBody>
                    <a:bodyPr/>
                    <a:lstStyle/>
                    <a:p>
                      <a:r>
                        <a:rPr lang="en-US" sz="1100" b="1" dirty="0" smtClean="0">
                          <a:solidFill>
                            <a:schemeClr val="accent1"/>
                          </a:solidFill>
                          <a:latin typeface="Calibri" pitchFamily="34" charset="0"/>
                          <a:cs typeface="Times New Roman" pitchFamily="18" charset="0"/>
                        </a:rPr>
                        <a:t>2011</a:t>
                      </a:r>
                      <a:endParaRPr lang="en-US" sz="1100" b="1" dirty="0">
                        <a:solidFill>
                          <a:schemeClr val="accent1"/>
                        </a:solidFill>
                        <a:latin typeface="Calibri" pitchFamily="34" charset="0"/>
                        <a:cs typeface="Times New Roman" pitchFamily="18"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2.07</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2.11</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2.68</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2.82</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2.95</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2.42</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1.61</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0.77</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-1.24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0.60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-0.83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1.40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smtClean="0">
                          <a:solidFill>
                            <a:schemeClr val="tx1"/>
                          </a:solidFill>
                          <a:latin typeface="Calibri" pitchFamily="34" charset="0"/>
                          <a:cs typeface="Times New Roman" pitchFamily="18" charset="0"/>
                        </a:rPr>
                        <a:t>18.67</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dirty="0" smtClean="0">
                          <a:solidFill>
                            <a:schemeClr val="tx1"/>
                          </a:solidFill>
                          <a:latin typeface="Calibri" pitchFamily="34" charset="0"/>
                          <a:cs typeface="Times New Roman" pitchFamily="18" charset="0"/>
                        </a:rPr>
                        <a:t>46.39</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6" name="Chart 15"/>
          <p:cNvGraphicFramePr>
            <a:graphicFrameLocks/>
          </p:cNvGraphicFramePr>
          <p:nvPr>
            <p:extLst>
              <p:ext uri="{D42A27DB-BD31-4B8C-83A1-F6EECF244321}">
                <p14:modId xmlns:p14="http://schemas.microsoft.com/office/powerpoint/2010/main" val="1050289763"/>
              </p:ext>
            </p:extLst>
          </p:nvPr>
        </p:nvGraphicFramePr>
        <p:xfrm>
          <a:off x="4110228" y="4867811"/>
          <a:ext cx="2622385" cy="2415942"/>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16"/>
          <p:cNvSpPr/>
          <p:nvPr/>
        </p:nvSpPr>
        <p:spPr>
          <a:xfrm>
            <a:off x="7256764"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Prepayment DV01</a:t>
            </a:r>
            <a:endParaRPr lang="en-US" sz="800" b="1" spc="-10" dirty="0">
              <a:latin typeface="Calibri" pitchFamily="34" charset="0"/>
            </a:endParaRPr>
          </a:p>
        </p:txBody>
      </p:sp>
      <p:graphicFrame>
        <p:nvGraphicFramePr>
          <p:cNvPr id="19" name="Chart 18"/>
          <p:cNvGraphicFramePr>
            <a:graphicFrameLocks/>
          </p:cNvGraphicFramePr>
          <p:nvPr>
            <p:extLst>
              <p:ext uri="{D42A27DB-BD31-4B8C-83A1-F6EECF244321}">
                <p14:modId xmlns:p14="http://schemas.microsoft.com/office/powerpoint/2010/main" val="2613170982"/>
              </p:ext>
            </p:extLst>
          </p:nvPr>
        </p:nvGraphicFramePr>
        <p:xfrm>
          <a:off x="7155328" y="4874551"/>
          <a:ext cx="2603352" cy="2311109"/>
        </p:xfrm>
        <a:graphic>
          <a:graphicData uri="http://schemas.openxmlformats.org/drawingml/2006/chart">
            <c:chart xmlns:c="http://schemas.openxmlformats.org/drawingml/2006/chart" xmlns:r="http://schemas.openxmlformats.org/officeDocument/2006/relationships" r:id="rId5"/>
          </a:graphicData>
        </a:graphic>
      </p:graphicFrame>
      <p:sp>
        <p:nvSpPr>
          <p:cNvPr id="20" name="Rectangle 19"/>
          <p:cNvSpPr/>
          <p:nvPr/>
        </p:nvSpPr>
        <p:spPr>
          <a:xfrm>
            <a:off x="4158615" y="1781051"/>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FNMA </a:t>
            </a:r>
            <a:r>
              <a:rPr lang="en-US" sz="900" b="1" dirty="0">
                <a:latin typeface="Calibri" pitchFamily="34" charset="0"/>
              </a:rPr>
              <a:t>IOS 4.0 </a:t>
            </a:r>
            <a:r>
              <a:rPr lang="en-US" sz="900" b="1" dirty="0" smtClean="0">
                <a:latin typeface="Calibri" pitchFamily="34" charset="0"/>
              </a:rPr>
              <a:t>2010 OAS vs </a:t>
            </a:r>
            <a:r>
              <a:rPr lang="en-US" sz="900" b="1" dirty="0">
                <a:latin typeface="Calibri" pitchFamily="34" charset="0"/>
              </a:rPr>
              <a:t>10 Year Yields (</a:t>
            </a:r>
            <a:r>
              <a:rPr lang="en-US" sz="900" b="1" dirty="0" err="1">
                <a:latin typeface="Calibri" pitchFamily="34" charset="0"/>
              </a:rPr>
              <a:t>rhs</a:t>
            </a:r>
            <a:r>
              <a:rPr lang="en-US" sz="900" b="1" dirty="0" smtClean="0">
                <a:latin typeface="Calibri" pitchFamily="34" charset="0"/>
              </a:rPr>
              <a:t>) </a:t>
            </a:r>
            <a:endParaRPr lang="en-US" sz="800" spc="-10" dirty="0">
              <a:latin typeface="Calibri" pitchFamily="34" charset="0"/>
            </a:endParaRPr>
          </a:p>
        </p:txBody>
      </p:sp>
      <p:graphicFrame>
        <p:nvGraphicFramePr>
          <p:cNvPr id="22" name="Chart 21"/>
          <p:cNvGraphicFramePr>
            <a:graphicFrameLocks/>
          </p:cNvGraphicFramePr>
          <p:nvPr>
            <p:extLst>
              <p:ext uri="{D42A27DB-BD31-4B8C-83A1-F6EECF244321}">
                <p14:modId xmlns:p14="http://schemas.microsoft.com/office/powerpoint/2010/main" val="4294587018"/>
              </p:ext>
            </p:extLst>
          </p:nvPr>
        </p:nvGraphicFramePr>
        <p:xfrm>
          <a:off x="4088764" y="2037777"/>
          <a:ext cx="2643849" cy="268174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8666587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bwMode="auto">
          <a:xfrm>
            <a:off x="1262246" y="247132"/>
            <a:ext cx="8574088" cy="60991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algn="r" defTabSz="1018586" eaLnBrk="0" hangingPunct="0">
              <a:defRPr/>
            </a:pPr>
            <a:r>
              <a:rPr lang="en-US" sz="1400" b="1" kern="0" dirty="0" smtClean="0">
                <a:solidFill>
                  <a:schemeClr val="bg1"/>
                </a:solidFill>
                <a:latin typeface="Calibri" pitchFamily="34" charset="0"/>
                <a:ea typeface="+mj-ea"/>
                <a:cs typeface="+mj-cs"/>
              </a:rPr>
              <a:t>2012: KEY HIGHLIGHTS</a:t>
            </a:r>
            <a:endParaRPr lang="en-US" sz="1400" b="1" kern="0" dirty="0">
              <a:solidFill>
                <a:schemeClr val="bg1"/>
              </a:solidFill>
              <a:latin typeface="+mj-lt"/>
              <a:ea typeface="+mj-ea"/>
              <a:cs typeface="+mj-cs"/>
            </a:endParaRPr>
          </a:p>
        </p:txBody>
      </p:sp>
      <p:cxnSp>
        <p:nvCxnSpPr>
          <p:cNvPr id="18" name="Straight Arrow Connector 17"/>
          <p:cNvCxnSpPr/>
          <p:nvPr/>
        </p:nvCxnSpPr>
        <p:spPr>
          <a:xfrm>
            <a:off x="598314" y="1771435"/>
            <a:ext cx="391161" cy="9962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 name="TextBox 8"/>
          <p:cNvSpPr txBox="1"/>
          <p:nvPr/>
        </p:nvSpPr>
        <p:spPr>
          <a:xfrm>
            <a:off x="3247014" y="4143375"/>
            <a:ext cx="156517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CMOS: $1.1 Trillion</a:t>
            </a:r>
            <a:endParaRPr lang="en-US" sz="1150" b="1" spc="10" dirty="0">
              <a:solidFill>
                <a:schemeClr val="bg1"/>
              </a:solidFill>
              <a:latin typeface="Arial" pitchFamily="34" charset="0"/>
              <a:cs typeface="Arial" pitchFamily="34" charset="0"/>
            </a:endParaRPr>
          </a:p>
        </p:txBody>
      </p:sp>
      <p:sp>
        <p:nvSpPr>
          <p:cNvPr id="28" name="TextBox 9"/>
          <p:cNvSpPr txBox="1"/>
          <p:nvPr/>
        </p:nvSpPr>
        <p:spPr>
          <a:xfrm>
            <a:off x="4386564" y="5806531"/>
            <a:ext cx="210442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DERIVATIVES: $</a:t>
            </a:r>
            <a:r>
              <a:rPr lang="en-US" sz="1150" b="1" dirty="0" smtClean="0">
                <a:solidFill>
                  <a:schemeClr val="bg1"/>
                </a:solidFill>
                <a:latin typeface="Arial" pitchFamily="34" charset="0"/>
                <a:cs typeface="Arial" pitchFamily="34" charset="0"/>
              </a:rPr>
              <a:t>110</a:t>
            </a:r>
            <a:r>
              <a:rPr lang="en-US" sz="1150" b="1" spc="10" dirty="0" smtClean="0">
                <a:solidFill>
                  <a:schemeClr val="bg1"/>
                </a:solidFill>
                <a:latin typeface="Arial" pitchFamily="34" charset="0"/>
                <a:cs typeface="Arial" pitchFamily="34" charset="0"/>
              </a:rPr>
              <a:t> Billion</a:t>
            </a:r>
            <a:endParaRPr lang="en-US" sz="1150" b="1" spc="10" dirty="0">
              <a:solidFill>
                <a:schemeClr val="bg1"/>
              </a:solidFill>
              <a:latin typeface="Arial" pitchFamily="34" charset="0"/>
              <a:cs typeface="Arial" pitchFamily="34" charset="0"/>
            </a:endParaRPr>
          </a:p>
        </p:txBody>
      </p:sp>
      <p:sp>
        <p:nvSpPr>
          <p:cNvPr id="32" name="Rectangle 9"/>
          <p:cNvSpPr>
            <a:spLocks noChangeArrowheads="1"/>
          </p:cNvSpPr>
          <p:nvPr/>
        </p:nvSpPr>
        <p:spPr bwMode="auto">
          <a:xfrm>
            <a:off x="305432" y="1438121"/>
            <a:ext cx="3958609" cy="3375946"/>
          </a:xfrm>
          <a:prstGeom prst="rect">
            <a:avLst/>
          </a:prstGeom>
          <a:noFill/>
          <a:ln w="9525">
            <a:noFill/>
            <a:miter lim="800000"/>
            <a:headEnd/>
            <a:tailEnd/>
          </a:ln>
          <a:effectLst/>
        </p:spPr>
        <p:txBody>
          <a:bodyPr wrap="square" lIns="101858" tIns="50929" rIns="101858" bIns="50929">
            <a:noAutofit/>
          </a:bodyPr>
          <a:lstStyle/>
          <a:p>
            <a:pPr lvl="0"/>
            <a:endParaRPr lang="en-US" sz="780" dirty="0" smtClean="0">
              <a:latin typeface="Calibri" pitchFamily="34" charset="0"/>
            </a:endParaRPr>
          </a:p>
          <a:p>
            <a:r>
              <a:rPr lang="en-US" sz="780" dirty="0">
                <a:latin typeface="Calibri" pitchFamily="34" charset="0"/>
              </a:rPr>
              <a:t>In the first quarter of 2012, the Fed and the Obama administration </a:t>
            </a:r>
            <a:r>
              <a:rPr lang="en-US" sz="780" dirty="0" smtClean="0">
                <a:latin typeface="Calibri" pitchFamily="34" charset="0"/>
              </a:rPr>
              <a:t>encouraged the </a:t>
            </a:r>
            <a:r>
              <a:rPr lang="en-US" sz="780" dirty="0">
                <a:latin typeface="Calibri" pitchFamily="34" charset="0"/>
              </a:rPr>
              <a:t>GSE to facilitate refinancing and </a:t>
            </a:r>
            <a:r>
              <a:rPr lang="en-US" sz="780" dirty="0" smtClean="0">
                <a:latin typeface="Calibri" pitchFamily="34" charset="0"/>
              </a:rPr>
              <a:t>the resulting prepayment uncertainty led </a:t>
            </a:r>
            <a:r>
              <a:rPr lang="en-US" sz="780" dirty="0">
                <a:latin typeface="Calibri" pitchFamily="34" charset="0"/>
              </a:rPr>
              <a:t>Cello to remain defensive through the </a:t>
            </a:r>
            <a:r>
              <a:rPr lang="en-US" sz="780" dirty="0" smtClean="0">
                <a:latin typeface="Calibri" pitchFamily="34" charset="0"/>
              </a:rPr>
              <a:t>year. In </a:t>
            </a:r>
            <a:r>
              <a:rPr lang="en-US" sz="780" dirty="0">
                <a:latin typeface="Calibri" pitchFamily="34" charset="0"/>
              </a:rPr>
              <a:t>general, IOS OAS </a:t>
            </a:r>
            <a:r>
              <a:rPr lang="en-US" sz="780" dirty="0" smtClean="0">
                <a:latin typeface="Calibri" pitchFamily="34" charset="0"/>
              </a:rPr>
              <a:t>widened from </a:t>
            </a:r>
            <a:r>
              <a:rPr lang="en-US" sz="780" dirty="0">
                <a:latin typeface="Calibri" pitchFamily="34" charset="0"/>
              </a:rPr>
              <a:t>approximately 310bps to approximately 650bps through year-end. </a:t>
            </a:r>
          </a:p>
          <a:p>
            <a:pPr lvl="0"/>
            <a:endParaRPr lang="en-US" sz="780" dirty="0" smtClean="0">
              <a:latin typeface="Calibri" pitchFamily="34" charset="0"/>
            </a:endParaRPr>
          </a:p>
          <a:p>
            <a:pPr lvl="0"/>
            <a:r>
              <a:rPr lang="en-US" sz="780" dirty="0">
                <a:latin typeface="Calibri" pitchFamily="34" charset="0"/>
              </a:rPr>
              <a:t>In August, the </a:t>
            </a:r>
            <a:r>
              <a:rPr lang="en-US" sz="780" dirty="0" smtClean="0">
                <a:latin typeface="Calibri" pitchFamily="34" charset="0"/>
              </a:rPr>
              <a:t>Fund </a:t>
            </a:r>
            <a:r>
              <a:rPr lang="en-US" sz="780" dirty="0">
                <a:latin typeface="Calibri" pitchFamily="34" charset="0"/>
              </a:rPr>
              <a:t>selectively added 2009 and 2010 originated Ginnie Maes due to their slower than expected prepay </a:t>
            </a:r>
            <a:r>
              <a:rPr lang="en-US" sz="780" dirty="0" smtClean="0">
                <a:latin typeface="Calibri" pitchFamily="34" charset="0"/>
              </a:rPr>
              <a:t>speeds.</a:t>
            </a:r>
          </a:p>
          <a:p>
            <a:pPr lvl="0"/>
            <a:endParaRPr lang="en-US" sz="780" dirty="0">
              <a:latin typeface="Calibri" pitchFamily="34" charset="0"/>
            </a:endParaRPr>
          </a:p>
          <a:p>
            <a:r>
              <a:rPr lang="en-US" sz="780" dirty="0" smtClean="0">
                <a:latin typeface="Calibri" pitchFamily="34" charset="0"/>
              </a:rPr>
              <a:t>On </a:t>
            </a:r>
            <a:r>
              <a:rPr lang="en-US" sz="780" b="1" dirty="0" smtClean="0">
                <a:latin typeface="Calibri" pitchFamily="34" charset="0"/>
              </a:rPr>
              <a:t>September 13,2012</a:t>
            </a:r>
            <a:r>
              <a:rPr lang="en-US" sz="780" dirty="0" smtClean="0">
                <a:latin typeface="Calibri" pitchFamily="34" charset="0"/>
              </a:rPr>
              <a:t>, </a:t>
            </a:r>
            <a:r>
              <a:rPr lang="en-US" sz="780" dirty="0">
                <a:latin typeface="Calibri" pitchFamily="34" charset="0"/>
              </a:rPr>
              <a:t>the Fed’s announcement that </a:t>
            </a:r>
            <a:r>
              <a:rPr lang="en-US" sz="780" b="1" dirty="0">
                <a:latin typeface="Calibri" pitchFamily="34" charset="0"/>
              </a:rPr>
              <a:t>QE3 </a:t>
            </a:r>
            <a:r>
              <a:rPr lang="en-US" sz="780" dirty="0">
                <a:latin typeface="Calibri" pitchFamily="34" charset="0"/>
              </a:rPr>
              <a:t>would entail indefinite additional purchasing of $40 billion per month of agency mortgage pass-</a:t>
            </a:r>
            <a:r>
              <a:rPr lang="en-US" sz="780" dirty="0" err="1">
                <a:latin typeface="Calibri" pitchFamily="34" charset="0"/>
              </a:rPr>
              <a:t>throughs</a:t>
            </a:r>
            <a:r>
              <a:rPr lang="en-US" sz="780" dirty="0">
                <a:latin typeface="Calibri" pitchFamily="34" charset="0"/>
              </a:rPr>
              <a:t> was a major surprise for the market. This news led to dramatic tightening in pass </a:t>
            </a:r>
            <a:r>
              <a:rPr lang="en-US" sz="780" dirty="0" smtClean="0">
                <a:latin typeface="Calibri" pitchFamily="34" charset="0"/>
              </a:rPr>
              <a:t>-</a:t>
            </a:r>
            <a:r>
              <a:rPr lang="en-US" sz="780" dirty="0" err="1" smtClean="0">
                <a:latin typeface="Calibri" pitchFamily="34" charset="0"/>
              </a:rPr>
              <a:t>throughs</a:t>
            </a:r>
            <a:r>
              <a:rPr lang="en-US" sz="780" dirty="0" smtClean="0">
                <a:latin typeface="Calibri" pitchFamily="34" charset="0"/>
              </a:rPr>
              <a:t> </a:t>
            </a:r>
            <a:r>
              <a:rPr lang="en-US" sz="780" dirty="0">
                <a:latin typeface="Calibri" pitchFamily="34" charset="0"/>
              </a:rPr>
              <a:t>but losses for Cello’s IO and inverse IO positions. </a:t>
            </a:r>
            <a:endParaRPr lang="en-US" sz="780" dirty="0" smtClean="0">
              <a:latin typeface="Calibri" pitchFamily="34" charset="0"/>
            </a:endParaRPr>
          </a:p>
          <a:p>
            <a:r>
              <a:rPr lang="en-US" sz="780" dirty="0"/>
              <a:t> </a:t>
            </a:r>
          </a:p>
          <a:p>
            <a:r>
              <a:rPr lang="en-US" sz="780" dirty="0" smtClean="0">
                <a:latin typeface="Calibri" pitchFamily="34" charset="0"/>
              </a:rPr>
              <a:t>The </a:t>
            </a:r>
            <a:r>
              <a:rPr lang="en-US" sz="780" dirty="0">
                <a:latin typeface="Calibri" pitchFamily="34" charset="0"/>
              </a:rPr>
              <a:t>market’s reaction to </a:t>
            </a:r>
            <a:r>
              <a:rPr lang="en-US" sz="780" b="1" dirty="0">
                <a:latin typeface="Calibri" pitchFamily="34" charset="0"/>
              </a:rPr>
              <a:t>Obama’s </a:t>
            </a:r>
            <a:r>
              <a:rPr lang="en-US" sz="780" b="1" dirty="0" smtClean="0">
                <a:latin typeface="Calibri" pitchFamily="34" charset="0"/>
              </a:rPr>
              <a:t>reelection (November 6, 2012) </a:t>
            </a:r>
            <a:r>
              <a:rPr lang="en-US" sz="780" dirty="0">
                <a:latin typeface="Calibri" pitchFamily="34" charset="0"/>
              </a:rPr>
              <a:t>led to IO spreads widening and there was heavy selling of higher-coupon MBS pass-</a:t>
            </a:r>
            <a:r>
              <a:rPr lang="en-US" sz="780" dirty="0" err="1">
                <a:latin typeface="Calibri" pitchFamily="34" charset="0"/>
              </a:rPr>
              <a:t>throughs</a:t>
            </a:r>
            <a:r>
              <a:rPr lang="en-US" sz="780" dirty="0">
                <a:latin typeface="Calibri" pitchFamily="34" charset="0"/>
              </a:rPr>
              <a:t> and IOs due to the higher probability of government-sponsored mortgage refinancing programs. </a:t>
            </a:r>
            <a:r>
              <a:rPr lang="en-US" sz="780" dirty="0" smtClean="0">
                <a:latin typeface="Calibri" pitchFamily="34" charset="0"/>
              </a:rPr>
              <a:t>Within </a:t>
            </a:r>
            <a:r>
              <a:rPr lang="en-US" sz="780" dirty="0">
                <a:latin typeface="Calibri" pitchFamily="34" charset="0"/>
              </a:rPr>
              <a:t>the </a:t>
            </a:r>
            <a:r>
              <a:rPr lang="en-US" sz="780" dirty="0" smtClean="0">
                <a:latin typeface="Calibri" pitchFamily="34" charset="0"/>
              </a:rPr>
              <a:t>context </a:t>
            </a:r>
            <a:r>
              <a:rPr lang="en-US" sz="780" dirty="0">
                <a:latin typeface="Calibri" pitchFamily="34" charset="0"/>
              </a:rPr>
              <a:t>of </a:t>
            </a:r>
            <a:r>
              <a:rPr lang="en-US" sz="780" dirty="0" smtClean="0">
                <a:latin typeface="Calibri" pitchFamily="34" charset="0"/>
              </a:rPr>
              <a:t>those  </a:t>
            </a:r>
            <a:r>
              <a:rPr lang="en-US" sz="780" dirty="0">
                <a:latin typeface="Calibri" pitchFamily="34" charset="0"/>
              </a:rPr>
              <a:t>volatile </a:t>
            </a:r>
            <a:r>
              <a:rPr lang="en-US" sz="780" dirty="0" smtClean="0">
                <a:latin typeface="Calibri" pitchFamily="34" charset="0"/>
              </a:rPr>
              <a:t>markets and elevated prepayment speeds, there were a  few sectors that offered attractive returns. </a:t>
            </a:r>
          </a:p>
          <a:p>
            <a:endParaRPr lang="en-US" sz="780" dirty="0" smtClean="0">
              <a:latin typeface="Calibri" pitchFamily="34" charset="0"/>
            </a:endParaRPr>
          </a:p>
          <a:p>
            <a:r>
              <a:rPr lang="en-US" sz="780" dirty="0" smtClean="0">
                <a:latin typeface="Calibri" pitchFamily="34" charset="0"/>
              </a:rPr>
              <a:t>From </a:t>
            </a:r>
            <a:r>
              <a:rPr lang="en-US" sz="780" dirty="0">
                <a:latin typeface="Calibri" pitchFamily="34" charset="0"/>
              </a:rPr>
              <a:t>a relative value perspective, Cello was negative lower LTV </a:t>
            </a:r>
            <a:r>
              <a:rPr lang="en-US" sz="780" dirty="0" smtClean="0">
                <a:latin typeface="Calibri" pitchFamily="34" charset="0"/>
              </a:rPr>
              <a:t>(80-95%) MHA paper, despite this sector experiencing significant widening over October and November and the Fund was not heavily invested in higher coupon </a:t>
            </a:r>
            <a:r>
              <a:rPr lang="en-US" sz="780" dirty="0" err="1" smtClean="0">
                <a:latin typeface="Calibri" pitchFamily="34" charset="0"/>
              </a:rPr>
              <a:t>HARPable</a:t>
            </a:r>
            <a:r>
              <a:rPr lang="en-US" sz="780" dirty="0" smtClean="0">
                <a:latin typeface="Calibri" pitchFamily="34" charset="0"/>
              </a:rPr>
              <a:t> collateral as it did not expect HARP to burn out in the near future and these bonds offered negative to minimal carry.  Cello was positive on High </a:t>
            </a:r>
            <a:r>
              <a:rPr lang="en-US" sz="780" dirty="0">
                <a:latin typeface="Calibri" pitchFamily="34" charset="0"/>
              </a:rPr>
              <a:t>LTV (greater than 105%) </a:t>
            </a:r>
            <a:r>
              <a:rPr lang="en-US" sz="780" dirty="0" smtClean="0">
                <a:latin typeface="Calibri" pitchFamily="34" charset="0"/>
              </a:rPr>
              <a:t>bonds, which </a:t>
            </a:r>
            <a:r>
              <a:rPr lang="en-US" sz="780" dirty="0">
                <a:latin typeface="Calibri" pitchFamily="34" charset="0"/>
              </a:rPr>
              <a:t>provided solid carry profiles and less policy risk. Jumbo IO bonds are backed by mortgages that have already been prepaying quickly and </a:t>
            </a:r>
            <a:r>
              <a:rPr lang="en-US" sz="780" dirty="0" smtClean="0">
                <a:latin typeface="Calibri" pitchFamily="34" charset="0"/>
              </a:rPr>
              <a:t>offered </a:t>
            </a:r>
            <a:r>
              <a:rPr lang="en-US" sz="780" dirty="0">
                <a:latin typeface="Calibri" pitchFamily="34" charset="0"/>
              </a:rPr>
              <a:t>a compelling return profile when appropriately </a:t>
            </a:r>
            <a:r>
              <a:rPr lang="en-US" sz="780" dirty="0" smtClean="0">
                <a:latin typeface="Calibri" pitchFamily="34" charset="0"/>
              </a:rPr>
              <a:t>hedged. </a:t>
            </a:r>
          </a:p>
          <a:p>
            <a:endParaRPr lang="en-US" sz="780" dirty="0">
              <a:latin typeface="Calibri" pitchFamily="34" charset="0"/>
            </a:endParaRPr>
          </a:p>
          <a:p>
            <a:endParaRPr lang="en-US" sz="780" dirty="0">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smtClean="0">
              <a:solidFill>
                <a:srgbClr val="2E398A"/>
              </a:solidFill>
              <a:latin typeface="Calibri" pitchFamily="34" charset="0"/>
            </a:endParaRPr>
          </a:p>
          <a:p>
            <a:pPr lvl="0"/>
            <a:endParaRPr lang="en-US" sz="780" i="1" dirty="0">
              <a:solidFill>
                <a:srgbClr val="2E398A"/>
              </a:solidFill>
              <a:latin typeface="Calibri" pitchFamily="34" charset="0"/>
            </a:endParaRPr>
          </a:p>
          <a:p>
            <a:pPr lvl="0"/>
            <a:endParaRPr lang="en-US" sz="780" i="1" dirty="0">
              <a:solidFill>
                <a:srgbClr val="2E398A"/>
              </a:solidFill>
              <a:latin typeface="Calibri" pitchFamily="34" charset="0"/>
            </a:endParaRPr>
          </a:p>
        </p:txBody>
      </p:sp>
      <p:graphicFrame>
        <p:nvGraphicFramePr>
          <p:cNvPr id="9" name="Chart 8"/>
          <p:cNvGraphicFramePr>
            <a:graphicFrameLocks/>
          </p:cNvGraphicFramePr>
          <p:nvPr>
            <p:extLst>
              <p:ext uri="{D42A27DB-BD31-4B8C-83A1-F6EECF244321}">
                <p14:modId xmlns:p14="http://schemas.microsoft.com/office/powerpoint/2010/main" val="3857008710"/>
              </p:ext>
            </p:extLst>
          </p:nvPr>
        </p:nvGraphicFramePr>
        <p:xfrm>
          <a:off x="358399" y="5126842"/>
          <a:ext cx="3464301" cy="2250974"/>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p:cNvSpPr/>
          <p:nvPr/>
        </p:nvSpPr>
        <p:spPr>
          <a:xfrm>
            <a:off x="420879" y="4848459"/>
            <a:ext cx="3215455" cy="1828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2012 RISK </a:t>
            </a:r>
            <a:r>
              <a:rPr lang="en-US" sz="900" b="1" dirty="0">
                <a:latin typeface="Calibri" pitchFamily="34" charset="0"/>
              </a:rPr>
              <a:t>DISTRIBUTION  </a:t>
            </a:r>
            <a:r>
              <a:rPr lang="en-US" sz="900" b="1" dirty="0" smtClean="0">
                <a:latin typeface="Calibri" pitchFamily="34" charset="0"/>
              </a:rPr>
              <a:t>MONTHLY AVERAGE</a:t>
            </a:r>
            <a:endParaRPr lang="en-US" sz="900" b="1" dirty="0">
              <a:latin typeface="Calibri" pitchFamily="34" charset="0"/>
            </a:endParaRPr>
          </a:p>
        </p:txBody>
      </p:sp>
      <p:sp>
        <p:nvSpPr>
          <p:cNvPr id="12" name="Rectangle 11"/>
          <p:cNvSpPr/>
          <p:nvPr/>
        </p:nvSpPr>
        <p:spPr>
          <a:xfrm>
            <a:off x="4418855" y="4845357"/>
            <a:ext cx="2560320" cy="185982"/>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a:solidFill>
                  <a:schemeClr val="bg1"/>
                </a:solidFill>
              </a:rPr>
              <a:t>CMO/NAV% AND NET IO%</a:t>
            </a:r>
            <a:endParaRPr lang="en-US" sz="800" b="1" spc="-10" dirty="0">
              <a:latin typeface="Calibri" pitchFamily="34" charset="0"/>
            </a:endParaRPr>
          </a:p>
        </p:txBody>
      </p:sp>
      <p:sp>
        <p:nvSpPr>
          <p:cNvPr id="13" name="TextBox 12"/>
          <p:cNvSpPr txBox="1"/>
          <p:nvPr/>
        </p:nvSpPr>
        <p:spPr>
          <a:xfrm>
            <a:off x="817510" y="7339422"/>
            <a:ext cx="6346299" cy="292388"/>
          </a:xfrm>
          <a:prstGeom prst="rect">
            <a:avLst/>
          </a:prstGeom>
          <a:noFill/>
        </p:spPr>
        <p:txBody>
          <a:bodyPr wrap="square" rtlCol="0">
            <a:spAutoFit/>
          </a:bodyPr>
          <a:lstStyle/>
          <a:p>
            <a:r>
              <a:rPr lang="en-US" sz="1300" b="1" dirty="0">
                <a:solidFill>
                  <a:schemeClr val="accent1"/>
                </a:solidFill>
                <a:latin typeface="Calibri" pitchFamily="34" charset="0"/>
              </a:rPr>
              <a:t>For Internal Use Only</a:t>
            </a:r>
          </a:p>
        </p:txBody>
      </p:sp>
      <p:sp>
        <p:nvSpPr>
          <p:cNvPr id="14" name="Rectangle 13"/>
          <p:cNvSpPr/>
          <p:nvPr/>
        </p:nvSpPr>
        <p:spPr>
          <a:xfrm>
            <a:off x="7242694" y="175096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2012 AUM Growth (Millions)</a:t>
            </a:r>
            <a:endParaRPr lang="en-US" sz="800" spc="-10" dirty="0">
              <a:latin typeface="Calibri" pitchFamily="34" charset="0"/>
            </a:endParaRPr>
          </a:p>
        </p:txBody>
      </p:sp>
      <p:graphicFrame>
        <p:nvGraphicFramePr>
          <p:cNvPr id="15" name="Chart 14"/>
          <p:cNvGraphicFramePr>
            <a:graphicFrameLocks/>
          </p:cNvGraphicFramePr>
          <p:nvPr>
            <p:extLst>
              <p:ext uri="{D42A27DB-BD31-4B8C-83A1-F6EECF244321}">
                <p14:modId xmlns:p14="http://schemas.microsoft.com/office/powerpoint/2010/main" val="1478714967"/>
              </p:ext>
            </p:extLst>
          </p:nvPr>
        </p:nvGraphicFramePr>
        <p:xfrm>
          <a:off x="7181850" y="1940056"/>
          <a:ext cx="2730500" cy="25303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4194828896"/>
              </p:ext>
            </p:extLst>
          </p:nvPr>
        </p:nvGraphicFramePr>
        <p:xfrm>
          <a:off x="222248" y="942388"/>
          <a:ext cx="9614085" cy="627888"/>
        </p:xfrm>
        <a:graphic>
          <a:graphicData uri="http://schemas.openxmlformats.org/drawingml/2006/table">
            <a:tbl>
              <a:tblPr firstRow="1" bandRow="1">
                <a:tableStyleId>{21E4AEA4-8DFA-4A89-87EB-49C32662AFE0}</a:tableStyleId>
              </a:tblPr>
              <a:tblGrid>
                <a:gridCol w="640939"/>
                <a:gridCol w="640939"/>
                <a:gridCol w="640939"/>
                <a:gridCol w="640939"/>
                <a:gridCol w="640939"/>
                <a:gridCol w="640939"/>
                <a:gridCol w="640939"/>
                <a:gridCol w="640939"/>
                <a:gridCol w="640939"/>
                <a:gridCol w="640939"/>
                <a:gridCol w="640939"/>
                <a:gridCol w="640939"/>
                <a:gridCol w="640939"/>
                <a:gridCol w="640939"/>
                <a:gridCol w="640939"/>
              </a:tblGrid>
              <a:tr h="175212">
                <a:tc>
                  <a:txBody>
                    <a:bodyPr/>
                    <a:lstStyle/>
                    <a:p>
                      <a:pPr algn="ctr"/>
                      <a:r>
                        <a:rPr lang="en-US" sz="1100" b="1" dirty="0" smtClean="0">
                          <a:solidFill>
                            <a:schemeClr val="bg1"/>
                          </a:solidFill>
                          <a:latin typeface="Calibri" pitchFamily="34" charset="0"/>
                        </a:rPr>
                        <a:t>Year</a:t>
                      </a:r>
                      <a:endParaRPr lang="en-US" sz="1100" b="1" dirty="0">
                        <a:solidFill>
                          <a:schemeClr val="bg1"/>
                        </a:solidFill>
                        <a:latin typeface="Calibri" pitchFamily="34"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Jan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Feb</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Apr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May</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Jul</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Aug</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Sep</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Oct </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Nov</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Dec</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YTD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LTD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r>
              <a:tr h="220956">
                <a:tc>
                  <a:txBody>
                    <a:bodyPr/>
                    <a:lstStyle/>
                    <a:p>
                      <a:r>
                        <a:rPr lang="en-US" sz="1100" b="1" dirty="0" smtClean="0">
                          <a:solidFill>
                            <a:schemeClr val="accent1"/>
                          </a:solidFill>
                          <a:latin typeface="Calibri" pitchFamily="34" charset="0"/>
                          <a:cs typeface="Times New Roman" pitchFamily="18" charset="0"/>
                        </a:rPr>
                        <a:t>2012</a:t>
                      </a:r>
                      <a:endParaRPr lang="en-US" sz="1100" b="1" dirty="0">
                        <a:solidFill>
                          <a:schemeClr val="accent1"/>
                        </a:solidFill>
                        <a:latin typeface="Calibri" pitchFamily="34" charset="0"/>
                        <a:cs typeface="Times New Roman" pitchFamily="18"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1.04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0.69</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0.60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2.07</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2.43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0.83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2.94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1.06</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-0.13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0.03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-0.58</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0.45</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smtClean="0">
                          <a:solidFill>
                            <a:schemeClr val="tx1"/>
                          </a:solidFill>
                          <a:latin typeface="Calibri" pitchFamily="34" charset="0"/>
                          <a:cs typeface="Times New Roman" pitchFamily="18" charset="0"/>
                        </a:rPr>
                        <a:t>11.96</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dirty="0" smtClean="0">
                          <a:solidFill>
                            <a:schemeClr val="tx1"/>
                          </a:solidFill>
                          <a:latin typeface="Calibri" pitchFamily="34" charset="0"/>
                          <a:cs typeface="Times New Roman" pitchFamily="18" charset="0"/>
                        </a:rPr>
                        <a:t>63.90</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7" name="Chart 16"/>
          <p:cNvGraphicFramePr>
            <a:graphicFrameLocks/>
          </p:cNvGraphicFramePr>
          <p:nvPr>
            <p:extLst>
              <p:ext uri="{D42A27DB-BD31-4B8C-83A1-F6EECF244321}">
                <p14:modId xmlns:p14="http://schemas.microsoft.com/office/powerpoint/2010/main" val="3557774145"/>
              </p:ext>
            </p:extLst>
          </p:nvPr>
        </p:nvGraphicFramePr>
        <p:xfrm>
          <a:off x="4347116" y="5031338"/>
          <a:ext cx="2611422" cy="2297775"/>
        </p:xfrm>
        <a:graphic>
          <a:graphicData uri="http://schemas.openxmlformats.org/drawingml/2006/chart">
            <c:chart xmlns:c="http://schemas.openxmlformats.org/drawingml/2006/chart" xmlns:r="http://schemas.openxmlformats.org/officeDocument/2006/relationships" r:id="rId4"/>
          </a:graphicData>
        </a:graphic>
      </p:graphicFrame>
      <p:sp>
        <p:nvSpPr>
          <p:cNvPr id="19" name="Rectangle 18"/>
          <p:cNvSpPr/>
          <p:nvPr/>
        </p:nvSpPr>
        <p:spPr>
          <a:xfrm>
            <a:off x="7256764" y="4845357"/>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Prepayment DV01</a:t>
            </a:r>
            <a:endParaRPr lang="en-US" sz="800" b="1" spc="-10" dirty="0">
              <a:latin typeface="Calibri" pitchFamily="34" charset="0"/>
            </a:endParaRPr>
          </a:p>
        </p:txBody>
      </p:sp>
      <p:graphicFrame>
        <p:nvGraphicFramePr>
          <p:cNvPr id="20" name="Chart 19"/>
          <p:cNvGraphicFramePr>
            <a:graphicFrameLocks/>
          </p:cNvGraphicFramePr>
          <p:nvPr>
            <p:extLst>
              <p:ext uri="{D42A27DB-BD31-4B8C-83A1-F6EECF244321}">
                <p14:modId xmlns:p14="http://schemas.microsoft.com/office/powerpoint/2010/main" val="1186328496"/>
              </p:ext>
            </p:extLst>
          </p:nvPr>
        </p:nvGraphicFramePr>
        <p:xfrm>
          <a:off x="7256764" y="4954737"/>
          <a:ext cx="2645410" cy="2262749"/>
        </p:xfrm>
        <a:graphic>
          <a:graphicData uri="http://schemas.openxmlformats.org/drawingml/2006/chart">
            <c:chart xmlns:c="http://schemas.openxmlformats.org/drawingml/2006/chart" xmlns:r="http://schemas.openxmlformats.org/officeDocument/2006/relationships" r:id="rId5"/>
          </a:graphicData>
        </a:graphic>
      </p:graphicFrame>
      <p:sp>
        <p:nvSpPr>
          <p:cNvPr id="21" name="Rectangle 20"/>
          <p:cNvSpPr/>
          <p:nvPr/>
        </p:nvSpPr>
        <p:spPr>
          <a:xfrm>
            <a:off x="4429985" y="175096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FNMA </a:t>
            </a:r>
            <a:r>
              <a:rPr lang="en-US" sz="900" b="1" dirty="0">
                <a:latin typeface="Calibri" pitchFamily="34" charset="0"/>
              </a:rPr>
              <a:t>IOS 4.0 </a:t>
            </a:r>
            <a:r>
              <a:rPr lang="en-US" sz="900" b="1" dirty="0" smtClean="0">
                <a:latin typeface="Calibri" pitchFamily="34" charset="0"/>
              </a:rPr>
              <a:t>2010 OAS vs </a:t>
            </a:r>
            <a:r>
              <a:rPr lang="en-US" sz="900" b="1" dirty="0">
                <a:latin typeface="Calibri" pitchFamily="34" charset="0"/>
              </a:rPr>
              <a:t>10 Year Yields (</a:t>
            </a:r>
            <a:r>
              <a:rPr lang="en-US" sz="900" b="1" dirty="0" err="1">
                <a:latin typeface="Calibri" pitchFamily="34" charset="0"/>
              </a:rPr>
              <a:t>rhs</a:t>
            </a:r>
            <a:r>
              <a:rPr lang="en-US" sz="900" b="1" dirty="0" smtClean="0">
                <a:latin typeface="Calibri" pitchFamily="34" charset="0"/>
              </a:rPr>
              <a:t>) </a:t>
            </a:r>
            <a:endParaRPr lang="en-US" sz="800" spc="-10" dirty="0">
              <a:latin typeface="Calibri" pitchFamily="34" charset="0"/>
            </a:endParaRPr>
          </a:p>
        </p:txBody>
      </p:sp>
      <p:graphicFrame>
        <p:nvGraphicFramePr>
          <p:cNvPr id="22" name="Chart 21"/>
          <p:cNvGraphicFramePr>
            <a:graphicFrameLocks/>
          </p:cNvGraphicFramePr>
          <p:nvPr>
            <p:extLst>
              <p:ext uri="{D42A27DB-BD31-4B8C-83A1-F6EECF244321}">
                <p14:modId xmlns:p14="http://schemas.microsoft.com/office/powerpoint/2010/main" val="157425890"/>
              </p:ext>
            </p:extLst>
          </p:nvPr>
        </p:nvGraphicFramePr>
        <p:xfrm>
          <a:off x="4315143" y="1925453"/>
          <a:ext cx="2664032" cy="276449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961093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bwMode="auto">
          <a:xfrm>
            <a:off x="1262246" y="247132"/>
            <a:ext cx="8574088" cy="60991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algn="r" defTabSz="1018586" eaLnBrk="0" hangingPunct="0">
              <a:defRPr/>
            </a:pPr>
            <a:r>
              <a:rPr lang="en-US" sz="1400" b="1" kern="0" dirty="0" smtClean="0">
                <a:solidFill>
                  <a:schemeClr val="bg1"/>
                </a:solidFill>
                <a:latin typeface="Calibri" pitchFamily="34" charset="0"/>
                <a:ea typeface="+mj-ea"/>
                <a:cs typeface="+mj-cs"/>
              </a:rPr>
              <a:t>2013: KEY HIGHLIGHTS</a:t>
            </a:r>
            <a:endParaRPr lang="en-US" sz="1400" b="1" kern="0" dirty="0">
              <a:solidFill>
                <a:schemeClr val="bg1"/>
              </a:solidFill>
              <a:latin typeface="+mj-lt"/>
              <a:ea typeface="+mj-ea"/>
              <a:cs typeface="+mj-cs"/>
            </a:endParaRPr>
          </a:p>
        </p:txBody>
      </p:sp>
      <p:cxnSp>
        <p:nvCxnSpPr>
          <p:cNvPr id="18" name="Straight Arrow Connector 17"/>
          <p:cNvCxnSpPr/>
          <p:nvPr/>
        </p:nvCxnSpPr>
        <p:spPr>
          <a:xfrm>
            <a:off x="598314" y="1771435"/>
            <a:ext cx="391161" cy="9962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 name="TextBox 8"/>
          <p:cNvSpPr txBox="1"/>
          <p:nvPr/>
        </p:nvSpPr>
        <p:spPr>
          <a:xfrm>
            <a:off x="3247014" y="4143375"/>
            <a:ext cx="156517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CMOS: $1.1 Trillion</a:t>
            </a:r>
            <a:endParaRPr lang="en-US" sz="1150" b="1" spc="10" dirty="0">
              <a:solidFill>
                <a:schemeClr val="bg1"/>
              </a:solidFill>
              <a:latin typeface="Arial" pitchFamily="34" charset="0"/>
              <a:cs typeface="Arial" pitchFamily="34" charset="0"/>
            </a:endParaRPr>
          </a:p>
        </p:txBody>
      </p:sp>
      <p:sp>
        <p:nvSpPr>
          <p:cNvPr id="32" name="Rectangle 9"/>
          <p:cNvSpPr>
            <a:spLocks noChangeArrowheads="1"/>
          </p:cNvSpPr>
          <p:nvPr/>
        </p:nvSpPr>
        <p:spPr bwMode="auto">
          <a:xfrm>
            <a:off x="224110" y="1603608"/>
            <a:ext cx="3901277" cy="3050984"/>
          </a:xfrm>
          <a:prstGeom prst="rect">
            <a:avLst/>
          </a:prstGeom>
          <a:noFill/>
          <a:ln w="9525">
            <a:noFill/>
            <a:miter lim="800000"/>
            <a:headEnd/>
            <a:tailEnd/>
          </a:ln>
          <a:effectLst/>
        </p:spPr>
        <p:txBody>
          <a:bodyPr wrap="square" lIns="101858" tIns="50929" rIns="101858" bIns="50929">
            <a:noAutofit/>
          </a:bodyPr>
          <a:lstStyle/>
          <a:p>
            <a:pPr lvl="0"/>
            <a:endParaRPr lang="en-US" sz="830" dirty="0" smtClean="0">
              <a:latin typeface="Calibri" pitchFamily="34" charset="0"/>
            </a:endParaRPr>
          </a:p>
          <a:p>
            <a:r>
              <a:rPr lang="en-US" sz="830" dirty="0">
                <a:latin typeface="Calibri" pitchFamily="34" charset="0"/>
              </a:rPr>
              <a:t>Cello preferred the following types of securities: 1) CQ (&gt; 105% LTV) and CR (&gt; 125% LTV) as Cello’s thesis </a:t>
            </a:r>
            <a:r>
              <a:rPr lang="en-US" sz="830" dirty="0" smtClean="0">
                <a:latin typeface="Calibri" pitchFamily="34" charset="0"/>
              </a:rPr>
              <a:t>was that </a:t>
            </a:r>
            <a:r>
              <a:rPr lang="en-US" sz="830" dirty="0">
                <a:latin typeface="Calibri" pitchFamily="34" charset="0"/>
              </a:rPr>
              <a:t>underlying borrowers </a:t>
            </a:r>
            <a:r>
              <a:rPr lang="en-US" sz="830" dirty="0" smtClean="0">
                <a:latin typeface="Calibri" pitchFamily="34" charset="0"/>
              </a:rPr>
              <a:t>couldn’t </a:t>
            </a:r>
            <a:r>
              <a:rPr lang="en-US" sz="830" dirty="0">
                <a:latin typeface="Calibri" pitchFamily="34" charset="0"/>
              </a:rPr>
              <a:t>refinance a second time through HARP; 2) Jumbo IOs backed by large loan size mortgages which offered optionality in the event of a rise in interest rates; 3) GNMA IOs which would benefit from increased refinancing frictions as the FHA struggles with its finances. </a:t>
            </a:r>
          </a:p>
          <a:p>
            <a:pPr lvl="0"/>
            <a:endParaRPr lang="en-US" sz="830" dirty="0" smtClean="0">
              <a:latin typeface="Calibri" pitchFamily="34" charset="0"/>
            </a:endParaRPr>
          </a:p>
          <a:p>
            <a:pPr lvl="0"/>
            <a:r>
              <a:rPr lang="en-US" sz="830" dirty="0">
                <a:latin typeface="Calibri" pitchFamily="34" charset="0"/>
              </a:rPr>
              <a:t>In the third quarter, Cello took advantage of  volatility to add to exposure and increased its CMO exposure to 81% of NAV and transitioned toward newer vintage lower coupon mortgages where Cello earned attractive carry while taking less risk of faster prepayment </a:t>
            </a:r>
            <a:r>
              <a:rPr lang="en-US" sz="830" dirty="0" smtClean="0">
                <a:latin typeface="Calibri" pitchFamily="34" charset="0"/>
              </a:rPr>
              <a:t>speeds (when </a:t>
            </a:r>
            <a:r>
              <a:rPr lang="en-US" sz="830" dirty="0">
                <a:latin typeface="Calibri" pitchFamily="34" charset="0"/>
              </a:rPr>
              <a:t>compared to other sectors of the </a:t>
            </a:r>
            <a:r>
              <a:rPr lang="en-US" sz="830" dirty="0" smtClean="0">
                <a:latin typeface="Calibri" pitchFamily="34" charset="0"/>
              </a:rPr>
              <a:t>market).</a:t>
            </a:r>
            <a:endParaRPr lang="en-US" sz="830" dirty="0">
              <a:latin typeface="Calibri" pitchFamily="34" charset="0"/>
            </a:endParaRPr>
          </a:p>
          <a:p>
            <a:pPr lvl="0"/>
            <a:endParaRPr lang="en-US" sz="830" dirty="0">
              <a:latin typeface="Calibri" pitchFamily="34" charset="0"/>
            </a:endParaRPr>
          </a:p>
          <a:p>
            <a:pPr lvl="0"/>
            <a:r>
              <a:rPr lang="en-US" sz="830" dirty="0">
                <a:latin typeface="Calibri" pitchFamily="34" charset="0"/>
              </a:rPr>
              <a:t>With rates grinding higher (although there was volatility with the debt ceiling debate) through the end of 2013, we saw IO product tighten and prepayments fall. For example, Cello’s overweight </a:t>
            </a:r>
            <a:r>
              <a:rPr lang="en-US" sz="830" dirty="0" smtClean="0">
                <a:latin typeface="Calibri" pitchFamily="34" charset="0"/>
              </a:rPr>
              <a:t>in Jumbos </a:t>
            </a:r>
            <a:r>
              <a:rPr lang="en-US" sz="830" dirty="0">
                <a:latin typeface="Calibri" pitchFamily="34" charset="0"/>
              </a:rPr>
              <a:t>were additive as prepayments declined more than the industry average</a:t>
            </a:r>
            <a:r>
              <a:rPr lang="en-US" sz="830" dirty="0" smtClean="0">
                <a:latin typeface="Calibri" pitchFamily="34" charset="0"/>
              </a:rPr>
              <a:t>.</a:t>
            </a:r>
          </a:p>
          <a:p>
            <a:pPr lvl="0"/>
            <a:endParaRPr lang="en-US" sz="830" dirty="0" smtClean="0">
              <a:latin typeface="Calibri" pitchFamily="34" charset="0"/>
            </a:endParaRPr>
          </a:p>
          <a:p>
            <a:r>
              <a:rPr lang="en-US" sz="830" b="1" dirty="0" smtClean="0">
                <a:latin typeface="Calibri" pitchFamily="34" charset="0"/>
              </a:rPr>
              <a:t>Notable </a:t>
            </a:r>
            <a:r>
              <a:rPr lang="en-US" sz="830" b="1" dirty="0">
                <a:latin typeface="Calibri" pitchFamily="34" charset="0"/>
              </a:rPr>
              <a:t>Dates</a:t>
            </a:r>
          </a:p>
          <a:p>
            <a:pPr marL="171450" indent="-171450">
              <a:buFont typeface="Arial" panose="020B0604020202020204" pitchFamily="34" charset="0"/>
              <a:buChar char="•"/>
            </a:pPr>
            <a:r>
              <a:rPr lang="en-US" sz="830" dirty="0">
                <a:latin typeface="Calibri" pitchFamily="34" charset="0"/>
              </a:rPr>
              <a:t>April 11, 2013: FHFA said it would extend the HARP program by an additional two years. The program had been scheduled to end on 12/31/13, and although the market had expected it to be extended by another year, two years was a </a:t>
            </a:r>
            <a:r>
              <a:rPr lang="en-US" sz="830" dirty="0" smtClean="0">
                <a:latin typeface="Calibri" pitchFamily="34" charset="0"/>
              </a:rPr>
              <a:t>surprise</a:t>
            </a:r>
          </a:p>
          <a:p>
            <a:pPr marL="171450" indent="-171450">
              <a:buFont typeface="Arial" panose="020B0604020202020204" pitchFamily="34" charset="0"/>
              <a:buChar char="•"/>
            </a:pPr>
            <a:r>
              <a:rPr lang="en-US" sz="830" dirty="0" smtClean="0">
                <a:latin typeface="Calibri" pitchFamily="34" charset="0"/>
              </a:rPr>
              <a:t>May </a:t>
            </a:r>
            <a:r>
              <a:rPr lang="en-US" sz="830" dirty="0">
                <a:latin typeface="Calibri" pitchFamily="34" charset="0"/>
              </a:rPr>
              <a:t>22, 2013, the Federal Reserve announced that it would begin tapering back its roughly $70 billion a month in bond and mortgage backed securities </a:t>
            </a:r>
            <a:r>
              <a:rPr lang="en-US" sz="830" dirty="0" smtClean="0">
                <a:latin typeface="Calibri" pitchFamily="34" charset="0"/>
              </a:rPr>
              <a:t>program</a:t>
            </a:r>
            <a:endParaRPr lang="en-US" sz="830" dirty="0" smtClean="0">
              <a:solidFill>
                <a:srgbClr val="FF0000"/>
              </a:solidFill>
              <a:latin typeface="Calibri" pitchFamily="34" charset="0"/>
            </a:endParaRPr>
          </a:p>
          <a:p>
            <a:pPr lvl="0"/>
            <a:endParaRPr lang="en-US" sz="800" i="1" dirty="0">
              <a:solidFill>
                <a:srgbClr val="2E398A"/>
              </a:solidFill>
              <a:latin typeface="Calibri" pitchFamily="34" charset="0"/>
            </a:endParaRPr>
          </a:p>
          <a:p>
            <a:pPr lvl="0"/>
            <a:endParaRPr lang="en-US" sz="800" i="1" dirty="0" smtClean="0">
              <a:solidFill>
                <a:srgbClr val="2E398A"/>
              </a:solidFill>
              <a:latin typeface="Calibri" pitchFamily="34" charset="0"/>
            </a:endParaRPr>
          </a:p>
          <a:p>
            <a:pPr lvl="0"/>
            <a:endParaRPr lang="en-US" sz="800" i="1" dirty="0">
              <a:solidFill>
                <a:srgbClr val="2E398A"/>
              </a:solidFill>
              <a:latin typeface="Calibri" pitchFamily="34" charset="0"/>
            </a:endParaRPr>
          </a:p>
          <a:p>
            <a:pPr lvl="0"/>
            <a:endParaRPr lang="en-US" sz="800" i="1" dirty="0">
              <a:solidFill>
                <a:srgbClr val="2E398A"/>
              </a:solidFill>
              <a:latin typeface="Calibri" pitchFamily="34" charset="0"/>
            </a:endParaRPr>
          </a:p>
        </p:txBody>
      </p:sp>
      <p:sp>
        <p:nvSpPr>
          <p:cNvPr id="10" name="Rectangle 9"/>
          <p:cNvSpPr/>
          <p:nvPr/>
        </p:nvSpPr>
        <p:spPr>
          <a:xfrm>
            <a:off x="420879" y="4722627"/>
            <a:ext cx="3215455" cy="1828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2013 RISK </a:t>
            </a:r>
            <a:r>
              <a:rPr lang="en-US" sz="900" b="1" dirty="0">
                <a:latin typeface="Calibri" pitchFamily="34" charset="0"/>
              </a:rPr>
              <a:t>DISTRIBUTION  </a:t>
            </a:r>
            <a:r>
              <a:rPr lang="en-US" sz="900" b="1" dirty="0" smtClean="0">
                <a:latin typeface="Calibri" pitchFamily="34" charset="0"/>
              </a:rPr>
              <a:t>MONTHLY AVERAGE</a:t>
            </a:r>
            <a:endParaRPr lang="en-US" sz="900" b="1" dirty="0">
              <a:latin typeface="Calibri" pitchFamily="34" charset="0"/>
            </a:endParaRPr>
          </a:p>
        </p:txBody>
      </p:sp>
      <p:sp>
        <p:nvSpPr>
          <p:cNvPr id="12" name="Rectangle 11"/>
          <p:cNvSpPr/>
          <p:nvPr/>
        </p:nvSpPr>
        <p:spPr>
          <a:xfrm>
            <a:off x="4422739"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a:solidFill>
                  <a:schemeClr val="bg1"/>
                </a:solidFill>
              </a:rPr>
              <a:t>CMO/NAV% AND NET IO%</a:t>
            </a:r>
            <a:endParaRPr lang="en-US" sz="800" b="1" spc="-10" dirty="0">
              <a:latin typeface="Calibri" pitchFamily="34" charset="0"/>
            </a:endParaRPr>
          </a:p>
        </p:txBody>
      </p:sp>
      <p:graphicFrame>
        <p:nvGraphicFramePr>
          <p:cNvPr id="14" name="Chart 13"/>
          <p:cNvGraphicFramePr>
            <a:graphicFrameLocks/>
          </p:cNvGraphicFramePr>
          <p:nvPr>
            <p:extLst>
              <p:ext uri="{D42A27DB-BD31-4B8C-83A1-F6EECF244321}">
                <p14:modId xmlns:p14="http://schemas.microsoft.com/office/powerpoint/2010/main" val="2490541915"/>
              </p:ext>
            </p:extLst>
          </p:nvPr>
        </p:nvGraphicFramePr>
        <p:xfrm>
          <a:off x="313838" y="4905507"/>
          <a:ext cx="3322496" cy="2505386"/>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817510" y="7339422"/>
            <a:ext cx="6346299" cy="292388"/>
          </a:xfrm>
          <a:prstGeom prst="rect">
            <a:avLst/>
          </a:prstGeom>
          <a:noFill/>
        </p:spPr>
        <p:txBody>
          <a:bodyPr wrap="square" rtlCol="0">
            <a:spAutoFit/>
          </a:bodyPr>
          <a:lstStyle/>
          <a:p>
            <a:r>
              <a:rPr lang="en-US" sz="1300" b="1" dirty="0">
                <a:solidFill>
                  <a:schemeClr val="accent1"/>
                </a:solidFill>
                <a:latin typeface="Calibri" pitchFamily="34" charset="0"/>
              </a:rPr>
              <a:t>For Internal Use Only</a:t>
            </a:r>
          </a:p>
        </p:txBody>
      </p:sp>
      <p:sp>
        <p:nvSpPr>
          <p:cNvPr id="15" name="Rectangle 14"/>
          <p:cNvSpPr/>
          <p:nvPr/>
        </p:nvSpPr>
        <p:spPr>
          <a:xfrm>
            <a:off x="7252614" y="177143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2013 AUM Growth (Millions)</a:t>
            </a:r>
            <a:endParaRPr lang="en-US" sz="800" spc="-10" dirty="0">
              <a:latin typeface="Calibri" pitchFamily="34" charset="0"/>
            </a:endParaRPr>
          </a:p>
        </p:txBody>
      </p:sp>
      <p:graphicFrame>
        <p:nvGraphicFramePr>
          <p:cNvPr id="17" name="Chart 16"/>
          <p:cNvGraphicFramePr>
            <a:graphicFrameLocks/>
          </p:cNvGraphicFramePr>
          <p:nvPr>
            <p:extLst>
              <p:ext uri="{D42A27DB-BD31-4B8C-83A1-F6EECF244321}">
                <p14:modId xmlns:p14="http://schemas.microsoft.com/office/powerpoint/2010/main" val="865498469"/>
              </p:ext>
            </p:extLst>
          </p:nvPr>
        </p:nvGraphicFramePr>
        <p:xfrm>
          <a:off x="7166093" y="1960528"/>
          <a:ext cx="2686327" cy="24521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745946659"/>
              </p:ext>
            </p:extLst>
          </p:nvPr>
        </p:nvGraphicFramePr>
        <p:xfrm>
          <a:off x="224108" y="975720"/>
          <a:ext cx="9612225" cy="627888"/>
        </p:xfrm>
        <a:graphic>
          <a:graphicData uri="http://schemas.openxmlformats.org/drawingml/2006/table">
            <a:tbl>
              <a:tblPr firstRow="1" bandRow="1">
                <a:tableStyleId>{21E4AEA4-8DFA-4A89-87EB-49C32662AFE0}</a:tableStyleId>
              </a:tblPr>
              <a:tblGrid>
                <a:gridCol w="640815"/>
                <a:gridCol w="640815"/>
                <a:gridCol w="640815"/>
                <a:gridCol w="640815"/>
                <a:gridCol w="640815"/>
                <a:gridCol w="640815"/>
                <a:gridCol w="640815"/>
                <a:gridCol w="640815"/>
                <a:gridCol w="640815"/>
                <a:gridCol w="640815"/>
                <a:gridCol w="640815"/>
                <a:gridCol w="640815"/>
                <a:gridCol w="640815"/>
                <a:gridCol w="640815"/>
                <a:gridCol w="640815"/>
              </a:tblGrid>
              <a:tr h="297405">
                <a:tc>
                  <a:txBody>
                    <a:bodyPr/>
                    <a:lstStyle/>
                    <a:p>
                      <a:pPr algn="ctr"/>
                      <a:r>
                        <a:rPr lang="en-US" sz="1100" b="1" dirty="0" smtClean="0">
                          <a:solidFill>
                            <a:schemeClr val="bg1"/>
                          </a:solidFill>
                          <a:latin typeface="Calibri" pitchFamily="34" charset="0"/>
                        </a:rPr>
                        <a:t>Year</a:t>
                      </a:r>
                      <a:endParaRPr lang="en-US" sz="1100" b="1" dirty="0">
                        <a:solidFill>
                          <a:schemeClr val="bg1"/>
                        </a:solidFill>
                        <a:latin typeface="Calibri" pitchFamily="34"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Jan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Feb</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Apr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May</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Jul</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Aug</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Sep</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Oct </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Nov</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Dec</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YTD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LTD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r>
              <a:tr h="297405">
                <a:tc>
                  <a:txBody>
                    <a:bodyPr/>
                    <a:lstStyle/>
                    <a:p>
                      <a:r>
                        <a:rPr lang="en-US" sz="1100" b="1" dirty="0" smtClean="0">
                          <a:solidFill>
                            <a:schemeClr val="accent1"/>
                          </a:solidFill>
                          <a:latin typeface="Calibri" pitchFamily="34" charset="0"/>
                          <a:cs typeface="Times New Roman" pitchFamily="18" charset="0"/>
                        </a:rPr>
                        <a:t>2013</a:t>
                      </a:r>
                      <a:endParaRPr lang="en-US" sz="1100" b="1" dirty="0">
                        <a:solidFill>
                          <a:schemeClr val="accent1"/>
                        </a:solidFill>
                        <a:latin typeface="Calibri" pitchFamily="34" charset="0"/>
                        <a:cs typeface="Times New Roman" pitchFamily="18"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-0.24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0.43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-1.28</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-1.64</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0.75</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1.93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0.91</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0.71</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1.36</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0.20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0.90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smtClean="0">
                          <a:solidFill>
                            <a:schemeClr val="tx1"/>
                          </a:solidFill>
                          <a:latin typeface="Calibri" pitchFamily="34" charset="0"/>
                          <a:cs typeface="Times New Roman" pitchFamily="18" charset="0"/>
                        </a:rPr>
                        <a:t>4.82</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dirty="0" smtClean="0">
                          <a:solidFill>
                            <a:schemeClr val="tx1"/>
                          </a:solidFill>
                          <a:latin typeface="Calibri" pitchFamily="34" charset="0"/>
                          <a:cs typeface="Times New Roman" pitchFamily="18" charset="0"/>
                        </a:rPr>
                        <a:t>71.80</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20" name="Chart 19"/>
          <p:cNvGraphicFramePr>
            <a:graphicFrameLocks/>
          </p:cNvGraphicFramePr>
          <p:nvPr>
            <p:extLst>
              <p:ext uri="{D42A27DB-BD31-4B8C-83A1-F6EECF244321}">
                <p14:modId xmlns:p14="http://schemas.microsoft.com/office/powerpoint/2010/main" val="1120139507"/>
              </p:ext>
            </p:extLst>
          </p:nvPr>
        </p:nvGraphicFramePr>
        <p:xfrm>
          <a:off x="4294454" y="4905507"/>
          <a:ext cx="2713037" cy="2433915"/>
        </p:xfrm>
        <a:graphic>
          <a:graphicData uri="http://schemas.openxmlformats.org/drawingml/2006/chart">
            <c:chart xmlns:c="http://schemas.openxmlformats.org/drawingml/2006/chart" xmlns:r="http://schemas.openxmlformats.org/officeDocument/2006/relationships" r:id="rId4"/>
          </a:graphicData>
        </a:graphic>
      </p:graphicFrame>
      <p:sp>
        <p:nvSpPr>
          <p:cNvPr id="21" name="Rectangle 20"/>
          <p:cNvSpPr/>
          <p:nvPr/>
        </p:nvSpPr>
        <p:spPr>
          <a:xfrm>
            <a:off x="7256764"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Prepayment DV01</a:t>
            </a:r>
            <a:endParaRPr lang="en-US" sz="800" b="1" spc="-10" dirty="0">
              <a:latin typeface="Calibri" pitchFamily="34" charset="0"/>
            </a:endParaRPr>
          </a:p>
        </p:txBody>
      </p:sp>
      <p:graphicFrame>
        <p:nvGraphicFramePr>
          <p:cNvPr id="22" name="Chart 21"/>
          <p:cNvGraphicFramePr>
            <a:graphicFrameLocks/>
          </p:cNvGraphicFramePr>
          <p:nvPr>
            <p:extLst>
              <p:ext uri="{D42A27DB-BD31-4B8C-83A1-F6EECF244321}">
                <p14:modId xmlns:p14="http://schemas.microsoft.com/office/powerpoint/2010/main" val="2214984012"/>
              </p:ext>
            </p:extLst>
          </p:nvPr>
        </p:nvGraphicFramePr>
        <p:xfrm>
          <a:off x="7252614" y="4898495"/>
          <a:ext cx="2599805" cy="2216812"/>
        </p:xfrm>
        <a:graphic>
          <a:graphicData uri="http://schemas.openxmlformats.org/drawingml/2006/chart">
            <c:chart xmlns:c="http://schemas.openxmlformats.org/drawingml/2006/chart" xmlns:r="http://schemas.openxmlformats.org/officeDocument/2006/relationships" r:id="rId5"/>
          </a:graphicData>
        </a:graphic>
      </p:graphicFrame>
      <p:sp>
        <p:nvSpPr>
          <p:cNvPr id="19" name="Rectangle 18"/>
          <p:cNvSpPr/>
          <p:nvPr/>
        </p:nvSpPr>
        <p:spPr>
          <a:xfrm>
            <a:off x="4341925" y="1766067"/>
            <a:ext cx="2641134"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latin typeface="Calibri" pitchFamily="34" charset="0"/>
              </a:rPr>
              <a:t>FNMA </a:t>
            </a:r>
            <a:r>
              <a:rPr lang="en-US" sz="900" b="1" dirty="0">
                <a:latin typeface="Calibri" pitchFamily="34" charset="0"/>
              </a:rPr>
              <a:t>IOS 4.0 </a:t>
            </a:r>
            <a:r>
              <a:rPr lang="en-US" sz="900" b="1" dirty="0" smtClean="0">
                <a:latin typeface="Calibri" pitchFamily="34" charset="0"/>
              </a:rPr>
              <a:t>2010 OAS vs </a:t>
            </a:r>
            <a:r>
              <a:rPr lang="en-US" sz="900" b="1" dirty="0">
                <a:latin typeface="Calibri" pitchFamily="34" charset="0"/>
              </a:rPr>
              <a:t>10 Year Yields (</a:t>
            </a:r>
            <a:r>
              <a:rPr lang="en-US" sz="900" b="1" dirty="0" err="1">
                <a:latin typeface="Calibri" pitchFamily="34" charset="0"/>
              </a:rPr>
              <a:t>rhs</a:t>
            </a:r>
            <a:r>
              <a:rPr lang="en-US" sz="900" b="1" dirty="0" smtClean="0">
                <a:latin typeface="Calibri" pitchFamily="34" charset="0"/>
              </a:rPr>
              <a:t>) </a:t>
            </a:r>
            <a:endParaRPr lang="en-US" sz="800" spc="-10" dirty="0">
              <a:latin typeface="Calibri" pitchFamily="34" charset="0"/>
            </a:endParaRPr>
          </a:p>
        </p:txBody>
      </p:sp>
      <p:graphicFrame>
        <p:nvGraphicFramePr>
          <p:cNvPr id="24" name="Chart 23"/>
          <p:cNvGraphicFramePr>
            <a:graphicFrameLocks/>
          </p:cNvGraphicFramePr>
          <p:nvPr>
            <p:extLst>
              <p:ext uri="{D42A27DB-BD31-4B8C-83A1-F6EECF244321}">
                <p14:modId xmlns:p14="http://schemas.microsoft.com/office/powerpoint/2010/main" val="96736789"/>
              </p:ext>
            </p:extLst>
          </p:nvPr>
        </p:nvGraphicFramePr>
        <p:xfrm>
          <a:off x="4294454" y="1927666"/>
          <a:ext cx="2643188" cy="272692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7867407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bwMode="auto">
          <a:xfrm>
            <a:off x="1262246" y="247132"/>
            <a:ext cx="8574088" cy="60991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algn="r" defTabSz="1018586" eaLnBrk="0" hangingPunct="0">
              <a:defRPr/>
            </a:pPr>
            <a:r>
              <a:rPr lang="en-US" sz="1400" b="1" kern="0" dirty="0" smtClean="0">
                <a:solidFill>
                  <a:schemeClr val="bg1"/>
                </a:solidFill>
                <a:latin typeface="Calibri" pitchFamily="34" charset="0"/>
                <a:ea typeface="+mj-ea"/>
                <a:cs typeface="+mj-cs"/>
              </a:rPr>
              <a:t>2014: KEY HIGHLIGHTS</a:t>
            </a:r>
            <a:endParaRPr lang="en-US" sz="1400" b="1" kern="0" dirty="0">
              <a:solidFill>
                <a:schemeClr val="bg1"/>
              </a:solidFill>
              <a:latin typeface="+mj-lt"/>
              <a:ea typeface="+mj-ea"/>
              <a:cs typeface="+mj-cs"/>
            </a:endParaRPr>
          </a:p>
        </p:txBody>
      </p:sp>
      <p:cxnSp>
        <p:nvCxnSpPr>
          <p:cNvPr id="18" name="Straight Arrow Connector 17"/>
          <p:cNvCxnSpPr/>
          <p:nvPr/>
        </p:nvCxnSpPr>
        <p:spPr>
          <a:xfrm>
            <a:off x="598314" y="1771435"/>
            <a:ext cx="391161" cy="9962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 name="TextBox 8"/>
          <p:cNvSpPr txBox="1"/>
          <p:nvPr/>
        </p:nvSpPr>
        <p:spPr>
          <a:xfrm>
            <a:off x="3247014" y="4143375"/>
            <a:ext cx="156517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CMOS: $1.1 Trillion</a:t>
            </a:r>
            <a:endParaRPr lang="en-US" sz="1150" b="1" spc="10" dirty="0">
              <a:solidFill>
                <a:schemeClr val="bg1"/>
              </a:solidFill>
              <a:latin typeface="Arial" pitchFamily="34" charset="0"/>
              <a:cs typeface="Arial" pitchFamily="34" charset="0"/>
            </a:endParaRPr>
          </a:p>
        </p:txBody>
      </p:sp>
      <p:sp>
        <p:nvSpPr>
          <p:cNvPr id="32" name="Rectangle 9"/>
          <p:cNvSpPr>
            <a:spLocks noChangeArrowheads="1"/>
          </p:cNvSpPr>
          <p:nvPr/>
        </p:nvSpPr>
        <p:spPr bwMode="auto">
          <a:xfrm>
            <a:off x="224110" y="1603608"/>
            <a:ext cx="3901277" cy="3050984"/>
          </a:xfrm>
          <a:prstGeom prst="rect">
            <a:avLst/>
          </a:prstGeom>
          <a:noFill/>
          <a:ln w="9525">
            <a:noFill/>
            <a:miter lim="800000"/>
            <a:headEnd/>
            <a:tailEnd/>
          </a:ln>
          <a:effectLst/>
        </p:spPr>
        <p:txBody>
          <a:bodyPr wrap="square" lIns="101858" tIns="50929" rIns="101858" bIns="50929">
            <a:noAutofit/>
          </a:bodyPr>
          <a:lstStyle/>
          <a:p>
            <a:pPr lvl="0"/>
            <a:endParaRPr lang="en-US" sz="850" dirty="0" smtClean="0">
              <a:solidFill>
                <a:srgbClr val="FF0000"/>
              </a:solidFill>
              <a:latin typeface="Calibri" pitchFamily="34" charset="0"/>
            </a:endParaRPr>
          </a:p>
          <a:p>
            <a:r>
              <a:rPr lang="en-US" sz="850" dirty="0" smtClean="0">
                <a:latin typeface="Calibri" pitchFamily="34" charset="0"/>
              </a:rPr>
              <a:t>In 2014, Cello maintained a long interest rate duration bias as it believed that the IO market wasn’t properly pricing in the possibility of rates rallying.  Interest rates grinded lower in part due to tepid US economic data in addition to global central bank easing, which made Treasuries look attractive in compassion (in particular versus European rates).</a:t>
            </a:r>
          </a:p>
          <a:p>
            <a:endParaRPr lang="en-US" sz="850" dirty="0">
              <a:latin typeface="Calibri" pitchFamily="34" charset="0"/>
            </a:endParaRPr>
          </a:p>
          <a:p>
            <a:r>
              <a:rPr lang="en-US" sz="850" dirty="0" smtClean="0">
                <a:latin typeface="Calibri" pitchFamily="34" charset="0"/>
              </a:rPr>
              <a:t>Cello also purchased specified pools for the first time. These pools were high LTV pools which were similar to those backing several positions in high LTV IO. </a:t>
            </a:r>
            <a:endParaRPr lang="en-US" sz="850" dirty="0">
              <a:latin typeface="Calibri" pitchFamily="34" charset="0"/>
            </a:endParaRPr>
          </a:p>
          <a:p>
            <a:endParaRPr lang="en-US" sz="850" dirty="0">
              <a:latin typeface="Calibri" pitchFamily="34" charset="0"/>
            </a:endParaRPr>
          </a:p>
          <a:p>
            <a:r>
              <a:rPr lang="en-US" sz="850" dirty="0">
                <a:latin typeface="Calibri" pitchFamily="34" charset="0"/>
              </a:rPr>
              <a:t>Cello opportunistically sold IO, in particular fixed rate and inverse IO backed by jumbo mortgages that were most susceptible to a pick up in refinancing activity due to lower rates.  </a:t>
            </a:r>
            <a:endParaRPr lang="en-US" sz="850" dirty="0" smtClean="0">
              <a:solidFill>
                <a:srgbClr val="FF0000"/>
              </a:solidFill>
              <a:latin typeface="Calibri" pitchFamily="34" charset="0"/>
            </a:endParaRPr>
          </a:p>
          <a:p>
            <a:endParaRPr lang="en-US" sz="850" dirty="0" smtClean="0">
              <a:solidFill>
                <a:srgbClr val="FF0000"/>
              </a:solidFill>
              <a:latin typeface="Calibri" pitchFamily="34" charset="0"/>
            </a:endParaRPr>
          </a:p>
          <a:p>
            <a:r>
              <a:rPr lang="en-US" sz="850" b="1" dirty="0" smtClean="0">
                <a:latin typeface="Calibri" pitchFamily="34" charset="0"/>
              </a:rPr>
              <a:t>Notable </a:t>
            </a:r>
            <a:r>
              <a:rPr lang="en-US" sz="850" b="1" dirty="0">
                <a:latin typeface="Calibri" pitchFamily="34" charset="0"/>
              </a:rPr>
              <a:t>Dates</a:t>
            </a:r>
          </a:p>
          <a:p>
            <a:pPr marL="171450" indent="-171450">
              <a:buFont typeface="Arial" panose="020B0604020202020204" pitchFamily="34" charset="0"/>
              <a:buChar char="•"/>
            </a:pPr>
            <a:r>
              <a:rPr lang="en-US" sz="850" dirty="0" smtClean="0">
                <a:latin typeface="Calibri" pitchFamily="34" charset="0"/>
              </a:rPr>
              <a:t>May 13, 2014: Mel Watt’s first major policy speech and announced that HARP eligibility will remained unchanged. </a:t>
            </a:r>
            <a:r>
              <a:rPr lang="en-US" sz="850" dirty="0">
                <a:latin typeface="Calibri" pitchFamily="34" charset="0"/>
              </a:rPr>
              <a:t> </a:t>
            </a:r>
            <a:r>
              <a:rPr lang="en-US" sz="850" dirty="0" smtClean="0">
                <a:latin typeface="Calibri" pitchFamily="34" charset="0"/>
              </a:rPr>
              <a:t>Also announced that existing representation and warranty framework for mortgage lenders would be relaxed. </a:t>
            </a:r>
          </a:p>
          <a:p>
            <a:pPr marL="171450" indent="-171450">
              <a:buFont typeface="Arial" panose="020B0604020202020204" pitchFamily="34" charset="0"/>
              <a:buChar char="•"/>
            </a:pPr>
            <a:r>
              <a:rPr lang="en-US" sz="850" dirty="0" smtClean="0">
                <a:latin typeface="Calibri" pitchFamily="34" charset="0"/>
              </a:rPr>
              <a:t>June 25, 2014: Mel Watt announced new outreach program targeting homeowners who could benefit from HARP. The FHFA targeted borrowers with at least 150bps of rate incentive.</a:t>
            </a:r>
          </a:p>
          <a:p>
            <a:pPr marL="171450" indent="-171450">
              <a:buFont typeface="Arial" panose="020B0604020202020204" pitchFamily="34" charset="0"/>
              <a:buChar char="•"/>
            </a:pPr>
            <a:endParaRPr lang="en-US" sz="870" dirty="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dirty="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i="1" dirty="0">
              <a:latin typeface="Calibri" pitchFamily="34" charset="0"/>
            </a:endParaRPr>
          </a:p>
          <a:p>
            <a:pPr lvl="0"/>
            <a:endParaRPr lang="en-US" sz="870" i="1" dirty="0">
              <a:solidFill>
                <a:srgbClr val="FF0000"/>
              </a:solidFill>
              <a:latin typeface="Calibri" pitchFamily="34" charset="0"/>
            </a:endParaRPr>
          </a:p>
        </p:txBody>
      </p:sp>
      <p:sp>
        <p:nvSpPr>
          <p:cNvPr id="10" name="Rectangle 9"/>
          <p:cNvSpPr/>
          <p:nvPr/>
        </p:nvSpPr>
        <p:spPr>
          <a:xfrm>
            <a:off x="420879" y="4722627"/>
            <a:ext cx="3215455" cy="1828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2014 RISK </a:t>
            </a:r>
            <a:r>
              <a:rPr lang="en-US" sz="900" b="1" dirty="0">
                <a:solidFill>
                  <a:schemeClr val="bg1"/>
                </a:solidFill>
                <a:latin typeface="Calibri" pitchFamily="34" charset="0"/>
              </a:rPr>
              <a:t>DISTRIBUTION  </a:t>
            </a:r>
            <a:r>
              <a:rPr lang="en-US" sz="900" b="1" dirty="0" smtClean="0">
                <a:solidFill>
                  <a:schemeClr val="bg1"/>
                </a:solidFill>
                <a:latin typeface="Calibri" pitchFamily="34" charset="0"/>
              </a:rPr>
              <a:t>MONTHLY AVERAGE</a:t>
            </a:r>
            <a:endParaRPr lang="en-US" sz="900" b="1" dirty="0">
              <a:solidFill>
                <a:schemeClr val="bg1"/>
              </a:solidFill>
              <a:latin typeface="Calibri" pitchFamily="34" charset="0"/>
            </a:endParaRPr>
          </a:p>
        </p:txBody>
      </p:sp>
      <p:sp>
        <p:nvSpPr>
          <p:cNvPr id="12" name="Rectangle 11"/>
          <p:cNvSpPr/>
          <p:nvPr/>
        </p:nvSpPr>
        <p:spPr>
          <a:xfrm>
            <a:off x="4422739"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a:solidFill>
                  <a:schemeClr val="bg1"/>
                </a:solidFill>
              </a:rPr>
              <a:t>CMO/NAV% AND NET IO%</a:t>
            </a:r>
            <a:endParaRPr lang="en-US" sz="800" b="1" spc="-10" dirty="0">
              <a:solidFill>
                <a:schemeClr val="bg1"/>
              </a:solidFill>
              <a:latin typeface="Calibri" pitchFamily="34" charset="0"/>
            </a:endParaRPr>
          </a:p>
        </p:txBody>
      </p:sp>
      <p:sp>
        <p:nvSpPr>
          <p:cNvPr id="11" name="TextBox 10"/>
          <p:cNvSpPr txBox="1"/>
          <p:nvPr/>
        </p:nvSpPr>
        <p:spPr>
          <a:xfrm>
            <a:off x="817510" y="7339422"/>
            <a:ext cx="6346299" cy="292388"/>
          </a:xfrm>
          <a:prstGeom prst="rect">
            <a:avLst/>
          </a:prstGeom>
          <a:noFill/>
        </p:spPr>
        <p:txBody>
          <a:bodyPr wrap="square" rtlCol="0">
            <a:spAutoFit/>
          </a:bodyPr>
          <a:lstStyle/>
          <a:p>
            <a:r>
              <a:rPr lang="en-US" sz="1300" b="1" dirty="0">
                <a:solidFill>
                  <a:schemeClr val="accent1"/>
                </a:solidFill>
                <a:latin typeface="Calibri" pitchFamily="34" charset="0"/>
              </a:rPr>
              <a:t>For Internal Use Only</a:t>
            </a:r>
          </a:p>
        </p:txBody>
      </p:sp>
      <p:sp>
        <p:nvSpPr>
          <p:cNvPr id="15" name="Rectangle 14"/>
          <p:cNvSpPr/>
          <p:nvPr/>
        </p:nvSpPr>
        <p:spPr>
          <a:xfrm>
            <a:off x="7252614" y="177143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2014 AUM Growth (Millions)</a:t>
            </a:r>
            <a:endParaRPr lang="en-US" sz="800" spc="-10" dirty="0">
              <a:solidFill>
                <a:schemeClr val="bg1"/>
              </a:solidFill>
              <a:latin typeface="Calibri" pitchFamily="34"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3267075922"/>
              </p:ext>
            </p:extLst>
          </p:nvPr>
        </p:nvGraphicFramePr>
        <p:xfrm>
          <a:off x="224108" y="975720"/>
          <a:ext cx="9612225" cy="627888"/>
        </p:xfrm>
        <a:graphic>
          <a:graphicData uri="http://schemas.openxmlformats.org/drawingml/2006/table">
            <a:tbl>
              <a:tblPr firstRow="1" bandRow="1">
                <a:tableStyleId>{21E4AEA4-8DFA-4A89-87EB-49C32662AFE0}</a:tableStyleId>
              </a:tblPr>
              <a:tblGrid>
                <a:gridCol w="640815"/>
                <a:gridCol w="640815"/>
                <a:gridCol w="640815"/>
                <a:gridCol w="640815"/>
                <a:gridCol w="640815"/>
                <a:gridCol w="640815"/>
                <a:gridCol w="640815"/>
                <a:gridCol w="640815"/>
                <a:gridCol w="640815"/>
                <a:gridCol w="640815"/>
                <a:gridCol w="640815"/>
                <a:gridCol w="640815"/>
                <a:gridCol w="640815"/>
                <a:gridCol w="640815"/>
                <a:gridCol w="640815"/>
              </a:tblGrid>
              <a:tr h="297405">
                <a:tc>
                  <a:txBody>
                    <a:bodyPr/>
                    <a:lstStyle/>
                    <a:p>
                      <a:pPr algn="ctr"/>
                      <a:r>
                        <a:rPr lang="en-US" sz="1100" b="1" dirty="0" smtClean="0">
                          <a:solidFill>
                            <a:schemeClr val="bg1"/>
                          </a:solidFill>
                          <a:latin typeface="Calibri" pitchFamily="34" charset="0"/>
                        </a:rPr>
                        <a:t>Year</a:t>
                      </a:r>
                      <a:endParaRPr lang="en-US" sz="1100" b="1" dirty="0">
                        <a:solidFill>
                          <a:schemeClr val="bg1"/>
                        </a:solidFill>
                        <a:latin typeface="Calibri" pitchFamily="34"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Jan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Feb</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Apr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May</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Jul</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Aug</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Sep</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Oct </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Nov</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Dec</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YTD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LTD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r>
              <a:tr h="297405">
                <a:tc>
                  <a:txBody>
                    <a:bodyPr/>
                    <a:lstStyle/>
                    <a:p>
                      <a:r>
                        <a:rPr lang="en-US" sz="1100" b="1" dirty="0" smtClean="0">
                          <a:solidFill>
                            <a:schemeClr val="accent1"/>
                          </a:solidFill>
                          <a:latin typeface="Calibri" pitchFamily="34" charset="0"/>
                          <a:cs typeface="Times New Roman" pitchFamily="18" charset="0"/>
                        </a:rPr>
                        <a:t>2014</a:t>
                      </a:r>
                      <a:endParaRPr lang="en-US" sz="1100" b="1" dirty="0">
                        <a:solidFill>
                          <a:schemeClr val="accent1"/>
                        </a:solidFill>
                        <a:latin typeface="Calibri" pitchFamily="34" charset="0"/>
                        <a:cs typeface="Times New Roman" pitchFamily="18"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1.28</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1.32</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0.73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1.16</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0.93</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-0.02</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0.28</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0.11</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-0.16</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0.40</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dirty="0" smtClean="0">
                          <a:solidFill>
                            <a:schemeClr val="tx1"/>
                          </a:solidFill>
                          <a:latin typeface="Calibri" pitchFamily="34" charset="0"/>
                          <a:cs typeface="Times New Roman" pitchFamily="18" charset="0"/>
                        </a:rPr>
                        <a:t>0.69</a:t>
                      </a:r>
                      <a:endParaRPr lang="en-US" sz="1100" dirty="0">
                        <a:solidFill>
                          <a:schemeClr val="tx1"/>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smtClean="0">
                          <a:solidFill>
                            <a:schemeClr val="tx1"/>
                          </a:solidFill>
                          <a:latin typeface="Calibri" pitchFamily="34" charset="0"/>
                          <a:cs typeface="Times New Roman" pitchFamily="18" charset="0"/>
                        </a:rPr>
                        <a:t>7.70</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dirty="0" smtClean="0">
                          <a:solidFill>
                            <a:schemeClr val="tx1"/>
                          </a:solidFill>
                          <a:latin typeface="Calibri" pitchFamily="34" charset="0"/>
                          <a:cs typeface="Times New Roman" pitchFamily="18" charset="0"/>
                        </a:rPr>
                        <a:t>85.02</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1" name="Rectangle 20"/>
          <p:cNvSpPr/>
          <p:nvPr/>
        </p:nvSpPr>
        <p:spPr>
          <a:xfrm>
            <a:off x="7256764"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Prepayment DV01</a:t>
            </a:r>
            <a:endParaRPr lang="en-US" sz="800" b="1" spc="-10" dirty="0">
              <a:solidFill>
                <a:schemeClr val="bg1"/>
              </a:solidFill>
              <a:latin typeface="Calibri" pitchFamily="34" charset="0"/>
            </a:endParaRPr>
          </a:p>
        </p:txBody>
      </p:sp>
      <p:sp>
        <p:nvSpPr>
          <p:cNvPr id="19" name="Rectangle 18"/>
          <p:cNvSpPr/>
          <p:nvPr/>
        </p:nvSpPr>
        <p:spPr>
          <a:xfrm>
            <a:off x="4341925" y="1766067"/>
            <a:ext cx="2641134"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FNMA </a:t>
            </a:r>
            <a:r>
              <a:rPr lang="en-US" sz="900" b="1" dirty="0">
                <a:solidFill>
                  <a:schemeClr val="bg1"/>
                </a:solidFill>
                <a:latin typeface="Calibri" pitchFamily="34" charset="0"/>
              </a:rPr>
              <a:t>IOS 4.0 </a:t>
            </a:r>
            <a:r>
              <a:rPr lang="en-US" sz="900" b="1" dirty="0" smtClean="0">
                <a:solidFill>
                  <a:schemeClr val="bg1"/>
                </a:solidFill>
                <a:latin typeface="Calibri" pitchFamily="34" charset="0"/>
              </a:rPr>
              <a:t>2010 OAS vs </a:t>
            </a:r>
            <a:r>
              <a:rPr lang="en-US" sz="900" b="1" dirty="0">
                <a:solidFill>
                  <a:schemeClr val="bg1"/>
                </a:solidFill>
                <a:latin typeface="Calibri" pitchFamily="34" charset="0"/>
              </a:rPr>
              <a:t>10 Year Yields (</a:t>
            </a:r>
            <a:r>
              <a:rPr lang="en-US" sz="900" b="1" dirty="0" err="1">
                <a:solidFill>
                  <a:schemeClr val="bg1"/>
                </a:solidFill>
                <a:latin typeface="Calibri" pitchFamily="34" charset="0"/>
              </a:rPr>
              <a:t>rhs</a:t>
            </a:r>
            <a:r>
              <a:rPr lang="en-US" sz="900" b="1" dirty="0" smtClean="0">
                <a:solidFill>
                  <a:schemeClr val="bg1"/>
                </a:solidFill>
                <a:latin typeface="Calibri" pitchFamily="34" charset="0"/>
              </a:rPr>
              <a:t>) </a:t>
            </a:r>
            <a:endParaRPr lang="en-US" sz="800" spc="-10" dirty="0">
              <a:solidFill>
                <a:schemeClr val="bg1"/>
              </a:solidFill>
              <a:latin typeface="Calibri" pitchFamily="34" charset="0"/>
            </a:endParaRPr>
          </a:p>
        </p:txBody>
      </p:sp>
      <p:graphicFrame>
        <p:nvGraphicFramePr>
          <p:cNvPr id="23" name="Chart 22"/>
          <p:cNvGraphicFramePr>
            <a:graphicFrameLocks/>
          </p:cNvGraphicFramePr>
          <p:nvPr>
            <p:extLst>
              <p:ext uri="{D42A27DB-BD31-4B8C-83A1-F6EECF244321}">
                <p14:modId xmlns:p14="http://schemas.microsoft.com/office/powerpoint/2010/main" val="2237155342"/>
              </p:ext>
            </p:extLst>
          </p:nvPr>
        </p:nvGraphicFramePr>
        <p:xfrm>
          <a:off x="378731" y="4917287"/>
          <a:ext cx="3322496" cy="24893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Chart 25"/>
          <p:cNvGraphicFramePr>
            <a:graphicFrameLocks/>
          </p:cNvGraphicFramePr>
          <p:nvPr>
            <p:extLst>
              <p:ext uri="{D42A27DB-BD31-4B8C-83A1-F6EECF244321}">
                <p14:modId xmlns:p14="http://schemas.microsoft.com/office/powerpoint/2010/main" val="3786132950"/>
              </p:ext>
            </p:extLst>
          </p:nvPr>
        </p:nvGraphicFramePr>
        <p:xfrm>
          <a:off x="4302237" y="4968721"/>
          <a:ext cx="2624122" cy="22831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hart 27"/>
          <p:cNvGraphicFramePr>
            <a:graphicFrameLocks/>
          </p:cNvGraphicFramePr>
          <p:nvPr>
            <p:extLst>
              <p:ext uri="{D42A27DB-BD31-4B8C-83A1-F6EECF244321}">
                <p14:modId xmlns:p14="http://schemas.microsoft.com/office/powerpoint/2010/main" val="1449220967"/>
              </p:ext>
            </p:extLst>
          </p:nvPr>
        </p:nvGraphicFramePr>
        <p:xfrm>
          <a:off x="4271962" y="1997360"/>
          <a:ext cx="2776538" cy="26572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p:cNvGraphicFramePr>
            <a:graphicFrameLocks/>
          </p:cNvGraphicFramePr>
          <p:nvPr>
            <p:extLst>
              <p:ext uri="{D42A27DB-BD31-4B8C-83A1-F6EECF244321}">
                <p14:modId xmlns:p14="http://schemas.microsoft.com/office/powerpoint/2010/main" val="2320634066"/>
              </p:ext>
            </p:extLst>
          </p:nvPr>
        </p:nvGraphicFramePr>
        <p:xfrm>
          <a:off x="7252614" y="4905507"/>
          <a:ext cx="2583720" cy="219217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Chart 1"/>
          <p:cNvGraphicFramePr/>
          <p:nvPr>
            <p:extLst>
              <p:ext uri="{D42A27DB-BD31-4B8C-83A1-F6EECF244321}">
                <p14:modId xmlns:p14="http://schemas.microsoft.com/office/powerpoint/2010/main" val="2286494229"/>
              </p:ext>
            </p:extLst>
          </p:nvPr>
        </p:nvGraphicFramePr>
        <p:xfrm>
          <a:off x="7165324" y="2004144"/>
          <a:ext cx="2651760" cy="240853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4251496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txBox="1">
            <a:spLocks/>
          </p:cNvSpPr>
          <p:nvPr/>
        </p:nvSpPr>
        <p:spPr bwMode="auto">
          <a:xfrm>
            <a:off x="1262246" y="247132"/>
            <a:ext cx="8574088" cy="609918"/>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algn="r" defTabSz="1018586" eaLnBrk="0" hangingPunct="0">
              <a:defRPr/>
            </a:pPr>
            <a:r>
              <a:rPr lang="en-US" sz="1400" b="1" kern="0" dirty="0" smtClean="0">
                <a:solidFill>
                  <a:schemeClr val="bg1"/>
                </a:solidFill>
                <a:latin typeface="Calibri" pitchFamily="34" charset="0"/>
                <a:ea typeface="+mj-ea"/>
                <a:cs typeface="+mj-cs"/>
              </a:rPr>
              <a:t>2015: KEY HIGHLIGHTS</a:t>
            </a:r>
            <a:endParaRPr lang="en-US" sz="1400" b="1" kern="0" dirty="0">
              <a:solidFill>
                <a:schemeClr val="bg1"/>
              </a:solidFill>
              <a:latin typeface="+mj-lt"/>
              <a:ea typeface="+mj-ea"/>
              <a:cs typeface="+mj-cs"/>
            </a:endParaRPr>
          </a:p>
        </p:txBody>
      </p:sp>
      <p:cxnSp>
        <p:nvCxnSpPr>
          <p:cNvPr id="18" name="Straight Arrow Connector 17"/>
          <p:cNvCxnSpPr/>
          <p:nvPr/>
        </p:nvCxnSpPr>
        <p:spPr>
          <a:xfrm>
            <a:off x="598314" y="1771435"/>
            <a:ext cx="391161" cy="9962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 name="TextBox 8"/>
          <p:cNvSpPr txBox="1"/>
          <p:nvPr/>
        </p:nvSpPr>
        <p:spPr>
          <a:xfrm>
            <a:off x="3247014" y="4143375"/>
            <a:ext cx="1565172" cy="26930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a:lstStyle>
          <a:p>
            <a:r>
              <a:rPr lang="en-US" sz="1150" b="1" spc="10" dirty="0" smtClean="0">
                <a:solidFill>
                  <a:schemeClr val="bg1"/>
                </a:solidFill>
                <a:latin typeface="Arial" pitchFamily="34" charset="0"/>
                <a:cs typeface="Arial" pitchFamily="34" charset="0"/>
              </a:rPr>
              <a:t>CMOS: $1.1 Trillion</a:t>
            </a:r>
            <a:endParaRPr lang="en-US" sz="1150" b="1" spc="10" dirty="0">
              <a:solidFill>
                <a:schemeClr val="bg1"/>
              </a:solidFill>
              <a:latin typeface="Arial" pitchFamily="34" charset="0"/>
              <a:cs typeface="Arial" pitchFamily="34" charset="0"/>
            </a:endParaRPr>
          </a:p>
        </p:txBody>
      </p:sp>
      <p:sp>
        <p:nvSpPr>
          <p:cNvPr id="32" name="Rectangle 9"/>
          <p:cNvSpPr>
            <a:spLocks noChangeArrowheads="1"/>
          </p:cNvSpPr>
          <p:nvPr/>
        </p:nvSpPr>
        <p:spPr bwMode="auto">
          <a:xfrm>
            <a:off x="224110" y="1603608"/>
            <a:ext cx="3901277" cy="3050984"/>
          </a:xfrm>
          <a:prstGeom prst="rect">
            <a:avLst/>
          </a:prstGeom>
          <a:noFill/>
          <a:ln w="9525">
            <a:noFill/>
            <a:miter lim="800000"/>
            <a:headEnd/>
            <a:tailEnd/>
          </a:ln>
          <a:effectLst/>
        </p:spPr>
        <p:txBody>
          <a:bodyPr wrap="square" lIns="101858" tIns="50929" rIns="101858" bIns="50929">
            <a:noAutofit/>
          </a:bodyPr>
          <a:lstStyle/>
          <a:p>
            <a:pPr lvl="0"/>
            <a:endParaRPr lang="en-US" sz="850" dirty="0" smtClean="0">
              <a:solidFill>
                <a:srgbClr val="FF0000"/>
              </a:solidFill>
              <a:latin typeface="Calibri" pitchFamily="34" charset="0"/>
            </a:endParaRPr>
          </a:p>
          <a:p>
            <a:r>
              <a:rPr lang="en-US" sz="850" dirty="0" smtClean="0">
                <a:solidFill>
                  <a:srgbClr val="FF0000"/>
                </a:solidFill>
                <a:latin typeface="Calibri" pitchFamily="34" charset="0"/>
              </a:rPr>
              <a:t>In 2014, Cello maintained a long interest rate duration bias as it believed that the IO market wasn’t properly pricing in the possibility of rates rallying.  Interest rates grinded lower in part due to tepid US economic data in addition to global central bank easing, which made Treasuries look attractive in compassion (in particular versus European rates).</a:t>
            </a:r>
          </a:p>
          <a:p>
            <a:endParaRPr lang="en-US" sz="850" dirty="0">
              <a:solidFill>
                <a:srgbClr val="FF0000"/>
              </a:solidFill>
              <a:latin typeface="Calibri" pitchFamily="34" charset="0"/>
            </a:endParaRPr>
          </a:p>
          <a:p>
            <a:r>
              <a:rPr lang="en-US" sz="850" dirty="0" smtClean="0">
                <a:solidFill>
                  <a:srgbClr val="FF0000"/>
                </a:solidFill>
                <a:latin typeface="Calibri" pitchFamily="34" charset="0"/>
              </a:rPr>
              <a:t>Cello also purchased specified pools for the first time. These pools were high LTV pools which were similar to those backing several positions in high LTV IO. </a:t>
            </a:r>
            <a:endParaRPr lang="en-US" sz="850" dirty="0">
              <a:solidFill>
                <a:srgbClr val="FF0000"/>
              </a:solidFill>
              <a:latin typeface="Calibri" pitchFamily="34" charset="0"/>
            </a:endParaRPr>
          </a:p>
          <a:p>
            <a:endParaRPr lang="en-US" sz="850" dirty="0">
              <a:solidFill>
                <a:srgbClr val="FF0000"/>
              </a:solidFill>
              <a:latin typeface="Calibri" pitchFamily="34" charset="0"/>
            </a:endParaRPr>
          </a:p>
          <a:p>
            <a:r>
              <a:rPr lang="en-US" sz="850" dirty="0">
                <a:solidFill>
                  <a:srgbClr val="FF0000"/>
                </a:solidFill>
                <a:latin typeface="Calibri" pitchFamily="34" charset="0"/>
              </a:rPr>
              <a:t>Cello opportunistically sold IO, in particular fixed rate and inverse IO backed by jumbo mortgages that were most susceptible to a pick up in refinancing activity due to lower rates.  </a:t>
            </a:r>
            <a:endParaRPr lang="en-US" sz="850" dirty="0" smtClean="0">
              <a:solidFill>
                <a:srgbClr val="FF0000"/>
              </a:solidFill>
              <a:latin typeface="Calibri" pitchFamily="34" charset="0"/>
            </a:endParaRPr>
          </a:p>
          <a:p>
            <a:endParaRPr lang="en-US" sz="850" dirty="0" smtClean="0">
              <a:solidFill>
                <a:srgbClr val="FF0000"/>
              </a:solidFill>
              <a:latin typeface="Calibri" pitchFamily="34" charset="0"/>
            </a:endParaRPr>
          </a:p>
          <a:p>
            <a:r>
              <a:rPr lang="en-US" sz="850" b="1" dirty="0" smtClean="0">
                <a:solidFill>
                  <a:srgbClr val="FF0000"/>
                </a:solidFill>
                <a:latin typeface="Calibri" pitchFamily="34" charset="0"/>
              </a:rPr>
              <a:t>Notable </a:t>
            </a:r>
            <a:r>
              <a:rPr lang="en-US" sz="850" b="1" dirty="0">
                <a:solidFill>
                  <a:srgbClr val="FF0000"/>
                </a:solidFill>
                <a:latin typeface="Calibri" pitchFamily="34" charset="0"/>
              </a:rPr>
              <a:t>Dates</a:t>
            </a:r>
          </a:p>
          <a:p>
            <a:pPr marL="171450" indent="-171450">
              <a:buFont typeface="Arial" panose="020B0604020202020204" pitchFamily="34" charset="0"/>
              <a:buChar char="•"/>
            </a:pPr>
            <a:r>
              <a:rPr lang="en-US" sz="850" dirty="0" smtClean="0">
                <a:solidFill>
                  <a:srgbClr val="FF0000"/>
                </a:solidFill>
                <a:latin typeface="Calibri" pitchFamily="34" charset="0"/>
              </a:rPr>
              <a:t>May 13, 2014: Mel Watt’s first major policy speech and announced that HARP eligibility will remained unchanged. </a:t>
            </a:r>
            <a:r>
              <a:rPr lang="en-US" sz="850" dirty="0">
                <a:solidFill>
                  <a:srgbClr val="FF0000"/>
                </a:solidFill>
                <a:latin typeface="Calibri" pitchFamily="34" charset="0"/>
              </a:rPr>
              <a:t> </a:t>
            </a:r>
            <a:r>
              <a:rPr lang="en-US" sz="850" dirty="0" smtClean="0">
                <a:solidFill>
                  <a:srgbClr val="FF0000"/>
                </a:solidFill>
                <a:latin typeface="Calibri" pitchFamily="34" charset="0"/>
              </a:rPr>
              <a:t>Also announced that existing representation and warranty framework for mortgage lenders would be relaxed. </a:t>
            </a:r>
          </a:p>
          <a:p>
            <a:pPr marL="171450" indent="-171450">
              <a:buFont typeface="Arial" panose="020B0604020202020204" pitchFamily="34" charset="0"/>
              <a:buChar char="•"/>
            </a:pPr>
            <a:r>
              <a:rPr lang="en-US" sz="850" dirty="0" smtClean="0">
                <a:solidFill>
                  <a:srgbClr val="FF0000"/>
                </a:solidFill>
                <a:latin typeface="Calibri" pitchFamily="34" charset="0"/>
              </a:rPr>
              <a:t>June 25, 2014: Mel Watt announced new outreach program targeting homeowners who could benefit from HARP. The FHFA targeted borrowers with at least 150bps of rate incentive.</a:t>
            </a:r>
          </a:p>
          <a:p>
            <a:pPr marL="171450" indent="-171450">
              <a:buFont typeface="Arial" panose="020B0604020202020204" pitchFamily="34" charset="0"/>
              <a:buChar char="•"/>
            </a:pPr>
            <a:endParaRPr lang="en-US" sz="870" dirty="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dirty="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dirty="0" smtClean="0">
              <a:latin typeface="Calibri" pitchFamily="34" charset="0"/>
            </a:endParaRPr>
          </a:p>
          <a:p>
            <a:pPr marL="171450" indent="-171450">
              <a:buFont typeface="Arial" panose="020B0604020202020204" pitchFamily="34" charset="0"/>
              <a:buChar char="•"/>
            </a:pPr>
            <a:endParaRPr lang="en-US" sz="870" i="1" dirty="0">
              <a:latin typeface="Calibri" pitchFamily="34" charset="0"/>
            </a:endParaRPr>
          </a:p>
          <a:p>
            <a:pPr lvl="0"/>
            <a:endParaRPr lang="en-US" sz="870" i="1" dirty="0">
              <a:solidFill>
                <a:srgbClr val="FF0000"/>
              </a:solidFill>
              <a:latin typeface="Calibri" pitchFamily="34" charset="0"/>
            </a:endParaRPr>
          </a:p>
        </p:txBody>
      </p:sp>
      <p:sp>
        <p:nvSpPr>
          <p:cNvPr id="10" name="Rectangle 9"/>
          <p:cNvSpPr/>
          <p:nvPr/>
        </p:nvSpPr>
        <p:spPr>
          <a:xfrm>
            <a:off x="420879" y="4722627"/>
            <a:ext cx="3215455" cy="1828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2015 RISK </a:t>
            </a:r>
            <a:r>
              <a:rPr lang="en-US" sz="900" b="1" dirty="0">
                <a:solidFill>
                  <a:schemeClr val="bg1"/>
                </a:solidFill>
                <a:latin typeface="Calibri" pitchFamily="34" charset="0"/>
              </a:rPr>
              <a:t>DISTRIBUTION  </a:t>
            </a:r>
            <a:r>
              <a:rPr lang="en-US" sz="900" b="1" dirty="0" smtClean="0">
                <a:solidFill>
                  <a:schemeClr val="bg1"/>
                </a:solidFill>
                <a:latin typeface="Calibri" pitchFamily="34" charset="0"/>
              </a:rPr>
              <a:t>MONTHLY AVERAGE</a:t>
            </a:r>
            <a:endParaRPr lang="en-US" sz="900" b="1" dirty="0">
              <a:solidFill>
                <a:schemeClr val="bg1"/>
              </a:solidFill>
              <a:latin typeface="Calibri" pitchFamily="34" charset="0"/>
            </a:endParaRPr>
          </a:p>
        </p:txBody>
      </p:sp>
      <p:sp>
        <p:nvSpPr>
          <p:cNvPr id="12" name="Rectangle 11"/>
          <p:cNvSpPr/>
          <p:nvPr/>
        </p:nvSpPr>
        <p:spPr>
          <a:xfrm>
            <a:off x="4422739"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a:solidFill>
                  <a:schemeClr val="bg1"/>
                </a:solidFill>
              </a:rPr>
              <a:t>CMO/NAV% AND NET IO%</a:t>
            </a:r>
            <a:endParaRPr lang="en-US" sz="800" b="1" spc="-10" dirty="0">
              <a:solidFill>
                <a:schemeClr val="bg1"/>
              </a:solidFill>
              <a:latin typeface="Calibri" pitchFamily="34" charset="0"/>
            </a:endParaRPr>
          </a:p>
        </p:txBody>
      </p:sp>
      <p:sp>
        <p:nvSpPr>
          <p:cNvPr id="11" name="TextBox 10"/>
          <p:cNvSpPr txBox="1"/>
          <p:nvPr/>
        </p:nvSpPr>
        <p:spPr>
          <a:xfrm>
            <a:off x="817510" y="7339422"/>
            <a:ext cx="6346299" cy="292388"/>
          </a:xfrm>
          <a:prstGeom prst="rect">
            <a:avLst/>
          </a:prstGeom>
          <a:noFill/>
        </p:spPr>
        <p:txBody>
          <a:bodyPr wrap="square" rtlCol="0">
            <a:spAutoFit/>
          </a:bodyPr>
          <a:lstStyle/>
          <a:p>
            <a:r>
              <a:rPr lang="en-US" sz="1300" b="1" dirty="0">
                <a:solidFill>
                  <a:schemeClr val="accent1"/>
                </a:solidFill>
                <a:latin typeface="Calibri" pitchFamily="34" charset="0"/>
              </a:rPr>
              <a:t>For Internal Use Only</a:t>
            </a:r>
          </a:p>
        </p:txBody>
      </p:sp>
      <p:sp>
        <p:nvSpPr>
          <p:cNvPr id="15" name="Rectangle 14"/>
          <p:cNvSpPr/>
          <p:nvPr/>
        </p:nvSpPr>
        <p:spPr>
          <a:xfrm>
            <a:off x="7252614" y="1771435"/>
            <a:ext cx="2549190"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2014 AUM Growth (Millions)</a:t>
            </a:r>
            <a:endParaRPr lang="en-US" sz="800" spc="-10" dirty="0">
              <a:solidFill>
                <a:schemeClr val="bg1"/>
              </a:solidFill>
              <a:latin typeface="Calibri" pitchFamily="34"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3260021693"/>
              </p:ext>
            </p:extLst>
          </p:nvPr>
        </p:nvGraphicFramePr>
        <p:xfrm>
          <a:off x="224108" y="975720"/>
          <a:ext cx="9612225" cy="627888"/>
        </p:xfrm>
        <a:graphic>
          <a:graphicData uri="http://schemas.openxmlformats.org/drawingml/2006/table">
            <a:tbl>
              <a:tblPr firstRow="1" bandRow="1">
                <a:tableStyleId>{21E4AEA4-8DFA-4A89-87EB-49C32662AFE0}</a:tableStyleId>
              </a:tblPr>
              <a:tblGrid>
                <a:gridCol w="640815"/>
                <a:gridCol w="640815"/>
                <a:gridCol w="640815"/>
                <a:gridCol w="640815"/>
                <a:gridCol w="640815"/>
                <a:gridCol w="640815"/>
                <a:gridCol w="640815"/>
                <a:gridCol w="640815"/>
                <a:gridCol w="640815"/>
                <a:gridCol w="640815"/>
                <a:gridCol w="640815"/>
                <a:gridCol w="640815"/>
                <a:gridCol w="640815"/>
                <a:gridCol w="640815"/>
                <a:gridCol w="640815"/>
              </a:tblGrid>
              <a:tr h="297405">
                <a:tc>
                  <a:txBody>
                    <a:bodyPr/>
                    <a:lstStyle/>
                    <a:p>
                      <a:pPr algn="ctr"/>
                      <a:r>
                        <a:rPr lang="en-US" sz="1100" b="1" dirty="0" smtClean="0">
                          <a:solidFill>
                            <a:schemeClr val="bg1"/>
                          </a:solidFill>
                          <a:latin typeface="Calibri" pitchFamily="34" charset="0"/>
                        </a:rPr>
                        <a:t>Year</a:t>
                      </a:r>
                      <a:endParaRPr lang="en-US" sz="1100" b="1" dirty="0">
                        <a:solidFill>
                          <a:schemeClr val="bg1"/>
                        </a:solidFill>
                        <a:latin typeface="Calibri" pitchFamily="34"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Jan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Feb</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Apr</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May</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Jun</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Jul</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Aug</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Sep</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Oct </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Nov</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Dec</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YTD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c>
                  <a:txBody>
                    <a:bodyPr/>
                    <a:lstStyle/>
                    <a:p>
                      <a:pPr algn="ctr"/>
                      <a:r>
                        <a:rPr lang="en-US" sz="1100" b="1" dirty="0" smtClean="0">
                          <a:solidFill>
                            <a:schemeClr val="bg1"/>
                          </a:solidFill>
                          <a:latin typeface="Calibri" pitchFamily="34" charset="0"/>
                        </a:rPr>
                        <a:t>LTD</a:t>
                      </a:r>
                      <a:endParaRPr lang="en-US" sz="1100" b="1" dirty="0">
                        <a:solidFill>
                          <a:schemeClr val="bg1"/>
                        </a:solidFill>
                        <a:latin typeface="Calibri" pitchFamily="34"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solidFill>
                      <a:srgbClr val="968880"/>
                    </a:solidFill>
                  </a:tcPr>
                </a:tc>
              </a:tr>
              <a:tr h="297405">
                <a:tc>
                  <a:txBody>
                    <a:bodyPr/>
                    <a:lstStyle/>
                    <a:p>
                      <a:r>
                        <a:rPr lang="en-US" sz="1100" b="1" dirty="0" smtClean="0">
                          <a:solidFill>
                            <a:schemeClr val="accent1"/>
                          </a:solidFill>
                          <a:latin typeface="Calibri" pitchFamily="34" charset="0"/>
                          <a:cs typeface="Times New Roman" pitchFamily="18" charset="0"/>
                        </a:rPr>
                        <a:t>2015</a:t>
                      </a:r>
                      <a:endParaRPr lang="en-US" sz="1100" b="1" dirty="0">
                        <a:solidFill>
                          <a:schemeClr val="accent1"/>
                        </a:solidFill>
                        <a:latin typeface="Calibri" pitchFamily="34" charset="0"/>
                        <a:cs typeface="Times New Roman" pitchFamily="18" charset="0"/>
                      </a:endParaRPr>
                    </a:p>
                  </a:txBody>
                  <a:tcPr marL="137160"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0.07</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-0.75</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0.76</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-1.07</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-1.63</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-0.93</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0.15</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-0.21</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-0.22</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-0.69</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0.1</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18472" rtl="0" eaLnBrk="1" fontAlgn="b" latinLnBrk="0" hangingPunct="1"/>
                      <a:r>
                        <a:rPr lang="en-US" sz="1100" b="0" kern="1200" dirty="0" smtClean="0">
                          <a:solidFill>
                            <a:schemeClr val="tx1"/>
                          </a:solidFill>
                          <a:latin typeface="Calibri" pitchFamily="34" charset="0"/>
                          <a:ea typeface="+mn-ea"/>
                          <a:cs typeface="Times New Roman" pitchFamily="18" charset="0"/>
                        </a:rPr>
                        <a:t>-1.33</a:t>
                      </a:r>
                      <a:endParaRPr lang="en-US" sz="1100" b="0" kern="1200" dirty="0">
                        <a:solidFill>
                          <a:schemeClr val="tx1"/>
                        </a:solidFill>
                        <a:latin typeface="Calibri" pitchFamily="34" charset="0"/>
                        <a:ea typeface="+mn-ea"/>
                        <a:cs typeface="Times New Roman" pitchFamily="18"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smtClean="0">
                          <a:solidFill>
                            <a:schemeClr val="tx1"/>
                          </a:solidFill>
                          <a:latin typeface="Calibri" pitchFamily="34" charset="0"/>
                          <a:cs typeface="Times New Roman" pitchFamily="18" charset="0"/>
                        </a:rPr>
                        <a:t>-5.63</a:t>
                      </a: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0" dirty="0" smtClean="0">
                          <a:solidFill>
                            <a:srgbClr val="FF0000"/>
                          </a:solidFill>
                          <a:latin typeface="Calibri" pitchFamily="34" charset="0"/>
                          <a:cs typeface="Times New Roman" pitchFamily="18" charset="0"/>
                        </a:rPr>
                        <a:t>85.02</a:t>
                      </a:r>
                      <a:endParaRPr lang="en-US" sz="1100" b="0" dirty="0" smtClean="0">
                        <a:solidFill>
                          <a:srgbClr val="FF0000"/>
                        </a:solidFill>
                        <a:latin typeface="Calibri" pitchFamily="34" charset="0"/>
                        <a:cs typeface="Times New Roman" pitchFamily="18" charset="0"/>
                      </a:endParaRPr>
                    </a:p>
                  </a:txBody>
                  <a:tcPr marL="100584" marR="100584"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968880"/>
                      </a:solidFill>
                      <a:prstDash val="solid"/>
                      <a:round/>
                      <a:headEnd type="none" w="med" len="med"/>
                      <a:tailEnd type="none" w="med" len="med"/>
                    </a:lnT>
                    <a:lnB w="12700" cap="flat" cmpd="sng" algn="ctr">
                      <a:solidFill>
                        <a:srgbClr val="96888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21" name="Rectangle 20"/>
          <p:cNvSpPr/>
          <p:nvPr/>
        </p:nvSpPr>
        <p:spPr>
          <a:xfrm>
            <a:off x="7256764" y="4719526"/>
            <a:ext cx="2560320" cy="185981"/>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rPr>
              <a:t>Prepayment DV01</a:t>
            </a:r>
            <a:endParaRPr lang="en-US" sz="800" b="1" spc="-10" dirty="0">
              <a:solidFill>
                <a:schemeClr val="bg1"/>
              </a:solidFill>
              <a:latin typeface="Calibri" pitchFamily="34" charset="0"/>
            </a:endParaRPr>
          </a:p>
        </p:txBody>
      </p:sp>
      <p:sp>
        <p:nvSpPr>
          <p:cNvPr id="19" name="Rectangle 18"/>
          <p:cNvSpPr/>
          <p:nvPr/>
        </p:nvSpPr>
        <p:spPr>
          <a:xfrm>
            <a:off x="4341925" y="1766067"/>
            <a:ext cx="2641134" cy="195304"/>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nSpc>
                <a:spcPct val="150000"/>
              </a:lnSpc>
            </a:pPr>
            <a:r>
              <a:rPr lang="en-US" sz="900" b="1" dirty="0" smtClean="0">
                <a:solidFill>
                  <a:schemeClr val="bg1"/>
                </a:solidFill>
                <a:latin typeface="Calibri" pitchFamily="34" charset="0"/>
              </a:rPr>
              <a:t>FNMA </a:t>
            </a:r>
            <a:r>
              <a:rPr lang="en-US" sz="900" b="1" dirty="0">
                <a:solidFill>
                  <a:schemeClr val="bg1"/>
                </a:solidFill>
                <a:latin typeface="Calibri" pitchFamily="34" charset="0"/>
              </a:rPr>
              <a:t>IOS 4.0 </a:t>
            </a:r>
            <a:r>
              <a:rPr lang="en-US" sz="900" b="1" dirty="0" smtClean="0">
                <a:solidFill>
                  <a:schemeClr val="bg1"/>
                </a:solidFill>
                <a:latin typeface="Calibri" pitchFamily="34" charset="0"/>
              </a:rPr>
              <a:t>2010 OAS vs </a:t>
            </a:r>
            <a:r>
              <a:rPr lang="en-US" sz="900" b="1" dirty="0">
                <a:solidFill>
                  <a:schemeClr val="bg1"/>
                </a:solidFill>
                <a:latin typeface="Calibri" pitchFamily="34" charset="0"/>
              </a:rPr>
              <a:t>10 Year Yields (</a:t>
            </a:r>
            <a:r>
              <a:rPr lang="en-US" sz="900" b="1" dirty="0" err="1">
                <a:solidFill>
                  <a:schemeClr val="bg1"/>
                </a:solidFill>
                <a:latin typeface="Calibri" pitchFamily="34" charset="0"/>
              </a:rPr>
              <a:t>rhs</a:t>
            </a:r>
            <a:r>
              <a:rPr lang="en-US" sz="900" b="1" dirty="0" smtClean="0">
                <a:solidFill>
                  <a:schemeClr val="bg1"/>
                </a:solidFill>
                <a:latin typeface="Calibri" pitchFamily="34" charset="0"/>
              </a:rPr>
              <a:t>) </a:t>
            </a:r>
            <a:endParaRPr lang="en-US" sz="800" spc="-10" dirty="0">
              <a:solidFill>
                <a:schemeClr val="bg1"/>
              </a:solidFill>
              <a:latin typeface="Calibri" pitchFamily="34" charset="0"/>
            </a:endParaRPr>
          </a:p>
        </p:txBody>
      </p:sp>
      <p:graphicFrame>
        <p:nvGraphicFramePr>
          <p:cNvPr id="20" name="Chart 19"/>
          <p:cNvGraphicFramePr/>
          <p:nvPr>
            <p:extLst>
              <p:ext uri="{D42A27DB-BD31-4B8C-83A1-F6EECF244321}">
                <p14:modId xmlns:p14="http://schemas.microsoft.com/office/powerpoint/2010/main" val="4166792200"/>
              </p:ext>
            </p:extLst>
          </p:nvPr>
        </p:nvGraphicFramePr>
        <p:xfrm>
          <a:off x="7165324" y="2004144"/>
          <a:ext cx="2651760" cy="26517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1"/>
          <p:cNvGraphicFramePr/>
          <p:nvPr>
            <p:extLst>
              <p:ext uri="{D42A27DB-BD31-4B8C-83A1-F6EECF244321}">
                <p14:modId xmlns:p14="http://schemas.microsoft.com/office/powerpoint/2010/main" val="490086165"/>
              </p:ext>
            </p:extLst>
          </p:nvPr>
        </p:nvGraphicFramePr>
        <p:xfrm>
          <a:off x="4274599" y="2004144"/>
          <a:ext cx="2651760" cy="2651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p:cNvGraphicFramePr/>
          <p:nvPr>
            <p:extLst>
              <p:ext uri="{D42A27DB-BD31-4B8C-83A1-F6EECF244321}">
                <p14:modId xmlns:p14="http://schemas.microsoft.com/office/powerpoint/2010/main" val="4112259498"/>
              </p:ext>
            </p:extLst>
          </p:nvPr>
        </p:nvGraphicFramePr>
        <p:xfrm>
          <a:off x="4205569" y="4954650"/>
          <a:ext cx="2651760" cy="2252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p:cNvGraphicFramePr/>
          <p:nvPr>
            <p:extLst>
              <p:ext uri="{D42A27DB-BD31-4B8C-83A1-F6EECF244321}">
                <p14:modId xmlns:p14="http://schemas.microsoft.com/office/powerpoint/2010/main" val="2185660615"/>
              </p:ext>
            </p:extLst>
          </p:nvPr>
        </p:nvGraphicFramePr>
        <p:xfrm>
          <a:off x="7211044" y="4905507"/>
          <a:ext cx="2651760" cy="218109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p:cNvGraphicFramePr/>
          <p:nvPr>
            <p:extLst>
              <p:ext uri="{D42A27DB-BD31-4B8C-83A1-F6EECF244321}">
                <p14:modId xmlns:p14="http://schemas.microsoft.com/office/powerpoint/2010/main" val="2364411292"/>
              </p:ext>
            </p:extLst>
          </p:nvPr>
        </p:nvGraphicFramePr>
        <p:xfrm>
          <a:off x="420878" y="4945358"/>
          <a:ext cx="3215455" cy="232539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7018031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57299</TotalTime>
  <Words>1402</Words>
  <Application>Microsoft Office PowerPoint</Application>
  <PresentationFormat>Custom</PresentationFormat>
  <Paragraphs>284</Paragraphs>
  <Slides>6</Slides>
  <Notes>1</Notes>
  <HiddenSlides>0</HiddenSlides>
  <MMClips>0</MMClips>
  <ScaleCrop>false</ScaleCrop>
  <HeadingPairs>
    <vt:vector size="4" baseType="variant">
      <vt:variant>
        <vt:lpstr>Theme</vt:lpstr>
      </vt:variant>
      <vt:variant>
        <vt:i4>14</vt:i4>
      </vt:variant>
      <vt:variant>
        <vt:lpstr>Slide Titles</vt:lpstr>
      </vt:variant>
      <vt:variant>
        <vt:i4>6</vt:i4>
      </vt:variant>
    </vt:vector>
  </HeadingPairs>
  <TitlesOfParts>
    <vt:vector size="20"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6_Custom Design</vt:lpstr>
      <vt:lpstr>7_Custom Design</vt:lpstr>
      <vt:lpstr>8_Custom Design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1872</cp:revision>
  <cp:lastPrinted>2016-01-20T14:02:22Z</cp:lastPrinted>
  <dcterms:created xsi:type="dcterms:W3CDTF">2011-07-07T12:37:32Z</dcterms:created>
  <dcterms:modified xsi:type="dcterms:W3CDTF">2016-01-21T18:55:28Z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