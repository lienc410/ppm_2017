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16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17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18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  <p:sldMasterId id="2147483860" r:id="rId16"/>
    <p:sldMasterId id="2147483866" r:id="rId17"/>
    <p:sldMasterId id="2147483872" r:id="rId18"/>
    <p:sldMasterId id="2147483879" r:id="rId19"/>
  </p:sldMasterIdLst>
  <p:notesMasterIdLst>
    <p:notesMasterId r:id="rId21"/>
  </p:notesMasterIdLst>
  <p:handoutMasterIdLst>
    <p:handoutMasterId r:id="rId22"/>
  </p:handoutMasterIdLst>
  <p:sldIdLst>
    <p:sldId id="610" r:id="rId20"/>
  </p:sldIdLst>
  <p:sldSz cx="10058400" cy="7772400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872">
          <p15:clr>
            <a:srgbClr val="A4A3A4"/>
          </p15:clr>
        </p15:guide>
        <p15:guide id="2" orient="horz" pos="1976">
          <p15:clr>
            <a:srgbClr val="A4A3A4"/>
          </p15:clr>
        </p15:guide>
        <p15:guide id="3" orient="horz" pos="797">
          <p15:clr>
            <a:srgbClr val="A4A3A4"/>
          </p15:clr>
        </p15:guide>
        <p15:guide id="4" orient="horz" pos="981">
          <p15:clr>
            <a:srgbClr val="A4A3A4"/>
          </p15:clr>
        </p15:guide>
        <p15:guide id="5" orient="horz" pos="4327">
          <p15:clr>
            <a:srgbClr val="A4A3A4"/>
          </p15:clr>
        </p15:guide>
        <p15:guide id="6" orient="horz" pos="145">
          <p15:clr>
            <a:srgbClr val="A4A3A4"/>
          </p15:clr>
        </p15:guide>
        <p15:guide id="7" pos="5282">
          <p15:clr>
            <a:srgbClr val="A4A3A4"/>
          </p15:clr>
        </p15:guide>
        <p15:guide id="8" pos="126">
          <p15:clr>
            <a:srgbClr val="A4A3A4"/>
          </p15:clr>
        </p15:guide>
        <p15:guide id="9" pos="5046">
          <p15:clr>
            <a:srgbClr val="A4A3A4"/>
          </p15:clr>
        </p15:guide>
        <p15:guide id="10" pos="1973">
          <p15:clr>
            <a:srgbClr val="A4A3A4"/>
          </p15:clr>
        </p15:guide>
        <p15:guide id="11" pos="3396">
          <p15:clr>
            <a:srgbClr val="A4A3A4"/>
          </p15:clr>
        </p15:guide>
        <p15:guide id="12" pos="3165">
          <p15:clr>
            <a:srgbClr val="A4A3A4"/>
          </p15:clr>
        </p15:guide>
        <p15:guide id="13" pos="1575">
          <p15:clr>
            <a:srgbClr val="A4A3A4"/>
          </p15:clr>
        </p15:guide>
        <p15:guide id="14" pos="10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905" userDrawn="1">
          <p15:clr>
            <a:srgbClr val="A4A3A4"/>
          </p15:clr>
        </p15:guide>
        <p15:guide id="2" pos="218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98A"/>
    <a:srgbClr val="C7732D"/>
    <a:srgbClr val="74B629"/>
    <a:srgbClr val="000000"/>
    <a:srgbClr val="968880"/>
    <a:srgbClr val="203353"/>
    <a:srgbClr val="533D2D"/>
    <a:srgbClr val="533D23"/>
    <a:srgbClr val="996633"/>
    <a:srgbClr val="8C2B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0" autoAdjust="0"/>
    <p:restoredTop sz="95005" autoAdjust="0"/>
  </p:normalViewPr>
  <p:slideViewPr>
    <p:cSldViewPr snapToGrid="0" snapToObjects="1">
      <p:cViewPr>
        <p:scale>
          <a:sx n="125" d="100"/>
          <a:sy n="125" d="100"/>
        </p:scale>
        <p:origin x="-594" y="-288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12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cov_WAC</c:v>
                </c:pt>
              </c:strCache>
            </c:strRef>
          </c:tx>
          <c:marker>
            <c:symbol val="none"/>
          </c:marker>
          <c:cat>
            <c:numRef>
              <c:f>Sheet1!$A$2:$A$327</c:f>
              <c:numCache>
                <c:formatCode>m/d/yyyy</c:formatCode>
                <c:ptCount val="326"/>
                <c:pt idx="0">
                  <c:v>32874</c:v>
                </c:pt>
                <c:pt idx="1">
                  <c:v>32905</c:v>
                </c:pt>
                <c:pt idx="2">
                  <c:v>32933</c:v>
                </c:pt>
                <c:pt idx="3">
                  <c:v>32964</c:v>
                </c:pt>
                <c:pt idx="4">
                  <c:v>32994</c:v>
                </c:pt>
                <c:pt idx="5">
                  <c:v>33025</c:v>
                </c:pt>
                <c:pt idx="6">
                  <c:v>33055</c:v>
                </c:pt>
                <c:pt idx="7">
                  <c:v>33086</c:v>
                </c:pt>
                <c:pt idx="8">
                  <c:v>33117</c:v>
                </c:pt>
                <c:pt idx="9">
                  <c:v>33147</c:v>
                </c:pt>
                <c:pt idx="10">
                  <c:v>33178</c:v>
                </c:pt>
                <c:pt idx="11">
                  <c:v>33208</c:v>
                </c:pt>
                <c:pt idx="12">
                  <c:v>33239</c:v>
                </c:pt>
                <c:pt idx="13">
                  <c:v>33270</c:v>
                </c:pt>
                <c:pt idx="14">
                  <c:v>33298</c:v>
                </c:pt>
                <c:pt idx="15">
                  <c:v>33329</c:v>
                </c:pt>
                <c:pt idx="16">
                  <c:v>33359</c:v>
                </c:pt>
                <c:pt idx="17">
                  <c:v>33390</c:v>
                </c:pt>
                <c:pt idx="18">
                  <c:v>33420</c:v>
                </c:pt>
                <c:pt idx="19">
                  <c:v>33451</c:v>
                </c:pt>
                <c:pt idx="20">
                  <c:v>33482</c:v>
                </c:pt>
                <c:pt idx="21">
                  <c:v>33512</c:v>
                </c:pt>
                <c:pt idx="22">
                  <c:v>33543</c:v>
                </c:pt>
                <c:pt idx="23">
                  <c:v>33573</c:v>
                </c:pt>
                <c:pt idx="24">
                  <c:v>33604</c:v>
                </c:pt>
                <c:pt idx="25">
                  <c:v>33635</c:v>
                </c:pt>
                <c:pt idx="26">
                  <c:v>33664</c:v>
                </c:pt>
                <c:pt idx="27">
                  <c:v>33695</c:v>
                </c:pt>
                <c:pt idx="28">
                  <c:v>33725</c:v>
                </c:pt>
                <c:pt idx="29">
                  <c:v>33756</c:v>
                </c:pt>
                <c:pt idx="30">
                  <c:v>33786</c:v>
                </c:pt>
                <c:pt idx="31">
                  <c:v>33817</c:v>
                </c:pt>
                <c:pt idx="32">
                  <c:v>33848</c:v>
                </c:pt>
                <c:pt idx="33">
                  <c:v>33878</c:v>
                </c:pt>
                <c:pt idx="34">
                  <c:v>33909</c:v>
                </c:pt>
                <c:pt idx="35">
                  <c:v>33939</c:v>
                </c:pt>
                <c:pt idx="36">
                  <c:v>33970</c:v>
                </c:pt>
                <c:pt idx="37">
                  <c:v>34001</c:v>
                </c:pt>
                <c:pt idx="38">
                  <c:v>34029</c:v>
                </c:pt>
                <c:pt idx="39">
                  <c:v>34060</c:v>
                </c:pt>
                <c:pt idx="40">
                  <c:v>34090</c:v>
                </c:pt>
                <c:pt idx="41">
                  <c:v>34121</c:v>
                </c:pt>
                <c:pt idx="42">
                  <c:v>34151</c:v>
                </c:pt>
                <c:pt idx="43">
                  <c:v>34182</c:v>
                </c:pt>
                <c:pt idx="44">
                  <c:v>34213</c:v>
                </c:pt>
                <c:pt idx="45">
                  <c:v>34243</c:v>
                </c:pt>
                <c:pt idx="46">
                  <c:v>34274</c:v>
                </c:pt>
                <c:pt idx="47">
                  <c:v>34304</c:v>
                </c:pt>
                <c:pt idx="48">
                  <c:v>34335</c:v>
                </c:pt>
                <c:pt idx="49">
                  <c:v>34366</c:v>
                </c:pt>
                <c:pt idx="50">
                  <c:v>34394</c:v>
                </c:pt>
                <c:pt idx="51">
                  <c:v>34425</c:v>
                </c:pt>
                <c:pt idx="52">
                  <c:v>34455</c:v>
                </c:pt>
                <c:pt idx="53">
                  <c:v>34486</c:v>
                </c:pt>
                <c:pt idx="54">
                  <c:v>34516</c:v>
                </c:pt>
                <c:pt idx="55">
                  <c:v>34547</c:v>
                </c:pt>
                <c:pt idx="56">
                  <c:v>34578</c:v>
                </c:pt>
                <c:pt idx="57">
                  <c:v>34608</c:v>
                </c:pt>
                <c:pt idx="58">
                  <c:v>34639</c:v>
                </c:pt>
                <c:pt idx="59">
                  <c:v>34669</c:v>
                </c:pt>
                <c:pt idx="60">
                  <c:v>34700</c:v>
                </c:pt>
                <c:pt idx="61">
                  <c:v>34731</c:v>
                </c:pt>
                <c:pt idx="62">
                  <c:v>34759</c:v>
                </c:pt>
                <c:pt idx="63">
                  <c:v>34790</c:v>
                </c:pt>
                <c:pt idx="64">
                  <c:v>34820</c:v>
                </c:pt>
                <c:pt idx="65">
                  <c:v>34851</c:v>
                </c:pt>
                <c:pt idx="66">
                  <c:v>34881</c:v>
                </c:pt>
                <c:pt idx="67">
                  <c:v>34912</c:v>
                </c:pt>
                <c:pt idx="68">
                  <c:v>34943</c:v>
                </c:pt>
                <c:pt idx="69">
                  <c:v>34973</c:v>
                </c:pt>
                <c:pt idx="70">
                  <c:v>35004</c:v>
                </c:pt>
                <c:pt idx="71">
                  <c:v>35034</c:v>
                </c:pt>
                <c:pt idx="72">
                  <c:v>35065</c:v>
                </c:pt>
                <c:pt idx="73">
                  <c:v>35096</c:v>
                </c:pt>
                <c:pt idx="74">
                  <c:v>35125</c:v>
                </c:pt>
                <c:pt idx="75">
                  <c:v>35156</c:v>
                </c:pt>
                <c:pt idx="76">
                  <c:v>35186</c:v>
                </c:pt>
                <c:pt idx="77">
                  <c:v>35217</c:v>
                </c:pt>
                <c:pt idx="78">
                  <c:v>35247</c:v>
                </c:pt>
                <c:pt idx="79">
                  <c:v>35278</c:v>
                </c:pt>
                <c:pt idx="80">
                  <c:v>35309</c:v>
                </c:pt>
                <c:pt idx="81">
                  <c:v>35339</c:v>
                </c:pt>
                <c:pt idx="82">
                  <c:v>35370</c:v>
                </c:pt>
                <c:pt idx="83">
                  <c:v>35400</c:v>
                </c:pt>
                <c:pt idx="84">
                  <c:v>35431</c:v>
                </c:pt>
                <c:pt idx="85">
                  <c:v>35462</c:v>
                </c:pt>
                <c:pt idx="86">
                  <c:v>35490</c:v>
                </c:pt>
                <c:pt idx="87">
                  <c:v>35521</c:v>
                </c:pt>
                <c:pt idx="88">
                  <c:v>35551</c:v>
                </c:pt>
                <c:pt idx="89">
                  <c:v>35582</c:v>
                </c:pt>
                <c:pt idx="90">
                  <c:v>35612</c:v>
                </c:pt>
                <c:pt idx="91">
                  <c:v>35643</c:v>
                </c:pt>
                <c:pt idx="92">
                  <c:v>35674</c:v>
                </c:pt>
                <c:pt idx="93">
                  <c:v>35704</c:v>
                </c:pt>
                <c:pt idx="94">
                  <c:v>35735</c:v>
                </c:pt>
                <c:pt idx="95">
                  <c:v>35765</c:v>
                </c:pt>
                <c:pt idx="96">
                  <c:v>35796</c:v>
                </c:pt>
                <c:pt idx="97">
                  <c:v>35827</c:v>
                </c:pt>
                <c:pt idx="98">
                  <c:v>35855</c:v>
                </c:pt>
                <c:pt idx="99">
                  <c:v>35886</c:v>
                </c:pt>
                <c:pt idx="100">
                  <c:v>35916</c:v>
                </c:pt>
                <c:pt idx="101">
                  <c:v>35947</c:v>
                </c:pt>
                <c:pt idx="102">
                  <c:v>35977</c:v>
                </c:pt>
                <c:pt idx="103">
                  <c:v>36008</c:v>
                </c:pt>
                <c:pt idx="104">
                  <c:v>36039</c:v>
                </c:pt>
                <c:pt idx="105">
                  <c:v>36069</c:v>
                </c:pt>
                <c:pt idx="106">
                  <c:v>36100</c:v>
                </c:pt>
                <c:pt idx="107">
                  <c:v>36130</c:v>
                </c:pt>
                <c:pt idx="108">
                  <c:v>36161</c:v>
                </c:pt>
                <c:pt idx="109">
                  <c:v>36192</c:v>
                </c:pt>
                <c:pt idx="110">
                  <c:v>36220</c:v>
                </c:pt>
                <c:pt idx="111">
                  <c:v>36251</c:v>
                </c:pt>
                <c:pt idx="112">
                  <c:v>36281</c:v>
                </c:pt>
                <c:pt idx="113">
                  <c:v>36312</c:v>
                </c:pt>
                <c:pt idx="114">
                  <c:v>36342</c:v>
                </c:pt>
                <c:pt idx="115">
                  <c:v>36373</c:v>
                </c:pt>
                <c:pt idx="116">
                  <c:v>36404</c:v>
                </c:pt>
                <c:pt idx="117">
                  <c:v>36434</c:v>
                </c:pt>
                <c:pt idx="118">
                  <c:v>36465</c:v>
                </c:pt>
                <c:pt idx="119">
                  <c:v>36495</c:v>
                </c:pt>
                <c:pt idx="120">
                  <c:v>36526</c:v>
                </c:pt>
                <c:pt idx="121">
                  <c:v>36557</c:v>
                </c:pt>
                <c:pt idx="122">
                  <c:v>36586</c:v>
                </c:pt>
                <c:pt idx="123">
                  <c:v>36617</c:v>
                </c:pt>
                <c:pt idx="124">
                  <c:v>36647</c:v>
                </c:pt>
                <c:pt idx="125">
                  <c:v>36678</c:v>
                </c:pt>
                <c:pt idx="126">
                  <c:v>36708</c:v>
                </c:pt>
                <c:pt idx="127">
                  <c:v>36739</c:v>
                </c:pt>
                <c:pt idx="128">
                  <c:v>36770</c:v>
                </c:pt>
                <c:pt idx="129">
                  <c:v>36800</c:v>
                </c:pt>
                <c:pt idx="130">
                  <c:v>36831</c:v>
                </c:pt>
                <c:pt idx="131">
                  <c:v>36861</c:v>
                </c:pt>
                <c:pt idx="132">
                  <c:v>36892</c:v>
                </c:pt>
                <c:pt idx="133">
                  <c:v>36923</c:v>
                </c:pt>
                <c:pt idx="134">
                  <c:v>36951</c:v>
                </c:pt>
                <c:pt idx="135">
                  <c:v>36982</c:v>
                </c:pt>
                <c:pt idx="136">
                  <c:v>37012</c:v>
                </c:pt>
                <c:pt idx="137">
                  <c:v>37043</c:v>
                </c:pt>
                <c:pt idx="138">
                  <c:v>37073</c:v>
                </c:pt>
                <c:pt idx="139">
                  <c:v>37104</c:v>
                </c:pt>
                <c:pt idx="140">
                  <c:v>37135</c:v>
                </c:pt>
                <c:pt idx="141">
                  <c:v>37165</c:v>
                </c:pt>
                <c:pt idx="142">
                  <c:v>37196</c:v>
                </c:pt>
                <c:pt idx="143">
                  <c:v>37226</c:v>
                </c:pt>
                <c:pt idx="144">
                  <c:v>37257</c:v>
                </c:pt>
                <c:pt idx="145">
                  <c:v>37288</c:v>
                </c:pt>
                <c:pt idx="146">
                  <c:v>37316</c:v>
                </c:pt>
                <c:pt idx="147">
                  <c:v>37347</c:v>
                </c:pt>
                <c:pt idx="148">
                  <c:v>37377</c:v>
                </c:pt>
                <c:pt idx="149">
                  <c:v>37408</c:v>
                </c:pt>
                <c:pt idx="150">
                  <c:v>37438</c:v>
                </c:pt>
                <c:pt idx="151">
                  <c:v>37469</c:v>
                </c:pt>
                <c:pt idx="152">
                  <c:v>37500</c:v>
                </c:pt>
                <c:pt idx="153">
                  <c:v>37530</c:v>
                </c:pt>
                <c:pt idx="154">
                  <c:v>37561</c:v>
                </c:pt>
                <c:pt idx="155">
                  <c:v>37591</c:v>
                </c:pt>
                <c:pt idx="156">
                  <c:v>37622</c:v>
                </c:pt>
                <c:pt idx="157">
                  <c:v>37653</c:v>
                </c:pt>
                <c:pt idx="158">
                  <c:v>37681</c:v>
                </c:pt>
                <c:pt idx="159">
                  <c:v>37712</c:v>
                </c:pt>
                <c:pt idx="160">
                  <c:v>37742</c:v>
                </c:pt>
                <c:pt idx="161">
                  <c:v>37773</c:v>
                </c:pt>
                <c:pt idx="162">
                  <c:v>37803</c:v>
                </c:pt>
                <c:pt idx="163">
                  <c:v>37834</c:v>
                </c:pt>
                <c:pt idx="164">
                  <c:v>37865</c:v>
                </c:pt>
                <c:pt idx="165">
                  <c:v>37895</c:v>
                </c:pt>
                <c:pt idx="166">
                  <c:v>37926</c:v>
                </c:pt>
                <c:pt idx="167">
                  <c:v>37956</c:v>
                </c:pt>
                <c:pt idx="168">
                  <c:v>37987</c:v>
                </c:pt>
                <c:pt idx="169">
                  <c:v>38018</c:v>
                </c:pt>
                <c:pt idx="170">
                  <c:v>38047</c:v>
                </c:pt>
                <c:pt idx="171">
                  <c:v>38078</c:v>
                </c:pt>
                <c:pt idx="172">
                  <c:v>38108</c:v>
                </c:pt>
                <c:pt idx="173">
                  <c:v>38139</c:v>
                </c:pt>
                <c:pt idx="174">
                  <c:v>38169</c:v>
                </c:pt>
                <c:pt idx="175">
                  <c:v>38200</c:v>
                </c:pt>
                <c:pt idx="176">
                  <c:v>38231</c:v>
                </c:pt>
                <c:pt idx="177">
                  <c:v>38261</c:v>
                </c:pt>
                <c:pt idx="178">
                  <c:v>38292</c:v>
                </c:pt>
                <c:pt idx="179">
                  <c:v>38322</c:v>
                </c:pt>
                <c:pt idx="180">
                  <c:v>38353</c:v>
                </c:pt>
                <c:pt idx="181">
                  <c:v>38384</c:v>
                </c:pt>
                <c:pt idx="182">
                  <c:v>38412</c:v>
                </c:pt>
                <c:pt idx="183">
                  <c:v>38443</c:v>
                </c:pt>
                <c:pt idx="184">
                  <c:v>38473</c:v>
                </c:pt>
                <c:pt idx="185">
                  <c:v>38504</c:v>
                </c:pt>
                <c:pt idx="186">
                  <c:v>38534</c:v>
                </c:pt>
                <c:pt idx="187">
                  <c:v>38565</c:v>
                </c:pt>
                <c:pt idx="188">
                  <c:v>38596</c:v>
                </c:pt>
                <c:pt idx="189">
                  <c:v>38626</c:v>
                </c:pt>
                <c:pt idx="190">
                  <c:v>38657</c:v>
                </c:pt>
                <c:pt idx="191">
                  <c:v>38687</c:v>
                </c:pt>
                <c:pt idx="192">
                  <c:v>38718</c:v>
                </c:pt>
                <c:pt idx="193">
                  <c:v>38749</c:v>
                </c:pt>
                <c:pt idx="194">
                  <c:v>38777</c:v>
                </c:pt>
                <c:pt idx="195">
                  <c:v>38808</c:v>
                </c:pt>
                <c:pt idx="196">
                  <c:v>38838</c:v>
                </c:pt>
                <c:pt idx="197">
                  <c:v>38869</c:v>
                </c:pt>
                <c:pt idx="198">
                  <c:v>38899</c:v>
                </c:pt>
                <c:pt idx="199">
                  <c:v>38930</c:v>
                </c:pt>
                <c:pt idx="200">
                  <c:v>38961</c:v>
                </c:pt>
                <c:pt idx="201">
                  <c:v>38991</c:v>
                </c:pt>
                <c:pt idx="202">
                  <c:v>39022</c:v>
                </c:pt>
                <c:pt idx="203">
                  <c:v>39052</c:v>
                </c:pt>
                <c:pt idx="204">
                  <c:v>39083</c:v>
                </c:pt>
                <c:pt idx="205">
                  <c:v>39114</c:v>
                </c:pt>
                <c:pt idx="206">
                  <c:v>39142</c:v>
                </c:pt>
                <c:pt idx="207">
                  <c:v>39173</c:v>
                </c:pt>
                <c:pt idx="208">
                  <c:v>39203</c:v>
                </c:pt>
                <c:pt idx="209">
                  <c:v>39234</c:v>
                </c:pt>
                <c:pt idx="210">
                  <c:v>39264</c:v>
                </c:pt>
                <c:pt idx="211">
                  <c:v>39295</c:v>
                </c:pt>
                <c:pt idx="212">
                  <c:v>39326</c:v>
                </c:pt>
                <c:pt idx="213">
                  <c:v>39356</c:v>
                </c:pt>
                <c:pt idx="214">
                  <c:v>39387</c:v>
                </c:pt>
                <c:pt idx="215">
                  <c:v>39417</c:v>
                </c:pt>
                <c:pt idx="216">
                  <c:v>39448</c:v>
                </c:pt>
                <c:pt idx="217">
                  <c:v>39479</c:v>
                </c:pt>
                <c:pt idx="218">
                  <c:v>39508</c:v>
                </c:pt>
                <c:pt idx="219">
                  <c:v>39539</c:v>
                </c:pt>
                <c:pt idx="220">
                  <c:v>39569</c:v>
                </c:pt>
                <c:pt idx="221">
                  <c:v>39600</c:v>
                </c:pt>
                <c:pt idx="222">
                  <c:v>39630</c:v>
                </c:pt>
                <c:pt idx="223">
                  <c:v>39661</c:v>
                </c:pt>
                <c:pt idx="224">
                  <c:v>39692</c:v>
                </c:pt>
                <c:pt idx="225">
                  <c:v>39722</c:v>
                </c:pt>
                <c:pt idx="226">
                  <c:v>39753</c:v>
                </c:pt>
                <c:pt idx="227">
                  <c:v>39783</c:v>
                </c:pt>
                <c:pt idx="228">
                  <c:v>39814</c:v>
                </c:pt>
                <c:pt idx="229">
                  <c:v>39845</c:v>
                </c:pt>
                <c:pt idx="230">
                  <c:v>39873</c:v>
                </c:pt>
                <c:pt idx="231">
                  <c:v>39904</c:v>
                </c:pt>
                <c:pt idx="232">
                  <c:v>39934</c:v>
                </c:pt>
                <c:pt idx="233">
                  <c:v>39965</c:v>
                </c:pt>
                <c:pt idx="234">
                  <c:v>39995</c:v>
                </c:pt>
                <c:pt idx="235">
                  <c:v>40026</c:v>
                </c:pt>
                <c:pt idx="236">
                  <c:v>40057</c:v>
                </c:pt>
                <c:pt idx="237">
                  <c:v>40087</c:v>
                </c:pt>
                <c:pt idx="238">
                  <c:v>40118</c:v>
                </c:pt>
                <c:pt idx="239">
                  <c:v>40148</c:v>
                </c:pt>
                <c:pt idx="240">
                  <c:v>40179</c:v>
                </c:pt>
                <c:pt idx="241">
                  <c:v>40210</c:v>
                </c:pt>
                <c:pt idx="242">
                  <c:v>40238</c:v>
                </c:pt>
                <c:pt idx="243">
                  <c:v>40269</c:v>
                </c:pt>
                <c:pt idx="244">
                  <c:v>40299</c:v>
                </c:pt>
                <c:pt idx="245">
                  <c:v>40330</c:v>
                </c:pt>
                <c:pt idx="246">
                  <c:v>40360</c:v>
                </c:pt>
                <c:pt idx="247">
                  <c:v>40391</c:v>
                </c:pt>
                <c:pt idx="248">
                  <c:v>40422</c:v>
                </c:pt>
                <c:pt idx="249">
                  <c:v>40452</c:v>
                </c:pt>
                <c:pt idx="250">
                  <c:v>40483</c:v>
                </c:pt>
                <c:pt idx="251">
                  <c:v>40513</c:v>
                </c:pt>
                <c:pt idx="252">
                  <c:v>40544</c:v>
                </c:pt>
                <c:pt idx="253">
                  <c:v>40575</c:v>
                </c:pt>
                <c:pt idx="254">
                  <c:v>40603</c:v>
                </c:pt>
                <c:pt idx="255">
                  <c:v>40634</c:v>
                </c:pt>
                <c:pt idx="256">
                  <c:v>40664</c:v>
                </c:pt>
                <c:pt idx="257">
                  <c:v>40695</c:v>
                </c:pt>
                <c:pt idx="258">
                  <c:v>40725</c:v>
                </c:pt>
                <c:pt idx="259">
                  <c:v>40756</c:v>
                </c:pt>
                <c:pt idx="260">
                  <c:v>40787</c:v>
                </c:pt>
                <c:pt idx="261">
                  <c:v>40817</c:v>
                </c:pt>
                <c:pt idx="262">
                  <c:v>40848</c:v>
                </c:pt>
                <c:pt idx="263">
                  <c:v>40878</c:v>
                </c:pt>
                <c:pt idx="264">
                  <c:v>40909</c:v>
                </c:pt>
                <c:pt idx="265">
                  <c:v>40940</c:v>
                </c:pt>
                <c:pt idx="266">
                  <c:v>40969</c:v>
                </c:pt>
                <c:pt idx="267">
                  <c:v>41000</c:v>
                </c:pt>
                <c:pt idx="268">
                  <c:v>41030</c:v>
                </c:pt>
                <c:pt idx="269">
                  <c:v>41061</c:v>
                </c:pt>
                <c:pt idx="270">
                  <c:v>41091</c:v>
                </c:pt>
                <c:pt idx="271">
                  <c:v>41122</c:v>
                </c:pt>
                <c:pt idx="272">
                  <c:v>41153</c:v>
                </c:pt>
                <c:pt idx="273">
                  <c:v>41183</c:v>
                </c:pt>
                <c:pt idx="274">
                  <c:v>41214</c:v>
                </c:pt>
                <c:pt idx="275">
                  <c:v>41244</c:v>
                </c:pt>
                <c:pt idx="276">
                  <c:v>41275</c:v>
                </c:pt>
                <c:pt idx="277">
                  <c:v>41306</c:v>
                </c:pt>
                <c:pt idx="278">
                  <c:v>41334</c:v>
                </c:pt>
                <c:pt idx="279">
                  <c:v>41365</c:v>
                </c:pt>
                <c:pt idx="280">
                  <c:v>41395</c:v>
                </c:pt>
                <c:pt idx="281">
                  <c:v>41426</c:v>
                </c:pt>
                <c:pt idx="282">
                  <c:v>41456</c:v>
                </c:pt>
                <c:pt idx="283">
                  <c:v>41487</c:v>
                </c:pt>
                <c:pt idx="284">
                  <c:v>41518</c:v>
                </c:pt>
                <c:pt idx="285">
                  <c:v>41548</c:v>
                </c:pt>
                <c:pt idx="286">
                  <c:v>41579</c:v>
                </c:pt>
                <c:pt idx="287">
                  <c:v>41609</c:v>
                </c:pt>
                <c:pt idx="288">
                  <c:v>41640</c:v>
                </c:pt>
                <c:pt idx="289">
                  <c:v>41671</c:v>
                </c:pt>
                <c:pt idx="290">
                  <c:v>41699</c:v>
                </c:pt>
                <c:pt idx="291">
                  <c:v>41730</c:v>
                </c:pt>
                <c:pt idx="292">
                  <c:v>41760</c:v>
                </c:pt>
                <c:pt idx="293">
                  <c:v>41791</c:v>
                </c:pt>
                <c:pt idx="294">
                  <c:v>41821</c:v>
                </c:pt>
                <c:pt idx="295">
                  <c:v>41852</c:v>
                </c:pt>
                <c:pt idx="296">
                  <c:v>41883</c:v>
                </c:pt>
                <c:pt idx="297">
                  <c:v>41913</c:v>
                </c:pt>
                <c:pt idx="298">
                  <c:v>41944</c:v>
                </c:pt>
                <c:pt idx="299">
                  <c:v>41974</c:v>
                </c:pt>
                <c:pt idx="300">
                  <c:v>42005</c:v>
                </c:pt>
                <c:pt idx="301">
                  <c:v>42036</c:v>
                </c:pt>
                <c:pt idx="302">
                  <c:v>42064</c:v>
                </c:pt>
                <c:pt idx="303">
                  <c:v>42095</c:v>
                </c:pt>
                <c:pt idx="304">
                  <c:v>42125</c:v>
                </c:pt>
                <c:pt idx="305">
                  <c:v>42156</c:v>
                </c:pt>
                <c:pt idx="306">
                  <c:v>42186</c:v>
                </c:pt>
                <c:pt idx="307">
                  <c:v>42217</c:v>
                </c:pt>
                <c:pt idx="308">
                  <c:v>42248</c:v>
                </c:pt>
                <c:pt idx="309">
                  <c:v>42278</c:v>
                </c:pt>
                <c:pt idx="310">
                  <c:v>42309</c:v>
                </c:pt>
                <c:pt idx="311">
                  <c:v>42339</c:v>
                </c:pt>
                <c:pt idx="312">
                  <c:v>42370</c:v>
                </c:pt>
                <c:pt idx="313">
                  <c:v>42401</c:v>
                </c:pt>
                <c:pt idx="314">
                  <c:v>42430</c:v>
                </c:pt>
                <c:pt idx="315">
                  <c:v>42461</c:v>
                </c:pt>
                <c:pt idx="316">
                  <c:v>42491</c:v>
                </c:pt>
                <c:pt idx="317">
                  <c:v>42522</c:v>
                </c:pt>
                <c:pt idx="318">
                  <c:v>42552</c:v>
                </c:pt>
                <c:pt idx="319">
                  <c:v>42583</c:v>
                </c:pt>
                <c:pt idx="320">
                  <c:v>42614</c:v>
                </c:pt>
                <c:pt idx="321">
                  <c:v>42644</c:v>
                </c:pt>
                <c:pt idx="322">
                  <c:v>42675</c:v>
                </c:pt>
                <c:pt idx="323">
                  <c:v>42705</c:v>
                </c:pt>
                <c:pt idx="324">
                  <c:v>42736</c:v>
                </c:pt>
                <c:pt idx="325">
                  <c:v>42767</c:v>
                </c:pt>
              </c:numCache>
            </c:numRef>
          </c:cat>
          <c:val>
            <c:numRef>
              <c:f>Sheet1!$B$2:$B$327</c:f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jum_WAC</c:v>
                </c:pt>
              </c:strCache>
            </c:strRef>
          </c:tx>
          <c:marker>
            <c:symbol val="none"/>
          </c:marker>
          <c:cat>
            <c:numRef>
              <c:f>Sheet1!$A$2:$A$327</c:f>
              <c:numCache>
                <c:formatCode>m/d/yyyy</c:formatCode>
                <c:ptCount val="326"/>
                <c:pt idx="0">
                  <c:v>32874</c:v>
                </c:pt>
                <c:pt idx="1">
                  <c:v>32905</c:v>
                </c:pt>
                <c:pt idx="2">
                  <c:v>32933</c:v>
                </c:pt>
                <c:pt idx="3">
                  <c:v>32964</c:v>
                </c:pt>
                <c:pt idx="4">
                  <c:v>32994</c:v>
                </c:pt>
                <c:pt idx="5">
                  <c:v>33025</c:v>
                </c:pt>
                <c:pt idx="6">
                  <c:v>33055</c:v>
                </c:pt>
                <c:pt idx="7">
                  <c:v>33086</c:v>
                </c:pt>
                <c:pt idx="8">
                  <c:v>33117</c:v>
                </c:pt>
                <c:pt idx="9">
                  <c:v>33147</c:v>
                </c:pt>
                <c:pt idx="10">
                  <c:v>33178</c:v>
                </c:pt>
                <c:pt idx="11">
                  <c:v>33208</c:v>
                </c:pt>
                <c:pt idx="12">
                  <c:v>33239</c:v>
                </c:pt>
                <c:pt idx="13">
                  <c:v>33270</c:v>
                </c:pt>
                <c:pt idx="14">
                  <c:v>33298</c:v>
                </c:pt>
                <c:pt idx="15">
                  <c:v>33329</c:v>
                </c:pt>
                <c:pt idx="16">
                  <c:v>33359</c:v>
                </c:pt>
                <c:pt idx="17">
                  <c:v>33390</c:v>
                </c:pt>
                <c:pt idx="18">
                  <c:v>33420</c:v>
                </c:pt>
                <c:pt idx="19">
                  <c:v>33451</c:v>
                </c:pt>
                <c:pt idx="20">
                  <c:v>33482</c:v>
                </c:pt>
                <c:pt idx="21">
                  <c:v>33512</c:v>
                </c:pt>
                <c:pt idx="22">
                  <c:v>33543</c:v>
                </c:pt>
                <c:pt idx="23">
                  <c:v>33573</c:v>
                </c:pt>
                <c:pt idx="24">
                  <c:v>33604</c:v>
                </c:pt>
                <c:pt idx="25">
                  <c:v>33635</c:v>
                </c:pt>
                <c:pt idx="26">
                  <c:v>33664</c:v>
                </c:pt>
                <c:pt idx="27">
                  <c:v>33695</c:v>
                </c:pt>
                <c:pt idx="28">
                  <c:v>33725</c:v>
                </c:pt>
                <c:pt idx="29">
                  <c:v>33756</c:v>
                </c:pt>
                <c:pt idx="30">
                  <c:v>33786</c:v>
                </c:pt>
                <c:pt idx="31">
                  <c:v>33817</c:v>
                </c:pt>
                <c:pt idx="32">
                  <c:v>33848</c:v>
                </c:pt>
                <c:pt idx="33">
                  <c:v>33878</c:v>
                </c:pt>
                <c:pt idx="34">
                  <c:v>33909</c:v>
                </c:pt>
                <c:pt idx="35">
                  <c:v>33939</c:v>
                </c:pt>
                <c:pt idx="36">
                  <c:v>33970</c:v>
                </c:pt>
                <c:pt idx="37">
                  <c:v>34001</c:v>
                </c:pt>
                <c:pt idx="38">
                  <c:v>34029</c:v>
                </c:pt>
                <c:pt idx="39">
                  <c:v>34060</c:v>
                </c:pt>
                <c:pt idx="40">
                  <c:v>34090</c:v>
                </c:pt>
                <c:pt idx="41">
                  <c:v>34121</c:v>
                </c:pt>
                <c:pt idx="42">
                  <c:v>34151</c:v>
                </c:pt>
                <c:pt idx="43">
                  <c:v>34182</c:v>
                </c:pt>
                <c:pt idx="44">
                  <c:v>34213</c:v>
                </c:pt>
                <c:pt idx="45">
                  <c:v>34243</c:v>
                </c:pt>
                <c:pt idx="46">
                  <c:v>34274</c:v>
                </c:pt>
                <c:pt idx="47">
                  <c:v>34304</c:v>
                </c:pt>
                <c:pt idx="48">
                  <c:v>34335</c:v>
                </c:pt>
                <c:pt idx="49">
                  <c:v>34366</c:v>
                </c:pt>
                <c:pt idx="50">
                  <c:v>34394</c:v>
                </c:pt>
                <c:pt idx="51">
                  <c:v>34425</c:v>
                </c:pt>
                <c:pt idx="52">
                  <c:v>34455</c:v>
                </c:pt>
                <c:pt idx="53">
                  <c:v>34486</c:v>
                </c:pt>
                <c:pt idx="54">
                  <c:v>34516</c:v>
                </c:pt>
                <c:pt idx="55">
                  <c:v>34547</c:v>
                </c:pt>
                <c:pt idx="56">
                  <c:v>34578</c:v>
                </c:pt>
                <c:pt idx="57">
                  <c:v>34608</c:v>
                </c:pt>
                <c:pt idx="58">
                  <c:v>34639</c:v>
                </c:pt>
                <c:pt idx="59">
                  <c:v>34669</c:v>
                </c:pt>
                <c:pt idx="60">
                  <c:v>34700</c:v>
                </c:pt>
                <c:pt idx="61">
                  <c:v>34731</c:v>
                </c:pt>
                <c:pt idx="62">
                  <c:v>34759</c:v>
                </c:pt>
                <c:pt idx="63">
                  <c:v>34790</c:v>
                </c:pt>
                <c:pt idx="64">
                  <c:v>34820</c:v>
                </c:pt>
                <c:pt idx="65">
                  <c:v>34851</c:v>
                </c:pt>
                <c:pt idx="66">
                  <c:v>34881</c:v>
                </c:pt>
                <c:pt idx="67">
                  <c:v>34912</c:v>
                </c:pt>
                <c:pt idx="68">
                  <c:v>34943</c:v>
                </c:pt>
                <c:pt idx="69">
                  <c:v>34973</c:v>
                </c:pt>
                <c:pt idx="70">
                  <c:v>35004</c:v>
                </c:pt>
                <c:pt idx="71">
                  <c:v>35034</c:v>
                </c:pt>
                <c:pt idx="72">
                  <c:v>35065</c:v>
                </c:pt>
                <c:pt idx="73">
                  <c:v>35096</c:v>
                </c:pt>
                <c:pt idx="74">
                  <c:v>35125</c:v>
                </c:pt>
                <c:pt idx="75">
                  <c:v>35156</c:v>
                </c:pt>
                <c:pt idx="76">
                  <c:v>35186</c:v>
                </c:pt>
                <c:pt idx="77">
                  <c:v>35217</c:v>
                </c:pt>
                <c:pt idx="78">
                  <c:v>35247</c:v>
                </c:pt>
                <c:pt idx="79">
                  <c:v>35278</c:v>
                </c:pt>
                <c:pt idx="80">
                  <c:v>35309</c:v>
                </c:pt>
                <c:pt idx="81">
                  <c:v>35339</c:v>
                </c:pt>
                <c:pt idx="82">
                  <c:v>35370</c:v>
                </c:pt>
                <c:pt idx="83">
                  <c:v>35400</c:v>
                </c:pt>
                <c:pt idx="84">
                  <c:v>35431</c:v>
                </c:pt>
                <c:pt idx="85">
                  <c:v>35462</c:v>
                </c:pt>
                <c:pt idx="86">
                  <c:v>35490</c:v>
                </c:pt>
                <c:pt idx="87">
                  <c:v>35521</c:v>
                </c:pt>
                <c:pt idx="88">
                  <c:v>35551</c:v>
                </c:pt>
                <c:pt idx="89">
                  <c:v>35582</c:v>
                </c:pt>
                <c:pt idx="90">
                  <c:v>35612</c:v>
                </c:pt>
                <c:pt idx="91">
                  <c:v>35643</c:v>
                </c:pt>
                <c:pt idx="92">
                  <c:v>35674</c:v>
                </c:pt>
                <c:pt idx="93">
                  <c:v>35704</c:v>
                </c:pt>
                <c:pt idx="94">
                  <c:v>35735</c:v>
                </c:pt>
                <c:pt idx="95">
                  <c:v>35765</c:v>
                </c:pt>
                <c:pt idx="96">
                  <c:v>35796</c:v>
                </c:pt>
                <c:pt idx="97">
                  <c:v>35827</c:v>
                </c:pt>
                <c:pt idx="98">
                  <c:v>35855</c:v>
                </c:pt>
                <c:pt idx="99">
                  <c:v>35886</c:v>
                </c:pt>
                <c:pt idx="100">
                  <c:v>35916</c:v>
                </c:pt>
                <c:pt idx="101">
                  <c:v>35947</c:v>
                </c:pt>
                <c:pt idx="102">
                  <c:v>35977</c:v>
                </c:pt>
                <c:pt idx="103">
                  <c:v>36008</c:v>
                </c:pt>
                <c:pt idx="104">
                  <c:v>36039</c:v>
                </c:pt>
                <c:pt idx="105">
                  <c:v>36069</c:v>
                </c:pt>
                <c:pt idx="106">
                  <c:v>36100</c:v>
                </c:pt>
                <c:pt idx="107">
                  <c:v>36130</c:v>
                </c:pt>
                <c:pt idx="108">
                  <c:v>36161</c:v>
                </c:pt>
                <c:pt idx="109">
                  <c:v>36192</c:v>
                </c:pt>
                <c:pt idx="110">
                  <c:v>36220</c:v>
                </c:pt>
                <c:pt idx="111">
                  <c:v>36251</c:v>
                </c:pt>
                <c:pt idx="112">
                  <c:v>36281</c:v>
                </c:pt>
                <c:pt idx="113">
                  <c:v>36312</c:v>
                </c:pt>
                <c:pt idx="114">
                  <c:v>36342</c:v>
                </c:pt>
                <c:pt idx="115">
                  <c:v>36373</c:v>
                </c:pt>
                <c:pt idx="116">
                  <c:v>36404</c:v>
                </c:pt>
                <c:pt idx="117">
                  <c:v>36434</c:v>
                </c:pt>
                <c:pt idx="118">
                  <c:v>36465</c:v>
                </c:pt>
                <c:pt idx="119">
                  <c:v>36495</c:v>
                </c:pt>
                <c:pt idx="120">
                  <c:v>36526</c:v>
                </c:pt>
                <c:pt idx="121">
                  <c:v>36557</c:v>
                </c:pt>
                <c:pt idx="122">
                  <c:v>36586</c:v>
                </c:pt>
                <c:pt idx="123">
                  <c:v>36617</c:v>
                </c:pt>
                <c:pt idx="124">
                  <c:v>36647</c:v>
                </c:pt>
                <c:pt idx="125">
                  <c:v>36678</c:v>
                </c:pt>
                <c:pt idx="126">
                  <c:v>36708</c:v>
                </c:pt>
                <c:pt idx="127">
                  <c:v>36739</c:v>
                </c:pt>
                <c:pt idx="128">
                  <c:v>36770</c:v>
                </c:pt>
                <c:pt idx="129">
                  <c:v>36800</c:v>
                </c:pt>
                <c:pt idx="130">
                  <c:v>36831</c:v>
                </c:pt>
                <c:pt idx="131">
                  <c:v>36861</c:v>
                </c:pt>
                <c:pt idx="132">
                  <c:v>36892</c:v>
                </c:pt>
                <c:pt idx="133">
                  <c:v>36923</c:v>
                </c:pt>
                <c:pt idx="134">
                  <c:v>36951</c:v>
                </c:pt>
                <c:pt idx="135">
                  <c:v>36982</c:v>
                </c:pt>
                <c:pt idx="136">
                  <c:v>37012</c:v>
                </c:pt>
                <c:pt idx="137">
                  <c:v>37043</c:v>
                </c:pt>
                <c:pt idx="138">
                  <c:v>37073</c:v>
                </c:pt>
                <c:pt idx="139">
                  <c:v>37104</c:v>
                </c:pt>
                <c:pt idx="140">
                  <c:v>37135</c:v>
                </c:pt>
                <c:pt idx="141">
                  <c:v>37165</c:v>
                </c:pt>
                <c:pt idx="142">
                  <c:v>37196</c:v>
                </c:pt>
                <c:pt idx="143">
                  <c:v>37226</c:v>
                </c:pt>
                <c:pt idx="144">
                  <c:v>37257</c:v>
                </c:pt>
                <c:pt idx="145">
                  <c:v>37288</c:v>
                </c:pt>
                <c:pt idx="146">
                  <c:v>37316</c:v>
                </c:pt>
                <c:pt idx="147">
                  <c:v>37347</c:v>
                </c:pt>
                <c:pt idx="148">
                  <c:v>37377</c:v>
                </c:pt>
                <c:pt idx="149">
                  <c:v>37408</c:v>
                </c:pt>
                <c:pt idx="150">
                  <c:v>37438</c:v>
                </c:pt>
                <c:pt idx="151">
                  <c:v>37469</c:v>
                </c:pt>
                <c:pt idx="152">
                  <c:v>37500</c:v>
                </c:pt>
                <c:pt idx="153">
                  <c:v>37530</c:v>
                </c:pt>
                <c:pt idx="154">
                  <c:v>37561</c:v>
                </c:pt>
                <c:pt idx="155">
                  <c:v>37591</c:v>
                </c:pt>
                <c:pt idx="156">
                  <c:v>37622</c:v>
                </c:pt>
                <c:pt idx="157">
                  <c:v>37653</c:v>
                </c:pt>
                <c:pt idx="158">
                  <c:v>37681</c:v>
                </c:pt>
                <c:pt idx="159">
                  <c:v>37712</c:v>
                </c:pt>
                <c:pt idx="160">
                  <c:v>37742</c:v>
                </c:pt>
                <c:pt idx="161">
                  <c:v>37773</c:v>
                </c:pt>
                <c:pt idx="162">
                  <c:v>37803</c:v>
                </c:pt>
                <c:pt idx="163">
                  <c:v>37834</c:v>
                </c:pt>
                <c:pt idx="164">
                  <c:v>37865</c:v>
                </c:pt>
                <c:pt idx="165">
                  <c:v>37895</c:v>
                </c:pt>
                <c:pt idx="166">
                  <c:v>37926</c:v>
                </c:pt>
                <c:pt idx="167">
                  <c:v>37956</c:v>
                </c:pt>
                <c:pt idx="168">
                  <c:v>37987</c:v>
                </c:pt>
                <c:pt idx="169">
                  <c:v>38018</c:v>
                </c:pt>
                <c:pt idx="170">
                  <c:v>38047</c:v>
                </c:pt>
                <c:pt idx="171">
                  <c:v>38078</c:v>
                </c:pt>
                <c:pt idx="172">
                  <c:v>38108</c:v>
                </c:pt>
                <c:pt idx="173">
                  <c:v>38139</c:v>
                </c:pt>
                <c:pt idx="174">
                  <c:v>38169</c:v>
                </c:pt>
                <c:pt idx="175">
                  <c:v>38200</c:v>
                </c:pt>
                <c:pt idx="176">
                  <c:v>38231</c:v>
                </c:pt>
                <c:pt idx="177">
                  <c:v>38261</c:v>
                </c:pt>
                <c:pt idx="178">
                  <c:v>38292</c:v>
                </c:pt>
                <c:pt idx="179">
                  <c:v>38322</c:v>
                </c:pt>
                <c:pt idx="180">
                  <c:v>38353</c:v>
                </c:pt>
                <c:pt idx="181">
                  <c:v>38384</c:v>
                </c:pt>
                <c:pt idx="182">
                  <c:v>38412</c:v>
                </c:pt>
                <c:pt idx="183">
                  <c:v>38443</c:v>
                </c:pt>
                <c:pt idx="184">
                  <c:v>38473</c:v>
                </c:pt>
                <c:pt idx="185">
                  <c:v>38504</c:v>
                </c:pt>
                <c:pt idx="186">
                  <c:v>38534</c:v>
                </c:pt>
                <c:pt idx="187">
                  <c:v>38565</c:v>
                </c:pt>
                <c:pt idx="188">
                  <c:v>38596</c:v>
                </c:pt>
                <c:pt idx="189">
                  <c:v>38626</c:v>
                </c:pt>
                <c:pt idx="190">
                  <c:v>38657</c:v>
                </c:pt>
                <c:pt idx="191">
                  <c:v>38687</c:v>
                </c:pt>
                <c:pt idx="192">
                  <c:v>38718</c:v>
                </c:pt>
                <c:pt idx="193">
                  <c:v>38749</c:v>
                </c:pt>
                <c:pt idx="194">
                  <c:v>38777</c:v>
                </c:pt>
                <c:pt idx="195">
                  <c:v>38808</c:v>
                </c:pt>
                <c:pt idx="196">
                  <c:v>38838</c:v>
                </c:pt>
                <c:pt idx="197">
                  <c:v>38869</c:v>
                </c:pt>
                <c:pt idx="198">
                  <c:v>38899</c:v>
                </c:pt>
                <c:pt idx="199">
                  <c:v>38930</c:v>
                </c:pt>
                <c:pt idx="200">
                  <c:v>38961</c:v>
                </c:pt>
                <c:pt idx="201">
                  <c:v>38991</c:v>
                </c:pt>
                <c:pt idx="202">
                  <c:v>39022</c:v>
                </c:pt>
                <c:pt idx="203">
                  <c:v>39052</c:v>
                </c:pt>
                <c:pt idx="204">
                  <c:v>39083</c:v>
                </c:pt>
                <c:pt idx="205">
                  <c:v>39114</c:v>
                </c:pt>
                <c:pt idx="206">
                  <c:v>39142</c:v>
                </c:pt>
                <c:pt idx="207">
                  <c:v>39173</c:v>
                </c:pt>
                <c:pt idx="208">
                  <c:v>39203</c:v>
                </c:pt>
                <c:pt idx="209">
                  <c:v>39234</c:v>
                </c:pt>
                <c:pt idx="210">
                  <c:v>39264</c:v>
                </c:pt>
                <c:pt idx="211">
                  <c:v>39295</c:v>
                </c:pt>
                <c:pt idx="212">
                  <c:v>39326</c:v>
                </c:pt>
                <c:pt idx="213">
                  <c:v>39356</c:v>
                </c:pt>
                <c:pt idx="214">
                  <c:v>39387</c:v>
                </c:pt>
                <c:pt idx="215">
                  <c:v>39417</c:v>
                </c:pt>
                <c:pt idx="216">
                  <c:v>39448</c:v>
                </c:pt>
                <c:pt idx="217">
                  <c:v>39479</c:v>
                </c:pt>
                <c:pt idx="218">
                  <c:v>39508</c:v>
                </c:pt>
                <c:pt idx="219">
                  <c:v>39539</c:v>
                </c:pt>
                <c:pt idx="220">
                  <c:v>39569</c:v>
                </c:pt>
                <c:pt idx="221">
                  <c:v>39600</c:v>
                </c:pt>
                <c:pt idx="222">
                  <c:v>39630</c:v>
                </c:pt>
                <c:pt idx="223">
                  <c:v>39661</c:v>
                </c:pt>
                <c:pt idx="224">
                  <c:v>39692</c:v>
                </c:pt>
                <c:pt idx="225">
                  <c:v>39722</c:v>
                </c:pt>
                <c:pt idx="226">
                  <c:v>39753</c:v>
                </c:pt>
                <c:pt idx="227">
                  <c:v>39783</c:v>
                </c:pt>
                <c:pt idx="228">
                  <c:v>39814</c:v>
                </c:pt>
                <c:pt idx="229">
                  <c:v>39845</c:v>
                </c:pt>
                <c:pt idx="230">
                  <c:v>39873</c:v>
                </c:pt>
                <c:pt idx="231">
                  <c:v>39904</c:v>
                </c:pt>
                <c:pt idx="232">
                  <c:v>39934</c:v>
                </c:pt>
                <c:pt idx="233">
                  <c:v>39965</c:v>
                </c:pt>
                <c:pt idx="234">
                  <c:v>39995</c:v>
                </c:pt>
                <c:pt idx="235">
                  <c:v>40026</c:v>
                </c:pt>
                <c:pt idx="236">
                  <c:v>40057</c:v>
                </c:pt>
                <c:pt idx="237">
                  <c:v>40087</c:v>
                </c:pt>
                <c:pt idx="238">
                  <c:v>40118</c:v>
                </c:pt>
                <c:pt idx="239">
                  <c:v>40148</c:v>
                </c:pt>
                <c:pt idx="240">
                  <c:v>40179</c:v>
                </c:pt>
                <c:pt idx="241">
                  <c:v>40210</c:v>
                </c:pt>
                <c:pt idx="242">
                  <c:v>40238</c:v>
                </c:pt>
                <c:pt idx="243">
                  <c:v>40269</c:v>
                </c:pt>
                <c:pt idx="244">
                  <c:v>40299</c:v>
                </c:pt>
                <c:pt idx="245">
                  <c:v>40330</c:v>
                </c:pt>
                <c:pt idx="246">
                  <c:v>40360</c:v>
                </c:pt>
                <c:pt idx="247">
                  <c:v>40391</c:v>
                </c:pt>
                <c:pt idx="248">
                  <c:v>40422</c:v>
                </c:pt>
                <c:pt idx="249">
                  <c:v>40452</c:v>
                </c:pt>
                <c:pt idx="250">
                  <c:v>40483</c:v>
                </c:pt>
                <c:pt idx="251">
                  <c:v>40513</c:v>
                </c:pt>
                <c:pt idx="252">
                  <c:v>40544</c:v>
                </c:pt>
                <c:pt idx="253">
                  <c:v>40575</c:v>
                </c:pt>
                <c:pt idx="254">
                  <c:v>40603</c:v>
                </c:pt>
                <c:pt idx="255">
                  <c:v>40634</c:v>
                </c:pt>
                <c:pt idx="256">
                  <c:v>40664</c:v>
                </c:pt>
                <c:pt idx="257">
                  <c:v>40695</c:v>
                </c:pt>
                <c:pt idx="258">
                  <c:v>40725</c:v>
                </c:pt>
                <c:pt idx="259">
                  <c:v>40756</c:v>
                </c:pt>
                <c:pt idx="260">
                  <c:v>40787</c:v>
                </c:pt>
                <c:pt idx="261">
                  <c:v>40817</c:v>
                </c:pt>
                <c:pt idx="262">
                  <c:v>40848</c:v>
                </c:pt>
                <c:pt idx="263">
                  <c:v>40878</c:v>
                </c:pt>
                <c:pt idx="264">
                  <c:v>40909</c:v>
                </c:pt>
                <c:pt idx="265">
                  <c:v>40940</c:v>
                </c:pt>
                <c:pt idx="266">
                  <c:v>40969</c:v>
                </c:pt>
                <c:pt idx="267">
                  <c:v>41000</c:v>
                </c:pt>
                <c:pt idx="268">
                  <c:v>41030</c:v>
                </c:pt>
                <c:pt idx="269">
                  <c:v>41061</c:v>
                </c:pt>
                <c:pt idx="270">
                  <c:v>41091</c:v>
                </c:pt>
                <c:pt idx="271">
                  <c:v>41122</c:v>
                </c:pt>
                <c:pt idx="272">
                  <c:v>41153</c:v>
                </c:pt>
                <c:pt idx="273">
                  <c:v>41183</c:v>
                </c:pt>
                <c:pt idx="274">
                  <c:v>41214</c:v>
                </c:pt>
                <c:pt idx="275">
                  <c:v>41244</c:v>
                </c:pt>
                <c:pt idx="276">
                  <c:v>41275</c:v>
                </c:pt>
                <c:pt idx="277">
                  <c:v>41306</c:v>
                </c:pt>
                <c:pt idx="278">
                  <c:v>41334</c:v>
                </c:pt>
                <c:pt idx="279">
                  <c:v>41365</c:v>
                </c:pt>
                <c:pt idx="280">
                  <c:v>41395</c:v>
                </c:pt>
                <c:pt idx="281">
                  <c:v>41426</c:v>
                </c:pt>
                <c:pt idx="282">
                  <c:v>41456</c:v>
                </c:pt>
                <c:pt idx="283">
                  <c:v>41487</c:v>
                </c:pt>
                <c:pt idx="284">
                  <c:v>41518</c:v>
                </c:pt>
                <c:pt idx="285">
                  <c:v>41548</c:v>
                </c:pt>
                <c:pt idx="286">
                  <c:v>41579</c:v>
                </c:pt>
                <c:pt idx="287">
                  <c:v>41609</c:v>
                </c:pt>
                <c:pt idx="288">
                  <c:v>41640</c:v>
                </c:pt>
                <c:pt idx="289">
                  <c:v>41671</c:v>
                </c:pt>
                <c:pt idx="290">
                  <c:v>41699</c:v>
                </c:pt>
                <c:pt idx="291">
                  <c:v>41730</c:v>
                </c:pt>
                <c:pt idx="292">
                  <c:v>41760</c:v>
                </c:pt>
                <c:pt idx="293">
                  <c:v>41791</c:v>
                </c:pt>
                <c:pt idx="294">
                  <c:v>41821</c:v>
                </c:pt>
                <c:pt idx="295">
                  <c:v>41852</c:v>
                </c:pt>
                <c:pt idx="296">
                  <c:v>41883</c:v>
                </c:pt>
                <c:pt idx="297">
                  <c:v>41913</c:v>
                </c:pt>
                <c:pt idx="298">
                  <c:v>41944</c:v>
                </c:pt>
                <c:pt idx="299">
                  <c:v>41974</c:v>
                </c:pt>
                <c:pt idx="300">
                  <c:v>42005</c:v>
                </c:pt>
                <c:pt idx="301">
                  <c:v>42036</c:v>
                </c:pt>
                <c:pt idx="302">
                  <c:v>42064</c:v>
                </c:pt>
                <c:pt idx="303">
                  <c:v>42095</c:v>
                </c:pt>
                <c:pt idx="304">
                  <c:v>42125</c:v>
                </c:pt>
                <c:pt idx="305">
                  <c:v>42156</c:v>
                </c:pt>
                <c:pt idx="306">
                  <c:v>42186</c:v>
                </c:pt>
                <c:pt idx="307">
                  <c:v>42217</c:v>
                </c:pt>
                <c:pt idx="308">
                  <c:v>42248</c:v>
                </c:pt>
                <c:pt idx="309">
                  <c:v>42278</c:v>
                </c:pt>
                <c:pt idx="310">
                  <c:v>42309</c:v>
                </c:pt>
                <c:pt idx="311">
                  <c:v>42339</c:v>
                </c:pt>
                <c:pt idx="312">
                  <c:v>42370</c:v>
                </c:pt>
                <c:pt idx="313">
                  <c:v>42401</c:v>
                </c:pt>
                <c:pt idx="314">
                  <c:v>42430</c:v>
                </c:pt>
                <c:pt idx="315">
                  <c:v>42461</c:v>
                </c:pt>
                <c:pt idx="316">
                  <c:v>42491</c:v>
                </c:pt>
                <c:pt idx="317">
                  <c:v>42522</c:v>
                </c:pt>
                <c:pt idx="318">
                  <c:v>42552</c:v>
                </c:pt>
                <c:pt idx="319">
                  <c:v>42583</c:v>
                </c:pt>
                <c:pt idx="320">
                  <c:v>42614</c:v>
                </c:pt>
                <c:pt idx="321">
                  <c:v>42644</c:v>
                </c:pt>
                <c:pt idx="322">
                  <c:v>42675</c:v>
                </c:pt>
                <c:pt idx="323">
                  <c:v>42705</c:v>
                </c:pt>
                <c:pt idx="324">
                  <c:v>42736</c:v>
                </c:pt>
                <c:pt idx="325">
                  <c:v>42767</c:v>
                </c:pt>
              </c:numCache>
            </c:numRef>
          </c:cat>
          <c:val>
            <c:numRef>
              <c:f>Sheet1!$C$2:$C$327</c:f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Spread</c:v>
                </c:pt>
              </c:strCache>
            </c:strRef>
          </c:tx>
          <c:spPr>
            <a:ln>
              <a:solidFill>
                <a:srgbClr val="2E398A"/>
              </a:solidFill>
            </a:ln>
          </c:spPr>
          <c:marker>
            <c:symbol val="none"/>
          </c:marker>
          <c:cat>
            <c:numRef>
              <c:f>Sheet1!$A$2:$A$327</c:f>
              <c:numCache>
                <c:formatCode>m/d/yyyy</c:formatCode>
                <c:ptCount val="326"/>
                <c:pt idx="0">
                  <c:v>32874</c:v>
                </c:pt>
                <c:pt idx="1">
                  <c:v>32905</c:v>
                </c:pt>
                <c:pt idx="2">
                  <c:v>32933</c:v>
                </c:pt>
                <c:pt idx="3">
                  <c:v>32964</c:v>
                </c:pt>
                <c:pt idx="4">
                  <c:v>32994</c:v>
                </c:pt>
                <c:pt idx="5">
                  <c:v>33025</c:v>
                </c:pt>
                <c:pt idx="6">
                  <c:v>33055</c:v>
                </c:pt>
                <c:pt idx="7">
                  <c:v>33086</c:v>
                </c:pt>
                <c:pt idx="8">
                  <c:v>33117</c:v>
                </c:pt>
                <c:pt idx="9">
                  <c:v>33147</c:v>
                </c:pt>
                <c:pt idx="10">
                  <c:v>33178</c:v>
                </c:pt>
                <c:pt idx="11">
                  <c:v>33208</c:v>
                </c:pt>
                <c:pt idx="12">
                  <c:v>33239</c:v>
                </c:pt>
                <c:pt idx="13">
                  <c:v>33270</c:v>
                </c:pt>
                <c:pt idx="14">
                  <c:v>33298</c:v>
                </c:pt>
                <c:pt idx="15">
                  <c:v>33329</c:v>
                </c:pt>
                <c:pt idx="16">
                  <c:v>33359</c:v>
                </c:pt>
                <c:pt idx="17">
                  <c:v>33390</c:v>
                </c:pt>
                <c:pt idx="18">
                  <c:v>33420</c:v>
                </c:pt>
                <c:pt idx="19">
                  <c:v>33451</c:v>
                </c:pt>
                <c:pt idx="20">
                  <c:v>33482</c:v>
                </c:pt>
                <c:pt idx="21">
                  <c:v>33512</c:v>
                </c:pt>
                <c:pt idx="22">
                  <c:v>33543</c:v>
                </c:pt>
                <c:pt idx="23">
                  <c:v>33573</c:v>
                </c:pt>
                <c:pt idx="24">
                  <c:v>33604</c:v>
                </c:pt>
                <c:pt idx="25">
                  <c:v>33635</c:v>
                </c:pt>
                <c:pt idx="26">
                  <c:v>33664</c:v>
                </c:pt>
                <c:pt idx="27">
                  <c:v>33695</c:v>
                </c:pt>
                <c:pt idx="28">
                  <c:v>33725</c:v>
                </c:pt>
                <c:pt idx="29">
                  <c:v>33756</c:v>
                </c:pt>
                <c:pt idx="30">
                  <c:v>33786</c:v>
                </c:pt>
                <c:pt idx="31">
                  <c:v>33817</c:v>
                </c:pt>
                <c:pt idx="32">
                  <c:v>33848</c:v>
                </c:pt>
                <c:pt idx="33">
                  <c:v>33878</c:v>
                </c:pt>
                <c:pt idx="34">
                  <c:v>33909</c:v>
                </c:pt>
                <c:pt idx="35">
                  <c:v>33939</c:v>
                </c:pt>
                <c:pt idx="36">
                  <c:v>33970</c:v>
                </c:pt>
                <c:pt idx="37">
                  <c:v>34001</c:v>
                </c:pt>
                <c:pt idx="38">
                  <c:v>34029</c:v>
                </c:pt>
                <c:pt idx="39">
                  <c:v>34060</c:v>
                </c:pt>
                <c:pt idx="40">
                  <c:v>34090</c:v>
                </c:pt>
                <c:pt idx="41">
                  <c:v>34121</c:v>
                </c:pt>
                <c:pt idx="42">
                  <c:v>34151</c:v>
                </c:pt>
                <c:pt idx="43">
                  <c:v>34182</c:v>
                </c:pt>
                <c:pt idx="44">
                  <c:v>34213</c:v>
                </c:pt>
                <c:pt idx="45">
                  <c:v>34243</c:v>
                </c:pt>
                <c:pt idx="46">
                  <c:v>34274</c:v>
                </c:pt>
                <c:pt idx="47">
                  <c:v>34304</c:v>
                </c:pt>
                <c:pt idx="48">
                  <c:v>34335</c:v>
                </c:pt>
                <c:pt idx="49">
                  <c:v>34366</c:v>
                </c:pt>
                <c:pt idx="50">
                  <c:v>34394</c:v>
                </c:pt>
                <c:pt idx="51">
                  <c:v>34425</c:v>
                </c:pt>
                <c:pt idx="52">
                  <c:v>34455</c:v>
                </c:pt>
                <c:pt idx="53">
                  <c:v>34486</c:v>
                </c:pt>
                <c:pt idx="54">
                  <c:v>34516</c:v>
                </c:pt>
                <c:pt idx="55">
                  <c:v>34547</c:v>
                </c:pt>
                <c:pt idx="56">
                  <c:v>34578</c:v>
                </c:pt>
                <c:pt idx="57">
                  <c:v>34608</c:v>
                </c:pt>
                <c:pt idx="58">
                  <c:v>34639</c:v>
                </c:pt>
                <c:pt idx="59">
                  <c:v>34669</c:v>
                </c:pt>
                <c:pt idx="60">
                  <c:v>34700</c:v>
                </c:pt>
                <c:pt idx="61">
                  <c:v>34731</c:v>
                </c:pt>
                <c:pt idx="62">
                  <c:v>34759</c:v>
                </c:pt>
                <c:pt idx="63">
                  <c:v>34790</c:v>
                </c:pt>
                <c:pt idx="64">
                  <c:v>34820</c:v>
                </c:pt>
                <c:pt idx="65">
                  <c:v>34851</c:v>
                </c:pt>
                <c:pt idx="66">
                  <c:v>34881</c:v>
                </c:pt>
                <c:pt idx="67">
                  <c:v>34912</c:v>
                </c:pt>
                <c:pt idx="68">
                  <c:v>34943</c:v>
                </c:pt>
                <c:pt idx="69">
                  <c:v>34973</c:v>
                </c:pt>
                <c:pt idx="70">
                  <c:v>35004</c:v>
                </c:pt>
                <c:pt idx="71">
                  <c:v>35034</c:v>
                </c:pt>
                <c:pt idx="72">
                  <c:v>35065</c:v>
                </c:pt>
                <c:pt idx="73">
                  <c:v>35096</c:v>
                </c:pt>
                <c:pt idx="74">
                  <c:v>35125</c:v>
                </c:pt>
                <c:pt idx="75">
                  <c:v>35156</c:v>
                </c:pt>
                <c:pt idx="76">
                  <c:v>35186</c:v>
                </c:pt>
                <c:pt idx="77">
                  <c:v>35217</c:v>
                </c:pt>
                <c:pt idx="78">
                  <c:v>35247</c:v>
                </c:pt>
                <c:pt idx="79">
                  <c:v>35278</c:v>
                </c:pt>
                <c:pt idx="80">
                  <c:v>35309</c:v>
                </c:pt>
                <c:pt idx="81">
                  <c:v>35339</c:v>
                </c:pt>
                <c:pt idx="82">
                  <c:v>35370</c:v>
                </c:pt>
                <c:pt idx="83">
                  <c:v>35400</c:v>
                </c:pt>
                <c:pt idx="84">
                  <c:v>35431</c:v>
                </c:pt>
                <c:pt idx="85">
                  <c:v>35462</c:v>
                </c:pt>
                <c:pt idx="86">
                  <c:v>35490</c:v>
                </c:pt>
                <c:pt idx="87">
                  <c:v>35521</c:v>
                </c:pt>
                <c:pt idx="88">
                  <c:v>35551</c:v>
                </c:pt>
                <c:pt idx="89">
                  <c:v>35582</c:v>
                </c:pt>
                <c:pt idx="90">
                  <c:v>35612</c:v>
                </c:pt>
                <c:pt idx="91">
                  <c:v>35643</c:v>
                </c:pt>
                <c:pt idx="92">
                  <c:v>35674</c:v>
                </c:pt>
                <c:pt idx="93">
                  <c:v>35704</c:v>
                </c:pt>
                <c:pt idx="94">
                  <c:v>35735</c:v>
                </c:pt>
                <c:pt idx="95">
                  <c:v>35765</c:v>
                </c:pt>
                <c:pt idx="96">
                  <c:v>35796</c:v>
                </c:pt>
                <c:pt idx="97">
                  <c:v>35827</c:v>
                </c:pt>
                <c:pt idx="98">
                  <c:v>35855</c:v>
                </c:pt>
                <c:pt idx="99">
                  <c:v>35886</c:v>
                </c:pt>
                <c:pt idx="100">
                  <c:v>35916</c:v>
                </c:pt>
                <c:pt idx="101">
                  <c:v>35947</c:v>
                </c:pt>
                <c:pt idx="102">
                  <c:v>35977</c:v>
                </c:pt>
                <c:pt idx="103">
                  <c:v>36008</c:v>
                </c:pt>
                <c:pt idx="104">
                  <c:v>36039</c:v>
                </c:pt>
                <c:pt idx="105">
                  <c:v>36069</c:v>
                </c:pt>
                <c:pt idx="106">
                  <c:v>36100</c:v>
                </c:pt>
                <c:pt idx="107">
                  <c:v>36130</c:v>
                </c:pt>
                <c:pt idx="108">
                  <c:v>36161</c:v>
                </c:pt>
                <c:pt idx="109">
                  <c:v>36192</c:v>
                </c:pt>
                <c:pt idx="110">
                  <c:v>36220</c:v>
                </c:pt>
                <c:pt idx="111">
                  <c:v>36251</c:v>
                </c:pt>
                <c:pt idx="112">
                  <c:v>36281</c:v>
                </c:pt>
                <c:pt idx="113">
                  <c:v>36312</c:v>
                </c:pt>
                <c:pt idx="114">
                  <c:v>36342</c:v>
                </c:pt>
                <c:pt idx="115">
                  <c:v>36373</c:v>
                </c:pt>
                <c:pt idx="116">
                  <c:v>36404</c:v>
                </c:pt>
                <c:pt idx="117">
                  <c:v>36434</c:v>
                </c:pt>
                <c:pt idx="118">
                  <c:v>36465</c:v>
                </c:pt>
                <c:pt idx="119">
                  <c:v>36495</c:v>
                </c:pt>
                <c:pt idx="120">
                  <c:v>36526</c:v>
                </c:pt>
                <c:pt idx="121">
                  <c:v>36557</c:v>
                </c:pt>
                <c:pt idx="122">
                  <c:v>36586</c:v>
                </c:pt>
                <c:pt idx="123">
                  <c:v>36617</c:v>
                </c:pt>
                <c:pt idx="124">
                  <c:v>36647</c:v>
                </c:pt>
                <c:pt idx="125">
                  <c:v>36678</c:v>
                </c:pt>
                <c:pt idx="126">
                  <c:v>36708</c:v>
                </c:pt>
                <c:pt idx="127">
                  <c:v>36739</c:v>
                </c:pt>
                <c:pt idx="128">
                  <c:v>36770</c:v>
                </c:pt>
                <c:pt idx="129">
                  <c:v>36800</c:v>
                </c:pt>
                <c:pt idx="130">
                  <c:v>36831</c:v>
                </c:pt>
                <c:pt idx="131">
                  <c:v>36861</c:v>
                </c:pt>
                <c:pt idx="132">
                  <c:v>36892</c:v>
                </c:pt>
                <c:pt idx="133">
                  <c:v>36923</c:v>
                </c:pt>
                <c:pt idx="134">
                  <c:v>36951</c:v>
                </c:pt>
                <c:pt idx="135">
                  <c:v>36982</c:v>
                </c:pt>
                <c:pt idx="136">
                  <c:v>37012</c:v>
                </c:pt>
                <c:pt idx="137">
                  <c:v>37043</c:v>
                </c:pt>
                <c:pt idx="138">
                  <c:v>37073</c:v>
                </c:pt>
                <c:pt idx="139">
                  <c:v>37104</c:v>
                </c:pt>
                <c:pt idx="140">
                  <c:v>37135</c:v>
                </c:pt>
                <c:pt idx="141">
                  <c:v>37165</c:v>
                </c:pt>
                <c:pt idx="142">
                  <c:v>37196</c:v>
                </c:pt>
                <c:pt idx="143">
                  <c:v>37226</c:v>
                </c:pt>
                <c:pt idx="144">
                  <c:v>37257</c:v>
                </c:pt>
                <c:pt idx="145">
                  <c:v>37288</c:v>
                </c:pt>
                <c:pt idx="146">
                  <c:v>37316</c:v>
                </c:pt>
                <c:pt idx="147">
                  <c:v>37347</c:v>
                </c:pt>
                <c:pt idx="148">
                  <c:v>37377</c:v>
                </c:pt>
                <c:pt idx="149">
                  <c:v>37408</c:v>
                </c:pt>
                <c:pt idx="150">
                  <c:v>37438</c:v>
                </c:pt>
                <c:pt idx="151">
                  <c:v>37469</c:v>
                </c:pt>
                <c:pt idx="152">
                  <c:v>37500</c:v>
                </c:pt>
                <c:pt idx="153">
                  <c:v>37530</c:v>
                </c:pt>
                <c:pt idx="154">
                  <c:v>37561</c:v>
                </c:pt>
                <c:pt idx="155">
                  <c:v>37591</c:v>
                </c:pt>
                <c:pt idx="156">
                  <c:v>37622</c:v>
                </c:pt>
                <c:pt idx="157">
                  <c:v>37653</c:v>
                </c:pt>
                <c:pt idx="158">
                  <c:v>37681</c:v>
                </c:pt>
                <c:pt idx="159">
                  <c:v>37712</c:v>
                </c:pt>
                <c:pt idx="160">
                  <c:v>37742</c:v>
                </c:pt>
                <c:pt idx="161">
                  <c:v>37773</c:v>
                </c:pt>
                <c:pt idx="162">
                  <c:v>37803</c:v>
                </c:pt>
                <c:pt idx="163">
                  <c:v>37834</c:v>
                </c:pt>
                <c:pt idx="164">
                  <c:v>37865</c:v>
                </c:pt>
                <c:pt idx="165">
                  <c:v>37895</c:v>
                </c:pt>
                <c:pt idx="166">
                  <c:v>37926</c:v>
                </c:pt>
                <c:pt idx="167">
                  <c:v>37956</c:v>
                </c:pt>
                <c:pt idx="168">
                  <c:v>37987</c:v>
                </c:pt>
                <c:pt idx="169">
                  <c:v>38018</c:v>
                </c:pt>
                <c:pt idx="170">
                  <c:v>38047</c:v>
                </c:pt>
                <c:pt idx="171">
                  <c:v>38078</c:v>
                </c:pt>
                <c:pt idx="172">
                  <c:v>38108</c:v>
                </c:pt>
                <c:pt idx="173">
                  <c:v>38139</c:v>
                </c:pt>
                <c:pt idx="174">
                  <c:v>38169</c:v>
                </c:pt>
                <c:pt idx="175">
                  <c:v>38200</c:v>
                </c:pt>
                <c:pt idx="176">
                  <c:v>38231</c:v>
                </c:pt>
                <c:pt idx="177">
                  <c:v>38261</c:v>
                </c:pt>
                <c:pt idx="178">
                  <c:v>38292</c:v>
                </c:pt>
                <c:pt idx="179">
                  <c:v>38322</c:v>
                </c:pt>
                <c:pt idx="180">
                  <c:v>38353</c:v>
                </c:pt>
                <c:pt idx="181">
                  <c:v>38384</c:v>
                </c:pt>
                <c:pt idx="182">
                  <c:v>38412</c:v>
                </c:pt>
                <c:pt idx="183">
                  <c:v>38443</c:v>
                </c:pt>
                <c:pt idx="184">
                  <c:v>38473</c:v>
                </c:pt>
                <c:pt idx="185">
                  <c:v>38504</c:v>
                </c:pt>
                <c:pt idx="186">
                  <c:v>38534</c:v>
                </c:pt>
                <c:pt idx="187">
                  <c:v>38565</c:v>
                </c:pt>
                <c:pt idx="188">
                  <c:v>38596</c:v>
                </c:pt>
                <c:pt idx="189">
                  <c:v>38626</c:v>
                </c:pt>
                <c:pt idx="190">
                  <c:v>38657</c:v>
                </c:pt>
                <c:pt idx="191">
                  <c:v>38687</c:v>
                </c:pt>
                <c:pt idx="192">
                  <c:v>38718</c:v>
                </c:pt>
                <c:pt idx="193">
                  <c:v>38749</c:v>
                </c:pt>
                <c:pt idx="194">
                  <c:v>38777</c:v>
                </c:pt>
                <c:pt idx="195">
                  <c:v>38808</c:v>
                </c:pt>
                <c:pt idx="196">
                  <c:v>38838</c:v>
                </c:pt>
                <c:pt idx="197">
                  <c:v>38869</c:v>
                </c:pt>
                <c:pt idx="198">
                  <c:v>38899</c:v>
                </c:pt>
                <c:pt idx="199">
                  <c:v>38930</c:v>
                </c:pt>
                <c:pt idx="200">
                  <c:v>38961</c:v>
                </c:pt>
                <c:pt idx="201">
                  <c:v>38991</c:v>
                </c:pt>
                <c:pt idx="202">
                  <c:v>39022</c:v>
                </c:pt>
                <c:pt idx="203">
                  <c:v>39052</c:v>
                </c:pt>
                <c:pt idx="204">
                  <c:v>39083</c:v>
                </c:pt>
                <c:pt idx="205">
                  <c:v>39114</c:v>
                </c:pt>
                <c:pt idx="206">
                  <c:v>39142</c:v>
                </c:pt>
                <c:pt idx="207">
                  <c:v>39173</c:v>
                </c:pt>
                <c:pt idx="208">
                  <c:v>39203</c:v>
                </c:pt>
                <c:pt idx="209">
                  <c:v>39234</c:v>
                </c:pt>
                <c:pt idx="210">
                  <c:v>39264</c:v>
                </c:pt>
                <c:pt idx="211">
                  <c:v>39295</c:v>
                </c:pt>
                <c:pt idx="212">
                  <c:v>39326</c:v>
                </c:pt>
                <c:pt idx="213">
                  <c:v>39356</c:v>
                </c:pt>
                <c:pt idx="214">
                  <c:v>39387</c:v>
                </c:pt>
                <c:pt idx="215">
                  <c:v>39417</c:v>
                </c:pt>
                <c:pt idx="216">
                  <c:v>39448</c:v>
                </c:pt>
                <c:pt idx="217">
                  <c:v>39479</c:v>
                </c:pt>
                <c:pt idx="218">
                  <c:v>39508</c:v>
                </c:pt>
                <c:pt idx="219">
                  <c:v>39539</c:v>
                </c:pt>
                <c:pt idx="220">
                  <c:v>39569</c:v>
                </c:pt>
                <c:pt idx="221">
                  <c:v>39600</c:v>
                </c:pt>
                <c:pt idx="222">
                  <c:v>39630</c:v>
                </c:pt>
                <c:pt idx="223">
                  <c:v>39661</c:v>
                </c:pt>
                <c:pt idx="224">
                  <c:v>39692</c:v>
                </c:pt>
                <c:pt idx="225">
                  <c:v>39722</c:v>
                </c:pt>
                <c:pt idx="226">
                  <c:v>39753</c:v>
                </c:pt>
                <c:pt idx="227">
                  <c:v>39783</c:v>
                </c:pt>
                <c:pt idx="228">
                  <c:v>39814</c:v>
                </c:pt>
                <c:pt idx="229">
                  <c:v>39845</c:v>
                </c:pt>
                <c:pt idx="230">
                  <c:v>39873</c:v>
                </c:pt>
                <c:pt idx="231">
                  <c:v>39904</c:v>
                </c:pt>
                <c:pt idx="232">
                  <c:v>39934</c:v>
                </c:pt>
                <c:pt idx="233">
                  <c:v>39965</c:v>
                </c:pt>
                <c:pt idx="234">
                  <c:v>39995</c:v>
                </c:pt>
                <c:pt idx="235">
                  <c:v>40026</c:v>
                </c:pt>
                <c:pt idx="236">
                  <c:v>40057</c:v>
                </c:pt>
                <c:pt idx="237">
                  <c:v>40087</c:v>
                </c:pt>
                <c:pt idx="238">
                  <c:v>40118</c:v>
                </c:pt>
                <c:pt idx="239">
                  <c:v>40148</c:v>
                </c:pt>
                <c:pt idx="240">
                  <c:v>40179</c:v>
                </c:pt>
                <c:pt idx="241">
                  <c:v>40210</c:v>
                </c:pt>
                <c:pt idx="242">
                  <c:v>40238</c:v>
                </c:pt>
                <c:pt idx="243">
                  <c:v>40269</c:v>
                </c:pt>
                <c:pt idx="244">
                  <c:v>40299</c:v>
                </c:pt>
                <c:pt idx="245">
                  <c:v>40330</c:v>
                </c:pt>
                <c:pt idx="246">
                  <c:v>40360</c:v>
                </c:pt>
                <c:pt idx="247">
                  <c:v>40391</c:v>
                </c:pt>
                <c:pt idx="248">
                  <c:v>40422</c:v>
                </c:pt>
                <c:pt idx="249">
                  <c:v>40452</c:v>
                </c:pt>
                <c:pt idx="250">
                  <c:v>40483</c:v>
                </c:pt>
                <c:pt idx="251">
                  <c:v>40513</c:v>
                </c:pt>
                <c:pt idx="252">
                  <c:v>40544</c:v>
                </c:pt>
                <c:pt idx="253">
                  <c:v>40575</c:v>
                </c:pt>
                <c:pt idx="254">
                  <c:v>40603</c:v>
                </c:pt>
                <c:pt idx="255">
                  <c:v>40634</c:v>
                </c:pt>
                <c:pt idx="256">
                  <c:v>40664</c:v>
                </c:pt>
                <c:pt idx="257">
                  <c:v>40695</c:v>
                </c:pt>
                <c:pt idx="258">
                  <c:v>40725</c:v>
                </c:pt>
                <c:pt idx="259">
                  <c:v>40756</c:v>
                </c:pt>
                <c:pt idx="260">
                  <c:v>40787</c:v>
                </c:pt>
                <c:pt idx="261">
                  <c:v>40817</c:v>
                </c:pt>
                <c:pt idx="262">
                  <c:v>40848</c:v>
                </c:pt>
                <c:pt idx="263">
                  <c:v>40878</c:v>
                </c:pt>
                <c:pt idx="264">
                  <c:v>40909</c:v>
                </c:pt>
                <c:pt idx="265">
                  <c:v>40940</c:v>
                </c:pt>
                <c:pt idx="266">
                  <c:v>40969</c:v>
                </c:pt>
                <c:pt idx="267">
                  <c:v>41000</c:v>
                </c:pt>
                <c:pt idx="268">
                  <c:v>41030</c:v>
                </c:pt>
                <c:pt idx="269">
                  <c:v>41061</c:v>
                </c:pt>
                <c:pt idx="270">
                  <c:v>41091</c:v>
                </c:pt>
                <c:pt idx="271">
                  <c:v>41122</c:v>
                </c:pt>
                <c:pt idx="272">
                  <c:v>41153</c:v>
                </c:pt>
                <c:pt idx="273">
                  <c:v>41183</c:v>
                </c:pt>
                <c:pt idx="274">
                  <c:v>41214</c:v>
                </c:pt>
                <c:pt idx="275">
                  <c:v>41244</c:v>
                </c:pt>
                <c:pt idx="276">
                  <c:v>41275</c:v>
                </c:pt>
                <c:pt idx="277">
                  <c:v>41306</c:v>
                </c:pt>
                <c:pt idx="278">
                  <c:v>41334</c:v>
                </c:pt>
                <c:pt idx="279">
                  <c:v>41365</c:v>
                </c:pt>
                <c:pt idx="280">
                  <c:v>41395</c:v>
                </c:pt>
                <c:pt idx="281">
                  <c:v>41426</c:v>
                </c:pt>
                <c:pt idx="282">
                  <c:v>41456</c:v>
                </c:pt>
                <c:pt idx="283">
                  <c:v>41487</c:v>
                </c:pt>
                <c:pt idx="284">
                  <c:v>41518</c:v>
                </c:pt>
                <c:pt idx="285">
                  <c:v>41548</c:v>
                </c:pt>
                <c:pt idx="286">
                  <c:v>41579</c:v>
                </c:pt>
                <c:pt idx="287">
                  <c:v>41609</c:v>
                </c:pt>
                <c:pt idx="288">
                  <c:v>41640</c:v>
                </c:pt>
                <c:pt idx="289">
                  <c:v>41671</c:v>
                </c:pt>
                <c:pt idx="290">
                  <c:v>41699</c:v>
                </c:pt>
                <c:pt idx="291">
                  <c:v>41730</c:v>
                </c:pt>
                <c:pt idx="292">
                  <c:v>41760</c:v>
                </c:pt>
                <c:pt idx="293">
                  <c:v>41791</c:v>
                </c:pt>
                <c:pt idx="294">
                  <c:v>41821</c:v>
                </c:pt>
                <c:pt idx="295">
                  <c:v>41852</c:v>
                </c:pt>
                <c:pt idx="296">
                  <c:v>41883</c:v>
                </c:pt>
                <c:pt idx="297">
                  <c:v>41913</c:v>
                </c:pt>
                <c:pt idx="298">
                  <c:v>41944</c:v>
                </c:pt>
                <c:pt idx="299">
                  <c:v>41974</c:v>
                </c:pt>
                <c:pt idx="300">
                  <c:v>42005</c:v>
                </c:pt>
                <c:pt idx="301">
                  <c:v>42036</c:v>
                </c:pt>
                <c:pt idx="302">
                  <c:v>42064</c:v>
                </c:pt>
                <c:pt idx="303">
                  <c:v>42095</c:v>
                </c:pt>
                <c:pt idx="304">
                  <c:v>42125</c:v>
                </c:pt>
                <c:pt idx="305">
                  <c:v>42156</c:v>
                </c:pt>
                <c:pt idx="306">
                  <c:v>42186</c:v>
                </c:pt>
                <c:pt idx="307">
                  <c:v>42217</c:v>
                </c:pt>
                <c:pt idx="308">
                  <c:v>42248</c:v>
                </c:pt>
                <c:pt idx="309">
                  <c:v>42278</c:v>
                </c:pt>
                <c:pt idx="310">
                  <c:v>42309</c:v>
                </c:pt>
                <c:pt idx="311">
                  <c:v>42339</c:v>
                </c:pt>
                <c:pt idx="312">
                  <c:v>42370</c:v>
                </c:pt>
                <c:pt idx="313">
                  <c:v>42401</c:v>
                </c:pt>
                <c:pt idx="314">
                  <c:v>42430</c:v>
                </c:pt>
                <c:pt idx="315">
                  <c:v>42461</c:v>
                </c:pt>
                <c:pt idx="316">
                  <c:v>42491</c:v>
                </c:pt>
                <c:pt idx="317">
                  <c:v>42522</c:v>
                </c:pt>
                <c:pt idx="318">
                  <c:v>42552</c:v>
                </c:pt>
                <c:pt idx="319">
                  <c:v>42583</c:v>
                </c:pt>
                <c:pt idx="320">
                  <c:v>42614</c:v>
                </c:pt>
                <c:pt idx="321">
                  <c:v>42644</c:v>
                </c:pt>
                <c:pt idx="322">
                  <c:v>42675</c:v>
                </c:pt>
                <c:pt idx="323">
                  <c:v>42705</c:v>
                </c:pt>
                <c:pt idx="324">
                  <c:v>42736</c:v>
                </c:pt>
                <c:pt idx="325">
                  <c:v>42767</c:v>
                </c:pt>
              </c:numCache>
            </c:numRef>
          </c:cat>
          <c:val>
            <c:numRef>
              <c:f>Sheet1!$D$2:$D$327</c:f>
              <c:numCache>
                <c:formatCode>General</c:formatCode>
                <c:ptCount val="326"/>
                <c:pt idx="0">
                  <c:v>-0.29915827054565303</c:v>
                </c:pt>
                <c:pt idx="1">
                  <c:v>-0.22916863119300501</c:v>
                </c:pt>
                <c:pt idx="2">
                  <c:v>-0.20169869470034099</c:v>
                </c:pt>
                <c:pt idx="3">
                  <c:v>-0.15815332433222201</c:v>
                </c:pt>
                <c:pt idx="4">
                  <c:v>-0.15932987521561501</c:v>
                </c:pt>
                <c:pt idx="5">
                  <c:v>-0.112199574738801</c:v>
                </c:pt>
                <c:pt idx="6">
                  <c:v>-0.13195963807649599</c:v>
                </c:pt>
                <c:pt idx="7">
                  <c:v>-0.19352377802758899</c:v>
                </c:pt>
                <c:pt idx="8">
                  <c:v>-0.16214661429949601</c:v>
                </c:pt>
                <c:pt idx="9">
                  <c:v>-5.5025557614484001E-2</c:v>
                </c:pt>
                <c:pt idx="10">
                  <c:v>-0.132231998160206</c:v>
                </c:pt>
                <c:pt idx="11">
                  <c:v>-4.2049738447684497E-2</c:v>
                </c:pt>
                <c:pt idx="12">
                  <c:v>-0.15926028850027801</c:v>
                </c:pt>
                <c:pt idx="13">
                  <c:v>-0.13442515380202799</c:v>
                </c:pt>
                <c:pt idx="14">
                  <c:v>-0.265359427960632</c:v>
                </c:pt>
                <c:pt idx="15">
                  <c:v>-0.212924277434936</c:v>
                </c:pt>
                <c:pt idx="16">
                  <c:v>-0.19087220796767401</c:v>
                </c:pt>
                <c:pt idx="17">
                  <c:v>-0.238060776303095</c:v>
                </c:pt>
                <c:pt idx="18">
                  <c:v>-0.156291713908631</c:v>
                </c:pt>
                <c:pt idx="19">
                  <c:v>-0.111054892956225</c:v>
                </c:pt>
                <c:pt idx="20">
                  <c:v>-6.4958444834567405E-2</c:v>
                </c:pt>
                <c:pt idx="21">
                  <c:v>-0.11187384120708201</c:v>
                </c:pt>
                <c:pt idx="22">
                  <c:v>-0.20679088661550399</c:v>
                </c:pt>
                <c:pt idx="23">
                  <c:v>-0.14107328646571701</c:v>
                </c:pt>
                <c:pt idx="24">
                  <c:v>-0.193586893095546</c:v>
                </c:pt>
                <c:pt idx="25">
                  <c:v>-0.22158985805782999</c:v>
                </c:pt>
                <c:pt idx="26">
                  <c:v>-0.16624801418610899</c:v>
                </c:pt>
                <c:pt idx="27">
                  <c:v>-0.139282356167898</c:v>
                </c:pt>
                <c:pt idx="28">
                  <c:v>-0.12785902260249399</c:v>
                </c:pt>
                <c:pt idx="29">
                  <c:v>-5.2026898274382498E-2</c:v>
                </c:pt>
                <c:pt idx="30">
                  <c:v>-9.13185369876406E-2</c:v>
                </c:pt>
                <c:pt idx="31">
                  <c:v>-5.8764663175089597E-2</c:v>
                </c:pt>
                <c:pt idx="32">
                  <c:v>-4.7467701202679E-2</c:v>
                </c:pt>
                <c:pt idx="33">
                  <c:v>-5.9064138186933998E-2</c:v>
                </c:pt>
                <c:pt idx="34">
                  <c:v>-8.5059647950052705E-2</c:v>
                </c:pt>
                <c:pt idx="35">
                  <c:v>1.9110384228896202E-2</c:v>
                </c:pt>
                <c:pt idx="36">
                  <c:v>5.2806739646589801E-2</c:v>
                </c:pt>
                <c:pt idx="37">
                  <c:v>8.8332444477924196E-2</c:v>
                </c:pt>
                <c:pt idx="38">
                  <c:v>6.4772542178429204E-2</c:v>
                </c:pt>
                <c:pt idx="39">
                  <c:v>0.10260667412183699</c:v>
                </c:pt>
                <c:pt idx="40">
                  <c:v>9.8640314676691196E-2</c:v>
                </c:pt>
                <c:pt idx="41">
                  <c:v>0.16164804860988699</c:v>
                </c:pt>
                <c:pt idx="42">
                  <c:v>0.16293260126863399</c:v>
                </c:pt>
                <c:pt idx="43">
                  <c:v>0.18653450779790501</c:v>
                </c:pt>
                <c:pt idx="44">
                  <c:v>0.151704464623518</c:v>
                </c:pt>
                <c:pt idx="45">
                  <c:v>0.123403398552694</c:v>
                </c:pt>
                <c:pt idx="46">
                  <c:v>0.15940481123644801</c:v>
                </c:pt>
                <c:pt idx="47">
                  <c:v>0.17577221883695399</c:v>
                </c:pt>
                <c:pt idx="48">
                  <c:v>0.239150063190912</c:v>
                </c:pt>
                <c:pt idx="49">
                  <c:v>0.24217000680188699</c:v>
                </c:pt>
                <c:pt idx="50">
                  <c:v>0.20084907728263701</c:v>
                </c:pt>
                <c:pt idx="51">
                  <c:v>0.24975602309665501</c:v>
                </c:pt>
                <c:pt idx="52">
                  <c:v>0.35469777697842902</c:v>
                </c:pt>
                <c:pt idx="53">
                  <c:v>0.383802472332267</c:v>
                </c:pt>
                <c:pt idx="54">
                  <c:v>0.41907858829128503</c:v>
                </c:pt>
                <c:pt idx="55">
                  <c:v>0.155393042451238</c:v>
                </c:pt>
                <c:pt idx="56">
                  <c:v>0.217193956352009</c:v>
                </c:pt>
                <c:pt idx="57">
                  <c:v>0.215919528571869</c:v>
                </c:pt>
                <c:pt idx="58">
                  <c:v>0.22294895242705601</c:v>
                </c:pt>
                <c:pt idx="59">
                  <c:v>0.28064535794756801</c:v>
                </c:pt>
                <c:pt idx="60">
                  <c:v>0.23391544419249499</c:v>
                </c:pt>
                <c:pt idx="61">
                  <c:v>0.313597592510718</c:v>
                </c:pt>
                <c:pt idx="62">
                  <c:v>0.40142045713347801</c:v>
                </c:pt>
                <c:pt idx="63">
                  <c:v>0.18390477063382901</c:v>
                </c:pt>
                <c:pt idx="64">
                  <c:v>8.0008923184211503E-2</c:v>
                </c:pt>
                <c:pt idx="65">
                  <c:v>1.31652555827907E-2</c:v>
                </c:pt>
                <c:pt idx="66">
                  <c:v>-5.1410531886984601E-3</c:v>
                </c:pt>
                <c:pt idx="67">
                  <c:v>4.1759009296420499E-2</c:v>
                </c:pt>
                <c:pt idx="68">
                  <c:v>0.150206523314733</c:v>
                </c:pt>
                <c:pt idx="69">
                  <c:v>0.15465628028367101</c:v>
                </c:pt>
                <c:pt idx="70">
                  <c:v>0.102626256559002</c:v>
                </c:pt>
                <c:pt idx="71">
                  <c:v>0.10367980496217399</c:v>
                </c:pt>
                <c:pt idx="72">
                  <c:v>2.4600720097390401E-2</c:v>
                </c:pt>
                <c:pt idx="73">
                  <c:v>4.5475859609641602E-2</c:v>
                </c:pt>
                <c:pt idx="74">
                  <c:v>1.3645940033225499E-2</c:v>
                </c:pt>
                <c:pt idx="75">
                  <c:v>0.16644888741212599</c:v>
                </c:pt>
                <c:pt idx="76">
                  <c:v>0.25335768686566801</c:v>
                </c:pt>
                <c:pt idx="77">
                  <c:v>0.20906946151299</c:v>
                </c:pt>
                <c:pt idx="78">
                  <c:v>0.15310421565632701</c:v>
                </c:pt>
                <c:pt idx="79">
                  <c:v>0.11243820897611199</c:v>
                </c:pt>
                <c:pt idx="80">
                  <c:v>0.118502004947672</c:v>
                </c:pt>
                <c:pt idx="81">
                  <c:v>0.16403359790792901</c:v>
                </c:pt>
                <c:pt idx="82">
                  <c:v>0.18057229173854999</c:v>
                </c:pt>
                <c:pt idx="83">
                  <c:v>0.16632284917958701</c:v>
                </c:pt>
                <c:pt idx="84">
                  <c:v>0.14002318071459899</c:v>
                </c:pt>
                <c:pt idx="85">
                  <c:v>0.18628378487610101</c:v>
                </c:pt>
                <c:pt idx="86">
                  <c:v>0.13834461160501799</c:v>
                </c:pt>
                <c:pt idx="87">
                  <c:v>0.141899469656486</c:v>
                </c:pt>
                <c:pt idx="88">
                  <c:v>0.24270286409538699</c:v>
                </c:pt>
                <c:pt idx="89">
                  <c:v>0.181845331380103</c:v>
                </c:pt>
                <c:pt idx="90">
                  <c:v>0.159712729080671</c:v>
                </c:pt>
                <c:pt idx="91">
                  <c:v>0.18951644614691601</c:v>
                </c:pt>
                <c:pt idx="92">
                  <c:v>0.12817683001421101</c:v>
                </c:pt>
                <c:pt idx="93">
                  <c:v>0.17190053802642699</c:v>
                </c:pt>
                <c:pt idx="94">
                  <c:v>0.12521922029023</c:v>
                </c:pt>
                <c:pt idx="95">
                  <c:v>0.13779360604997601</c:v>
                </c:pt>
                <c:pt idx="96">
                  <c:v>0.15941426849020501</c:v>
                </c:pt>
                <c:pt idx="97">
                  <c:v>8.6025282226564997E-2</c:v>
                </c:pt>
                <c:pt idx="98">
                  <c:v>0.15028693513475699</c:v>
                </c:pt>
                <c:pt idx="99">
                  <c:v>0.19508988484881701</c:v>
                </c:pt>
                <c:pt idx="100">
                  <c:v>0.18085285646978799</c:v>
                </c:pt>
                <c:pt idx="101">
                  <c:v>0.15734370086364199</c:v>
                </c:pt>
                <c:pt idx="102">
                  <c:v>0.19104173630037199</c:v>
                </c:pt>
                <c:pt idx="103">
                  <c:v>0.17155573486461601</c:v>
                </c:pt>
                <c:pt idx="104">
                  <c:v>0.183077801965676</c:v>
                </c:pt>
                <c:pt idx="105">
                  <c:v>0.13507571643208099</c:v>
                </c:pt>
                <c:pt idx="106">
                  <c:v>7.2115512533674195E-2</c:v>
                </c:pt>
                <c:pt idx="107">
                  <c:v>0.148840157836474</c:v>
                </c:pt>
                <c:pt idx="108">
                  <c:v>0.138723336824499</c:v>
                </c:pt>
                <c:pt idx="109">
                  <c:v>0.12955607934373001</c:v>
                </c:pt>
                <c:pt idx="110">
                  <c:v>0.17589686159007101</c:v>
                </c:pt>
                <c:pt idx="111">
                  <c:v>0.213601662545748</c:v>
                </c:pt>
                <c:pt idx="112">
                  <c:v>0.20784674867130401</c:v>
                </c:pt>
                <c:pt idx="113">
                  <c:v>0.25337089279879699</c:v>
                </c:pt>
                <c:pt idx="114">
                  <c:v>0.35721730896514597</c:v>
                </c:pt>
                <c:pt idx="115">
                  <c:v>0.36829182358351797</c:v>
                </c:pt>
                <c:pt idx="116">
                  <c:v>0.36672530600388897</c:v>
                </c:pt>
                <c:pt idx="117">
                  <c:v>0.29857265001656602</c:v>
                </c:pt>
                <c:pt idx="118">
                  <c:v>0.231249031293076</c:v>
                </c:pt>
                <c:pt idx="119">
                  <c:v>0.27097633321404302</c:v>
                </c:pt>
                <c:pt idx="120">
                  <c:v>0.27482373809271998</c:v>
                </c:pt>
                <c:pt idx="121">
                  <c:v>0.34256708724854501</c:v>
                </c:pt>
                <c:pt idx="122">
                  <c:v>0.34197655462964399</c:v>
                </c:pt>
                <c:pt idx="123">
                  <c:v>0.12027548112521599</c:v>
                </c:pt>
                <c:pt idx="124">
                  <c:v>0.19465937213005399</c:v>
                </c:pt>
                <c:pt idx="125">
                  <c:v>0.14308396321542899</c:v>
                </c:pt>
                <c:pt idx="126">
                  <c:v>0.16966502444718801</c:v>
                </c:pt>
                <c:pt idx="127">
                  <c:v>5.1141090609242096E-3</c:v>
                </c:pt>
                <c:pt idx="128">
                  <c:v>0.138932592151391</c:v>
                </c:pt>
                <c:pt idx="129">
                  <c:v>0.17280739502435599</c:v>
                </c:pt>
                <c:pt idx="130">
                  <c:v>0.188250915733538</c:v>
                </c:pt>
                <c:pt idx="131">
                  <c:v>0.233462850110636</c:v>
                </c:pt>
                <c:pt idx="132">
                  <c:v>0.22736950057323399</c:v>
                </c:pt>
                <c:pt idx="133">
                  <c:v>0.18890502104693899</c:v>
                </c:pt>
                <c:pt idx="134">
                  <c:v>0.142295160558737</c:v>
                </c:pt>
                <c:pt idx="135">
                  <c:v>0.16603226976904101</c:v>
                </c:pt>
                <c:pt idx="136">
                  <c:v>0.18344103780530499</c:v>
                </c:pt>
                <c:pt idx="137">
                  <c:v>0.11953175474689701</c:v>
                </c:pt>
                <c:pt idx="138">
                  <c:v>9.5433164922511596E-2</c:v>
                </c:pt>
                <c:pt idx="139">
                  <c:v>0.106845973410041</c:v>
                </c:pt>
                <c:pt idx="140">
                  <c:v>0.10134972247719801</c:v>
                </c:pt>
                <c:pt idx="141">
                  <c:v>0.116091753950263</c:v>
                </c:pt>
                <c:pt idx="142">
                  <c:v>0.120704551833864</c:v>
                </c:pt>
                <c:pt idx="143">
                  <c:v>0.22420444597867401</c:v>
                </c:pt>
                <c:pt idx="144">
                  <c:v>0.116435647458245</c:v>
                </c:pt>
                <c:pt idx="145">
                  <c:v>0.102527422476866</c:v>
                </c:pt>
                <c:pt idx="146">
                  <c:v>0.113048134075241</c:v>
                </c:pt>
                <c:pt idx="147">
                  <c:v>0.18375257195986799</c:v>
                </c:pt>
                <c:pt idx="148">
                  <c:v>0.124208669271943</c:v>
                </c:pt>
                <c:pt idx="149">
                  <c:v>0.172612447319933</c:v>
                </c:pt>
                <c:pt idx="150">
                  <c:v>0.218579193698381</c:v>
                </c:pt>
                <c:pt idx="151">
                  <c:v>0.23243933231362501</c:v>
                </c:pt>
                <c:pt idx="152">
                  <c:v>0.17177463629978501</c:v>
                </c:pt>
                <c:pt idx="153">
                  <c:v>0.12349268142797901</c:v>
                </c:pt>
                <c:pt idx="154">
                  <c:v>0.117750491121904</c:v>
                </c:pt>
                <c:pt idx="155">
                  <c:v>0.15051579684764699</c:v>
                </c:pt>
                <c:pt idx="156">
                  <c:v>0.106232628983046</c:v>
                </c:pt>
                <c:pt idx="157">
                  <c:v>0.119516346451156</c:v>
                </c:pt>
                <c:pt idx="158">
                  <c:v>0.134047406974385</c:v>
                </c:pt>
                <c:pt idx="159">
                  <c:v>8.5205506162256098E-2</c:v>
                </c:pt>
                <c:pt idx="160">
                  <c:v>0.12389800426462901</c:v>
                </c:pt>
                <c:pt idx="161">
                  <c:v>5.6799623374391102E-2</c:v>
                </c:pt>
                <c:pt idx="162">
                  <c:v>3.3258487917545397E-2</c:v>
                </c:pt>
                <c:pt idx="163">
                  <c:v>0.11860315107685999</c:v>
                </c:pt>
                <c:pt idx="164">
                  <c:v>0.143018456060825</c:v>
                </c:pt>
                <c:pt idx="165">
                  <c:v>0.18958776148770401</c:v>
                </c:pt>
                <c:pt idx="166">
                  <c:v>0.171545850522447</c:v>
                </c:pt>
                <c:pt idx="167">
                  <c:v>6.11968184311849E-2</c:v>
                </c:pt>
                <c:pt idx="168">
                  <c:v>0.11108217958716</c:v>
                </c:pt>
                <c:pt idx="169">
                  <c:v>0.103768300771041</c:v>
                </c:pt>
                <c:pt idx="170">
                  <c:v>6.8154252536210005E-2</c:v>
                </c:pt>
                <c:pt idx="171">
                  <c:v>8.9763422034397897E-2</c:v>
                </c:pt>
                <c:pt idx="172">
                  <c:v>0.28554309403344302</c:v>
                </c:pt>
                <c:pt idx="173">
                  <c:v>0.13934555351814901</c:v>
                </c:pt>
                <c:pt idx="174">
                  <c:v>9.7361052830808106E-2</c:v>
                </c:pt>
                <c:pt idx="175">
                  <c:v>9.5269101812138102E-2</c:v>
                </c:pt>
                <c:pt idx="176">
                  <c:v>0.119881559623341</c:v>
                </c:pt>
                <c:pt idx="177">
                  <c:v>0.119738194152692</c:v>
                </c:pt>
                <c:pt idx="178">
                  <c:v>9.24484224406915E-2</c:v>
                </c:pt>
                <c:pt idx="179">
                  <c:v>9.4603062524201406E-2</c:v>
                </c:pt>
                <c:pt idx="180">
                  <c:v>5.5173806156038799E-2</c:v>
                </c:pt>
                <c:pt idx="181">
                  <c:v>5.6982862557181498E-2</c:v>
                </c:pt>
                <c:pt idx="182">
                  <c:v>6.8112681836572195E-2</c:v>
                </c:pt>
                <c:pt idx="183">
                  <c:v>2.9585177389113499E-2</c:v>
                </c:pt>
                <c:pt idx="184">
                  <c:v>-1.90276597154619E-2</c:v>
                </c:pt>
                <c:pt idx="185">
                  <c:v>1.83949170683988E-3</c:v>
                </c:pt>
                <c:pt idx="186">
                  <c:v>1.33349486490206E-2</c:v>
                </c:pt>
                <c:pt idx="187">
                  <c:v>5.54839801730376E-2</c:v>
                </c:pt>
                <c:pt idx="188">
                  <c:v>-1.2373704481904399E-2</c:v>
                </c:pt>
                <c:pt idx="189">
                  <c:v>5.7974107962996298E-3</c:v>
                </c:pt>
                <c:pt idx="190">
                  <c:v>-4.4389497162440901E-2</c:v>
                </c:pt>
                <c:pt idx="191">
                  <c:v>-2.6669296282920502E-2</c:v>
                </c:pt>
                <c:pt idx="192">
                  <c:v>-0.14678941843628901</c:v>
                </c:pt>
                <c:pt idx="193">
                  <c:v>-0.14233279947640001</c:v>
                </c:pt>
                <c:pt idx="194">
                  <c:v>-0.17427702280482901</c:v>
                </c:pt>
                <c:pt idx="195">
                  <c:v>-0.16672533139649301</c:v>
                </c:pt>
                <c:pt idx="196">
                  <c:v>-0.12811273645816301</c:v>
                </c:pt>
                <c:pt idx="197">
                  <c:v>-8.6602484761175699E-2</c:v>
                </c:pt>
                <c:pt idx="198">
                  <c:v>-9.2268531716669405E-2</c:v>
                </c:pt>
                <c:pt idx="199">
                  <c:v>-8.3066089519181596E-2</c:v>
                </c:pt>
                <c:pt idx="200">
                  <c:v>-5.64321758952748E-2</c:v>
                </c:pt>
                <c:pt idx="201">
                  <c:v>-4.30940058409746E-2</c:v>
                </c:pt>
                <c:pt idx="202">
                  <c:v>2.0492510642798399E-3</c:v>
                </c:pt>
                <c:pt idx="203">
                  <c:v>5.5970951202880597E-3</c:v>
                </c:pt>
                <c:pt idx="204">
                  <c:v>9.2208351419129406E-2</c:v>
                </c:pt>
                <c:pt idx="205">
                  <c:v>5.3990882160194903E-2</c:v>
                </c:pt>
                <c:pt idx="206">
                  <c:v>2.9562171021153501E-2</c:v>
                </c:pt>
                <c:pt idx="207">
                  <c:v>4.9095692841088598E-2</c:v>
                </c:pt>
                <c:pt idx="208">
                  <c:v>3.7249569361047202E-2</c:v>
                </c:pt>
                <c:pt idx="209">
                  <c:v>-2.9265313056901499E-3</c:v>
                </c:pt>
                <c:pt idx="210">
                  <c:v>-7.89712214990782E-3</c:v>
                </c:pt>
                <c:pt idx="211">
                  <c:v>-0.108267481514736</c:v>
                </c:pt>
                <c:pt idx="212">
                  <c:v>-5.3180420304287497E-2</c:v>
                </c:pt>
                <c:pt idx="213">
                  <c:v>-5.7451669485033399E-2</c:v>
                </c:pt>
                <c:pt idx="214">
                  <c:v>-1.63888263398102E-2</c:v>
                </c:pt>
                <c:pt idx="215">
                  <c:v>-1.00000150078782E-3</c:v>
                </c:pt>
                <c:pt idx="216">
                  <c:v>1.79432499471965E-2</c:v>
                </c:pt>
                <c:pt idx="217">
                  <c:v>0.10865960244516</c:v>
                </c:pt>
                <c:pt idx="218">
                  <c:v>0.154670338252169</c:v>
                </c:pt>
                <c:pt idx="219">
                  <c:v>-4.9972477582082198E-4</c:v>
                </c:pt>
                <c:pt idx="220">
                  <c:v>-4.6057909179241102E-3</c:v>
                </c:pt>
                <c:pt idx="221">
                  <c:v>5.5669970217822898E-2</c:v>
                </c:pt>
                <c:pt idx="222">
                  <c:v>6.1668274487942001E-2</c:v>
                </c:pt>
                <c:pt idx="223">
                  <c:v>2.3627595673018E-2</c:v>
                </c:pt>
                <c:pt idx="224">
                  <c:v>1.26439293282491E-2</c:v>
                </c:pt>
                <c:pt idx="225">
                  <c:v>0.121023606901606</c:v>
                </c:pt>
                <c:pt idx="226">
                  <c:v>0.14406530812534701</c:v>
                </c:pt>
                <c:pt idx="227">
                  <c:v>0.19437634487883801</c:v>
                </c:pt>
                <c:pt idx="228">
                  <c:v>0.26742727676179201</c:v>
                </c:pt>
                <c:pt idx="229">
                  <c:v>0.26473515154335098</c:v>
                </c:pt>
                <c:pt idx="230">
                  <c:v>0.28760290756353102</c:v>
                </c:pt>
                <c:pt idx="231">
                  <c:v>0.249261902839987</c:v>
                </c:pt>
                <c:pt idx="232">
                  <c:v>0.27528660119209097</c:v>
                </c:pt>
                <c:pt idx="233">
                  <c:v>0.18143250341618899</c:v>
                </c:pt>
                <c:pt idx="234">
                  <c:v>0.11725447007347201</c:v>
                </c:pt>
                <c:pt idx="235">
                  <c:v>0.34847877619395701</c:v>
                </c:pt>
                <c:pt idx="236">
                  <c:v>0.201542192900314</c:v>
                </c:pt>
                <c:pt idx="237">
                  <c:v>9.4096549901118196E-2</c:v>
                </c:pt>
                <c:pt idx="238">
                  <c:v>0.12233098593764299</c:v>
                </c:pt>
                <c:pt idx="239">
                  <c:v>9.1476658179129394E-2</c:v>
                </c:pt>
                <c:pt idx="240">
                  <c:v>0.109904479981682</c:v>
                </c:pt>
                <c:pt idx="241">
                  <c:v>8.9234403874036097E-2</c:v>
                </c:pt>
                <c:pt idx="242">
                  <c:v>-2.58420899821355E-2</c:v>
                </c:pt>
                <c:pt idx="243">
                  <c:v>6.2934828063505394E-2</c:v>
                </c:pt>
                <c:pt idx="244">
                  <c:v>-3.31670913730511E-2</c:v>
                </c:pt>
                <c:pt idx="245">
                  <c:v>6.1110266782106199E-3</c:v>
                </c:pt>
                <c:pt idx="246">
                  <c:v>-2.1557845207259101E-2</c:v>
                </c:pt>
                <c:pt idx="247">
                  <c:v>-4.3444545317593397E-2</c:v>
                </c:pt>
                <c:pt idx="248">
                  <c:v>-3.48748563259106E-2</c:v>
                </c:pt>
                <c:pt idx="249">
                  <c:v>6.4150916439631002E-3</c:v>
                </c:pt>
                <c:pt idx="250">
                  <c:v>-3.4027991635964802E-2</c:v>
                </c:pt>
                <c:pt idx="251">
                  <c:v>6.2168739754781398E-2</c:v>
                </c:pt>
                <c:pt idx="252">
                  <c:v>1.72863214665096E-3</c:v>
                </c:pt>
                <c:pt idx="253">
                  <c:v>-1.6483093351673399E-2</c:v>
                </c:pt>
                <c:pt idx="254">
                  <c:v>-0.12945925999543501</c:v>
                </c:pt>
                <c:pt idx="255">
                  <c:v>-0.18350666556800599</c:v>
                </c:pt>
                <c:pt idx="256">
                  <c:v>-0.284540428258855</c:v>
                </c:pt>
                <c:pt idx="257">
                  <c:v>-0.30766957261905697</c:v>
                </c:pt>
                <c:pt idx="258">
                  <c:v>-0.108317444666264</c:v>
                </c:pt>
                <c:pt idx="259">
                  <c:v>-0.232530553233531</c:v>
                </c:pt>
                <c:pt idx="260">
                  <c:v>-0.24257492371929701</c:v>
                </c:pt>
                <c:pt idx="261">
                  <c:v>-0.21281015573874601</c:v>
                </c:pt>
                <c:pt idx="262">
                  <c:v>-0.11929203958618</c:v>
                </c:pt>
                <c:pt idx="263">
                  <c:v>-0.18517329543337199</c:v>
                </c:pt>
                <c:pt idx="264">
                  <c:v>-0.151000043859849</c:v>
                </c:pt>
                <c:pt idx="265">
                  <c:v>-0.121279407869903</c:v>
                </c:pt>
                <c:pt idx="266">
                  <c:v>-0.21705232091239199</c:v>
                </c:pt>
                <c:pt idx="267">
                  <c:v>7.9066302042254497E-2</c:v>
                </c:pt>
                <c:pt idx="268">
                  <c:v>-0.22937773897761601</c:v>
                </c:pt>
                <c:pt idx="269">
                  <c:v>-0.15859345711262399</c:v>
                </c:pt>
                <c:pt idx="270">
                  <c:v>-0.16159375578864399</c:v>
                </c:pt>
                <c:pt idx="271">
                  <c:v>-0.114835974301325</c:v>
                </c:pt>
                <c:pt idx="272">
                  <c:v>-0.16729971869839799</c:v>
                </c:pt>
                <c:pt idx="273">
                  <c:v>-7.1742217058518007E-2</c:v>
                </c:pt>
                <c:pt idx="274">
                  <c:v>-6.4683946015588994E-2</c:v>
                </c:pt>
                <c:pt idx="275">
                  <c:v>-0.17092537729381599</c:v>
                </c:pt>
                <c:pt idx="276">
                  <c:v>-0.21693959762284901</c:v>
                </c:pt>
                <c:pt idx="277">
                  <c:v>-0.18499739717347999</c:v>
                </c:pt>
                <c:pt idx="278">
                  <c:v>-0.27339195684656398</c:v>
                </c:pt>
                <c:pt idx="279">
                  <c:v>-9.19466496455561E-2</c:v>
                </c:pt>
                <c:pt idx="280">
                  <c:v>-0.21298165016861101</c:v>
                </c:pt>
                <c:pt idx="281">
                  <c:v>-0.24026508675997599</c:v>
                </c:pt>
                <c:pt idx="282">
                  <c:v>-0.13571860962834401</c:v>
                </c:pt>
                <c:pt idx="283">
                  <c:v>-0.16770619975253101</c:v>
                </c:pt>
                <c:pt idx="284">
                  <c:v>-0.25434457396430299</c:v>
                </c:pt>
                <c:pt idx="285">
                  <c:v>-0.29499092036249802</c:v>
                </c:pt>
                <c:pt idx="286">
                  <c:v>-0.52930482914947696</c:v>
                </c:pt>
                <c:pt idx="287">
                  <c:v>-0.118821989195855</c:v>
                </c:pt>
                <c:pt idx="288">
                  <c:v>-0.42851764563699102</c:v>
                </c:pt>
                <c:pt idx="289">
                  <c:v>-0.47978109413109699</c:v>
                </c:pt>
                <c:pt idx="290">
                  <c:v>-0.42662713675121</c:v>
                </c:pt>
                <c:pt idx="291">
                  <c:v>-0.20151485075949499</c:v>
                </c:pt>
                <c:pt idx="292">
                  <c:v>-0.39921867300545799</c:v>
                </c:pt>
                <c:pt idx="293">
                  <c:v>-0.335414391403205</c:v>
                </c:pt>
                <c:pt idx="294">
                  <c:v>-0.32322015487565497</c:v>
                </c:pt>
                <c:pt idx="295">
                  <c:v>-0.33855795753032503</c:v>
                </c:pt>
                <c:pt idx="296">
                  <c:v>-0.33065085024233398</c:v>
                </c:pt>
                <c:pt idx="297">
                  <c:v>-0.245074673500844</c:v>
                </c:pt>
                <c:pt idx="298">
                  <c:v>-0.47599811246293899</c:v>
                </c:pt>
                <c:pt idx="299">
                  <c:v>-0.22720462095385699</c:v>
                </c:pt>
                <c:pt idx="300">
                  <c:v>-0.37054223685028997</c:v>
                </c:pt>
                <c:pt idx="301">
                  <c:v>-8.6115777034649205E-2</c:v>
                </c:pt>
                <c:pt idx="302">
                  <c:v>-0.15277048412927699</c:v>
                </c:pt>
                <c:pt idx="303">
                  <c:v>-0.297566383294668</c:v>
                </c:pt>
                <c:pt idx="304">
                  <c:v>-5.4392654124680397E-2</c:v>
                </c:pt>
                <c:pt idx="305">
                  <c:v>-0.332547970331809</c:v>
                </c:pt>
                <c:pt idx="306">
                  <c:v>-0.23624833664991099</c:v>
                </c:pt>
                <c:pt idx="307">
                  <c:v>-0.20662384849485099</c:v>
                </c:pt>
                <c:pt idx="308">
                  <c:v>-0.25977348364469099</c:v>
                </c:pt>
                <c:pt idx="309">
                  <c:v>-0.29435932375951601</c:v>
                </c:pt>
                <c:pt idx="310">
                  <c:v>-0.20311257355953999</c:v>
                </c:pt>
                <c:pt idx="311">
                  <c:v>-0.21339621081339499</c:v>
                </c:pt>
                <c:pt idx="312">
                  <c:v>-0.264082451192996</c:v>
                </c:pt>
                <c:pt idx="313">
                  <c:v>-0.43237401078635102</c:v>
                </c:pt>
                <c:pt idx="314">
                  <c:v>-0.11026220573138799</c:v>
                </c:pt>
                <c:pt idx="315">
                  <c:v>-0.22212927588936801</c:v>
                </c:pt>
                <c:pt idx="316">
                  <c:v>-0.30994781806948002</c:v>
                </c:pt>
                <c:pt idx="317">
                  <c:v>-0.25467517127205103</c:v>
                </c:pt>
                <c:pt idx="318">
                  <c:v>-0.30132313026422097</c:v>
                </c:pt>
                <c:pt idx="319">
                  <c:v>-0.23601585762027799</c:v>
                </c:pt>
                <c:pt idx="320">
                  <c:v>-0.23021021620436599</c:v>
                </c:pt>
                <c:pt idx="321">
                  <c:v>-0.27044344692126099</c:v>
                </c:pt>
                <c:pt idx="322">
                  <c:v>-0.174682104340735</c:v>
                </c:pt>
                <c:pt idx="323">
                  <c:v>-0.23648176101127599</c:v>
                </c:pt>
                <c:pt idx="324">
                  <c:v>-0.415930791644398</c:v>
                </c:pt>
                <c:pt idx="325">
                  <c:v>-0.116020393046095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9161984"/>
        <c:axId val="79163776"/>
      </c:lineChart>
      <c:dateAx>
        <c:axId val="7916198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79163776"/>
        <c:crosses val="autoZero"/>
        <c:auto val="1"/>
        <c:lblOffset val="100"/>
        <c:baseTimeUnit val="months"/>
        <c:majorUnit val="48"/>
        <c:majorTimeUnit val="months"/>
      </c:dateAx>
      <c:valAx>
        <c:axId val="79163776"/>
        <c:scaling>
          <c:orientation val="minMax"/>
        </c:scaling>
        <c:delete val="0"/>
        <c:axPos val="l"/>
        <c:numFmt formatCode="0.0" sourceLinked="0"/>
        <c:majorTickMark val="out"/>
        <c:minorTickMark val="none"/>
        <c:tickLblPos val="nextTo"/>
        <c:crossAx val="79161984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MtgRate</c:v>
                </c:pt>
              </c:strCache>
            </c:strRef>
          </c:tx>
          <c:marker>
            <c:symbol val="none"/>
          </c:marker>
          <c:cat>
            <c:numRef>
              <c:f>Sheet1!$A$2:$A$322</c:f>
              <c:numCache>
                <c:formatCode>m/d/yyyy</c:formatCode>
                <c:ptCount val="321"/>
                <c:pt idx="0">
                  <c:v>33025</c:v>
                </c:pt>
                <c:pt idx="1">
                  <c:v>33055</c:v>
                </c:pt>
                <c:pt idx="2">
                  <c:v>33086</c:v>
                </c:pt>
                <c:pt idx="3">
                  <c:v>33117</c:v>
                </c:pt>
                <c:pt idx="4">
                  <c:v>33147</c:v>
                </c:pt>
                <c:pt idx="5">
                  <c:v>33178</c:v>
                </c:pt>
                <c:pt idx="6">
                  <c:v>33208</c:v>
                </c:pt>
                <c:pt idx="7">
                  <c:v>33239</c:v>
                </c:pt>
                <c:pt idx="8">
                  <c:v>33270</c:v>
                </c:pt>
                <c:pt idx="9">
                  <c:v>33298</c:v>
                </c:pt>
                <c:pt idx="10">
                  <c:v>33329</c:v>
                </c:pt>
                <c:pt idx="11">
                  <c:v>33359</c:v>
                </c:pt>
                <c:pt idx="12">
                  <c:v>33390</c:v>
                </c:pt>
                <c:pt idx="13">
                  <c:v>33420</c:v>
                </c:pt>
                <c:pt idx="14">
                  <c:v>33451</c:v>
                </c:pt>
                <c:pt idx="15">
                  <c:v>33482</c:v>
                </c:pt>
                <c:pt idx="16">
                  <c:v>33512</c:v>
                </c:pt>
                <c:pt idx="17">
                  <c:v>33543</c:v>
                </c:pt>
                <c:pt idx="18">
                  <c:v>33573</c:v>
                </c:pt>
                <c:pt idx="19">
                  <c:v>33604</c:v>
                </c:pt>
                <c:pt idx="20">
                  <c:v>33635</c:v>
                </c:pt>
                <c:pt idx="21">
                  <c:v>33664</c:v>
                </c:pt>
                <c:pt idx="22">
                  <c:v>33695</c:v>
                </c:pt>
                <c:pt idx="23">
                  <c:v>33725</c:v>
                </c:pt>
                <c:pt idx="24">
                  <c:v>33756</c:v>
                </c:pt>
                <c:pt idx="25">
                  <c:v>33786</c:v>
                </c:pt>
                <c:pt idx="26">
                  <c:v>33817</c:v>
                </c:pt>
                <c:pt idx="27">
                  <c:v>33848</c:v>
                </c:pt>
                <c:pt idx="28">
                  <c:v>33878</c:v>
                </c:pt>
                <c:pt idx="29">
                  <c:v>33909</c:v>
                </c:pt>
                <c:pt idx="30">
                  <c:v>33939</c:v>
                </c:pt>
                <c:pt idx="31">
                  <c:v>33970</c:v>
                </c:pt>
                <c:pt idx="32">
                  <c:v>34001</c:v>
                </c:pt>
                <c:pt idx="33">
                  <c:v>34029</c:v>
                </c:pt>
                <c:pt idx="34">
                  <c:v>34060</c:v>
                </c:pt>
                <c:pt idx="35">
                  <c:v>34090</c:v>
                </c:pt>
                <c:pt idx="36">
                  <c:v>34121</c:v>
                </c:pt>
                <c:pt idx="37">
                  <c:v>34151</c:v>
                </c:pt>
                <c:pt idx="38">
                  <c:v>34182</c:v>
                </c:pt>
                <c:pt idx="39">
                  <c:v>34213</c:v>
                </c:pt>
                <c:pt idx="40">
                  <c:v>34243</c:v>
                </c:pt>
                <c:pt idx="41">
                  <c:v>34274</c:v>
                </c:pt>
                <c:pt idx="42">
                  <c:v>34304</c:v>
                </c:pt>
                <c:pt idx="43">
                  <c:v>34335</c:v>
                </c:pt>
                <c:pt idx="44">
                  <c:v>34366</c:v>
                </c:pt>
                <c:pt idx="45">
                  <c:v>34394</c:v>
                </c:pt>
                <c:pt idx="46">
                  <c:v>34425</c:v>
                </c:pt>
                <c:pt idx="47">
                  <c:v>34455</c:v>
                </c:pt>
                <c:pt idx="48">
                  <c:v>34486</c:v>
                </c:pt>
                <c:pt idx="49">
                  <c:v>34516</c:v>
                </c:pt>
                <c:pt idx="50">
                  <c:v>34547</c:v>
                </c:pt>
                <c:pt idx="51">
                  <c:v>34578</c:v>
                </c:pt>
                <c:pt idx="52">
                  <c:v>34608</c:v>
                </c:pt>
                <c:pt idx="53">
                  <c:v>34639</c:v>
                </c:pt>
                <c:pt idx="54">
                  <c:v>34669</c:v>
                </c:pt>
                <c:pt idx="55">
                  <c:v>34700</c:v>
                </c:pt>
                <c:pt idx="56">
                  <c:v>34731</c:v>
                </c:pt>
                <c:pt idx="57">
                  <c:v>34759</c:v>
                </c:pt>
                <c:pt idx="58">
                  <c:v>34790</c:v>
                </c:pt>
                <c:pt idx="59">
                  <c:v>34820</c:v>
                </c:pt>
                <c:pt idx="60">
                  <c:v>34851</c:v>
                </c:pt>
                <c:pt idx="61">
                  <c:v>34881</c:v>
                </c:pt>
                <c:pt idx="62">
                  <c:v>34912</c:v>
                </c:pt>
                <c:pt idx="63">
                  <c:v>34943</c:v>
                </c:pt>
                <c:pt idx="64">
                  <c:v>34973</c:v>
                </c:pt>
                <c:pt idx="65">
                  <c:v>35004</c:v>
                </c:pt>
                <c:pt idx="66">
                  <c:v>35034</c:v>
                </c:pt>
                <c:pt idx="67">
                  <c:v>35065</c:v>
                </c:pt>
                <c:pt idx="68">
                  <c:v>35096</c:v>
                </c:pt>
                <c:pt idx="69">
                  <c:v>35125</c:v>
                </c:pt>
                <c:pt idx="70">
                  <c:v>35156</c:v>
                </c:pt>
                <c:pt idx="71">
                  <c:v>35186</c:v>
                </c:pt>
                <c:pt idx="72">
                  <c:v>35217</c:v>
                </c:pt>
                <c:pt idx="73">
                  <c:v>35247</c:v>
                </c:pt>
                <c:pt idx="74">
                  <c:v>35278</c:v>
                </c:pt>
                <c:pt idx="75">
                  <c:v>35309</c:v>
                </c:pt>
                <c:pt idx="76">
                  <c:v>35339</c:v>
                </c:pt>
                <c:pt idx="77">
                  <c:v>35370</c:v>
                </c:pt>
                <c:pt idx="78">
                  <c:v>35400</c:v>
                </c:pt>
                <c:pt idx="79">
                  <c:v>35431</c:v>
                </c:pt>
                <c:pt idx="80">
                  <c:v>35462</c:v>
                </c:pt>
                <c:pt idx="81">
                  <c:v>35490</c:v>
                </c:pt>
                <c:pt idx="82">
                  <c:v>35521</c:v>
                </c:pt>
                <c:pt idx="83">
                  <c:v>35551</c:v>
                </c:pt>
                <c:pt idx="84">
                  <c:v>35582</c:v>
                </c:pt>
                <c:pt idx="85">
                  <c:v>35612</c:v>
                </c:pt>
                <c:pt idx="86">
                  <c:v>35643</c:v>
                </c:pt>
                <c:pt idx="87">
                  <c:v>35674</c:v>
                </c:pt>
                <c:pt idx="88">
                  <c:v>35704</c:v>
                </c:pt>
                <c:pt idx="89">
                  <c:v>35735</c:v>
                </c:pt>
                <c:pt idx="90">
                  <c:v>35765</c:v>
                </c:pt>
                <c:pt idx="91">
                  <c:v>35796</c:v>
                </c:pt>
                <c:pt idx="92">
                  <c:v>35827</c:v>
                </c:pt>
                <c:pt idx="93">
                  <c:v>35855</c:v>
                </c:pt>
                <c:pt idx="94">
                  <c:v>35886</c:v>
                </c:pt>
                <c:pt idx="95">
                  <c:v>35916</c:v>
                </c:pt>
                <c:pt idx="96">
                  <c:v>35947</c:v>
                </c:pt>
                <c:pt idx="97">
                  <c:v>35977</c:v>
                </c:pt>
                <c:pt idx="98">
                  <c:v>36008</c:v>
                </c:pt>
                <c:pt idx="99">
                  <c:v>36039</c:v>
                </c:pt>
                <c:pt idx="100">
                  <c:v>36069</c:v>
                </c:pt>
                <c:pt idx="101">
                  <c:v>36100</c:v>
                </c:pt>
                <c:pt idx="102">
                  <c:v>36130</c:v>
                </c:pt>
                <c:pt idx="103">
                  <c:v>36161</c:v>
                </c:pt>
                <c:pt idx="104">
                  <c:v>36192</c:v>
                </c:pt>
                <c:pt idx="105">
                  <c:v>36220</c:v>
                </c:pt>
                <c:pt idx="106">
                  <c:v>36251</c:v>
                </c:pt>
                <c:pt idx="107">
                  <c:v>36281</c:v>
                </c:pt>
                <c:pt idx="108">
                  <c:v>36312</c:v>
                </c:pt>
                <c:pt idx="109">
                  <c:v>36342</c:v>
                </c:pt>
                <c:pt idx="110">
                  <c:v>36373</c:v>
                </c:pt>
                <c:pt idx="111">
                  <c:v>36404</c:v>
                </c:pt>
                <c:pt idx="112">
                  <c:v>36434</c:v>
                </c:pt>
                <c:pt idx="113">
                  <c:v>36465</c:v>
                </c:pt>
                <c:pt idx="114">
                  <c:v>36495</c:v>
                </c:pt>
                <c:pt idx="115">
                  <c:v>36526</c:v>
                </c:pt>
                <c:pt idx="116">
                  <c:v>36557</c:v>
                </c:pt>
                <c:pt idx="117">
                  <c:v>36586</c:v>
                </c:pt>
                <c:pt idx="118">
                  <c:v>36617</c:v>
                </c:pt>
                <c:pt idx="119">
                  <c:v>36647</c:v>
                </c:pt>
                <c:pt idx="120">
                  <c:v>36678</c:v>
                </c:pt>
                <c:pt idx="121">
                  <c:v>36708</c:v>
                </c:pt>
                <c:pt idx="122">
                  <c:v>36739</c:v>
                </c:pt>
                <c:pt idx="123">
                  <c:v>36770</c:v>
                </c:pt>
                <c:pt idx="124">
                  <c:v>36800</c:v>
                </c:pt>
                <c:pt idx="125">
                  <c:v>36831</c:v>
                </c:pt>
                <c:pt idx="126">
                  <c:v>36861</c:v>
                </c:pt>
                <c:pt idx="127">
                  <c:v>36892</c:v>
                </c:pt>
                <c:pt idx="128">
                  <c:v>36923</c:v>
                </c:pt>
                <c:pt idx="129">
                  <c:v>36951</c:v>
                </c:pt>
                <c:pt idx="130">
                  <c:v>36982</c:v>
                </c:pt>
                <c:pt idx="131">
                  <c:v>37012</c:v>
                </c:pt>
                <c:pt idx="132">
                  <c:v>37043</c:v>
                </c:pt>
                <c:pt idx="133">
                  <c:v>37073</c:v>
                </c:pt>
                <c:pt idx="134">
                  <c:v>37104</c:v>
                </c:pt>
                <c:pt idx="135">
                  <c:v>37135</c:v>
                </c:pt>
                <c:pt idx="136">
                  <c:v>37165</c:v>
                </c:pt>
                <c:pt idx="137">
                  <c:v>37196</c:v>
                </c:pt>
                <c:pt idx="138">
                  <c:v>37226</c:v>
                </c:pt>
                <c:pt idx="139">
                  <c:v>37257</c:v>
                </c:pt>
                <c:pt idx="140">
                  <c:v>37288</c:v>
                </c:pt>
                <c:pt idx="141">
                  <c:v>37316</c:v>
                </c:pt>
                <c:pt idx="142">
                  <c:v>37347</c:v>
                </c:pt>
                <c:pt idx="143">
                  <c:v>37377</c:v>
                </c:pt>
                <c:pt idx="144">
                  <c:v>37408</c:v>
                </c:pt>
                <c:pt idx="145">
                  <c:v>37438</c:v>
                </c:pt>
                <c:pt idx="146">
                  <c:v>37469</c:v>
                </c:pt>
                <c:pt idx="147">
                  <c:v>37500</c:v>
                </c:pt>
                <c:pt idx="148">
                  <c:v>37530</c:v>
                </c:pt>
                <c:pt idx="149">
                  <c:v>37561</c:v>
                </c:pt>
                <c:pt idx="150">
                  <c:v>37591</c:v>
                </c:pt>
                <c:pt idx="151">
                  <c:v>37622</c:v>
                </c:pt>
                <c:pt idx="152">
                  <c:v>37653</c:v>
                </c:pt>
                <c:pt idx="153">
                  <c:v>37681</c:v>
                </c:pt>
                <c:pt idx="154">
                  <c:v>37712</c:v>
                </c:pt>
                <c:pt idx="155">
                  <c:v>37742</c:v>
                </c:pt>
                <c:pt idx="156">
                  <c:v>37773</c:v>
                </c:pt>
                <c:pt idx="157">
                  <c:v>37803</c:v>
                </c:pt>
                <c:pt idx="158">
                  <c:v>37834</c:v>
                </c:pt>
                <c:pt idx="159">
                  <c:v>37865</c:v>
                </c:pt>
                <c:pt idx="160">
                  <c:v>37895</c:v>
                </c:pt>
                <c:pt idx="161">
                  <c:v>37926</c:v>
                </c:pt>
                <c:pt idx="162">
                  <c:v>37956</c:v>
                </c:pt>
                <c:pt idx="163">
                  <c:v>37987</c:v>
                </c:pt>
                <c:pt idx="164">
                  <c:v>38018</c:v>
                </c:pt>
                <c:pt idx="165">
                  <c:v>38047</c:v>
                </c:pt>
                <c:pt idx="166">
                  <c:v>38078</c:v>
                </c:pt>
                <c:pt idx="167">
                  <c:v>38108</c:v>
                </c:pt>
                <c:pt idx="168">
                  <c:v>38139</c:v>
                </c:pt>
                <c:pt idx="169">
                  <c:v>38169</c:v>
                </c:pt>
                <c:pt idx="170">
                  <c:v>38200</c:v>
                </c:pt>
                <c:pt idx="171">
                  <c:v>38231</c:v>
                </c:pt>
                <c:pt idx="172">
                  <c:v>38261</c:v>
                </c:pt>
                <c:pt idx="173">
                  <c:v>38292</c:v>
                </c:pt>
                <c:pt idx="174">
                  <c:v>38322</c:v>
                </c:pt>
                <c:pt idx="175">
                  <c:v>38353</c:v>
                </c:pt>
                <c:pt idx="176">
                  <c:v>38384</c:v>
                </c:pt>
                <c:pt idx="177">
                  <c:v>38412</c:v>
                </c:pt>
                <c:pt idx="178">
                  <c:v>38443</c:v>
                </c:pt>
                <c:pt idx="179">
                  <c:v>38473</c:v>
                </c:pt>
                <c:pt idx="180">
                  <c:v>38504</c:v>
                </c:pt>
                <c:pt idx="181">
                  <c:v>38534</c:v>
                </c:pt>
                <c:pt idx="182">
                  <c:v>38565</c:v>
                </c:pt>
                <c:pt idx="183">
                  <c:v>38596</c:v>
                </c:pt>
                <c:pt idx="184">
                  <c:v>38626</c:v>
                </c:pt>
                <c:pt idx="185">
                  <c:v>38657</c:v>
                </c:pt>
                <c:pt idx="186">
                  <c:v>38687</c:v>
                </c:pt>
                <c:pt idx="187">
                  <c:v>38718</c:v>
                </c:pt>
                <c:pt idx="188">
                  <c:v>38749</c:v>
                </c:pt>
                <c:pt idx="189">
                  <c:v>38777</c:v>
                </c:pt>
                <c:pt idx="190">
                  <c:v>38808</c:v>
                </c:pt>
                <c:pt idx="191">
                  <c:v>38838</c:v>
                </c:pt>
                <c:pt idx="192">
                  <c:v>38869</c:v>
                </c:pt>
                <c:pt idx="193">
                  <c:v>38899</c:v>
                </c:pt>
                <c:pt idx="194">
                  <c:v>38930</c:v>
                </c:pt>
                <c:pt idx="195">
                  <c:v>38961</c:v>
                </c:pt>
                <c:pt idx="196">
                  <c:v>38991</c:v>
                </c:pt>
                <c:pt idx="197">
                  <c:v>39022</c:v>
                </c:pt>
                <c:pt idx="198">
                  <c:v>39052</c:v>
                </c:pt>
                <c:pt idx="199">
                  <c:v>39083</c:v>
                </c:pt>
                <c:pt idx="200">
                  <c:v>39114</c:v>
                </c:pt>
                <c:pt idx="201">
                  <c:v>39142</c:v>
                </c:pt>
                <c:pt idx="202">
                  <c:v>39173</c:v>
                </c:pt>
                <c:pt idx="203">
                  <c:v>39203</c:v>
                </c:pt>
                <c:pt idx="204">
                  <c:v>39234</c:v>
                </c:pt>
                <c:pt idx="205">
                  <c:v>39264</c:v>
                </c:pt>
                <c:pt idx="206">
                  <c:v>39295</c:v>
                </c:pt>
                <c:pt idx="207">
                  <c:v>39326</c:v>
                </c:pt>
                <c:pt idx="208">
                  <c:v>39356</c:v>
                </c:pt>
                <c:pt idx="209">
                  <c:v>39387</c:v>
                </c:pt>
                <c:pt idx="210">
                  <c:v>39417</c:v>
                </c:pt>
                <c:pt idx="211">
                  <c:v>39448</c:v>
                </c:pt>
                <c:pt idx="212">
                  <c:v>39479</c:v>
                </c:pt>
                <c:pt idx="213">
                  <c:v>39508</c:v>
                </c:pt>
                <c:pt idx="214">
                  <c:v>39539</c:v>
                </c:pt>
                <c:pt idx="215">
                  <c:v>39569</c:v>
                </c:pt>
                <c:pt idx="216">
                  <c:v>39600</c:v>
                </c:pt>
                <c:pt idx="217">
                  <c:v>39630</c:v>
                </c:pt>
                <c:pt idx="218">
                  <c:v>39661</c:v>
                </c:pt>
                <c:pt idx="219">
                  <c:v>39692</c:v>
                </c:pt>
                <c:pt idx="220">
                  <c:v>39722</c:v>
                </c:pt>
                <c:pt idx="221">
                  <c:v>39753</c:v>
                </c:pt>
                <c:pt idx="222">
                  <c:v>39783</c:v>
                </c:pt>
                <c:pt idx="223">
                  <c:v>39814</c:v>
                </c:pt>
                <c:pt idx="224">
                  <c:v>39845</c:v>
                </c:pt>
                <c:pt idx="225">
                  <c:v>39873</c:v>
                </c:pt>
                <c:pt idx="226">
                  <c:v>39904</c:v>
                </c:pt>
                <c:pt idx="227">
                  <c:v>39934</c:v>
                </c:pt>
                <c:pt idx="228">
                  <c:v>39965</c:v>
                </c:pt>
                <c:pt idx="229">
                  <c:v>39995</c:v>
                </c:pt>
                <c:pt idx="230">
                  <c:v>40026</c:v>
                </c:pt>
                <c:pt idx="231">
                  <c:v>40057</c:v>
                </c:pt>
                <c:pt idx="232">
                  <c:v>40087</c:v>
                </c:pt>
                <c:pt idx="233">
                  <c:v>40118</c:v>
                </c:pt>
                <c:pt idx="234">
                  <c:v>40148</c:v>
                </c:pt>
                <c:pt idx="235">
                  <c:v>40179</c:v>
                </c:pt>
                <c:pt idx="236">
                  <c:v>40210</c:v>
                </c:pt>
                <c:pt idx="237">
                  <c:v>40238</c:v>
                </c:pt>
                <c:pt idx="238">
                  <c:v>40269</c:v>
                </c:pt>
                <c:pt idx="239">
                  <c:v>40299</c:v>
                </c:pt>
                <c:pt idx="240">
                  <c:v>40330</c:v>
                </c:pt>
                <c:pt idx="241">
                  <c:v>40360</c:v>
                </c:pt>
                <c:pt idx="242">
                  <c:v>40391</c:v>
                </c:pt>
                <c:pt idx="243">
                  <c:v>40422</c:v>
                </c:pt>
                <c:pt idx="244">
                  <c:v>40452</c:v>
                </c:pt>
                <c:pt idx="245">
                  <c:v>40483</c:v>
                </c:pt>
                <c:pt idx="246">
                  <c:v>40513</c:v>
                </c:pt>
                <c:pt idx="247">
                  <c:v>40544</c:v>
                </c:pt>
                <c:pt idx="248">
                  <c:v>40575</c:v>
                </c:pt>
                <c:pt idx="249">
                  <c:v>40603</c:v>
                </c:pt>
                <c:pt idx="250">
                  <c:v>40634</c:v>
                </c:pt>
                <c:pt idx="251">
                  <c:v>40664</c:v>
                </c:pt>
                <c:pt idx="252">
                  <c:v>40695</c:v>
                </c:pt>
                <c:pt idx="253">
                  <c:v>40725</c:v>
                </c:pt>
                <c:pt idx="254">
                  <c:v>40756</c:v>
                </c:pt>
                <c:pt idx="255">
                  <c:v>40787</c:v>
                </c:pt>
                <c:pt idx="256">
                  <c:v>40817</c:v>
                </c:pt>
                <c:pt idx="257">
                  <c:v>40848</c:v>
                </c:pt>
                <c:pt idx="258">
                  <c:v>40878</c:v>
                </c:pt>
                <c:pt idx="259">
                  <c:v>40909</c:v>
                </c:pt>
                <c:pt idx="260">
                  <c:v>40940</c:v>
                </c:pt>
                <c:pt idx="261">
                  <c:v>40969</c:v>
                </c:pt>
                <c:pt idx="262">
                  <c:v>41000</c:v>
                </c:pt>
                <c:pt idx="263">
                  <c:v>41030</c:v>
                </c:pt>
                <c:pt idx="264">
                  <c:v>41061</c:v>
                </c:pt>
                <c:pt idx="265">
                  <c:v>41091</c:v>
                </c:pt>
                <c:pt idx="266">
                  <c:v>41122</c:v>
                </c:pt>
                <c:pt idx="267">
                  <c:v>41153</c:v>
                </c:pt>
                <c:pt idx="268">
                  <c:v>41183</c:v>
                </c:pt>
                <c:pt idx="269">
                  <c:v>41214</c:v>
                </c:pt>
                <c:pt idx="270">
                  <c:v>41244</c:v>
                </c:pt>
                <c:pt idx="271">
                  <c:v>41275</c:v>
                </c:pt>
                <c:pt idx="272">
                  <c:v>41306</c:v>
                </c:pt>
                <c:pt idx="273">
                  <c:v>41334</c:v>
                </c:pt>
                <c:pt idx="274">
                  <c:v>41365</c:v>
                </c:pt>
                <c:pt idx="275">
                  <c:v>41395</c:v>
                </c:pt>
                <c:pt idx="276">
                  <c:v>41426</c:v>
                </c:pt>
                <c:pt idx="277">
                  <c:v>41456</c:v>
                </c:pt>
                <c:pt idx="278">
                  <c:v>41487</c:v>
                </c:pt>
                <c:pt idx="279">
                  <c:v>41518</c:v>
                </c:pt>
                <c:pt idx="280">
                  <c:v>41548</c:v>
                </c:pt>
                <c:pt idx="281">
                  <c:v>41579</c:v>
                </c:pt>
                <c:pt idx="282">
                  <c:v>41609</c:v>
                </c:pt>
                <c:pt idx="283">
                  <c:v>41640</c:v>
                </c:pt>
                <c:pt idx="284">
                  <c:v>41671</c:v>
                </c:pt>
                <c:pt idx="285">
                  <c:v>41699</c:v>
                </c:pt>
                <c:pt idx="286">
                  <c:v>41730</c:v>
                </c:pt>
                <c:pt idx="287">
                  <c:v>41760</c:v>
                </c:pt>
                <c:pt idx="288">
                  <c:v>41791</c:v>
                </c:pt>
                <c:pt idx="289">
                  <c:v>41821</c:v>
                </c:pt>
                <c:pt idx="290">
                  <c:v>41852</c:v>
                </c:pt>
                <c:pt idx="291">
                  <c:v>41883</c:v>
                </c:pt>
                <c:pt idx="292">
                  <c:v>41913</c:v>
                </c:pt>
                <c:pt idx="293">
                  <c:v>41944</c:v>
                </c:pt>
                <c:pt idx="294">
                  <c:v>41974</c:v>
                </c:pt>
                <c:pt idx="295">
                  <c:v>42005</c:v>
                </c:pt>
                <c:pt idx="296">
                  <c:v>42036</c:v>
                </c:pt>
                <c:pt idx="297">
                  <c:v>42064</c:v>
                </c:pt>
                <c:pt idx="298">
                  <c:v>42095</c:v>
                </c:pt>
                <c:pt idx="299">
                  <c:v>42125</c:v>
                </c:pt>
                <c:pt idx="300">
                  <c:v>42156</c:v>
                </c:pt>
                <c:pt idx="301">
                  <c:v>42186</c:v>
                </c:pt>
                <c:pt idx="302">
                  <c:v>42217</c:v>
                </c:pt>
                <c:pt idx="303">
                  <c:v>42248</c:v>
                </c:pt>
                <c:pt idx="304">
                  <c:v>42278</c:v>
                </c:pt>
                <c:pt idx="305">
                  <c:v>42309</c:v>
                </c:pt>
                <c:pt idx="306">
                  <c:v>42339</c:v>
                </c:pt>
                <c:pt idx="307">
                  <c:v>42370</c:v>
                </c:pt>
                <c:pt idx="308">
                  <c:v>42401</c:v>
                </c:pt>
                <c:pt idx="309">
                  <c:v>42430</c:v>
                </c:pt>
                <c:pt idx="310">
                  <c:v>42461</c:v>
                </c:pt>
                <c:pt idx="311">
                  <c:v>42491</c:v>
                </c:pt>
                <c:pt idx="312">
                  <c:v>42522</c:v>
                </c:pt>
                <c:pt idx="313">
                  <c:v>42552</c:v>
                </c:pt>
                <c:pt idx="314">
                  <c:v>42583</c:v>
                </c:pt>
                <c:pt idx="315">
                  <c:v>42614</c:v>
                </c:pt>
                <c:pt idx="316">
                  <c:v>42644</c:v>
                </c:pt>
                <c:pt idx="317">
                  <c:v>42675</c:v>
                </c:pt>
                <c:pt idx="318">
                  <c:v>42705</c:v>
                </c:pt>
                <c:pt idx="319">
                  <c:v>42736</c:v>
                </c:pt>
                <c:pt idx="320">
                  <c:v>42767</c:v>
                </c:pt>
              </c:numCache>
            </c:numRef>
          </c:cat>
          <c:val>
            <c:numRef>
              <c:f>Sheet1!$B$2:$B$322</c:f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JumboRate</c:v>
                </c:pt>
              </c:strCache>
            </c:strRef>
          </c:tx>
          <c:marker>
            <c:symbol val="none"/>
          </c:marker>
          <c:cat>
            <c:numRef>
              <c:f>Sheet1!$A$2:$A$322</c:f>
              <c:numCache>
                <c:formatCode>m/d/yyyy</c:formatCode>
                <c:ptCount val="321"/>
                <c:pt idx="0">
                  <c:v>33025</c:v>
                </c:pt>
                <c:pt idx="1">
                  <c:v>33055</c:v>
                </c:pt>
                <c:pt idx="2">
                  <c:v>33086</c:v>
                </c:pt>
                <c:pt idx="3">
                  <c:v>33117</c:v>
                </c:pt>
                <c:pt idx="4">
                  <c:v>33147</c:v>
                </c:pt>
                <c:pt idx="5">
                  <c:v>33178</c:v>
                </c:pt>
                <c:pt idx="6">
                  <c:v>33208</c:v>
                </c:pt>
                <c:pt idx="7">
                  <c:v>33239</c:v>
                </c:pt>
                <c:pt idx="8">
                  <c:v>33270</c:v>
                </c:pt>
                <c:pt idx="9">
                  <c:v>33298</c:v>
                </c:pt>
                <c:pt idx="10">
                  <c:v>33329</c:v>
                </c:pt>
                <c:pt idx="11">
                  <c:v>33359</c:v>
                </c:pt>
                <c:pt idx="12">
                  <c:v>33390</c:v>
                </c:pt>
                <c:pt idx="13">
                  <c:v>33420</c:v>
                </c:pt>
                <c:pt idx="14">
                  <c:v>33451</c:v>
                </c:pt>
                <c:pt idx="15">
                  <c:v>33482</c:v>
                </c:pt>
                <c:pt idx="16">
                  <c:v>33512</c:v>
                </c:pt>
                <c:pt idx="17">
                  <c:v>33543</c:v>
                </c:pt>
                <c:pt idx="18">
                  <c:v>33573</c:v>
                </c:pt>
                <c:pt idx="19">
                  <c:v>33604</c:v>
                </c:pt>
                <c:pt idx="20">
                  <c:v>33635</c:v>
                </c:pt>
                <c:pt idx="21">
                  <c:v>33664</c:v>
                </c:pt>
                <c:pt idx="22">
                  <c:v>33695</c:v>
                </c:pt>
                <c:pt idx="23">
                  <c:v>33725</c:v>
                </c:pt>
                <c:pt idx="24">
                  <c:v>33756</c:v>
                </c:pt>
                <c:pt idx="25">
                  <c:v>33786</c:v>
                </c:pt>
                <c:pt idx="26">
                  <c:v>33817</c:v>
                </c:pt>
                <c:pt idx="27">
                  <c:v>33848</c:v>
                </c:pt>
                <c:pt idx="28">
                  <c:v>33878</c:v>
                </c:pt>
                <c:pt idx="29">
                  <c:v>33909</c:v>
                </c:pt>
                <c:pt idx="30">
                  <c:v>33939</c:v>
                </c:pt>
                <c:pt idx="31">
                  <c:v>33970</c:v>
                </c:pt>
                <c:pt idx="32">
                  <c:v>34001</c:v>
                </c:pt>
                <c:pt idx="33">
                  <c:v>34029</c:v>
                </c:pt>
                <c:pt idx="34">
                  <c:v>34060</c:v>
                </c:pt>
                <c:pt idx="35">
                  <c:v>34090</c:v>
                </c:pt>
                <c:pt idx="36">
                  <c:v>34121</c:v>
                </c:pt>
                <c:pt idx="37">
                  <c:v>34151</c:v>
                </c:pt>
                <c:pt idx="38">
                  <c:v>34182</c:v>
                </c:pt>
                <c:pt idx="39">
                  <c:v>34213</c:v>
                </c:pt>
                <c:pt idx="40">
                  <c:v>34243</c:v>
                </c:pt>
                <c:pt idx="41">
                  <c:v>34274</c:v>
                </c:pt>
                <c:pt idx="42">
                  <c:v>34304</c:v>
                </c:pt>
                <c:pt idx="43">
                  <c:v>34335</c:v>
                </c:pt>
                <c:pt idx="44">
                  <c:v>34366</c:v>
                </c:pt>
                <c:pt idx="45">
                  <c:v>34394</c:v>
                </c:pt>
                <c:pt idx="46">
                  <c:v>34425</c:v>
                </c:pt>
                <c:pt idx="47">
                  <c:v>34455</c:v>
                </c:pt>
                <c:pt idx="48">
                  <c:v>34486</c:v>
                </c:pt>
                <c:pt idx="49">
                  <c:v>34516</c:v>
                </c:pt>
                <c:pt idx="50">
                  <c:v>34547</c:v>
                </c:pt>
                <c:pt idx="51">
                  <c:v>34578</c:v>
                </c:pt>
                <c:pt idx="52">
                  <c:v>34608</c:v>
                </c:pt>
                <c:pt idx="53">
                  <c:v>34639</c:v>
                </c:pt>
                <c:pt idx="54">
                  <c:v>34669</c:v>
                </c:pt>
                <c:pt idx="55">
                  <c:v>34700</c:v>
                </c:pt>
                <c:pt idx="56">
                  <c:v>34731</c:v>
                </c:pt>
                <c:pt idx="57">
                  <c:v>34759</c:v>
                </c:pt>
                <c:pt idx="58">
                  <c:v>34790</c:v>
                </c:pt>
                <c:pt idx="59">
                  <c:v>34820</c:v>
                </c:pt>
                <c:pt idx="60">
                  <c:v>34851</c:v>
                </c:pt>
                <c:pt idx="61">
                  <c:v>34881</c:v>
                </c:pt>
                <c:pt idx="62">
                  <c:v>34912</c:v>
                </c:pt>
                <c:pt idx="63">
                  <c:v>34943</c:v>
                </c:pt>
                <c:pt idx="64">
                  <c:v>34973</c:v>
                </c:pt>
                <c:pt idx="65">
                  <c:v>35004</c:v>
                </c:pt>
                <c:pt idx="66">
                  <c:v>35034</c:v>
                </c:pt>
                <c:pt idx="67">
                  <c:v>35065</c:v>
                </c:pt>
                <c:pt idx="68">
                  <c:v>35096</c:v>
                </c:pt>
                <c:pt idx="69">
                  <c:v>35125</c:v>
                </c:pt>
                <c:pt idx="70">
                  <c:v>35156</c:v>
                </c:pt>
                <c:pt idx="71">
                  <c:v>35186</c:v>
                </c:pt>
                <c:pt idx="72">
                  <c:v>35217</c:v>
                </c:pt>
                <c:pt idx="73">
                  <c:v>35247</c:v>
                </c:pt>
                <c:pt idx="74">
                  <c:v>35278</c:v>
                </c:pt>
                <c:pt idx="75">
                  <c:v>35309</c:v>
                </c:pt>
                <c:pt idx="76">
                  <c:v>35339</c:v>
                </c:pt>
                <c:pt idx="77">
                  <c:v>35370</c:v>
                </c:pt>
                <c:pt idx="78">
                  <c:v>35400</c:v>
                </c:pt>
                <c:pt idx="79">
                  <c:v>35431</c:v>
                </c:pt>
                <c:pt idx="80">
                  <c:v>35462</c:v>
                </c:pt>
                <c:pt idx="81">
                  <c:v>35490</c:v>
                </c:pt>
                <c:pt idx="82">
                  <c:v>35521</c:v>
                </c:pt>
                <c:pt idx="83">
                  <c:v>35551</c:v>
                </c:pt>
                <c:pt idx="84">
                  <c:v>35582</c:v>
                </c:pt>
                <c:pt idx="85">
                  <c:v>35612</c:v>
                </c:pt>
                <c:pt idx="86">
                  <c:v>35643</c:v>
                </c:pt>
                <c:pt idx="87">
                  <c:v>35674</c:v>
                </c:pt>
                <c:pt idx="88">
                  <c:v>35704</c:v>
                </c:pt>
                <c:pt idx="89">
                  <c:v>35735</c:v>
                </c:pt>
                <c:pt idx="90">
                  <c:v>35765</c:v>
                </c:pt>
                <c:pt idx="91">
                  <c:v>35796</c:v>
                </c:pt>
                <c:pt idx="92">
                  <c:v>35827</c:v>
                </c:pt>
                <c:pt idx="93">
                  <c:v>35855</c:v>
                </c:pt>
                <c:pt idx="94">
                  <c:v>35886</c:v>
                </c:pt>
                <c:pt idx="95">
                  <c:v>35916</c:v>
                </c:pt>
                <c:pt idx="96">
                  <c:v>35947</c:v>
                </c:pt>
                <c:pt idx="97">
                  <c:v>35977</c:v>
                </c:pt>
                <c:pt idx="98">
                  <c:v>36008</c:v>
                </c:pt>
                <c:pt idx="99">
                  <c:v>36039</c:v>
                </c:pt>
                <c:pt idx="100">
                  <c:v>36069</c:v>
                </c:pt>
                <c:pt idx="101">
                  <c:v>36100</c:v>
                </c:pt>
                <c:pt idx="102">
                  <c:v>36130</c:v>
                </c:pt>
                <c:pt idx="103">
                  <c:v>36161</c:v>
                </c:pt>
                <c:pt idx="104">
                  <c:v>36192</c:v>
                </c:pt>
                <c:pt idx="105">
                  <c:v>36220</c:v>
                </c:pt>
                <c:pt idx="106">
                  <c:v>36251</c:v>
                </c:pt>
                <c:pt idx="107">
                  <c:v>36281</c:v>
                </c:pt>
                <c:pt idx="108">
                  <c:v>36312</c:v>
                </c:pt>
                <c:pt idx="109">
                  <c:v>36342</c:v>
                </c:pt>
                <c:pt idx="110">
                  <c:v>36373</c:v>
                </c:pt>
                <c:pt idx="111">
                  <c:v>36404</c:v>
                </c:pt>
                <c:pt idx="112">
                  <c:v>36434</c:v>
                </c:pt>
                <c:pt idx="113">
                  <c:v>36465</c:v>
                </c:pt>
                <c:pt idx="114">
                  <c:v>36495</c:v>
                </c:pt>
                <c:pt idx="115">
                  <c:v>36526</c:v>
                </c:pt>
                <c:pt idx="116">
                  <c:v>36557</c:v>
                </c:pt>
                <c:pt idx="117">
                  <c:v>36586</c:v>
                </c:pt>
                <c:pt idx="118">
                  <c:v>36617</c:v>
                </c:pt>
                <c:pt idx="119">
                  <c:v>36647</c:v>
                </c:pt>
                <c:pt idx="120">
                  <c:v>36678</c:v>
                </c:pt>
                <c:pt idx="121">
                  <c:v>36708</c:v>
                </c:pt>
                <c:pt idx="122">
                  <c:v>36739</c:v>
                </c:pt>
                <c:pt idx="123">
                  <c:v>36770</c:v>
                </c:pt>
                <c:pt idx="124">
                  <c:v>36800</c:v>
                </c:pt>
                <c:pt idx="125">
                  <c:v>36831</c:v>
                </c:pt>
                <c:pt idx="126">
                  <c:v>36861</c:v>
                </c:pt>
                <c:pt idx="127">
                  <c:v>36892</c:v>
                </c:pt>
                <c:pt idx="128">
                  <c:v>36923</c:v>
                </c:pt>
                <c:pt idx="129">
                  <c:v>36951</c:v>
                </c:pt>
                <c:pt idx="130">
                  <c:v>36982</c:v>
                </c:pt>
                <c:pt idx="131">
                  <c:v>37012</c:v>
                </c:pt>
                <c:pt idx="132">
                  <c:v>37043</c:v>
                </c:pt>
                <c:pt idx="133">
                  <c:v>37073</c:v>
                </c:pt>
                <c:pt idx="134">
                  <c:v>37104</c:v>
                </c:pt>
                <c:pt idx="135">
                  <c:v>37135</c:v>
                </c:pt>
                <c:pt idx="136">
                  <c:v>37165</c:v>
                </c:pt>
                <c:pt idx="137">
                  <c:v>37196</c:v>
                </c:pt>
                <c:pt idx="138">
                  <c:v>37226</c:v>
                </c:pt>
                <c:pt idx="139">
                  <c:v>37257</c:v>
                </c:pt>
                <c:pt idx="140">
                  <c:v>37288</c:v>
                </c:pt>
                <c:pt idx="141">
                  <c:v>37316</c:v>
                </c:pt>
                <c:pt idx="142">
                  <c:v>37347</c:v>
                </c:pt>
                <c:pt idx="143">
                  <c:v>37377</c:v>
                </c:pt>
                <c:pt idx="144">
                  <c:v>37408</c:v>
                </c:pt>
                <c:pt idx="145">
                  <c:v>37438</c:v>
                </c:pt>
                <c:pt idx="146">
                  <c:v>37469</c:v>
                </c:pt>
                <c:pt idx="147">
                  <c:v>37500</c:v>
                </c:pt>
                <c:pt idx="148">
                  <c:v>37530</c:v>
                </c:pt>
                <c:pt idx="149">
                  <c:v>37561</c:v>
                </c:pt>
                <c:pt idx="150">
                  <c:v>37591</c:v>
                </c:pt>
                <c:pt idx="151">
                  <c:v>37622</c:v>
                </c:pt>
                <c:pt idx="152">
                  <c:v>37653</c:v>
                </c:pt>
                <c:pt idx="153">
                  <c:v>37681</c:v>
                </c:pt>
                <c:pt idx="154">
                  <c:v>37712</c:v>
                </c:pt>
                <c:pt idx="155">
                  <c:v>37742</c:v>
                </c:pt>
                <c:pt idx="156">
                  <c:v>37773</c:v>
                </c:pt>
                <c:pt idx="157">
                  <c:v>37803</c:v>
                </c:pt>
                <c:pt idx="158">
                  <c:v>37834</c:v>
                </c:pt>
                <c:pt idx="159">
                  <c:v>37865</c:v>
                </c:pt>
                <c:pt idx="160">
                  <c:v>37895</c:v>
                </c:pt>
                <c:pt idx="161">
                  <c:v>37926</c:v>
                </c:pt>
                <c:pt idx="162">
                  <c:v>37956</c:v>
                </c:pt>
                <c:pt idx="163">
                  <c:v>37987</c:v>
                </c:pt>
                <c:pt idx="164">
                  <c:v>38018</c:v>
                </c:pt>
                <c:pt idx="165">
                  <c:v>38047</c:v>
                </c:pt>
                <c:pt idx="166">
                  <c:v>38078</c:v>
                </c:pt>
                <c:pt idx="167">
                  <c:v>38108</c:v>
                </c:pt>
                <c:pt idx="168">
                  <c:v>38139</c:v>
                </c:pt>
                <c:pt idx="169">
                  <c:v>38169</c:v>
                </c:pt>
                <c:pt idx="170">
                  <c:v>38200</c:v>
                </c:pt>
                <c:pt idx="171">
                  <c:v>38231</c:v>
                </c:pt>
                <c:pt idx="172">
                  <c:v>38261</c:v>
                </c:pt>
                <c:pt idx="173">
                  <c:v>38292</c:v>
                </c:pt>
                <c:pt idx="174">
                  <c:v>38322</c:v>
                </c:pt>
                <c:pt idx="175">
                  <c:v>38353</c:v>
                </c:pt>
                <c:pt idx="176">
                  <c:v>38384</c:v>
                </c:pt>
                <c:pt idx="177">
                  <c:v>38412</c:v>
                </c:pt>
                <c:pt idx="178">
                  <c:v>38443</c:v>
                </c:pt>
                <c:pt idx="179">
                  <c:v>38473</c:v>
                </c:pt>
                <c:pt idx="180">
                  <c:v>38504</c:v>
                </c:pt>
                <c:pt idx="181">
                  <c:v>38534</c:v>
                </c:pt>
                <c:pt idx="182">
                  <c:v>38565</c:v>
                </c:pt>
                <c:pt idx="183">
                  <c:v>38596</c:v>
                </c:pt>
                <c:pt idx="184">
                  <c:v>38626</c:v>
                </c:pt>
                <c:pt idx="185">
                  <c:v>38657</c:v>
                </c:pt>
                <c:pt idx="186">
                  <c:v>38687</c:v>
                </c:pt>
                <c:pt idx="187">
                  <c:v>38718</c:v>
                </c:pt>
                <c:pt idx="188">
                  <c:v>38749</c:v>
                </c:pt>
                <c:pt idx="189">
                  <c:v>38777</c:v>
                </c:pt>
                <c:pt idx="190">
                  <c:v>38808</c:v>
                </c:pt>
                <c:pt idx="191">
                  <c:v>38838</c:v>
                </c:pt>
                <c:pt idx="192">
                  <c:v>38869</c:v>
                </c:pt>
                <c:pt idx="193">
                  <c:v>38899</c:v>
                </c:pt>
                <c:pt idx="194">
                  <c:v>38930</c:v>
                </c:pt>
                <c:pt idx="195">
                  <c:v>38961</c:v>
                </c:pt>
                <c:pt idx="196">
                  <c:v>38991</c:v>
                </c:pt>
                <c:pt idx="197">
                  <c:v>39022</c:v>
                </c:pt>
                <c:pt idx="198">
                  <c:v>39052</c:v>
                </c:pt>
                <c:pt idx="199">
                  <c:v>39083</c:v>
                </c:pt>
                <c:pt idx="200">
                  <c:v>39114</c:v>
                </c:pt>
                <c:pt idx="201">
                  <c:v>39142</c:v>
                </c:pt>
                <c:pt idx="202">
                  <c:v>39173</c:v>
                </c:pt>
                <c:pt idx="203">
                  <c:v>39203</c:v>
                </c:pt>
                <c:pt idx="204">
                  <c:v>39234</c:v>
                </c:pt>
                <c:pt idx="205">
                  <c:v>39264</c:v>
                </c:pt>
                <c:pt idx="206">
                  <c:v>39295</c:v>
                </c:pt>
                <c:pt idx="207">
                  <c:v>39326</c:v>
                </c:pt>
                <c:pt idx="208">
                  <c:v>39356</c:v>
                </c:pt>
                <c:pt idx="209">
                  <c:v>39387</c:v>
                </c:pt>
                <c:pt idx="210">
                  <c:v>39417</c:v>
                </c:pt>
                <c:pt idx="211">
                  <c:v>39448</c:v>
                </c:pt>
                <c:pt idx="212">
                  <c:v>39479</c:v>
                </c:pt>
                <c:pt idx="213">
                  <c:v>39508</c:v>
                </c:pt>
                <c:pt idx="214">
                  <c:v>39539</c:v>
                </c:pt>
                <c:pt idx="215">
                  <c:v>39569</c:v>
                </c:pt>
                <c:pt idx="216">
                  <c:v>39600</c:v>
                </c:pt>
                <c:pt idx="217">
                  <c:v>39630</c:v>
                </c:pt>
                <c:pt idx="218">
                  <c:v>39661</c:v>
                </c:pt>
                <c:pt idx="219">
                  <c:v>39692</c:v>
                </c:pt>
                <c:pt idx="220">
                  <c:v>39722</c:v>
                </c:pt>
                <c:pt idx="221">
                  <c:v>39753</c:v>
                </c:pt>
                <c:pt idx="222">
                  <c:v>39783</c:v>
                </c:pt>
                <c:pt idx="223">
                  <c:v>39814</c:v>
                </c:pt>
                <c:pt idx="224">
                  <c:v>39845</c:v>
                </c:pt>
                <c:pt idx="225">
                  <c:v>39873</c:v>
                </c:pt>
                <c:pt idx="226">
                  <c:v>39904</c:v>
                </c:pt>
                <c:pt idx="227">
                  <c:v>39934</c:v>
                </c:pt>
                <c:pt idx="228">
                  <c:v>39965</c:v>
                </c:pt>
                <c:pt idx="229">
                  <c:v>39995</c:v>
                </c:pt>
                <c:pt idx="230">
                  <c:v>40026</c:v>
                </c:pt>
                <c:pt idx="231">
                  <c:v>40057</c:v>
                </c:pt>
                <c:pt idx="232">
                  <c:v>40087</c:v>
                </c:pt>
                <c:pt idx="233">
                  <c:v>40118</c:v>
                </c:pt>
                <c:pt idx="234">
                  <c:v>40148</c:v>
                </c:pt>
                <c:pt idx="235">
                  <c:v>40179</c:v>
                </c:pt>
                <c:pt idx="236">
                  <c:v>40210</c:v>
                </c:pt>
                <c:pt idx="237">
                  <c:v>40238</c:v>
                </c:pt>
                <c:pt idx="238">
                  <c:v>40269</c:v>
                </c:pt>
                <c:pt idx="239">
                  <c:v>40299</c:v>
                </c:pt>
                <c:pt idx="240">
                  <c:v>40330</c:v>
                </c:pt>
                <c:pt idx="241">
                  <c:v>40360</c:v>
                </c:pt>
                <c:pt idx="242">
                  <c:v>40391</c:v>
                </c:pt>
                <c:pt idx="243">
                  <c:v>40422</c:v>
                </c:pt>
                <c:pt idx="244">
                  <c:v>40452</c:v>
                </c:pt>
                <c:pt idx="245">
                  <c:v>40483</c:v>
                </c:pt>
                <c:pt idx="246">
                  <c:v>40513</c:v>
                </c:pt>
                <c:pt idx="247">
                  <c:v>40544</c:v>
                </c:pt>
                <c:pt idx="248">
                  <c:v>40575</c:v>
                </c:pt>
                <c:pt idx="249">
                  <c:v>40603</c:v>
                </c:pt>
                <c:pt idx="250">
                  <c:v>40634</c:v>
                </c:pt>
                <c:pt idx="251">
                  <c:v>40664</c:v>
                </c:pt>
                <c:pt idx="252">
                  <c:v>40695</c:v>
                </c:pt>
                <c:pt idx="253">
                  <c:v>40725</c:v>
                </c:pt>
                <c:pt idx="254">
                  <c:v>40756</c:v>
                </c:pt>
                <c:pt idx="255">
                  <c:v>40787</c:v>
                </c:pt>
                <c:pt idx="256">
                  <c:v>40817</c:v>
                </c:pt>
                <c:pt idx="257">
                  <c:v>40848</c:v>
                </c:pt>
                <c:pt idx="258">
                  <c:v>40878</c:v>
                </c:pt>
                <c:pt idx="259">
                  <c:v>40909</c:v>
                </c:pt>
                <c:pt idx="260">
                  <c:v>40940</c:v>
                </c:pt>
                <c:pt idx="261">
                  <c:v>40969</c:v>
                </c:pt>
                <c:pt idx="262">
                  <c:v>41000</c:v>
                </c:pt>
                <c:pt idx="263">
                  <c:v>41030</c:v>
                </c:pt>
                <c:pt idx="264">
                  <c:v>41061</c:v>
                </c:pt>
                <c:pt idx="265">
                  <c:v>41091</c:v>
                </c:pt>
                <c:pt idx="266">
                  <c:v>41122</c:v>
                </c:pt>
                <c:pt idx="267">
                  <c:v>41153</c:v>
                </c:pt>
                <c:pt idx="268">
                  <c:v>41183</c:v>
                </c:pt>
                <c:pt idx="269">
                  <c:v>41214</c:v>
                </c:pt>
                <c:pt idx="270">
                  <c:v>41244</c:v>
                </c:pt>
                <c:pt idx="271">
                  <c:v>41275</c:v>
                </c:pt>
                <c:pt idx="272">
                  <c:v>41306</c:v>
                </c:pt>
                <c:pt idx="273">
                  <c:v>41334</c:v>
                </c:pt>
                <c:pt idx="274">
                  <c:v>41365</c:v>
                </c:pt>
                <c:pt idx="275">
                  <c:v>41395</c:v>
                </c:pt>
                <c:pt idx="276">
                  <c:v>41426</c:v>
                </c:pt>
                <c:pt idx="277">
                  <c:v>41456</c:v>
                </c:pt>
                <c:pt idx="278">
                  <c:v>41487</c:v>
                </c:pt>
                <c:pt idx="279">
                  <c:v>41518</c:v>
                </c:pt>
                <c:pt idx="280">
                  <c:v>41548</c:v>
                </c:pt>
                <c:pt idx="281">
                  <c:v>41579</c:v>
                </c:pt>
                <c:pt idx="282">
                  <c:v>41609</c:v>
                </c:pt>
                <c:pt idx="283">
                  <c:v>41640</c:v>
                </c:pt>
                <c:pt idx="284">
                  <c:v>41671</c:v>
                </c:pt>
                <c:pt idx="285">
                  <c:v>41699</c:v>
                </c:pt>
                <c:pt idx="286">
                  <c:v>41730</c:v>
                </c:pt>
                <c:pt idx="287">
                  <c:v>41760</c:v>
                </c:pt>
                <c:pt idx="288">
                  <c:v>41791</c:v>
                </c:pt>
                <c:pt idx="289">
                  <c:v>41821</c:v>
                </c:pt>
                <c:pt idx="290">
                  <c:v>41852</c:v>
                </c:pt>
                <c:pt idx="291">
                  <c:v>41883</c:v>
                </c:pt>
                <c:pt idx="292">
                  <c:v>41913</c:v>
                </c:pt>
                <c:pt idx="293">
                  <c:v>41944</c:v>
                </c:pt>
                <c:pt idx="294">
                  <c:v>41974</c:v>
                </c:pt>
                <c:pt idx="295">
                  <c:v>42005</c:v>
                </c:pt>
                <c:pt idx="296">
                  <c:v>42036</c:v>
                </c:pt>
                <c:pt idx="297">
                  <c:v>42064</c:v>
                </c:pt>
                <c:pt idx="298">
                  <c:v>42095</c:v>
                </c:pt>
                <c:pt idx="299">
                  <c:v>42125</c:v>
                </c:pt>
                <c:pt idx="300">
                  <c:v>42156</c:v>
                </c:pt>
                <c:pt idx="301">
                  <c:v>42186</c:v>
                </c:pt>
                <c:pt idx="302">
                  <c:v>42217</c:v>
                </c:pt>
                <c:pt idx="303">
                  <c:v>42248</c:v>
                </c:pt>
                <c:pt idx="304">
                  <c:v>42278</c:v>
                </c:pt>
                <c:pt idx="305">
                  <c:v>42309</c:v>
                </c:pt>
                <c:pt idx="306">
                  <c:v>42339</c:v>
                </c:pt>
                <c:pt idx="307">
                  <c:v>42370</c:v>
                </c:pt>
                <c:pt idx="308">
                  <c:v>42401</c:v>
                </c:pt>
                <c:pt idx="309">
                  <c:v>42430</c:v>
                </c:pt>
                <c:pt idx="310">
                  <c:v>42461</c:v>
                </c:pt>
                <c:pt idx="311">
                  <c:v>42491</c:v>
                </c:pt>
                <c:pt idx="312">
                  <c:v>42522</c:v>
                </c:pt>
                <c:pt idx="313">
                  <c:v>42552</c:v>
                </c:pt>
                <c:pt idx="314">
                  <c:v>42583</c:v>
                </c:pt>
                <c:pt idx="315">
                  <c:v>42614</c:v>
                </c:pt>
                <c:pt idx="316">
                  <c:v>42644</c:v>
                </c:pt>
                <c:pt idx="317">
                  <c:v>42675</c:v>
                </c:pt>
                <c:pt idx="318">
                  <c:v>42705</c:v>
                </c:pt>
                <c:pt idx="319">
                  <c:v>42736</c:v>
                </c:pt>
                <c:pt idx="320">
                  <c:v>42767</c:v>
                </c:pt>
              </c:numCache>
            </c:numRef>
          </c:cat>
          <c:val>
            <c:numRef>
              <c:f>Sheet1!$C$2:$C$322</c:f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Spread</c:v>
                </c:pt>
              </c:strCache>
            </c:strRef>
          </c:tx>
          <c:spPr>
            <a:ln>
              <a:solidFill>
                <a:srgbClr val="2E398A"/>
              </a:solidFill>
            </a:ln>
          </c:spPr>
          <c:marker>
            <c:symbol val="none"/>
          </c:marker>
          <c:cat>
            <c:numRef>
              <c:f>Sheet1!$A$2:$A$322</c:f>
              <c:numCache>
                <c:formatCode>m/d/yyyy</c:formatCode>
                <c:ptCount val="321"/>
                <c:pt idx="0">
                  <c:v>33025</c:v>
                </c:pt>
                <c:pt idx="1">
                  <c:v>33055</c:v>
                </c:pt>
                <c:pt idx="2">
                  <c:v>33086</c:v>
                </c:pt>
                <c:pt idx="3">
                  <c:v>33117</c:v>
                </c:pt>
                <c:pt idx="4">
                  <c:v>33147</c:v>
                </c:pt>
                <c:pt idx="5">
                  <c:v>33178</c:v>
                </c:pt>
                <c:pt idx="6">
                  <c:v>33208</c:v>
                </c:pt>
                <c:pt idx="7">
                  <c:v>33239</c:v>
                </c:pt>
                <c:pt idx="8">
                  <c:v>33270</c:v>
                </c:pt>
                <c:pt idx="9">
                  <c:v>33298</c:v>
                </c:pt>
                <c:pt idx="10">
                  <c:v>33329</c:v>
                </c:pt>
                <c:pt idx="11">
                  <c:v>33359</c:v>
                </c:pt>
                <c:pt idx="12">
                  <c:v>33390</c:v>
                </c:pt>
                <c:pt idx="13">
                  <c:v>33420</c:v>
                </c:pt>
                <c:pt idx="14">
                  <c:v>33451</c:v>
                </c:pt>
                <c:pt idx="15">
                  <c:v>33482</c:v>
                </c:pt>
                <c:pt idx="16">
                  <c:v>33512</c:v>
                </c:pt>
                <c:pt idx="17">
                  <c:v>33543</c:v>
                </c:pt>
                <c:pt idx="18">
                  <c:v>33573</c:v>
                </c:pt>
                <c:pt idx="19">
                  <c:v>33604</c:v>
                </c:pt>
                <c:pt idx="20">
                  <c:v>33635</c:v>
                </c:pt>
                <c:pt idx="21">
                  <c:v>33664</c:v>
                </c:pt>
                <c:pt idx="22">
                  <c:v>33695</c:v>
                </c:pt>
                <c:pt idx="23">
                  <c:v>33725</c:v>
                </c:pt>
                <c:pt idx="24">
                  <c:v>33756</c:v>
                </c:pt>
                <c:pt idx="25">
                  <c:v>33786</c:v>
                </c:pt>
                <c:pt idx="26">
                  <c:v>33817</c:v>
                </c:pt>
                <c:pt idx="27">
                  <c:v>33848</c:v>
                </c:pt>
                <c:pt idx="28">
                  <c:v>33878</c:v>
                </c:pt>
                <c:pt idx="29">
                  <c:v>33909</c:v>
                </c:pt>
                <c:pt idx="30">
                  <c:v>33939</c:v>
                </c:pt>
                <c:pt idx="31">
                  <c:v>33970</c:v>
                </c:pt>
                <c:pt idx="32">
                  <c:v>34001</c:v>
                </c:pt>
                <c:pt idx="33">
                  <c:v>34029</c:v>
                </c:pt>
                <c:pt idx="34">
                  <c:v>34060</c:v>
                </c:pt>
                <c:pt idx="35">
                  <c:v>34090</c:v>
                </c:pt>
                <c:pt idx="36">
                  <c:v>34121</c:v>
                </c:pt>
                <c:pt idx="37">
                  <c:v>34151</c:v>
                </c:pt>
                <c:pt idx="38">
                  <c:v>34182</c:v>
                </c:pt>
                <c:pt idx="39">
                  <c:v>34213</c:v>
                </c:pt>
                <c:pt idx="40">
                  <c:v>34243</c:v>
                </c:pt>
                <c:pt idx="41">
                  <c:v>34274</c:v>
                </c:pt>
                <c:pt idx="42">
                  <c:v>34304</c:v>
                </c:pt>
                <c:pt idx="43">
                  <c:v>34335</c:v>
                </c:pt>
                <c:pt idx="44">
                  <c:v>34366</c:v>
                </c:pt>
                <c:pt idx="45">
                  <c:v>34394</c:v>
                </c:pt>
                <c:pt idx="46">
                  <c:v>34425</c:v>
                </c:pt>
                <c:pt idx="47">
                  <c:v>34455</c:v>
                </c:pt>
                <c:pt idx="48">
                  <c:v>34486</c:v>
                </c:pt>
                <c:pt idx="49">
                  <c:v>34516</c:v>
                </c:pt>
                <c:pt idx="50">
                  <c:v>34547</c:v>
                </c:pt>
                <c:pt idx="51">
                  <c:v>34578</c:v>
                </c:pt>
                <c:pt idx="52">
                  <c:v>34608</c:v>
                </c:pt>
                <c:pt idx="53">
                  <c:v>34639</c:v>
                </c:pt>
                <c:pt idx="54">
                  <c:v>34669</c:v>
                </c:pt>
                <c:pt idx="55">
                  <c:v>34700</c:v>
                </c:pt>
                <c:pt idx="56">
                  <c:v>34731</c:v>
                </c:pt>
                <c:pt idx="57">
                  <c:v>34759</c:v>
                </c:pt>
                <c:pt idx="58">
                  <c:v>34790</c:v>
                </c:pt>
                <c:pt idx="59">
                  <c:v>34820</c:v>
                </c:pt>
                <c:pt idx="60">
                  <c:v>34851</c:v>
                </c:pt>
                <c:pt idx="61">
                  <c:v>34881</c:v>
                </c:pt>
                <c:pt idx="62">
                  <c:v>34912</c:v>
                </c:pt>
                <c:pt idx="63">
                  <c:v>34943</c:v>
                </c:pt>
                <c:pt idx="64">
                  <c:v>34973</c:v>
                </c:pt>
                <c:pt idx="65">
                  <c:v>35004</c:v>
                </c:pt>
                <c:pt idx="66">
                  <c:v>35034</c:v>
                </c:pt>
                <c:pt idx="67">
                  <c:v>35065</c:v>
                </c:pt>
                <c:pt idx="68">
                  <c:v>35096</c:v>
                </c:pt>
                <c:pt idx="69">
                  <c:v>35125</c:v>
                </c:pt>
                <c:pt idx="70">
                  <c:v>35156</c:v>
                </c:pt>
                <c:pt idx="71">
                  <c:v>35186</c:v>
                </c:pt>
                <c:pt idx="72">
                  <c:v>35217</c:v>
                </c:pt>
                <c:pt idx="73">
                  <c:v>35247</c:v>
                </c:pt>
                <c:pt idx="74">
                  <c:v>35278</c:v>
                </c:pt>
                <c:pt idx="75">
                  <c:v>35309</c:v>
                </c:pt>
                <c:pt idx="76">
                  <c:v>35339</c:v>
                </c:pt>
                <c:pt idx="77">
                  <c:v>35370</c:v>
                </c:pt>
                <c:pt idx="78">
                  <c:v>35400</c:v>
                </c:pt>
                <c:pt idx="79">
                  <c:v>35431</c:v>
                </c:pt>
                <c:pt idx="80">
                  <c:v>35462</c:v>
                </c:pt>
                <c:pt idx="81">
                  <c:v>35490</c:v>
                </c:pt>
                <c:pt idx="82">
                  <c:v>35521</c:v>
                </c:pt>
                <c:pt idx="83">
                  <c:v>35551</c:v>
                </c:pt>
                <c:pt idx="84">
                  <c:v>35582</c:v>
                </c:pt>
                <c:pt idx="85">
                  <c:v>35612</c:v>
                </c:pt>
                <c:pt idx="86">
                  <c:v>35643</c:v>
                </c:pt>
                <c:pt idx="87">
                  <c:v>35674</c:v>
                </c:pt>
                <c:pt idx="88">
                  <c:v>35704</c:v>
                </c:pt>
                <c:pt idx="89">
                  <c:v>35735</c:v>
                </c:pt>
                <c:pt idx="90">
                  <c:v>35765</c:v>
                </c:pt>
                <c:pt idx="91">
                  <c:v>35796</c:v>
                </c:pt>
                <c:pt idx="92">
                  <c:v>35827</c:v>
                </c:pt>
                <c:pt idx="93">
                  <c:v>35855</c:v>
                </c:pt>
                <c:pt idx="94">
                  <c:v>35886</c:v>
                </c:pt>
                <c:pt idx="95">
                  <c:v>35916</c:v>
                </c:pt>
                <c:pt idx="96">
                  <c:v>35947</c:v>
                </c:pt>
                <c:pt idx="97">
                  <c:v>35977</c:v>
                </c:pt>
                <c:pt idx="98">
                  <c:v>36008</c:v>
                </c:pt>
                <c:pt idx="99">
                  <c:v>36039</c:v>
                </c:pt>
                <c:pt idx="100">
                  <c:v>36069</c:v>
                </c:pt>
                <c:pt idx="101">
                  <c:v>36100</c:v>
                </c:pt>
                <c:pt idx="102">
                  <c:v>36130</c:v>
                </c:pt>
                <c:pt idx="103">
                  <c:v>36161</c:v>
                </c:pt>
                <c:pt idx="104">
                  <c:v>36192</c:v>
                </c:pt>
                <c:pt idx="105">
                  <c:v>36220</c:v>
                </c:pt>
                <c:pt idx="106">
                  <c:v>36251</c:v>
                </c:pt>
                <c:pt idx="107">
                  <c:v>36281</c:v>
                </c:pt>
                <c:pt idx="108">
                  <c:v>36312</c:v>
                </c:pt>
                <c:pt idx="109">
                  <c:v>36342</c:v>
                </c:pt>
                <c:pt idx="110">
                  <c:v>36373</c:v>
                </c:pt>
                <c:pt idx="111">
                  <c:v>36404</c:v>
                </c:pt>
                <c:pt idx="112">
                  <c:v>36434</c:v>
                </c:pt>
                <c:pt idx="113">
                  <c:v>36465</c:v>
                </c:pt>
                <c:pt idx="114">
                  <c:v>36495</c:v>
                </c:pt>
                <c:pt idx="115">
                  <c:v>36526</c:v>
                </c:pt>
                <c:pt idx="116">
                  <c:v>36557</c:v>
                </c:pt>
                <c:pt idx="117">
                  <c:v>36586</c:v>
                </c:pt>
                <c:pt idx="118">
                  <c:v>36617</c:v>
                </c:pt>
                <c:pt idx="119">
                  <c:v>36647</c:v>
                </c:pt>
                <c:pt idx="120">
                  <c:v>36678</c:v>
                </c:pt>
                <c:pt idx="121">
                  <c:v>36708</c:v>
                </c:pt>
                <c:pt idx="122">
                  <c:v>36739</c:v>
                </c:pt>
                <c:pt idx="123">
                  <c:v>36770</c:v>
                </c:pt>
                <c:pt idx="124">
                  <c:v>36800</c:v>
                </c:pt>
                <c:pt idx="125">
                  <c:v>36831</c:v>
                </c:pt>
                <c:pt idx="126">
                  <c:v>36861</c:v>
                </c:pt>
                <c:pt idx="127">
                  <c:v>36892</c:v>
                </c:pt>
                <c:pt idx="128">
                  <c:v>36923</c:v>
                </c:pt>
                <c:pt idx="129">
                  <c:v>36951</c:v>
                </c:pt>
                <c:pt idx="130">
                  <c:v>36982</c:v>
                </c:pt>
                <c:pt idx="131">
                  <c:v>37012</c:v>
                </c:pt>
                <c:pt idx="132">
                  <c:v>37043</c:v>
                </c:pt>
                <c:pt idx="133">
                  <c:v>37073</c:v>
                </c:pt>
                <c:pt idx="134">
                  <c:v>37104</c:v>
                </c:pt>
                <c:pt idx="135">
                  <c:v>37135</c:v>
                </c:pt>
                <c:pt idx="136">
                  <c:v>37165</c:v>
                </c:pt>
                <c:pt idx="137">
                  <c:v>37196</c:v>
                </c:pt>
                <c:pt idx="138">
                  <c:v>37226</c:v>
                </c:pt>
                <c:pt idx="139">
                  <c:v>37257</c:v>
                </c:pt>
                <c:pt idx="140">
                  <c:v>37288</c:v>
                </c:pt>
                <c:pt idx="141">
                  <c:v>37316</c:v>
                </c:pt>
                <c:pt idx="142">
                  <c:v>37347</c:v>
                </c:pt>
                <c:pt idx="143">
                  <c:v>37377</c:v>
                </c:pt>
                <c:pt idx="144">
                  <c:v>37408</c:v>
                </c:pt>
                <c:pt idx="145">
                  <c:v>37438</c:v>
                </c:pt>
                <c:pt idx="146">
                  <c:v>37469</c:v>
                </c:pt>
                <c:pt idx="147">
                  <c:v>37500</c:v>
                </c:pt>
                <c:pt idx="148">
                  <c:v>37530</c:v>
                </c:pt>
                <c:pt idx="149">
                  <c:v>37561</c:v>
                </c:pt>
                <c:pt idx="150">
                  <c:v>37591</c:v>
                </c:pt>
                <c:pt idx="151">
                  <c:v>37622</c:v>
                </c:pt>
                <c:pt idx="152">
                  <c:v>37653</c:v>
                </c:pt>
                <c:pt idx="153">
                  <c:v>37681</c:v>
                </c:pt>
                <c:pt idx="154">
                  <c:v>37712</c:v>
                </c:pt>
                <c:pt idx="155">
                  <c:v>37742</c:v>
                </c:pt>
                <c:pt idx="156">
                  <c:v>37773</c:v>
                </c:pt>
                <c:pt idx="157">
                  <c:v>37803</c:v>
                </c:pt>
                <c:pt idx="158">
                  <c:v>37834</c:v>
                </c:pt>
                <c:pt idx="159">
                  <c:v>37865</c:v>
                </c:pt>
                <c:pt idx="160">
                  <c:v>37895</c:v>
                </c:pt>
                <c:pt idx="161">
                  <c:v>37926</c:v>
                </c:pt>
                <c:pt idx="162">
                  <c:v>37956</c:v>
                </c:pt>
                <c:pt idx="163">
                  <c:v>37987</c:v>
                </c:pt>
                <c:pt idx="164">
                  <c:v>38018</c:v>
                </c:pt>
                <c:pt idx="165">
                  <c:v>38047</c:v>
                </c:pt>
                <c:pt idx="166">
                  <c:v>38078</c:v>
                </c:pt>
                <c:pt idx="167">
                  <c:v>38108</c:v>
                </c:pt>
                <c:pt idx="168">
                  <c:v>38139</c:v>
                </c:pt>
                <c:pt idx="169">
                  <c:v>38169</c:v>
                </c:pt>
                <c:pt idx="170">
                  <c:v>38200</c:v>
                </c:pt>
                <c:pt idx="171">
                  <c:v>38231</c:v>
                </c:pt>
                <c:pt idx="172">
                  <c:v>38261</c:v>
                </c:pt>
                <c:pt idx="173">
                  <c:v>38292</c:v>
                </c:pt>
                <c:pt idx="174">
                  <c:v>38322</c:v>
                </c:pt>
                <c:pt idx="175">
                  <c:v>38353</c:v>
                </c:pt>
                <c:pt idx="176">
                  <c:v>38384</c:v>
                </c:pt>
                <c:pt idx="177">
                  <c:v>38412</c:v>
                </c:pt>
                <c:pt idx="178">
                  <c:v>38443</c:v>
                </c:pt>
                <c:pt idx="179">
                  <c:v>38473</c:v>
                </c:pt>
                <c:pt idx="180">
                  <c:v>38504</c:v>
                </c:pt>
                <c:pt idx="181">
                  <c:v>38534</c:v>
                </c:pt>
                <c:pt idx="182">
                  <c:v>38565</c:v>
                </c:pt>
                <c:pt idx="183">
                  <c:v>38596</c:v>
                </c:pt>
                <c:pt idx="184">
                  <c:v>38626</c:v>
                </c:pt>
                <c:pt idx="185">
                  <c:v>38657</c:v>
                </c:pt>
                <c:pt idx="186">
                  <c:v>38687</c:v>
                </c:pt>
                <c:pt idx="187">
                  <c:v>38718</c:v>
                </c:pt>
                <c:pt idx="188">
                  <c:v>38749</c:v>
                </c:pt>
                <c:pt idx="189">
                  <c:v>38777</c:v>
                </c:pt>
                <c:pt idx="190">
                  <c:v>38808</c:v>
                </c:pt>
                <c:pt idx="191">
                  <c:v>38838</c:v>
                </c:pt>
                <c:pt idx="192">
                  <c:v>38869</c:v>
                </c:pt>
                <c:pt idx="193">
                  <c:v>38899</c:v>
                </c:pt>
                <c:pt idx="194">
                  <c:v>38930</c:v>
                </c:pt>
                <c:pt idx="195">
                  <c:v>38961</c:v>
                </c:pt>
                <c:pt idx="196">
                  <c:v>38991</c:v>
                </c:pt>
                <c:pt idx="197">
                  <c:v>39022</c:v>
                </c:pt>
                <c:pt idx="198">
                  <c:v>39052</c:v>
                </c:pt>
                <c:pt idx="199">
                  <c:v>39083</c:v>
                </c:pt>
                <c:pt idx="200">
                  <c:v>39114</c:v>
                </c:pt>
                <c:pt idx="201">
                  <c:v>39142</c:v>
                </c:pt>
                <c:pt idx="202">
                  <c:v>39173</c:v>
                </c:pt>
                <c:pt idx="203">
                  <c:v>39203</c:v>
                </c:pt>
                <c:pt idx="204">
                  <c:v>39234</c:v>
                </c:pt>
                <c:pt idx="205">
                  <c:v>39264</c:v>
                </c:pt>
                <c:pt idx="206">
                  <c:v>39295</c:v>
                </c:pt>
                <c:pt idx="207">
                  <c:v>39326</c:v>
                </c:pt>
                <c:pt idx="208">
                  <c:v>39356</c:v>
                </c:pt>
                <c:pt idx="209">
                  <c:v>39387</c:v>
                </c:pt>
                <c:pt idx="210">
                  <c:v>39417</c:v>
                </c:pt>
                <c:pt idx="211">
                  <c:v>39448</c:v>
                </c:pt>
                <c:pt idx="212">
                  <c:v>39479</c:v>
                </c:pt>
                <c:pt idx="213">
                  <c:v>39508</c:v>
                </c:pt>
                <c:pt idx="214">
                  <c:v>39539</c:v>
                </c:pt>
                <c:pt idx="215">
                  <c:v>39569</c:v>
                </c:pt>
                <c:pt idx="216">
                  <c:v>39600</c:v>
                </c:pt>
                <c:pt idx="217">
                  <c:v>39630</c:v>
                </c:pt>
                <c:pt idx="218">
                  <c:v>39661</c:v>
                </c:pt>
                <c:pt idx="219">
                  <c:v>39692</c:v>
                </c:pt>
                <c:pt idx="220">
                  <c:v>39722</c:v>
                </c:pt>
                <c:pt idx="221">
                  <c:v>39753</c:v>
                </c:pt>
                <c:pt idx="222">
                  <c:v>39783</c:v>
                </c:pt>
                <c:pt idx="223">
                  <c:v>39814</c:v>
                </c:pt>
                <c:pt idx="224">
                  <c:v>39845</c:v>
                </c:pt>
                <c:pt idx="225">
                  <c:v>39873</c:v>
                </c:pt>
                <c:pt idx="226">
                  <c:v>39904</c:v>
                </c:pt>
                <c:pt idx="227">
                  <c:v>39934</c:v>
                </c:pt>
                <c:pt idx="228">
                  <c:v>39965</c:v>
                </c:pt>
                <c:pt idx="229">
                  <c:v>39995</c:v>
                </c:pt>
                <c:pt idx="230">
                  <c:v>40026</c:v>
                </c:pt>
                <c:pt idx="231">
                  <c:v>40057</c:v>
                </c:pt>
                <c:pt idx="232">
                  <c:v>40087</c:v>
                </c:pt>
                <c:pt idx="233">
                  <c:v>40118</c:v>
                </c:pt>
                <c:pt idx="234">
                  <c:v>40148</c:v>
                </c:pt>
                <c:pt idx="235">
                  <c:v>40179</c:v>
                </c:pt>
                <c:pt idx="236">
                  <c:v>40210</c:v>
                </c:pt>
                <c:pt idx="237">
                  <c:v>40238</c:v>
                </c:pt>
                <c:pt idx="238">
                  <c:v>40269</c:v>
                </c:pt>
                <c:pt idx="239">
                  <c:v>40299</c:v>
                </c:pt>
                <c:pt idx="240">
                  <c:v>40330</c:v>
                </c:pt>
                <c:pt idx="241">
                  <c:v>40360</c:v>
                </c:pt>
                <c:pt idx="242">
                  <c:v>40391</c:v>
                </c:pt>
                <c:pt idx="243">
                  <c:v>40422</c:v>
                </c:pt>
                <c:pt idx="244">
                  <c:v>40452</c:v>
                </c:pt>
                <c:pt idx="245">
                  <c:v>40483</c:v>
                </c:pt>
                <c:pt idx="246">
                  <c:v>40513</c:v>
                </c:pt>
                <c:pt idx="247">
                  <c:v>40544</c:v>
                </c:pt>
                <c:pt idx="248">
                  <c:v>40575</c:v>
                </c:pt>
                <c:pt idx="249">
                  <c:v>40603</c:v>
                </c:pt>
                <c:pt idx="250">
                  <c:v>40634</c:v>
                </c:pt>
                <c:pt idx="251">
                  <c:v>40664</c:v>
                </c:pt>
                <c:pt idx="252">
                  <c:v>40695</c:v>
                </c:pt>
                <c:pt idx="253">
                  <c:v>40725</c:v>
                </c:pt>
                <c:pt idx="254">
                  <c:v>40756</c:v>
                </c:pt>
                <c:pt idx="255">
                  <c:v>40787</c:v>
                </c:pt>
                <c:pt idx="256">
                  <c:v>40817</c:v>
                </c:pt>
                <c:pt idx="257">
                  <c:v>40848</c:v>
                </c:pt>
                <c:pt idx="258">
                  <c:v>40878</c:v>
                </c:pt>
                <c:pt idx="259">
                  <c:v>40909</c:v>
                </c:pt>
                <c:pt idx="260">
                  <c:v>40940</c:v>
                </c:pt>
                <c:pt idx="261">
                  <c:v>40969</c:v>
                </c:pt>
                <c:pt idx="262">
                  <c:v>41000</c:v>
                </c:pt>
                <c:pt idx="263">
                  <c:v>41030</c:v>
                </c:pt>
                <c:pt idx="264">
                  <c:v>41061</c:v>
                </c:pt>
                <c:pt idx="265">
                  <c:v>41091</c:v>
                </c:pt>
                <c:pt idx="266">
                  <c:v>41122</c:v>
                </c:pt>
                <c:pt idx="267">
                  <c:v>41153</c:v>
                </c:pt>
                <c:pt idx="268">
                  <c:v>41183</c:v>
                </c:pt>
                <c:pt idx="269">
                  <c:v>41214</c:v>
                </c:pt>
                <c:pt idx="270">
                  <c:v>41244</c:v>
                </c:pt>
                <c:pt idx="271">
                  <c:v>41275</c:v>
                </c:pt>
                <c:pt idx="272">
                  <c:v>41306</c:v>
                </c:pt>
                <c:pt idx="273">
                  <c:v>41334</c:v>
                </c:pt>
                <c:pt idx="274">
                  <c:v>41365</c:v>
                </c:pt>
                <c:pt idx="275">
                  <c:v>41395</c:v>
                </c:pt>
                <c:pt idx="276">
                  <c:v>41426</c:v>
                </c:pt>
                <c:pt idx="277">
                  <c:v>41456</c:v>
                </c:pt>
                <c:pt idx="278">
                  <c:v>41487</c:v>
                </c:pt>
                <c:pt idx="279">
                  <c:v>41518</c:v>
                </c:pt>
                <c:pt idx="280">
                  <c:v>41548</c:v>
                </c:pt>
                <c:pt idx="281">
                  <c:v>41579</c:v>
                </c:pt>
                <c:pt idx="282">
                  <c:v>41609</c:v>
                </c:pt>
                <c:pt idx="283">
                  <c:v>41640</c:v>
                </c:pt>
                <c:pt idx="284">
                  <c:v>41671</c:v>
                </c:pt>
                <c:pt idx="285">
                  <c:v>41699</c:v>
                </c:pt>
                <c:pt idx="286">
                  <c:v>41730</c:v>
                </c:pt>
                <c:pt idx="287">
                  <c:v>41760</c:v>
                </c:pt>
                <c:pt idx="288">
                  <c:v>41791</c:v>
                </c:pt>
                <c:pt idx="289">
                  <c:v>41821</c:v>
                </c:pt>
                <c:pt idx="290">
                  <c:v>41852</c:v>
                </c:pt>
                <c:pt idx="291">
                  <c:v>41883</c:v>
                </c:pt>
                <c:pt idx="292">
                  <c:v>41913</c:v>
                </c:pt>
                <c:pt idx="293">
                  <c:v>41944</c:v>
                </c:pt>
                <c:pt idx="294">
                  <c:v>41974</c:v>
                </c:pt>
                <c:pt idx="295">
                  <c:v>42005</c:v>
                </c:pt>
                <c:pt idx="296">
                  <c:v>42036</c:v>
                </c:pt>
                <c:pt idx="297">
                  <c:v>42064</c:v>
                </c:pt>
                <c:pt idx="298">
                  <c:v>42095</c:v>
                </c:pt>
                <c:pt idx="299">
                  <c:v>42125</c:v>
                </c:pt>
                <c:pt idx="300">
                  <c:v>42156</c:v>
                </c:pt>
                <c:pt idx="301">
                  <c:v>42186</c:v>
                </c:pt>
                <c:pt idx="302">
                  <c:v>42217</c:v>
                </c:pt>
                <c:pt idx="303">
                  <c:v>42248</c:v>
                </c:pt>
                <c:pt idx="304">
                  <c:v>42278</c:v>
                </c:pt>
                <c:pt idx="305">
                  <c:v>42309</c:v>
                </c:pt>
                <c:pt idx="306">
                  <c:v>42339</c:v>
                </c:pt>
                <c:pt idx="307">
                  <c:v>42370</c:v>
                </c:pt>
                <c:pt idx="308">
                  <c:v>42401</c:v>
                </c:pt>
                <c:pt idx="309">
                  <c:v>42430</c:v>
                </c:pt>
                <c:pt idx="310">
                  <c:v>42461</c:v>
                </c:pt>
                <c:pt idx="311">
                  <c:v>42491</c:v>
                </c:pt>
                <c:pt idx="312">
                  <c:v>42522</c:v>
                </c:pt>
                <c:pt idx="313">
                  <c:v>42552</c:v>
                </c:pt>
                <c:pt idx="314">
                  <c:v>42583</c:v>
                </c:pt>
                <c:pt idx="315">
                  <c:v>42614</c:v>
                </c:pt>
                <c:pt idx="316">
                  <c:v>42644</c:v>
                </c:pt>
                <c:pt idx="317">
                  <c:v>42675</c:v>
                </c:pt>
                <c:pt idx="318">
                  <c:v>42705</c:v>
                </c:pt>
                <c:pt idx="319">
                  <c:v>42736</c:v>
                </c:pt>
                <c:pt idx="320">
                  <c:v>42767</c:v>
                </c:pt>
              </c:numCache>
            </c:numRef>
          </c:cat>
          <c:val>
            <c:numRef>
              <c:f>Sheet1!$D$2:$D$322</c:f>
              <c:numCache>
                <c:formatCode>General</c:formatCode>
                <c:ptCount val="321"/>
                <c:pt idx="0">
                  <c:v>-0.112199574738801</c:v>
                </c:pt>
                <c:pt idx="1">
                  <c:v>-0.13195963807649599</c:v>
                </c:pt>
                <c:pt idx="2">
                  <c:v>-0.19352377802758899</c:v>
                </c:pt>
                <c:pt idx="3">
                  <c:v>-0.16214661429949601</c:v>
                </c:pt>
                <c:pt idx="4">
                  <c:v>-5.5025557614484001E-2</c:v>
                </c:pt>
                <c:pt idx="5">
                  <c:v>-0.132231998160206</c:v>
                </c:pt>
                <c:pt idx="6">
                  <c:v>-4.2049738447684497E-2</c:v>
                </c:pt>
                <c:pt idx="7">
                  <c:v>-0.15926028850027801</c:v>
                </c:pt>
                <c:pt idx="8">
                  <c:v>-0.13442515380202799</c:v>
                </c:pt>
                <c:pt idx="9">
                  <c:v>-0.265359427960632</c:v>
                </c:pt>
                <c:pt idx="10">
                  <c:v>-0.212924277434936</c:v>
                </c:pt>
                <c:pt idx="11">
                  <c:v>-0.19087220796767401</c:v>
                </c:pt>
                <c:pt idx="12">
                  <c:v>-0.238060776303095</c:v>
                </c:pt>
                <c:pt idx="13">
                  <c:v>-0.156291713908631</c:v>
                </c:pt>
                <c:pt idx="14">
                  <c:v>-0.111054892956225</c:v>
                </c:pt>
                <c:pt idx="15">
                  <c:v>-6.4958444834567405E-2</c:v>
                </c:pt>
                <c:pt idx="16">
                  <c:v>-0.11187384120708201</c:v>
                </c:pt>
                <c:pt idx="17">
                  <c:v>-0.20679088661550399</c:v>
                </c:pt>
                <c:pt idx="18">
                  <c:v>-0.14107328646571701</c:v>
                </c:pt>
                <c:pt idx="19">
                  <c:v>-0.193586893095546</c:v>
                </c:pt>
                <c:pt idx="20">
                  <c:v>-0.22158985805782999</c:v>
                </c:pt>
                <c:pt idx="21">
                  <c:v>-0.16624801418610899</c:v>
                </c:pt>
                <c:pt idx="22">
                  <c:v>-0.139282356167898</c:v>
                </c:pt>
                <c:pt idx="23">
                  <c:v>-0.12785902260249399</c:v>
                </c:pt>
                <c:pt idx="24">
                  <c:v>-5.2026898274382498E-2</c:v>
                </c:pt>
                <c:pt idx="25">
                  <c:v>-9.13185369876406E-2</c:v>
                </c:pt>
                <c:pt idx="26">
                  <c:v>-5.8764663175089597E-2</c:v>
                </c:pt>
                <c:pt idx="27">
                  <c:v>-4.7467701202679E-2</c:v>
                </c:pt>
                <c:pt idx="28">
                  <c:v>-5.9064138186933998E-2</c:v>
                </c:pt>
                <c:pt idx="29">
                  <c:v>-8.5059647950052705E-2</c:v>
                </c:pt>
                <c:pt idx="30">
                  <c:v>1.9110384228896202E-2</c:v>
                </c:pt>
                <c:pt idx="31">
                  <c:v>5.2806739646589801E-2</c:v>
                </c:pt>
                <c:pt idx="32">
                  <c:v>8.8332444477924196E-2</c:v>
                </c:pt>
                <c:pt idx="33">
                  <c:v>6.4772542178429204E-2</c:v>
                </c:pt>
                <c:pt idx="34">
                  <c:v>0.10260667412183699</c:v>
                </c:pt>
                <c:pt idx="35">
                  <c:v>9.8640314676691196E-2</c:v>
                </c:pt>
                <c:pt idx="36">
                  <c:v>0.16164804860988699</c:v>
                </c:pt>
                <c:pt idx="37">
                  <c:v>0.16293260126863399</c:v>
                </c:pt>
                <c:pt idx="38">
                  <c:v>0.18653450779790501</c:v>
                </c:pt>
                <c:pt idx="39">
                  <c:v>0.151704464623518</c:v>
                </c:pt>
                <c:pt idx="40">
                  <c:v>0.123403398552694</c:v>
                </c:pt>
                <c:pt idx="41">
                  <c:v>0.15940481123644801</c:v>
                </c:pt>
                <c:pt idx="42">
                  <c:v>0.17577221883695399</c:v>
                </c:pt>
                <c:pt idx="43">
                  <c:v>0.239150063190912</c:v>
                </c:pt>
                <c:pt idx="44">
                  <c:v>0.24217000680188699</c:v>
                </c:pt>
                <c:pt idx="45">
                  <c:v>0.20084907728263701</c:v>
                </c:pt>
                <c:pt idx="46">
                  <c:v>0.24975602309665501</c:v>
                </c:pt>
                <c:pt idx="47">
                  <c:v>0.35469777697842902</c:v>
                </c:pt>
                <c:pt idx="48">
                  <c:v>0.383802472332267</c:v>
                </c:pt>
                <c:pt idx="49">
                  <c:v>0.41907858829128503</c:v>
                </c:pt>
                <c:pt idx="50">
                  <c:v>0.155393042451238</c:v>
                </c:pt>
                <c:pt idx="51">
                  <c:v>0.217193956352009</c:v>
                </c:pt>
                <c:pt idx="52">
                  <c:v>0.215919528571869</c:v>
                </c:pt>
                <c:pt idx="53">
                  <c:v>0.22294895242705601</c:v>
                </c:pt>
                <c:pt idx="54">
                  <c:v>0.28064535794756801</c:v>
                </c:pt>
                <c:pt idx="55">
                  <c:v>0.23391544419249499</c:v>
                </c:pt>
                <c:pt idx="56">
                  <c:v>0.313597592510718</c:v>
                </c:pt>
                <c:pt idx="57">
                  <c:v>0.40142045713347801</c:v>
                </c:pt>
                <c:pt idx="58">
                  <c:v>0.18390477063382901</c:v>
                </c:pt>
                <c:pt idx="59">
                  <c:v>8.0008923184211503E-2</c:v>
                </c:pt>
                <c:pt idx="60">
                  <c:v>1.31652555827907E-2</c:v>
                </c:pt>
                <c:pt idx="61">
                  <c:v>-5.1410531886984601E-3</c:v>
                </c:pt>
                <c:pt idx="62">
                  <c:v>4.1759009296420499E-2</c:v>
                </c:pt>
                <c:pt idx="63">
                  <c:v>0.150206523314733</c:v>
                </c:pt>
                <c:pt idx="64">
                  <c:v>0.15465628028367101</c:v>
                </c:pt>
                <c:pt idx="65">
                  <c:v>0.102626256559002</c:v>
                </c:pt>
                <c:pt idx="66">
                  <c:v>0.10367980496217399</c:v>
                </c:pt>
                <c:pt idx="67">
                  <c:v>2.4600720097390401E-2</c:v>
                </c:pt>
                <c:pt idx="68">
                  <c:v>4.5475859609641602E-2</c:v>
                </c:pt>
                <c:pt idx="69">
                  <c:v>1.3645940033225499E-2</c:v>
                </c:pt>
                <c:pt idx="70">
                  <c:v>0.16644888741212599</c:v>
                </c:pt>
                <c:pt idx="71">
                  <c:v>0.25335768686566801</c:v>
                </c:pt>
                <c:pt idx="72">
                  <c:v>0.20906946151299</c:v>
                </c:pt>
                <c:pt idx="73">
                  <c:v>0.15310421565632701</c:v>
                </c:pt>
                <c:pt idx="74">
                  <c:v>0.11243820897611199</c:v>
                </c:pt>
                <c:pt idx="75">
                  <c:v>0.118502004947672</c:v>
                </c:pt>
                <c:pt idx="76">
                  <c:v>0.16403359790792901</c:v>
                </c:pt>
                <c:pt idx="77">
                  <c:v>0.18057229173854999</c:v>
                </c:pt>
                <c:pt idx="78">
                  <c:v>0.16632284917958701</c:v>
                </c:pt>
                <c:pt idx="79">
                  <c:v>0.14002318071459899</c:v>
                </c:pt>
                <c:pt idx="80">
                  <c:v>0.18628378487610101</c:v>
                </c:pt>
                <c:pt idx="81">
                  <c:v>0.13834461160501799</c:v>
                </c:pt>
                <c:pt idx="82">
                  <c:v>0.141899469656486</c:v>
                </c:pt>
                <c:pt idx="83">
                  <c:v>0.24270286409538699</c:v>
                </c:pt>
                <c:pt idx="84">
                  <c:v>0.181845331380103</c:v>
                </c:pt>
                <c:pt idx="85">
                  <c:v>0.159712729080671</c:v>
                </c:pt>
                <c:pt idx="86">
                  <c:v>0.18951644614691601</c:v>
                </c:pt>
                <c:pt idx="87">
                  <c:v>0.12817683001421101</c:v>
                </c:pt>
                <c:pt idx="88">
                  <c:v>0.17190053802642699</c:v>
                </c:pt>
                <c:pt idx="89">
                  <c:v>0.12521922029023</c:v>
                </c:pt>
                <c:pt idx="90">
                  <c:v>0.13779360604997601</c:v>
                </c:pt>
                <c:pt idx="91">
                  <c:v>0.15941426849020501</c:v>
                </c:pt>
                <c:pt idx="92">
                  <c:v>8.6025282226564997E-2</c:v>
                </c:pt>
                <c:pt idx="93">
                  <c:v>0.15028693513475699</c:v>
                </c:pt>
                <c:pt idx="94">
                  <c:v>0.19508988484881701</c:v>
                </c:pt>
                <c:pt idx="95">
                  <c:v>0.18085285646978799</c:v>
                </c:pt>
                <c:pt idx="96">
                  <c:v>0.15734370086364199</c:v>
                </c:pt>
                <c:pt idx="97">
                  <c:v>0.19104173630037199</c:v>
                </c:pt>
                <c:pt idx="98">
                  <c:v>0.17155573486461601</c:v>
                </c:pt>
                <c:pt idx="99">
                  <c:v>0.183077801965676</c:v>
                </c:pt>
                <c:pt idx="100">
                  <c:v>0.13507571643208099</c:v>
                </c:pt>
                <c:pt idx="101">
                  <c:v>7.2115512533674195E-2</c:v>
                </c:pt>
                <c:pt idx="102">
                  <c:v>0.148840157836474</c:v>
                </c:pt>
                <c:pt idx="103">
                  <c:v>0.138723336824499</c:v>
                </c:pt>
                <c:pt idx="104">
                  <c:v>0.12955607934373001</c:v>
                </c:pt>
                <c:pt idx="105">
                  <c:v>0.17589686159007101</c:v>
                </c:pt>
                <c:pt idx="106">
                  <c:v>0.213601662545748</c:v>
                </c:pt>
                <c:pt idx="107">
                  <c:v>0.20784674867130401</c:v>
                </c:pt>
                <c:pt idx="108">
                  <c:v>0.25337089279879699</c:v>
                </c:pt>
                <c:pt idx="109">
                  <c:v>0.35721730896514597</c:v>
                </c:pt>
                <c:pt idx="110">
                  <c:v>0.36829182358351797</c:v>
                </c:pt>
                <c:pt idx="111">
                  <c:v>0.36672530600388897</c:v>
                </c:pt>
                <c:pt idx="112">
                  <c:v>0.29857265001656602</c:v>
                </c:pt>
                <c:pt idx="113">
                  <c:v>0.231249031293076</c:v>
                </c:pt>
                <c:pt idx="114">
                  <c:v>0.27097633321404302</c:v>
                </c:pt>
                <c:pt idx="115">
                  <c:v>0.27482373809271998</c:v>
                </c:pt>
                <c:pt idx="116">
                  <c:v>0.34256708724854501</c:v>
                </c:pt>
                <c:pt idx="117">
                  <c:v>0.34197655462964399</c:v>
                </c:pt>
                <c:pt idx="118">
                  <c:v>0.12027548112521599</c:v>
                </c:pt>
                <c:pt idx="119">
                  <c:v>0.19465937213005399</c:v>
                </c:pt>
                <c:pt idx="120">
                  <c:v>0.14308396321542899</c:v>
                </c:pt>
                <c:pt idx="121">
                  <c:v>0.16966502444718801</c:v>
                </c:pt>
                <c:pt idx="122">
                  <c:v>5.1141090609242096E-3</c:v>
                </c:pt>
                <c:pt idx="123">
                  <c:v>0.138932592151391</c:v>
                </c:pt>
                <c:pt idx="124">
                  <c:v>0.17280739502435599</c:v>
                </c:pt>
                <c:pt idx="125">
                  <c:v>0.188250915733538</c:v>
                </c:pt>
                <c:pt idx="126">
                  <c:v>0.233462850110636</c:v>
                </c:pt>
                <c:pt idx="127">
                  <c:v>0.22736950057323399</c:v>
                </c:pt>
                <c:pt idx="128">
                  <c:v>0.18890502104693899</c:v>
                </c:pt>
                <c:pt idx="129">
                  <c:v>0.142295160558737</c:v>
                </c:pt>
                <c:pt idx="130">
                  <c:v>0.16603226976904101</c:v>
                </c:pt>
                <c:pt idx="131">
                  <c:v>0.18344103780530499</c:v>
                </c:pt>
                <c:pt idx="132">
                  <c:v>0.11953175474689701</c:v>
                </c:pt>
                <c:pt idx="133">
                  <c:v>9.5433164922511596E-2</c:v>
                </c:pt>
                <c:pt idx="134">
                  <c:v>0.106845973410041</c:v>
                </c:pt>
                <c:pt idx="135">
                  <c:v>0.10134972247719801</c:v>
                </c:pt>
                <c:pt idx="136">
                  <c:v>0.116091753950263</c:v>
                </c:pt>
                <c:pt idx="137">
                  <c:v>0.120704551833864</c:v>
                </c:pt>
                <c:pt idx="138">
                  <c:v>0.22420444597867401</c:v>
                </c:pt>
                <c:pt idx="139">
                  <c:v>0.116435647458245</c:v>
                </c:pt>
                <c:pt idx="140">
                  <c:v>0.102527422476866</c:v>
                </c:pt>
                <c:pt idx="141">
                  <c:v>0.113048134075241</c:v>
                </c:pt>
                <c:pt idx="142">
                  <c:v>0.18375257195986799</c:v>
                </c:pt>
                <c:pt idx="143">
                  <c:v>0.124208669271943</c:v>
                </c:pt>
                <c:pt idx="144">
                  <c:v>0.172612447319933</c:v>
                </c:pt>
                <c:pt idx="145">
                  <c:v>0.218579193698381</c:v>
                </c:pt>
                <c:pt idx="146">
                  <c:v>0.23243933231362501</c:v>
                </c:pt>
                <c:pt idx="147">
                  <c:v>0.17177463629978501</c:v>
                </c:pt>
                <c:pt idx="148">
                  <c:v>0.12349268142797901</c:v>
                </c:pt>
                <c:pt idx="149">
                  <c:v>0.117750491121904</c:v>
                </c:pt>
                <c:pt idx="150">
                  <c:v>0.15051579684764699</c:v>
                </c:pt>
                <c:pt idx="151">
                  <c:v>0.106232628983046</c:v>
                </c:pt>
                <c:pt idx="152">
                  <c:v>0.119516346451156</c:v>
                </c:pt>
                <c:pt idx="153">
                  <c:v>0.134047406974385</c:v>
                </c:pt>
                <c:pt idx="154">
                  <c:v>8.5205506162256098E-2</c:v>
                </c:pt>
                <c:pt idx="155">
                  <c:v>0.12389800426462901</c:v>
                </c:pt>
                <c:pt idx="156">
                  <c:v>5.6799623374391102E-2</c:v>
                </c:pt>
                <c:pt idx="157">
                  <c:v>3.3258487917545397E-2</c:v>
                </c:pt>
                <c:pt idx="158">
                  <c:v>0.11860315107685999</c:v>
                </c:pt>
                <c:pt idx="159">
                  <c:v>0.143018456060825</c:v>
                </c:pt>
                <c:pt idx="160">
                  <c:v>0.18958776148770401</c:v>
                </c:pt>
                <c:pt idx="161">
                  <c:v>0.171545850522447</c:v>
                </c:pt>
                <c:pt idx="162">
                  <c:v>6.11968184311849E-2</c:v>
                </c:pt>
                <c:pt idx="163">
                  <c:v>0.11108217958716</c:v>
                </c:pt>
                <c:pt idx="164">
                  <c:v>0.103768300771041</c:v>
                </c:pt>
                <c:pt idx="165">
                  <c:v>6.8154252536210005E-2</c:v>
                </c:pt>
                <c:pt idx="166">
                  <c:v>8.9763422034397897E-2</c:v>
                </c:pt>
                <c:pt idx="167">
                  <c:v>0.28554309403344302</c:v>
                </c:pt>
                <c:pt idx="168">
                  <c:v>0.13934555351814901</c:v>
                </c:pt>
                <c:pt idx="169">
                  <c:v>9.7361052830808106E-2</c:v>
                </c:pt>
                <c:pt idx="170">
                  <c:v>9.5269101812138102E-2</c:v>
                </c:pt>
                <c:pt idx="171">
                  <c:v>0.119881559623341</c:v>
                </c:pt>
                <c:pt idx="172">
                  <c:v>0.119738194152692</c:v>
                </c:pt>
                <c:pt idx="173">
                  <c:v>9.24484224406915E-2</c:v>
                </c:pt>
                <c:pt idx="174">
                  <c:v>9.4603062524201406E-2</c:v>
                </c:pt>
                <c:pt idx="175">
                  <c:v>5.5173806156038799E-2</c:v>
                </c:pt>
                <c:pt idx="176">
                  <c:v>5.6982862557181498E-2</c:v>
                </c:pt>
                <c:pt idx="177">
                  <c:v>6.8112681836572195E-2</c:v>
                </c:pt>
                <c:pt idx="178">
                  <c:v>2.9585177389113499E-2</c:v>
                </c:pt>
                <c:pt idx="179">
                  <c:v>-1.90276597154619E-2</c:v>
                </c:pt>
                <c:pt idx="180">
                  <c:v>1.83949170683988E-3</c:v>
                </c:pt>
                <c:pt idx="181">
                  <c:v>1.33349486490206E-2</c:v>
                </c:pt>
                <c:pt idx="182">
                  <c:v>5.54839801730376E-2</c:v>
                </c:pt>
                <c:pt idx="183">
                  <c:v>-1.2373704481904399E-2</c:v>
                </c:pt>
                <c:pt idx="184">
                  <c:v>5.7974107962996298E-3</c:v>
                </c:pt>
                <c:pt idx="185">
                  <c:v>-4.4389497162440901E-2</c:v>
                </c:pt>
                <c:pt idx="186">
                  <c:v>-2.6669296282920502E-2</c:v>
                </c:pt>
                <c:pt idx="187">
                  <c:v>-0.14678941843628901</c:v>
                </c:pt>
                <c:pt idx="188">
                  <c:v>-0.14233279947640001</c:v>
                </c:pt>
                <c:pt idx="189">
                  <c:v>-0.17427702280482901</c:v>
                </c:pt>
                <c:pt idx="190">
                  <c:v>-0.16672533139649301</c:v>
                </c:pt>
                <c:pt idx="191">
                  <c:v>-0.12811273645816301</c:v>
                </c:pt>
                <c:pt idx="192">
                  <c:v>-8.6602484761175699E-2</c:v>
                </c:pt>
                <c:pt idx="193">
                  <c:v>-9.2268531716669405E-2</c:v>
                </c:pt>
                <c:pt idx="194">
                  <c:v>-8.3066089519181596E-2</c:v>
                </c:pt>
                <c:pt idx="195">
                  <c:v>-5.64321758952748E-2</c:v>
                </c:pt>
                <c:pt idx="196">
                  <c:v>-4.30940058409746E-2</c:v>
                </c:pt>
                <c:pt idx="197">
                  <c:v>2.0492510642798399E-3</c:v>
                </c:pt>
                <c:pt idx="198">
                  <c:v>5.5970951202880597E-3</c:v>
                </c:pt>
                <c:pt idx="199">
                  <c:v>9.2208351419129406E-2</c:v>
                </c:pt>
                <c:pt idx="200">
                  <c:v>5.3990882160194903E-2</c:v>
                </c:pt>
                <c:pt idx="201">
                  <c:v>2.9562171021153501E-2</c:v>
                </c:pt>
                <c:pt idx="202">
                  <c:v>4.9095692841088598E-2</c:v>
                </c:pt>
                <c:pt idx="203">
                  <c:v>3.7249569361047202E-2</c:v>
                </c:pt>
                <c:pt idx="204">
                  <c:v>-2.9265313056901499E-3</c:v>
                </c:pt>
                <c:pt idx="205">
                  <c:v>-7.89712214990782E-3</c:v>
                </c:pt>
                <c:pt idx="206">
                  <c:v>-0.108267481514736</c:v>
                </c:pt>
                <c:pt idx="207">
                  <c:v>-5.3180420304287497E-2</c:v>
                </c:pt>
                <c:pt idx="208">
                  <c:v>-5.7451669485033399E-2</c:v>
                </c:pt>
                <c:pt idx="209">
                  <c:v>-1.63888263398102E-2</c:v>
                </c:pt>
                <c:pt idx="210">
                  <c:v>-1.00000150078782E-3</c:v>
                </c:pt>
                <c:pt idx="211">
                  <c:v>1.79432499471965E-2</c:v>
                </c:pt>
                <c:pt idx="212">
                  <c:v>0.10865960244516</c:v>
                </c:pt>
                <c:pt idx="213">
                  <c:v>0.154670338252169</c:v>
                </c:pt>
                <c:pt idx="214">
                  <c:v>-4.9972477582082198E-4</c:v>
                </c:pt>
                <c:pt idx="215">
                  <c:v>-4.6057909179241102E-3</c:v>
                </c:pt>
                <c:pt idx="216">
                  <c:v>5.5669970217822898E-2</c:v>
                </c:pt>
                <c:pt idx="217">
                  <c:v>6.1668274487942001E-2</c:v>
                </c:pt>
                <c:pt idx="218">
                  <c:v>2.3627595673018E-2</c:v>
                </c:pt>
                <c:pt idx="219">
                  <c:v>1.26439293282491E-2</c:v>
                </c:pt>
                <c:pt idx="220">
                  <c:v>0.121023606901606</c:v>
                </c:pt>
                <c:pt idx="221">
                  <c:v>0.14406530812534701</c:v>
                </c:pt>
                <c:pt idx="222">
                  <c:v>0.19437634487883801</c:v>
                </c:pt>
                <c:pt idx="223">
                  <c:v>0.26742727676179201</c:v>
                </c:pt>
                <c:pt idx="224">
                  <c:v>0.26473515154335098</c:v>
                </c:pt>
                <c:pt idx="225">
                  <c:v>0.28760290756353102</c:v>
                </c:pt>
                <c:pt idx="226">
                  <c:v>0.249261902839987</c:v>
                </c:pt>
                <c:pt idx="227">
                  <c:v>0.27528660119209097</c:v>
                </c:pt>
                <c:pt idx="228">
                  <c:v>0.18143250341618899</c:v>
                </c:pt>
                <c:pt idx="229">
                  <c:v>0.11725447007347201</c:v>
                </c:pt>
                <c:pt idx="230">
                  <c:v>0.34847877619395701</c:v>
                </c:pt>
                <c:pt idx="231">
                  <c:v>0.201542192900314</c:v>
                </c:pt>
                <c:pt idx="232">
                  <c:v>9.4096549901118196E-2</c:v>
                </c:pt>
                <c:pt idx="233">
                  <c:v>0.12233098593764299</c:v>
                </c:pt>
                <c:pt idx="234">
                  <c:v>9.1476658179129394E-2</c:v>
                </c:pt>
                <c:pt idx="235">
                  <c:v>0.109904479981682</c:v>
                </c:pt>
                <c:pt idx="236">
                  <c:v>8.9234403874036097E-2</c:v>
                </c:pt>
                <c:pt idx="237">
                  <c:v>-2.58420899821355E-2</c:v>
                </c:pt>
                <c:pt idx="238">
                  <c:v>6.2934828063505394E-2</c:v>
                </c:pt>
                <c:pt idx="239">
                  <c:v>-3.31670913730511E-2</c:v>
                </c:pt>
                <c:pt idx="240">
                  <c:v>6.1110266782106199E-3</c:v>
                </c:pt>
                <c:pt idx="241">
                  <c:v>-2.1557845207259101E-2</c:v>
                </c:pt>
                <c:pt idx="242">
                  <c:v>-4.3444545317593397E-2</c:v>
                </c:pt>
                <c:pt idx="243">
                  <c:v>-3.48748563259106E-2</c:v>
                </c:pt>
                <c:pt idx="244">
                  <c:v>6.4150916439631002E-3</c:v>
                </c:pt>
                <c:pt idx="245">
                  <c:v>-3.4027991635964802E-2</c:v>
                </c:pt>
                <c:pt idx="246">
                  <c:v>6.2168739754781398E-2</c:v>
                </c:pt>
                <c:pt idx="247">
                  <c:v>1.72863214665096E-3</c:v>
                </c:pt>
                <c:pt idx="248">
                  <c:v>-1.6483093351673399E-2</c:v>
                </c:pt>
                <c:pt idx="249">
                  <c:v>-0.12945925999543501</c:v>
                </c:pt>
                <c:pt idx="250">
                  <c:v>-0.18350666556800599</c:v>
                </c:pt>
                <c:pt idx="251">
                  <c:v>-0.284540428258855</c:v>
                </c:pt>
                <c:pt idx="252">
                  <c:v>-0.30766957261905697</c:v>
                </c:pt>
                <c:pt idx="253">
                  <c:v>-0.108317444666264</c:v>
                </c:pt>
                <c:pt idx="254">
                  <c:v>-0.232530553233531</c:v>
                </c:pt>
                <c:pt idx="255">
                  <c:v>-0.24257492371929701</c:v>
                </c:pt>
                <c:pt idx="256">
                  <c:v>-0.21281015573874601</c:v>
                </c:pt>
                <c:pt idx="257">
                  <c:v>-0.11929203958618</c:v>
                </c:pt>
                <c:pt idx="258">
                  <c:v>-0.18517329543337199</c:v>
                </c:pt>
                <c:pt idx="259">
                  <c:v>-0.151000043859849</c:v>
                </c:pt>
                <c:pt idx="260">
                  <c:v>-0.121279407869903</c:v>
                </c:pt>
                <c:pt idx="261">
                  <c:v>-0.21705232091239199</c:v>
                </c:pt>
                <c:pt idx="262">
                  <c:v>7.9066302042254497E-2</c:v>
                </c:pt>
                <c:pt idx="263">
                  <c:v>-0.22937773897761601</c:v>
                </c:pt>
                <c:pt idx="264">
                  <c:v>-0.15859345711262399</c:v>
                </c:pt>
                <c:pt idx="265">
                  <c:v>-0.16159375578864399</c:v>
                </c:pt>
                <c:pt idx="266">
                  <c:v>-0.114835974301325</c:v>
                </c:pt>
                <c:pt idx="267">
                  <c:v>-0.16729971869839799</c:v>
                </c:pt>
                <c:pt idx="268">
                  <c:v>-7.1742217058518007E-2</c:v>
                </c:pt>
                <c:pt idx="269">
                  <c:v>-6.4683946015588994E-2</c:v>
                </c:pt>
                <c:pt idx="270">
                  <c:v>-0.17092537729381599</c:v>
                </c:pt>
                <c:pt idx="271">
                  <c:v>-0.21693959762284901</c:v>
                </c:pt>
                <c:pt idx="272">
                  <c:v>-0.18499739717347999</c:v>
                </c:pt>
                <c:pt idx="273">
                  <c:v>-0.27339195684656398</c:v>
                </c:pt>
                <c:pt idx="274">
                  <c:v>-9.19466496455561E-2</c:v>
                </c:pt>
                <c:pt idx="275">
                  <c:v>-0.21298165016861101</c:v>
                </c:pt>
                <c:pt idx="276">
                  <c:v>-0.24026508675997599</c:v>
                </c:pt>
                <c:pt idx="277">
                  <c:v>-0.13571860962834401</c:v>
                </c:pt>
                <c:pt idx="278">
                  <c:v>-0.16770619975253101</c:v>
                </c:pt>
                <c:pt idx="279">
                  <c:v>-0.25434457396430299</c:v>
                </c:pt>
                <c:pt idx="280">
                  <c:v>-0.29499092036249802</c:v>
                </c:pt>
                <c:pt idx="281">
                  <c:v>-0.52930482914947696</c:v>
                </c:pt>
                <c:pt idx="282">
                  <c:v>-0.118821989195855</c:v>
                </c:pt>
                <c:pt idx="283">
                  <c:v>-0.42851764563699102</c:v>
                </c:pt>
                <c:pt idx="284">
                  <c:v>-0.47978109413109699</c:v>
                </c:pt>
                <c:pt idx="285">
                  <c:v>-0.42662713675121</c:v>
                </c:pt>
                <c:pt idx="286">
                  <c:v>-0.20151485075949499</c:v>
                </c:pt>
                <c:pt idx="287">
                  <c:v>-0.39921867300545799</c:v>
                </c:pt>
                <c:pt idx="288">
                  <c:v>-0.335414391403205</c:v>
                </c:pt>
                <c:pt idx="289">
                  <c:v>-0.32322015487565497</c:v>
                </c:pt>
                <c:pt idx="290">
                  <c:v>-0.33855795753032503</c:v>
                </c:pt>
                <c:pt idx="291">
                  <c:v>-0.33065085024233398</c:v>
                </c:pt>
                <c:pt idx="292">
                  <c:v>-0.245074673500844</c:v>
                </c:pt>
                <c:pt idx="293">
                  <c:v>-0.47599811246293899</c:v>
                </c:pt>
                <c:pt idx="294">
                  <c:v>-0.22720462095385699</c:v>
                </c:pt>
                <c:pt idx="295">
                  <c:v>-0.37054223685028997</c:v>
                </c:pt>
                <c:pt idx="296">
                  <c:v>-8.6115777034649205E-2</c:v>
                </c:pt>
                <c:pt idx="297">
                  <c:v>-0.15277048412927699</c:v>
                </c:pt>
                <c:pt idx="298">
                  <c:v>-0.297566383294668</c:v>
                </c:pt>
                <c:pt idx="299">
                  <c:v>-5.4392654124680397E-2</c:v>
                </c:pt>
                <c:pt idx="300">
                  <c:v>-0.332547970331809</c:v>
                </c:pt>
                <c:pt idx="301">
                  <c:v>-0.23624833664991099</c:v>
                </c:pt>
                <c:pt idx="302">
                  <c:v>-0.20662384849485099</c:v>
                </c:pt>
                <c:pt idx="303">
                  <c:v>-0.25977348364469099</c:v>
                </c:pt>
                <c:pt idx="304">
                  <c:v>-0.29435932375951601</c:v>
                </c:pt>
                <c:pt idx="305">
                  <c:v>-0.20311257355953999</c:v>
                </c:pt>
                <c:pt idx="306">
                  <c:v>-0.21339621081339499</c:v>
                </c:pt>
                <c:pt idx="307">
                  <c:v>-0.264082451192996</c:v>
                </c:pt>
                <c:pt idx="308">
                  <c:v>-0.43237401078635102</c:v>
                </c:pt>
                <c:pt idx="309">
                  <c:v>-0.11026220573138799</c:v>
                </c:pt>
                <c:pt idx="310">
                  <c:v>-0.22212927588936801</c:v>
                </c:pt>
                <c:pt idx="311">
                  <c:v>-0.30994781806948002</c:v>
                </c:pt>
                <c:pt idx="312">
                  <c:v>-0.25467517127205103</c:v>
                </c:pt>
                <c:pt idx="313">
                  <c:v>-0.30132313026422097</c:v>
                </c:pt>
                <c:pt idx="314">
                  <c:v>-0.23601585762027799</c:v>
                </c:pt>
                <c:pt idx="315">
                  <c:v>-0.23021021620436599</c:v>
                </c:pt>
                <c:pt idx="316">
                  <c:v>-0.27044344692126099</c:v>
                </c:pt>
                <c:pt idx="317">
                  <c:v>-0.174682104340735</c:v>
                </c:pt>
                <c:pt idx="318">
                  <c:v>-0.23648176101127599</c:v>
                </c:pt>
                <c:pt idx="319">
                  <c:v>-0.415930791644398</c:v>
                </c:pt>
                <c:pt idx="320">
                  <c:v>-0.116020393046095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Moving Avg.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Sheet1!$A$2:$A$322</c:f>
              <c:numCache>
                <c:formatCode>m/d/yyyy</c:formatCode>
                <c:ptCount val="321"/>
                <c:pt idx="0">
                  <c:v>33025</c:v>
                </c:pt>
                <c:pt idx="1">
                  <c:v>33055</c:v>
                </c:pt>
                <c:pt idx="2">
                  <c:v>33086</c:v>
                </c:pt>
                <c:pt idx="3">
                  <c:v>33117</c:v>
                </c:pt>
                <c:pt idx="4">
                  <c:v>33147</c:v>
                </c:pt>
                <c:pt idx="5">
                  <c:v>33178</c:v>
                </c:pt>
                <c:pt idx="6">
                  <c:v>33208</c:v>
                </c:pt>
                <c:pt idx="7">
                  <c:v>33239</c:v>
                </c:pt>
                <c:pt idx="8">
                  <c:v>33270</c:v>
                </c:pt>
                <c:pt idx="9">
                  <c:v>33298</c:v>
                </c:pt>
                <c:pt idx="10">
                  <c:v>33329</c:v>
                </c:pt>
                <c:pt idx="11">
                  <c:v>33359</c:v>
                </c:pt>
                <c:pt idx="12">
                  <c:v>33390</c:v>
                </c:pt>
                <c:pt idx="13">
                  <c:v>33420</c:v>
                </c:pt>
                <c:pt idx="14">
                  <c:v>33451</c:v>
                </c:pt>
                <c:pt idx="15">
                  <c:v>33482</c:v>
                </c:pt>
                <c:pt idx="16">
                  <c:v>33512</c:v>
                </c:pt>
                <c:pt idx="17">
                  <c:v>33543</c:v>
                </c:pt>
                <c:pt idx="18">
                  <c:v>33573</c:v>
                </c:pt>
                <c:pt idx="19">
                  <c:v>33604</c:v>
                </c:pt>
                <c:pt idx="20">
                  <c:v>33635</c:v>
                </c:pt>
                <c:pt idx="21">
                  <c:v>33664</c:v>
                </c:pt>
                <c:pt idx="22">
                  <c:v>33695</c:v>
                </c:pt>
                <c:pt idx="23">
                  <c:v>33725</c:v>
                </c:pt>
                <c:pt idx="24">
                  <c:v>33756</c:v>
                </c:pt>
                <c:pt idx="25">
                  <c:v>33786</c:v>
                </c:pt>
                <c:pt idx="26">
                  <c:v>33817</c:v>
                </c:pt>
                <c:pt idx="27">
                  <c:v>33848</c:v>
                </c:pt>
                <c:pt idx="28">
                  <c:v>33878</c:v>
                </c:pt>
                <c:pt idx="29">
                  <c:v>33909</c:v>
                </c:pt>
                <c:pt idx="30">
                  <c:v>33939</c:v>
                </c:pt>
                <c:pt idx="31">
                  <c:v>33970</c:v>
                </c:pt>
                <c:pt idx="32">
                  <c:v>34001</c:v>
                </c:pt>
                <c:pt idx="33">
                  <c:v>34029</c:v>
                </c:pt>
                <c:pt idx="34">
                  <c:v>34060</c:v>
                </c:pt>
                <c:pt idx="35">
                  <c:v>34090</c:v>
                </c:pt>
                <c:pt idx="36">
                  <c:v>34121</c:v>
                </c:pt>
                <c:pt idx="37">
                  <c:v>34151</c:v>
                </c:pt>
                <c:pt idx="38">
                  <c:v>34182</c:v>
                </c:pt>
                <c:pt idx="39">
                  <c:v>34213</c:v>
                </c:pt>
                <c:pt idx="40">
                  <c:v>34243</c:v>
                </c:pt>
                <c:pt idx="41">
                  <c:v>34274</c:v>
                </c:pt>
                <c:pt idx="42">
                  <c:v>34304</c:v>
                </c:pt>
                <c:pt idx="43">
                  <c:v>34335</c:v>
                </c:pt>
                <c:pt idx="44">
                  <c:v>34366</c:v>
                </c:pt>
                <c:pt idx="45">
                  <c:v>34394</c:v>
                </c:pt>
                <c:pt idx="46">
                  <c:v>34425</c:v>
                </c:pt>
                <c:pt idx="47">
                  <c:v>34455</c:v>
                </c:pt>
                <c:pt idx="48">
                  <c:v>34486</c:v>
                </c:pt>
                <c:pt idx="49">
                  <c:v>34516</c:v>
                </c:pt>
                <c:pt idx="50">
                  <c:v>34547</c:v>
                </c:pt>
                <c:pt idx="51">
                  <c:v>34578</c:v>
                </c:pt>
                <c:pt idx="52">
                  <c:v>34608</c:v>
                </c:pt>
                <c:pt idx="53">
                  <c:v>34639</c:v>
                </c:pt>
                <c:pt idx="54">
                  <c:v>34669</c:v>
                </c:pt>
                <c:pt idx="55">
                  <c:v>34700</c:v>
                </c:pt>
                <c:pt idx="56">
                  <c:v>34731</c:v>
                </c:pt>
                <c:pt idx="57">
                  <c:v>34759</c:v>
                </c:pt>
                <c:pt idx="58">
                  <c:v>34790</c:v>
                </c:pt>
                <c:pt idx="59">
                  <c:v>34820</c:v>
                </c:pt>
                <c:pt idx="60">
                  <c:v>34851</c:v>
                </c:pt>
                <c:pt idx="61">
                  <c:v>34881</c:v>
                </c:pt>
                <c:pt idx="62">
                  <c:v>34912</c:v>
                </c:pt>
                <c:pt idx="63">
                  <c:v>34943</c:v>
                </c:pt>
                <c:pt idx="64">
                  <c:v>34973</c:v>
                </c:pt>
                <c:pt idx="65">
                  <c:v>35004</c:v>
                </c:pt>
                <c:pt idx="66">
                  <c:v>35034</c:v>
                </c:pt>
                <c:pt idx="67">
                  <c:v>35065</c:v>
                </c:pt>
                <c:pt idx="68">
                  <c:v>35096</c:v>
                </c:pt>
                <c:pt idx="69">
                  <c:v>35125</c:v>
                </c:pt>
                <c:pt idx="70">
                  <c:v>35156</c:v>
                </c:pt>
                <c:pt idx="71">
                  <c:v>35186</c:v>
                </c:pt>
                <c:pt idx="72">
                  <c:v>35217</c:v>
                </c:pt>
                <c:pt idx="73">
                  <c:v>35247</c:v>
                </c:pt>
                <c:pt idx="74">
                  <c:v>35278</c:v>
                </c:pt>
                <c:pt idx="75">
                  <c:v>35309</c:v>
                </c:pt>
                <c:pt idx="76">
                  <c:v>35339</c:v>
                </c:pt>
                <c:pt idx="77">
                  <c:v>35370</c:v>
                </c:pt>
                <c:pt idx="78">
                  <c:v>35400</c:v>
                </c:pt>
                <c:pt idx="79">
                  <c:v>35431</c:v>
                </c:pt>
                <c:pt idx="80">
                  <c:v>35462</c:v>
                </c:pt>
                <c:pt idx="81">
                  <c:v>35490</c:v>
                </c:pt>
                <c:pt idx="82">
                  <c:v>35521</c:v>
                </c:pt>
                <c:pt idx="83">
                  <c:v>35551</c:v>
                </c:pt>
                <c:pt idx="84">
                  <c:v>35582</c:v>
                </c:pt>
                <c:pt idx="85">
                  <c:v>35612</c:v>
                </c:pt>
                <c:pt idx="86">
                  <c:v>35643</c:v>
                </c:pt>
                <c:pt idx="87">
                  <c:v>35674</c:v>
                </c:pt>
                <c:pt idx="88">
                  <c:v>35704</c:v>
                </c:pt>
                <c:pt idx="89">
                  <c:v>35735</c:v>
                </c:pt>
                <c:pt idx="90">
                  <c:v>35765</c:v>
                </c:pt>
                <c:pt idx="91">
                  <c:v>35796</c:v>
                </c:pt>
                <c:pt idx="92">
                  <c:v>35827</c:v>
                </c:pt>
                <c:pt idx="93">
                  <c:v>35855</c:v>
                </c:pt>
                <c:pt idx="94">
                  <c:v>35886</c:v>
                </c:pt>
                <c:pt idx="95">
                  <c:v>35916</c:v>
                </c:pt>
                <c:pt idx="96">
                  <c:v>35947</c:v>
                </c:pt>
                <c:pt idx="97">
                  <c:v>35977</c:v>
                </c:pt>
                <c:pt idx="98">
                  <c:v>36008</c:v>
                </c:pt>
                <c:pt idx="99">
                  <c:v>36039</c:v>
                </c:pt>
                <c:pt idx="100">
                  <c:v>36069</c:v>
                </c:pt>
                <c:pt idx="101">
                  <c:v>36100</c:v>
                </c:pt>
                <c:pt idx="102">
                  <c:v>36130</c:v>
                </c:pt>
                <c:pt idx="103">
                  <c:v>36161</c:v>
                </c:pt>
                <c:pt idx="104">
                  <c:v>36192</c:v>
                </c:pt>
                <c:pt idx="105">
                  <c:v>36220</c:v>
                </c:pt>
                <c:pt idx="106">
                  <c:v>36251</c:v>
                </c:pt>
                <c:pt idx="107">
                  <c:v>36281</c:v>
                </c:pt>
                <c:pt idx="108">
                  <c:v>36312</c:v>
                </c:pt>
                <c:pt idx="109">
                  <c:v>36342</c:v>
                </c:pt>
                <c:pt idx="110">
                  <c:v>36373</c:v>
                </c:pt>
                <c:pt idx="111">
                  <c:v>36404</c:v>
                </c:pt>
                <c:pt idx="112">
                  <c:v>36434</c:v>
                </c:pt>
                <c:pt idx="113">
                  <c:v>36465</c:v>
                </c:pt>
                <c:pt idx="114">
                  <c:v>36495</c:v>
                </c:pt>
                <c:pt idx="115">
                  <c:v>36526</c:v>
                </c:pt>
                <c:pt idx="116">
                  <c:v>36557</c:v>
                </c:pt>
                <c:pt idx="117">
                  <c:v>36586</c:v>
                </c:pt>
                <c:pt idx="118">
                  <c:v>36617</c:v>
                </c:pt>
                <c:pt idx="119">
                  <c:v>36647</c:v>
                </c:pt>
                <c:pt idx="120">
                  <c:v>36678</c:v>
                </c:pt>
                <c:pt idx="121">
                  <c:v>36708</c:v>
                </c:pt>
                <c:pt idx="122">
                  <c:v>36739</c:v>
                </c:pt>
                <c:pt idx="123">
                  <c:v>36770</c:v>
                </c:pt>
                <c:pt idx="124">
                  <c:v>36800</c:v>
                </c:pt>
                <c:pt idx="125">
                  <c:v>36831</c:v>
                </c:pt>
                <c:pt idx="126">
                  <c:v>36861</c:v>
                </c:pt>
                <c:pt idx="127">
                  <c:v>36892</c:v>
                </c:pt>
                <c:pt idx="128">
                  <c:v>36923</c:v>
                </c:pt>
                <c:pt idx="129">
                  <c:v>36951</c:v>
                </c:pt>
                <c:pt idx="130">
                  <c:v>36982</c:v>
                </c:pt>
                <c:pt idx="131">
                  <c:v>37012</c:v>
                </c:pt>
                <c:pt idx="132">
                  <c:v>37043</c:v>
                </c:pt>
                <c:pt idx="133">
                  <c:v>37073</c:v>
                </c:pt>
                <c:pt idx="134">
                  <c:v>37104</c:v>
                </c:pt>
                <c:pt idx="135">
                  <c:v>37135</c:v>
                </c:pt>
                <c:pt idx="136">
                  <c:v>37165</c:v>
                </c:pt>
                <c:pt idx="137">
                  <c:v>37196</c:v>
                </c:pt>
                <c:pt idx="138">
                  <c:v>37226</c:v>
                </c:pt>
                <c:pt idx="139">
                  <c:v>37257</c:v>
                </c:pt>
                <c:pt idx="140">
                  <c:v>37288</c:v>
                </c:pt>
                <c:pt idx="141">
                  <c:v>37316</c:v>
                </c:pt>
                <c:pt idx="142">
                  <c:v>37347</c:v>
                </c:pt>
                <c:pt idx="143">
                  <c:v>37377</c:v>
                </c:pt>
                <c:pt idx="144">
                  <c:v>37408</c:v>
                </c:pt>
                <c:pt idx="145">
                  <c:v>37438</c:v>
                </c:pt>
                <c:pt idx="146">
                  <c:v>37469</c:v>
                </c:pt>
                <c:pt idx="147">
                  <c:v>37500</c:v>
                </c:pt>
                <c:pt idx="148">
                  <c:v>37530</c:v>
                </c:pt>
                <c:pt idx="149">
                  <c:v>37561</c:v>
                </c:pt>
                <c:pt idx="150">
                  <c:v>37591</c:v>
                </c:pt>
                <c:pt idx="151">
                  <c:v>37622</c:v>
                </c:pt>
                <c:pt idx="152">
                  <c:v>37653</c:v>
                </c:pt>
                <c:pt idx="153">
                  <c:v>37681</c:v>
                </c:pt>
                <c:pt idx="154">
                  <c:v>37712</c:v>
                </c:pt>
                <c:pt idx="155">
                  <c:v>37742</c:v>
                </c:pt>
                <c:pt idx="156">
                  <c:v>37773</c:v>
                </c:pt>
                <c:pt idx="157">
                  <c:v>37803</c:v>
                </c:pt>
                <c:pt idx="158">
                  <c:v>37834</c:v>
                </c:pt>
                <c:pt idx="159">
                  <c:v>37865</c:v>
                </c:pt>
                <c:pt idx="160">
                  <c:v>37895</c:v>
                </c:pt>
                <c:pt idx="161">
                  <c:v>37926</c:v>
                </c:pt>
                <c:pt idx="162">
                  <c:v>37956</c:v>
                </c:pt>
                <c:pt idx="163">
                  <c:v>37987</c:v>
                </c:pt>
                <c:pt idx="164">
                  <c:v>38018</c:v>
                </c:pt>
                <c:pt idx="165">
                  <c:v>38047</c:v>
                </c:pt>
                <c:pt idx="166">
                  <c:v>38078</c:v>
                </c:pt>
                <c:pt idx="167">
                  <c:v>38108</c:v>
                </c:pt>
                <c:pt idx="168">
                  <c:v>38139</c:v>
                </c:pt>
                <c:pt idx="169">
                  <c:v>38169</c:v>
                </c:pt>
                <c:pt idx="170">
                  <c:v>38200</c:v>
                </c:pt>
                <c:pt idx="171">
                  <c:v>38231</c:v>
                </c:pt>
                <c:pt idx="172">
                  <c:v>38261</c:v>
                </c:pt>
                <c:pt idx="173">
                  <c:v>38292</c:v>
                </c:pt>
                <c:pt idx="174">
                  <c:v>38322</c:v>
                </c:pt>
                <c:pt idx="175">
                  <c:v>38353</c:v>
                </c:pt>
                <c:pt idx="176">
                  <c:v>38384</c:v>
                </c:pt>
                <c:pt idx="177">
                  <c:v>38412</c:v>
                </c:pt>
                <c:pt idx="178">
                  <c:v>38443</c:v>
                </c:pt>
                <c:pt idx="179">
                  <c:v>38473</c:v>
                </c:pt>
                <c:pt idx="180">
                  <c:v>38504</c:v>
                </c:pt>
                <c:pt idx="181">
                  <c:v>38534</c:v>
                </c:pt>
                <c:pt idx="182">
                  <c:v>38565</c:v>
                </c:pt>
                <c:pt idx="183">
                  <c:v>38596</c:v>
                </c:pt>
                <c:pt idx="184">
                  <c:v>38626</c:v>
                </c:pt>
                <c:pt idx="185">
                  <c:v>38657</c:v>
                </c:pt>
                <c:pt idx="186">
                  <c:v>38687</c:v>
                </c:pt>
                <c:pt idx="187">
                  <c:v>38718</c:v>
                </c:pt>
                <c:pt idx="188">
                  <c:v>38749</c:v>
                </c:pt>
                <c:pt idx="189">
                  <c:v>38777</c:v>
                </c:pt>
                <c:pt idx="190">
                  <c:v>38808</c:v>
                </c:pt>
                <c:pt idx="191">
                  <c:v>38838</c:v>
                </c:pt>
                <c:pt idx="192">
                  <c:v>38869</c:v>
                </c:pt>
                <c:pt idx="193">
                  <c:v>38899</c:v>
                </c:pt>
                <c:pt idx="194">
                  <c:v>38930</c:v>
                </c:pt>
                <c:pt idx="195">
                  <c:v>38961</c:v>
                </c:pt>
                <c:pt idx="196">
                  <c:v>38991</c:v>
                </c:pt>
                <c:pt idx="197">
                  <c:v>39022</c:v>
                </c:pt>
                <c:pt idx="198">
                  <c:v>39052</c:v>
                </c:pt>
                <c:pt idx="199">
                  <c:v>39083</c:v>
                </c:pt>
                <c:pt idx="200">
                  <c:v>39114</c:v>
                </c:pt>
                <c:pt idx="201">
                  <c:v>39142</c:v>
                </c:pt>
                <c:pt idx="202">
                  <c:v>39173</c:v>
                </c:pt>
                <c:pt idx="203">
                  <c:v>39203</c:v>
                </c:pt>
                <c:pt idx="204">
                  <c:v>39234</c:v>
                </c:pt>
                <c:pt idx="205">
                  <c:v>39264</c:v>
                </c:pt>
                <c:pt idx="206">
                  <c:v>39295</c:v>
                </c:pt>
                <c:pt idx="207">
                  <c:v>39326</c:v>
                </c:pt>
                <c:pt idx="208">
                  <c:v>39356</c:v>
                </c:pt>
                <c:pt idx="209">
                  <c:v>39387</c:v>
                </c:pt>
                <c:pt idx="210">
                  <c:v>39417</c:v>
                </c:pt>
                <c:pt idx="211">
                  <c:v>39448</c:v>
                </c:pt>
                <c:pt idx="212">
                  <c:v>39479</c:v>
                </c:pt>
                <c:pt idx="213">
                  <c:v>39508</c:v>
                </c:pt>
                <c:pt idx="214">
                  <c:v>39539</c:v>
                </c:pt>
                <c:pt idx="215">
                  <c:v>39569</c:v>
                </c:pt>
                <c:pt idx="216">
                  <c:v>39600</c:v>
                </c:pt>
                <c:pt idx="217">
                  <c:v>39630</c:v>
                </c:pt>
                <c:pt idx="218">
                  <c:v>39661</c:v>
                </c:pt>
                <c:pt idx="219">
                  <c:v>39692</c:v>
                </c:pt>
                <c:pt idx="220">
                  <c:v>39722</c:v>
                </c:pt>
                <c:pt idx="221">
                  <c:v>39753</c:v>
                </c:pt>
                <c:pt idx="222">
                  <c:v>39783</c:v>
                </c:pt>
                <c:pt idx="223">
                  <c:v>39814</c:v>
                </c:pt>
                <c:pt idx="224">
                  <c:v>39845</c:v>
                </c:pt>
                <c:pt idx="225">
                  <c:v>39873</c:v>
                </c:pt>
                <c:pt idx="226">
                  <c:v>39904</c:v>
                </c:pt>
                <c:pt idx="227">
                  <c:v>39934</c:v>
                </c:pt>
                <c:pt idx="228">
                  <c:v>39965</c:v>
                </c:pt>
                <c:pt idx="229">
                  <c:v>39995</c:v>
                </c:pt>
                <c:pt idx="230">
                  <c:v>40026</c:v>
                </c:pt>
                <c:pt idx="231">
                  <c:v>40057</c:v>
                </c:pt>
                <c:pt idx="232">
                  <c:v>40087</c:v>
                </c:pt>
                <c:pt idx="233">
                  <c:v>40118</c:v>
                </c:pt>
                <c:pt idx="234">
                  <c:v>40148</c:v>
                </c:pt>
                <c:pt idx="235">
                  <c:v>40179</c:v>
                </c:pt>
                <c:pt idx="236">
                  <c:v>40210</c:v>
                </c:pt>
                <c:pt idx="237">
                  <c:v>40238</c:v>
                </c:pt>
                <c:pt idx="238">
                  <c:v>40269</c:v>
                </c:pt>
                <c:pt idx="239">
                  <c:v>40299</c:v>
                </c:pt>
                <c:pt idx="240">
                  <c:v>40330</c:v>
                </c:pt>
                <c:pt idx="241">
                  <c:v>40360</c:v>
                </c:pt>
                <c:pt idx="242">
                  <c:v>40391</c:v>
                </c:pt>
                <c:pt idx="243">
                  <c:v>40422</c:v>
                </c:pt>
                <c:pt idx="244">
                  <c:v>40452</c:v>
                </c:pt>
                <c:pt idx="245">
                  <c:v>40483</c:v>
                </c:pt>
                <c:pt idx="246">
                  <c:v>40513</c:v>
                </c:pt>
                <c:pt idx="247">
                  <c:v>40544</c:v>
                </c:pt>
                <c:pt idx="248">
                  <c:v>40575</c:v>
                </c:pt>
                <c:pt idx="249">
                  <c:v>40603</c:v>
                </c:pt>
                <c:pt idx="250">
                  <c:v>40634</c:v>
                </c:pt>
                <c:pt idx="251">
                  <c:v>40664</c:v>
                </c:pt>
                <c:pt idx="252">
                  <c:v>40695</c:v>
                </c:pt>
                <c:pt idx="253">
                  <c:v>40725</c:v>
                </c:pt>
                <c:pt idx="254">
                  <c:v>40756</c:v>
                </c:pt>
                <c:pt idx="255">
                  <c:v>40787</c:v>
                </c:pt>
                <c:pt idx="256">
                  <c:v>40817</c:v>
                </c:pt>
                <c:pt idx="257">
                  <c:v>40848</c:v>
                </c:pt>
                <c:pt idx="258">
                  <c:v>40878</c:v>
                </c:pt>
                <c:pt idx="259">
                  <c:v>40909</c:v>
                </c:pt>
                <c:pt idx="260">
                  <c:v>40940</c:v>
                </c:pt>
                <c:pt idx="261">
                  <c:v>40969</c:v>
                </c:pt>
                <c:pt idx="262">
                  <c:v>41000</c:v>
                </c:pt>
                <c:pt idx="263">
                  <c:v>41030</c:v>
                </c:pt>
                <c:pt idx="264">
                  <c:v>41061</c:v>
                </c:pt>
                <c:pt idx="265">
                  <c:v>41091</c:v>
                </c:pt>
                <c:pt idx="266">
                  <c:v>41122</c:v>
                </c:pt>
                <c:pt idx="267">
                  <c:v>41153</c:v>
                </c:pt>
                <c:pt idx="268">
                  <c:v>41183</c:v>
                </c:pt>
                <c:pt idx="269">
                  <c:v>41214</c:v>
                </c:pt>
                <c:pt idx="270">
                  <c:v>41244</c:v>
                </c:pt>
                <c:pt idx="271">
                  <c:v>41275</c:v>
                </c:pt>
                <c:pt idx="272">
                  <c:v>41306</c:v>
                </c:pt>
                <c:pt idx="273">
                  <c:v>41334</c:v>
                </c:pt>
                <c:pt idx="274">
                  <c:v>41365</c:v>
                </c:pt>
                <c:pt idx="275">
                  <c:v>41395</c:v>
                </c:pt>
                <c:pt idx="276">
                  <c:v>41426</c:v>
                </c:pt>
                <c:pt idx="277">
                  <c:v>41456</c:v>
                </c:pt>
                <c:pt idx="278">
                  <c:v>41487</c:v>
                </c:pt>
                <c:pt idx="279">
                  <c:v>41518</c:v>
                </c:pt>
                <c:pt idx="280">
                  <c:v>41548</c:v>
                </c:pt>
                <c:pt idx="281">
                  <c:v>41579</c:v>
                </c:pt>
                <c:pt idx="282">
                  <c:v>41609</c:v>
                </c:pt>
                <c:pt idx="283">
                  <c:v>41640</c:v>
                </c:pt>
                <c:pt idx="284">
                  <c:v>41671</c:v>
                </c:pt>
                <c:pt idx="285">
                  <c:v>41699</c:v>
                </c:pt>
                <c:pt idx="286">
                  <c:v>41730</c:v>
                </c:pt>
                <c:pt idx="287">
                  <c:v>41760</c:v>
                </c:pt>
                <c:pt idx="288">
                  <c:v>41791</c:v>
                </c:pt>
                <c:pt idx="289">
                  <c:v>41821</c:v>
                </c:pt>
                <c:pt idx="290">
                  <c:v>41852</c:v>
                </c:pt>
                <c:pt idx="291">
                  <c:v>41883</c:v>
                </c:pt>
                <c:pt idx="292">
                  <c:v>41913</c:v>
                </c:pt>
                <c:pt idx="293">
                  <c:v>41944</c:v>
                </c:pt>
                <c:pt idx="294">
                  <c:v>41974</c:v>
                </c:pt>
                <c:pt idx="295">
                  <c:v>42005</c:v>
                </c:pt>
                <c:pt idx="296">
                  <c:v>42036</c:v>
                </c:pt>
                <c:pt idx="297">
                  <c:v>42064</c:v>
                </c:pt>
                <c:pt idx="298">
                  <c:v>42095</c:v>
                </c:pt>
                <c:pt idx="299">
                  <c:v>42125</c:v>
                </c:pt>
                <c:pt idx="300">
                  <c:v>42156</c:v>
                </c:pt>
                <c:pt idx="301">
                  <c:v>42186</c:v>
                </c:pt>
                <c:pt idx="302">
                  <c:v>42217</c:v>
                </c:pt>
                <c:pt idx="303">
                  <c:v>42248</c:v>
                </c:pt>
                <c:pt idx="304">
                  <c:v>42278</c:v>
                </c:pt>
                <c:pt idx="305">
                  <c:v>42309</c:v>
                </c:pt>
                <c:pt idx="306">
                  <c:v>42339</c:v>
                </c:pt>
                <c:pt idx="307">
                  <c:v>42370</c:v>
                </c:pt>
                <c:pt idx="308">
                  <c:v>42401</c:v>
                </c:pt>
                <c:pt idx="309">
                  <c:v>42430</c:v>
                </c:pt>
                <c:pt idx="310">
                  <c:v>42461</c:v>
                </c:pt>
                <c:pt idx="311">
                  <c:v>42491</c:v>
                </c:pt>
                <c:pt idx="312">
                  <c:v>42522</c:v>
                </c:pt>
                <c:pt idx="313">
                  <c:v>42552</c:v>
                </c:pt>
                <c:pt idx="314">
                  <c:v>42583</c:v>
                </c:pt>
                <c:pt idx="315">
                  <c:v>42614</c:v>
                </c:pt>
                <c:pt idx="316">
                  <c:v>42644</c:v>
                </c:pt>
                <c:pt idx="317">
                  <c:v>42675</c:v>
                </c:pt>
                <c:pt idx="318">
                  <c:v>42705</c:v>
                </c:pt>
                <c:pt idx="319">
                  <c:v>42736</c:v>
                </c:pt>
                <c:pt idx="320">
                  <c:v>42767</c:v>
                </c:pt>
              </c:numCache>
            </c:numRef>
          </c:cat>
          <c:val>
            <c:numRef>
              <c:f>Sheet1!$E$2:$E$322</c:f>
              <c:numCache>
                <c:formatCode>General</c:formatCode>
                <c:ptCount val="321"/>
                <c:pt idx="0">
                  <c:v>-0.193284728454273</c:v>
                </c:pt>
                <c:pt idx="1">
                  <c:v>-0.165418289709413</c:v>
                </c:pt>
                <c:pt idx="2">
                  <c:v>-0.15947748084851099</c:v>
                </c:pt>
                <c:pt idx="3">
                  <c:v>-0.15288546744837</c:v>
                </c:pt>
                <c:pt idx="4">
                  <c:v>-0.135697506328747</c:v>
                </c:pt>
                <c:pt idx="5">
                  <c:v>-0.13118119348617899</c:v>
                </c:pt>
                <c:pt idx="6">
                  <c:v>-0.119489554104326</c:v>
                </c:pt>
                <c:pt idx="7">
                  <c:v>-0.124039662508289</c:v>
                </c:pt>
                <c:pt idx="8">
                  <c:v>-0.114189891804029</c:v>
                </c:pt>
                <c:pt idx="9">
                  <c:v>-0.13139202741421899</c:v>
                </c:pt>
                <c:pt idx="10">
                  <c:v>-0.157708480717627</c:v>
                </c:pt>
                <c:pt idx="11">
                  <c:v>-0.167481849018872</c:v>
                </c:pt>
                <c:pt idx="12">
                  <c:v>-0.20015035532810699</c:v>
                </c:pt>
                <c:pt idx="13">
                  <c:v>-0.199655592896166</c:v>
                </c:pt>
                <c:pt idx="14">
                  <c:v>-0.19576054942186599</c:v>
                </c:pt>
                <c:pt idx="15">
                  <c:v>-0.162360385567521</c:v>
                </c:pt>
                <c:pt idx="16">
                  <c:v>-0.14551864619621199</c:v>
                </c:pt>
                <c:pt idx="17">
                  <c:v>-0.148171759304184</c:v>
                </c:pt>
                <c:pt idx="18">
                  <c:v>-0.132007177664621</c:v>
                </c:pt>
                <c:pt idx="19">
                  <c:v>-0.13822304086244</c:v>
                </c:pt>
                <c:pt idx="20">
                  <c:v>-0.15664553504604101</c:v>
                </c:pt>
                <c:pt idx="21">
                  <c:v>-0.17352712993796501</c:v>
                </c:pt>
                <c:pt idx="22">
                  <c:v>-0.178095215764767</c:v>
                </c:pt>
                <c:pt idx="23">
                  <c:v>-0.16493990509593201</c:v>
                </c:pt>
                <c:pt idx="24">
                  <c:v>-0.150098840397376</c:v>
                </c:pt>
                <c:pt idx="25">
                  <c:v>-0.13305411437939199</c:v>
                </c:pt>
                <c:pt idx="26">
                  <c:v>-0.10591658189893501</c:v>
                </c:pt>
                <c:pt idx="27">
                  <c:v>-8.6119863068364097E-2</c:v>
                </c:pt>
                <c:pt idx="28">
                  <c:v>-7.2750160071536701E-2</c:v>
                </c:pt>
                <c:pt idx="29">
                  <c:v>-6.5616930962796402E-2</c:v>
                </c:pt>
                <c:pt idx="30">
                  <c:v>-5.3760717212249898E-2</c:v>
                </c:pt>
                <c:pt idx="31">
                  <c:v>-2.97398377732115E-2</c:v>
                </c:pt>
                <c:pt idx="32">
                  <c:v>-5.2236531643759104E-3</c:v>
                </c:pt>
                <c:pt idx="33">
                  <c:v>1.3483054065808801E-2</c:v>
                </c:pt>
                <c:pt idx="34">
                  <c:v>4.0428189450604099E-2</c:v>
                </c:pt>
                <c:pt idx="35">
                  <c:v>7.1044849888394698E-2</c:v>
                </c:pt>
                <c:pt idx="36">
                  <c:v>9.4801127285226702E-2</c:v>
                </c:pt>
                <c:pt idx="37">
                  <c:v>0.11315543755556701</c:v>
                </c:pt>
                <c:pt idx="38">
                  <c:v>0.12952244810889699</c:v>
                </c:pt>
                <c:pt idx="39">
                  <c:v>0.144011101849745</c:v>
                </c:pt>
                <c:pt idx="40">
                  <c:v>0.14747722258822199</c:v>
                </c:pt>
                <c:pt idx="41">
                  <c:v>0.157604638681514</c:v>
                </c:pt>
                <c:pt idx="42">
                  <c:v>0.15995866705269199</c:v>
                </c:pt>
                <c:pt idx="43">
                  <c:v>0.172661577373072</c:v>
                </c:pt>
                <c:pt idx="44">
                  <c:v>0.18193416054040201</c:v>
                </c:pt>
                <c:pt idx="45">
                  <c:v>0.19012492931692199</c:v>
                </c:pt>
                <c:pt idx="46">
                  <c:v>0.211183700074249</c:v>
                </c:pt>
                <c:pt idx="47">
                  <c:v>0.24373252769791201</c:v>
                </c:pt>
                <c:pt idx="48">
                  <c:v>0.27840423661379798</c:v>
                </c:pt>
                <c:pt idx="49">
                  <c:v>0.30839232413052697</c:v>
                </c:pt>
                <c:pt idx="50">
                  <c:v>0.29392949673875202</c:v>
                </c:pt>
                <c:pt idx="51">
                  <c:v>0.29665364325031401</c:v>
                </c:pt>
                <c:pt idx="52">
                  <c:v>0.291014227496183</c:v>
                </c:pt>
                <c:pt idx="53">
                  <c:v>0.26905609007095399</c:v>
                </c:pt>
                <c:pt idx="54">
                  <c:v>0.25186323767350399</c:v>
                </c:pt>
                <c:pt idx="55">
                  <c:v>0.221002713657039</c:v>
                </c:pt>
                <c:pt idx="56">
                  <c:v>0.24737013866695201</c:v>
                </c:pt>
                <c:pt idx="57">
                  <c:v>0.278074555463864</c:v>
                </c:pt>
                <c:pt idx="58">
                  <c:v>0.27273876247418999</c:v>
                </c:pt>
                <c:pt idx="59">
                  <c:v>0.24891542426704999</c:v>
                </c:pt>
                <c:pt idx="60">
                  <c:v>0.20433540720625301</c:v>
                </c:pt>
                <c:pt idx="61">
                  <c:v>0.164492657642721</c:v>
                </c:pt>
                <c:pt idx="62">
                  <c:v>0.11918622710700499</c:v>
                </c:pt>
                <c:pt idx="63">
                  <c:v>7.73172381372145E-2</c:v>
                </c:pt>
                <c:pt idx="64">
                  <c:v>7.2442489745521504E-2</c:v>
                </c:pt>
                <c:pt idx="65">
                  <c:v>7.6212045307986601E-2</c:v>
                </c:pt>
                <c:pt idx="66">
                  <c:v>9.1297803537883901E-2</c:v>
                </c:pt>
                <c:pt idx="67">
                  <c:v>9.6254765752232102E-2</c:v>
                </c:pt>
                <c:pt idx="68">
                  <c:v>9.6874240804435602E-2</c:v>
                </c:pt>
                <c:pt idx="69">
                  <c:v>7.4114143590850903E-2</c:v>
                </c:pt>
                <c:pt idx="70">
                  <c:v>7.6079578112260196E-2</c:v>
                </c:pt>
                <c:pt idx="71">
                  <c:v>0.10120148316337101</c:v>
                </c:pt>
                <c:pt idx="72">
                  <c:v>0.11876642592184</c:v>
                </c:pt>
                <c:pt idx="73">
                  <c:v>0.140183675181663</c:v>
                </c:pt>
                <c:pt idx="74">
                  <c:v>0.15134406674274201</c:v>
                </c:pt>
                <c:pt idx="75">
                  <c:v>0.168820077561816</c:v>
                </c:pt>
                <c:pt idx="76">
                  <c:v>0.168417529311116</c:v>
                </c:pt>
                <c:pt idx="77">
                  <c:v>0.15628663012326299</c:v>
                </c:pt>
                <c:pt idx="78">
                  <c:v>0.14916219473436301</c:v>
                </c:pt>
                <c:pt idx="79">
                  <c:v>0.146982022244075</c:v>
                </c:pt>
                <c:pt idx="80">
                  <c:v>0.159289618227406</c:v>
                </c:pt>
                <c:pt idx="81">
                  <c:v>0.16259671933696401</c:v>
                </c:pt>
                <c:pt idx="82">
                  <c:v>0.15890769796172399</c:v>
                </c:pt>
                <c:pt idx="83">
                  <c:v>0.16926279335453001</c:v>
                </c:pt>
                <c:pt idx="84">
                  <c:v>0.17184987372128199</c:v>
                </c:pt>
                <c:pt idx="85">
                  <c:v>0.17513146511562799</c:v>
                </c:pt>
                <c:pt idx="86">
                  <c:v>0.175670241994097</c:v>
                </c:pt>
                <c:pt idx="87">
                  <c:v>0.173975611728962</c:v>
                </c:pt>
                <c:pt idx="88">
                  <c:v>0.17897578979061901</c:v>
                </c:pt>
                <c:pt idx="89">
                  <c:v>0.15939518248976001</c:v>
                </c:pt>
                <c:pt idx="90">
                  <c:v>0.15205322826807199</c:v>
                </c:pt>
                <c:pt idx="91">
                  <c:v>0.152003484836328</c:v>
                </c:pt>
                <c:pt idx="92">
                  <c:v>0.13475495751626901</c:v>
                </c:pt>
                <c:pt idx="93">
                  <c:v>0.13843997503635999</c:v>
                </c:pt>
                <c:pt idx="94">
                  <c:v>0.142304866173425</c:v>
                </c:pt>
                <c:pt idx="95">
                  <c:v>0.151577138870018</c:v>
                </c:pt>
                <c:pt idx="96">
                  <c:v>0.15483548800562899</c:v>
                </c:pt>
                <c:pt idx="97">
                  <c:v>0.160106732640657</c:v>
                </c:pt>
                <c:pt idx="98">
                  <c:v>0.174361808080332</c:v>
                </c:pt>
                <c:pt idx="99">
                  <c:v>0.179826952552152</c:v>
                </c:pt>
                <c:pt idx="100">
                  <c:v>0.16982459114936299</c:v>
                </c:pt>
                <c:pt idx="101">
                  <c:v>0.151701700493343</c:v>
                </c:pt>
                <c:pt idx="102">
                  <c:v>0.15028444332214899</c:v>
                </c:pt>
                <c:pt idx="103">
                  <c:v>0.14156471007617</c:v>
                </c:pt>
                <c:pt idx="104">
                  <c:v>0.134564767489356</c:v>
                </c:pt>
                <c:pt idx="105">
                  <c:v>0.13336794409342101</c:v>
                </c:pt>
                <c:pt idx="106">
                  <c:v>0.146455601779033</c:v>
                </c:pt>
                <c:pt idx="107">
                  <c:v>0.16907747446863799</c:v>
                </c:pt>
                <c:pt idx="108">
                  <c:v>0.186499263629025</c:v>
                </c:pt>
                <c:pt idx="109">
                  <c:v>0.22291492565246601</c:v>
                </c:pt>
                <c:pt idx="110">
                  <c:v>0.26270421635909702</c:v>
                </c:pt>
                <c:pt idx="111">
                  <c:v>0.29450895709473401</c:v>
                </c:pt>
                <c:pt idx="112">
                  <c:v>0.30867078833986999</c:v>
                </c:pt>
                <c:pt idx="113">
                  <c:v>0.312571168776832</c:v>
                </c:pt>
                <c:pt idx="114">
                  <c:v>0.31550540884604</c:v>
                </c:pt>
                <c:pt idx="115">
                  <c:v>0.30177314703396901</c:v>
                </c:pt>
                <c:pt idx="116">
                  <c:v>0.29748569097813998</c:v>
                </c:pt>
                <c:pt idx="117">
                  <c:v>0.29336089908243201</c:v>
                </c:pt>
                <c:pt idx="118">
                  <c:v>0.26364470426720699</c:v>
                </c:pt>
                <c:pt idx="119">
                  <c:v>0.257546427740037</c:v>
                </c:pt>
                <c:pt idx="120">
                  <c:v>0.23623103274026799</c:v>
                </c:pt>
                <c:pt idx="121">
                  <c:v>0.21870458046601299</c:v>
                </c:pt>
                <c:pt idx="122">
                  <c:v>0.16246241743474299</c:v>
                </c:pt>
                <c:pt idx="123">
                  <c:v>0.12862175702170001</c:v>
                </c:pt>
                <c:pt idx="124">
                  <c:v>0.13737707600488999</c:v>
                </c:pt>
                <c:pt idx="125">
                  <c:v>0.13630899993880399</c:v>
                </c:pt>
                <c:pt idx="126">
                  <c:v>0.151372147754672</c:v>
                </c:pt>
                <c:pt idx="127">
                  <c:v>0.160989560442346</c:v>
                </c:pt>
                <c:pt idx="128">
                  <c:v>0.191621379106682</c:v>
                </c:pt>
                <c:pt idx="129">
                  <c:v>0.192181807174573</c:v>
                </c:pt>
                <c:pt idx="130">
                  <c:v>0.191052619632021</c:v>
                </c:pt>
                <c:pt idx="131">
                  <c:v>0.190250973310649</c:v>
                </c:pt>
                <c:pt idx="132">
                  <c:v>0.17126245741669199</c:v>
                </c:pt>
                <c:pt idx="133">
                  <c:v>0.14927306814157201</c:v>
                </c:pt>
                <c:pt idx="134">
                  <c:v>0.13559656020208899</c:v>
                </c:pt>
                <c:pt idx="135">
                  <c:v>0.12877232052183199</c:v>
                </c:pt>
                <c:pt idx="136">
                  <c:v>0.120448901218703</c:v>
                </c:pt>
                <c:pt idx="137">
                  <c:v>0.109992820223463</c:v>
                </c:pt>
                <c:pt idx="138">
                  <c:v>0.12743826876209199</c:v>
                </c:pt>
                <c:pt idx="139">
                  <c:v>0.13093868251804799</c:v>
                </c:pt>
                <c:pt idx="140">
                  <c:v>0.130218924029185</c:v>
                </c:pt>
                <c:pt idx="141">
                  <c:v>0.13216865929552599</c:v>
                </c:pt>
                <c:pt idx="142">
                  <c:v>0.14344546229712701</c:v>
                </c:pt>
                <c:pt idx="143">
                  <c:v>0.14402948187014</c:v>
                </c:pt>
                <c:pt idx="144">
                  <c:v>0.13543081542701599</c:v>
                </c:pt>
                <c:pt idx="145">
                  <c:v>0.152454739800372</c:v>
                </c:pt>
                <c:pt idx="146">
                  <c:v>0.17410672477316499</c:v>
                </c:pt>
                <c:pt idx="147">
                  <c:v>0.18389447514392299</c:v>
                </c:pt>
                <c:pt idx="148">
                  <c:v>0.17385116005527401</c:v>
                </c:pt>
                <c:pt idx="149">
                  <c:v>0.17277479703026799</c:v>
                </c:pt>
                <c:pt idx="150">
                  <c:v>0.16909202195155401</c:v>
                </c:pt>
                <c:pt idx="151">
                  <c:v>0.150367594498998</c:v>
                </c:pt>
                <c:pt idx="152">
                  <c:v>0.13154709685525301</c:v>
                </c:pt>
                <c:pt idx="153">
                  <c:v>0.12525922530101999</c:v>
                </c:pt>
                <c:pt idx="154">
                  <c:v>0.11887802942339901</c:v>
                </c:pt>
                <c:pt idx="155">
                  <c:v>0.119902614947187</c:v>
                </c:pt>
                <c:pt idx="156">
                  <c:v>0.104283252701644</c:v>
                </c:pt>
                <c:pt idx="157">
                  <c:v>9.2120895857393997E-2</c:v>
                </c:pt>
                <c:pt idx="158">
                  <c:v>9.1968696628344698E-2</c:v>
                </c:pt>
                <c:pt idx="159">
                  <c:v>9.3463871476084606E-2</c:v>
                </c:pt>
                <c:pt idx="160">
                  <c:v>0.110860914030325</c:v>
                </c:pt>
                <c:pt idx="161">
                  <c:v>0.11880222173996199</c:v>
                </c:pt>
                <c:pt idx="162">
                  <c:v>0.119535087582761</c:v>
                </c:pt>
                <c:pt idx="163">
                  <c:v>0.13250570286103</c:v>
                </c:pt>
                <c:pt idx="164">
                  <c:v>0.13003322781005999</c:v>
                </c:pt>
                <c:pt idx="165">
                  <c:v>0.117555860555958</c:v>
                </c:pt>
                <c:pt idx="166">
                  <c:v>0.100918470647073</c:v>
                </c:pt>
                <c:pt idx="167">
                  <c:v>0.119918011232239</c:v>
                </c:pt>
                <c:pt idx="168">
                  <c:v>0.13294280041340001</c:v>
                </c:pt>
                <c:pt idx="169">
                  <c:v>0.13065594595400801</c:v>
                </c:pt>
                <c:pt idx="170">
                  <c:v>0.12923941279419099</c:v>
                </c:pt>
                <c:pt idx="171">
                  <c:v>0.13786063064204601</c:v>
                </c:pt>
                <c:pt idx="172">
                  <c:v>0.14285642599509499</c:v>
                </c:pt>
                <c:pt idx="173">
                  <c:v>0.110673980729636</c:v>
                </c:pt>
                <c:pt idx="174">
                  <c:v>0.103216898897312</c:v>
                </c:pt>
                <c:pt idx="175">
                  <c:v>9.6185691118183897E-2</c:v>
                </c:pt>
                <c:pt idx="176">
                  <c:v>8.98046512423578E-2</c:v>
                </c:pt>
                <c:pt idx="177">
                  <c:v>8.1176504944562994E-2</c:v>
                </c:pt>
                <c:pt idx="178">
                  <c:v>6.6151002150633104E-2</c:v>
                </c:pt>
                <c:pt idx="179">
                  <c:v>4.7571655124607599E-2</c:v>
                </c:pt>
                <c:pt idx="180">
                  <c:v>3.2111059988380597E-2</c:v>
                </c:pt>
                <c:pt idx="181">
                  <c:v>2.5137917070544299E-2</c:v>
                </c:pt>
                <c:pt idx="182">
                  <c:v>2.4888103339853598E-2</c:v>
                </c:pt>
                <c:pt idx="183">
                  <c:v>1.1473705620107501E-2</c:v>
                </c:pt>
                <c:pt idx="184">
                  <c:v>7.5090778546385703E-3</c:v>
                </c:pt>
                <c:pt idx="185">
                  <c:v>3.2821049468087201E-3</c:v>
                </c:pt>
                <c:pt idx="186">
                  <c:v>-1.46935971815135E-3</c:v>
                </c:pt>
                <c:pt idx="187">
                  <c:v>-2.8156754232369699E-2</c:v>
                </c:pt>
                <c:pt idx="188">
                  <c:v>-6.1126217507276003E-2</c:v>
                </c:pt>
                <c:pt idx="189">
                  <c:v>-8.8110103894430095E-2</c:v>
                </c:pt>
                <c:pt idx="190">
                  <c:v>-0.116863894259895</c:v>
                </c:pt>
                <c:pt idx="191">
                  <c:v>-0.130817767475849</c:v>
                </c:pt>
                <c:pt idx="192">
                  <c:v>-0.140806632222225</c:v>
                </c:pt>
                <c:pt idx="193">
                  <c:v>-0.131719817768955</c:v>
                </c:pt>
                <c:pt idx="194">
                  <c:v>-0.121842032776085</c:v>
                </c:pt>
                <c:pt idx="195">
                  <c:v>-0.10220122495782601</c:v>
                </c:pt>
                <c:pt idx="196">
                  <c:v>-8.1596004031906602E-2</c:v>
                </c:pt>
                <c:pt idx="197">
                  <c:v>-5.9902339444832697E-2</c:v>
                </c:pt>
                <c:pt idx="198">
                  <c:v>-4.4535742797922002E-2</c:v>
                </c:pt>
                <c:pt idx="199">
                  <c:v>-1.3789595608622199E-2</c:v>
                </c:pt>
                <c:pt idx="200">
                  <c:v>9.0532330046071505E-3</c:v>
                </c:pt>
                <c:pt idx="201">
                  <c:v>2.33856241573452E-2</c:v>
                </c:pt>
                <c:pt idx="202">
                  <c:v>3.8750573937688999E-2</c:v>
                </c:pt>
                <c:pt idx="203">
                  <c:v>4.4617293653816899E-2</c:v>
                </c:pt>
                <c:pt idx="204">
                  <c:v>4.3196689249487198E-2</c:v>
                </c:pt>
                <c:pt idx="205">
                  <c:v>2.6512443654647701E-2</c:v>
                </c:pt>
                <c:pt idx="206">
                  <c:v>-5.3061695784091501E-4</c:v>
                </c:pt>
                <c:pt idx="207">
                  <c:v>-1.4321048845414399E-2</c:v>
                </c:pt>
                <c:pt idx="208">
                  <c:v>-3.2078942566434697E-2</c:v>
                </c:pt>
                <c:pt idx="209">
                  <c:v>-4.1018675183244299E-2</c:v>
                </c:pt>
                <c:pt idx="210">
                  <c:v>-4.0697586882427299E-2</c:v>
                </c:pt>
                <c:pt idx="211">
                  <c:v>-3.6390858199576499E-2</c:v>
                </c:pt>
                <c:pt idx="212">
                  <c:v>-2.3634420626035701E-4</c:v>
                </c:pt>
                <c:pt idx="213">
                  <c:v>3.4405448886482497E-2</c:v>
                </c:pt>
                <c:pt idx="214">
                  <c:v>4.3897439671351297E-2</c:v>
                </c:pt>
                <c:pt idx="215">
                  <c:v>4.5861278908332297E-2</c:v>
                </c:pt>
                <c:pt idx="216">
                  <c:v>5.5306274194767503E-2</c:v>
                </c:pt>
                <c:pt idx="217">
                  <c:v>6.2593778284891696E-2</c:v>
                </c:pt>
                <c:pt idx="218">
                  <c:v>4.8421777156201301E-2</c:v>
                </c:pt>
                <c:pt idx="219">
                  <c:v>2.4750709002214499E-2</c:v>
                </c:pt>
                <c:pt idx="220">
                  <c:v>4.5004597615118998E-2</c:v>
                </c:pt>
                <c:pt idx="221">
                  <c:v>6.9783114122330903E-2</c:v>
                </c:pt>
                <c:pt idx="222">
                  <c:v>9.2900843232500196E-2</c:v>
                </c:pt>
                <c:pt idx="223">
                  <c:v>0.12719401027814201</c:v>
                </c:pt>
                <c:pt idx="224">
                  <c:v>0.16737860292319701</c:v>
                </c:pt>
                <c:pt idx="225">
                  <c:v>0.21320509929574399</c:v>
                </c:pt>
                <c:pt idx="226">
                  <c:v>0.23457814861880799</c:v>
                </c:pt>
                <c:pt idx="227">
                  <c:v>0.25644836412993199</c:v>
                </c:pt>
                <c:pt idx="228">
                  <c:v>0.25429105721949002</c:v>
                </c:pt>
                <c:pt idx="229">
                  <c:v>0.22926225610477</c:v>
                </c:pt>
                <c:pt idx="230">
                  <c:v>0.243219526879871</c:v>
                </c:pt>
                <c:pt idx="231">
                  <c:v>0.228876074436002</c:v>
                </c:pt>
                <c:pt idx="232">
                  <c:v>0.203015182279524</c:v>
                </c:pt>
                <c:pt idx="233">
                  <c:v>0.17752257973711599</c:v>
                </c:pt>
                <c:pt idx="234">
                  <c:v>0.162529938864272</c:v>
                </c:pt>
                <c:pt idx="235">
                  <c:v>0.16130494051564101</c:v>
                </c:pt>
                <c:pt idx="236">
                  <c:v>0.118097545128987</c:v>
                </c:pt>
                <c:pt idx="237">
                  <c:v>8.0200164648578903E-2</c:v>
                </c:pt>
                <c:pt idx="238">
                  <c:v>7.5006544342310202E-2</c:v>
                </c:pt>
                <c:pt idx="239">
                  <c:v>4.9090198123860999E-2</c:v>
                </c:pt>
                <c:pt idx="240">
                  <c:v>3.4862592873707902E-2</c:v>
                </c:pt>
                <c:pt idx="241">
                  <c:v>1.29522053422177E-2</c:v>
                </c:pt>
                <c:pt idx="242">
                  <c:v>-9.1609528563871903E-3</c:v>
                </c:pt>
                <c:pt idx="243">
                  <c:v>-1.0666413913683E-2</c:v>
                </c:pt>
                <c:pt idx="244">
                  <c:v>-2.0086369983606699E-2</c:v>
                </c:pt>
                <c:pt idx="245">
                  <c:v>-2.0229853360759002E-2</c:v>
                </c:pt>
                <c:pt idx="246">
                  <c:v>-1.08869011813305E-2</c:v>
                </c:pt>
                <c:pt idx="247">
                  <c:v>-7.0058216223455603E-3</c:v>
                </c:pt>
                <c:pt idx="248">
                  <c:v>-2.5122462946922199E-3</c:v>
                </c:pt>
                <c:pt idx="249">
                  <c:v>-1.82763135729463E-2</c:v>
                </c:pt>
                <c:pt idx="250">
                  <c:v>-4.9929939774941201E-2</c:v>
                </c:pt>
                <c:pt idx="251">
                  <c:v>-9.1682012545422895E-2</c:v>
                </c:pt>
                <c:pt idx="252">
                  <c:v>-0.15332173127439599</c:v>
                </c:pt>
                <c:pt idx="253">
                  <c:v>-0.171662744076548</c:v>
                </c:pt>
                <c:pt idx="254">
                  <c:v>-0.207670654056858</c:v>
                </c:pt>
                <c:pt idx="255">
                  <c:v>-0.226523264677502</c:v>
                </c:pt>
                <c:pt idx="256">
                  <c:v>-0.231407179705958</c:v>
                </c:pt>
                <c:pt idx="257">
                  <c:v>-0.203865781593846</c:v>
                </c:pt>
                <c:pt idx="258">
                  <c:v>-0.18344973539623199</c:v>
                </c:pt>
                <c:pt idx="259">
                  <c:v>-0.190563501928496</c:v>
                </c:pt>
                <c:pt idx="260">
                  <c:v>-0.172021644367891</c:v>
                </c:pt>
                <c:pt idx="261">
                  <c:v>-0.167767877233407</c:v>
                </c:pt>
                <c:pt idx="262">
                  <c:v>-0.119121800936573</c:v>
                </c:pt>
                <c:pt idx="263">
                  <c:v>-0.13746941750181299</c:v>
                </c:pt>
                <c:pt idx="264">
                  <c:v>-0.133039444448355</c:v>
                </c:pt>
                <c:pt idx="265">
                  <c:v>-0.13480506310315399</c:v>
                </c:pt>
                <c:pt idx="266">
                  <c:v>-0.13373115750839101</c:v>
                </c:pt>
                <c:pt idx="267">
                  <c:v>-0.12543905713939199</c:v>
                </c:pt>
                <c:pt idx="268">
                  <c:v>-0.150573810322854</c:v>
                </c:pt>
                <c:pt idx="269">
                  <c:v>-0.123124844829183</c:v>
                </c:pt>
                <c:pt idx="270">
                  <c:v>-0.12518016485938199</c:v>
                </c:pt>
                <c:pt idx="271">
                  <c:v>-0.134404471831749</c:v>
                </c:pt>
                <c:pt idx="272">
                  <c:v>-0.14609804231044199</c:v>
                </c:pt>
                <c:pt idx="273">
                  <c:v>-0.163780082001802</c:v>
                </c:pt>
                <c:pt idx="274">
                  <c:v>-0.167147487432975</c:v>
                </c:pt>
                <c:pt idx="275">
                  <c:v>-0.19186377145847899</c:v>
                </c:pt>
                <c:pt idx="276">
                  <c:v>-0.20342038970283899</c:v>
                </c:pt>
                <c:pt idx="277">
                  <c:v>-0.18988355837042201</c:v>
                </c:pt>
                <c:pt idx="278">
                  <c:v>-0.18700169213359699</c:v>
                </c:pt>
                <c:pt idx="279">
                  <c:v>-0.18382712831988701</c:v>
                </c:pt>
                <c:pt idx="280">
                  <c:v>-0.21766784010604401</c:v>
                </c:pt>
                <c:pt idx="281">
                  <c:v>-0.27038836993618798</c:v>
                </c:pt>
                <c:pt idx="282">
                  <c:v>-0.25014785367550102</c:v>
                </c:pt>
                <c:pt idx="283">
                  <c:v>-0.29894769301027602</c:v>
                </c:pt>
                <c:pt idx="284">
                  <c:v>-0.35096017540670299</c:v>
                </c:pt>
                <c:pt idx="285">
                  <c:v>-0.37967393587118797</c:v>
                </c:pt>
                <c:pt idx="286">
                  <c:v>-0.36409459093735402</c:v>
                </c:pt>
                <c:pt idx="287">
                  <c:v>-0.34241356491335101</c:v>
                </c:pt>
                <c:pt idx="288">
                  <c:v>-0.37851229861457603</c:v>
                </c:pt>
                <c:pt idx="289">
                  <c:v>-0.36096271682101999</c:v>
                </c:pt>
                <c:pt idx="290">
                  <c:v>-0.33742552738755799</c:v>
                </c:pt>
                <c:pt idx="291">
                  <c:v>-0.32142947963607899</c:v>
                </c:pt>
                <c:pt idx="292">
                  <c:v>-0.32868945009297001</c:v>
                </c:pt>
                <c:pt idx="293">
                  <c:v>-0.34148602333588401</c:v>
                </c:pt>
                <c:pt idx="294">
                  <c:v>-0.32345106159432602</c:v>
                </c:pt>
                <c:pt idx="295">
                  <c:v>-0.33133807525676501</c:v>
                </c:pt>
                <c:pt idx="296">
                  <c:v>-0.28926437850748599</c:v>
                </c:pt>
                <c:pt idx="297">
                  <c:v>-0.25961765082197602</c:v>
                </c:pt>
                <c:pt idx="298">
                  <c:v>-0.26836626912094702</c:v>
                </c:pt>
                <c:pt idx="299">
                  <c:v>-0.19809869273123701</c:v>
                </c:pt>
                <c:pt idx="300">
                  <c:v>-0.215655917627562</c:v>
                </c:pt>
                <c:pt idx="301">
                  <c:v>-0.19327360092749901</c:v>
                </c:pt>
                <c:pt idx="302">
                  <c:v>-0.213358279504199</c:v>
                </c:pt>
                <c:pt idx="303">
                  <c:v>-0.23119211275676799</c:v>
                </c:pt>
                <c:pt idx="304">
                  <c:v>-0.230657602834243</c:v>
                </c:pt>
                <c:pt idx="305">
                  <c:v>-0.255444256073386</c:v>
                </c:pt>
                <c:pt idx="306">
                  <c:v>-0.235585629486984</c:v>
                </c:pt>
                <c:pt idx="307">
                  <c:v>-0.24022464857749801</c:v>
                </c:pt>
                <c:pt idx="308">
                  <c:v>-0.27784967562608098</c:v>
                </c:pt>
                <c:pt idx="309">
                  <c:v>-0.25293112930719802</c:v>
                </c:pt>
                <c:pt idx="310">
                  <c:v>-0.24089278799550601</c:v>
                </c:pt>
                <c:pt idx="311">
                  <c:v>-0.25869866208049602</c:v>
                </c:pt>
                <c:pt idx="312">
                  <c:v>-0.26557848882360602</c:v>
                </c:pt>
                <c:pt idx="313">
                  <c:v>-0.27178526866880998</c:v>
                </c:pt>
                <c:pt idx="314">
                  <c:v>-0.23905890980779801</c:v>
                </c:pt>
                <c:pt idx="315">
                  <c:v>-0.25905024488662698</c:v>
                </c:pt>
                <c:pt idx="316">
                  <c:v>-0.26710260672527603</c:v>
                </c:pt>
                <c:pt idx="317">
                  <c:v>-0.244558321103819</c:v>
                </c:pt>
                <c:pt idx="318">
                  <c:v>-0.241526086060356</c:v>
                </c:pt>
                <c:pt idx="319">
                  <c:v>-0.26062736295705202</c:v>
                </c:pt>
                <c:pt idx="320">
                  <c:v>-0.24062811886135499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9307520"/>
        <c:axId val="79309056"/>
      </c:lineChart>
      <c:dateAx>
        <c:axId val="79307520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low"/>
        <c:crossAx val="79309056"/>
        <c:crosses val="autoZero"/>
        <c:auto val="1"/>
        <c:lblOffset val="100"/>
        <c:baseTimeUnit val="months"/>
        <c:majorUnit val="48"/>
        <c:majorTimeUnit val="months"/>
      </c:dateAx>
      <c:valAx>
        <c:axId val="79309056"/>
        <c:scaling>
          <c:orientation val="minMax"/>
        </c:scaling>
        <c:delete val="0"/>
        <c:axPos val="l"/>
        <c:numFmt formatCode="0.0" sourceLinked="0"/>
        <c:majorTickMark val="none"/>
        <c:minorTickMark val="none"/>
        <c:tickLblPos val="nextTo"/>
        <c:crossAx val="79307520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MtgRate</c:v>
                </c:pt>
              </c:strCache>
            </c:strRef>
          </c:tx>
          <c:marker>
            <c:symbol val="none"/>
          </c:marker>
          <c:cat>
            <c:numRef>
              <c:f>Sheet1!$A$2:$A$321</c:f>
              <c:numCache>
                <c:formatCode>m/d/yyyy</c:formatCode>
                <c:ptCount val="320"/>
                <c:pt idx="0">
                  <c:v>33025</c:v>
                </c:pt>
                <c:pt idx="1">
                  <c:v>33055</c:v>
                </c:pt>
                <c:pt idx="2">
                  <c:v>33086</c:v>
                </c:pt>
                <c:pt idx="3">
                  <c:v>33117</c:v>
                </c:pt>
                <c:pt idx="4">
                  <c:v>33147</c:v>
                </c:pt>
                <c:pt idx="5">
                  <c:v>33178</c:v>
                </c:pt>
                <c:pt idx="6">
                  <c:v>33208</c:v>
                </c:pt>
                <c:pt idx="7">
                  <c:v>33239</c:v>
                </c:pt>
                <c:pt idx="8">
                  <c:v>33270</c:v>
                </c:pt>
                <c:pt idx="9">
                  <c:v>33298</c:v>
                </c:pt>
                <c:pt idx="10">
                  <c:v>33329</c:v>
                </c:pt>
                <c:pt idx="11">
                  <c:v>33359</c:v>
                </c:pt>
                <c:pt idx="12">
                  <c:v>33390</c:v>
                </c:pt>
                <c:pt idx="13">
                  <c:v>33420</c:v>
                </c:pt>
                <c:pt idx="14">
                  <c:v>33451</c:v>
                </c:pt>
                <c:pt idx="15">
                  <c:v>33482</c:v>
                </c:pt>
                <c:pt idx="16">
                  <c:v>33512</c:v>
                </c:pt>
                <c:pt idx="17">
                  <c:v>33543</c:v>
                </c:pt>
                <c:pt idx="18">
                  <c:v>33573</c:v>
                </c:pt>
                <c:pt idx="19">
                  <c:v>33604</c:v>
                </c:pt>
                <c:pt idx="20">
                  <c:v>33635</c:v>
                </c:pt>
                <c:pt idx="21">
                  <c:v>33664</c:v>
                </c:pt>
                <c:pt idx="22">
                  <c:v>33695</c:v>
                </c:pt>
                <c:pt idx="23">
                  <c:v>33725</c:v>
                </c:pt>
                <c:pt idx="24">
                  <c:v>33756</c:v>
                </c:pt>
                <c:pt idx="25">
                  <c:v>33786</c:v>
                </c:pt>
                <c:pt idx="26">
                  <c:v>33817</c:v>
                </c:pt>
                <c:pt idx="27">
                  <c:v>33848</c:v>
                </c:pt>
                <c:pt idx="28">
                  <c:v>33878</c:v>
                </c:pt>
                <c:pt idx="29">
                  <c:v>33909</c:v>
                </c:pt>
                <c:pt idx="30">
                  <c:v>33939</c:v>
                </c:pt>
                <c:pt idx="31">
                  <c:v>33970</c:v>
                </c:pt>
                <c:pt idx="32">
                  <c:v>34001</c:v>
                </c:pt>
                <c:pt idx="33">
                  <c:v>34029</c:v>
                </c:pt>
                <c:pt idx="34">
                  <c:v>34060</c:v>
                </c:pt>
                <c:pt idx="35">
                  <c:v>34090</c:v>
                </c:pt>
                <c:pt idx="36">
                  <c:v>34121</c:v>
                </c:pt>
                <c:pt idx="37">
                  <c:v>34151</c:v>
                </c:pt>
                <c:pt idx="38">
                  <c:v>34182</c:v>
                </c:pt>
                <c:pt idx="39">
                  <c:v>34213</c:v>
                </c:pt>
                <c:pt idx="40">
                  <c:v>34243</c:v>
                </c:pt>
                <c:pt idx="41">
                  <c:v>34274</c:v>
                </c:pt>
                <c:pt idx="42">
                  <c:v>34304</c:v>
                </c:pt>
                <c:pt idx="43">
                  <c:v>34335</c:v>
                </c:pt>
                <c:pt idx="44">
                  <c:v>34366</c:v>
                </c:pt>
                <c:pt idx="45">
                  <c:v>34394</c:v>
                </c:pt>
                <c:pt idx="46">
                  <c:v>34425</c:v>
                </c:pt>
                <c:pt idx="47">
                  <c:v>34455</c:v>
                </c:pt>
                <c:pt idx="48">
                  <c:v>34486</c:v>
                </c:pt>
                <c:pt idx="49">
                  <c:v>34516</c:v>
                </c:pt>
                <c:pt idx="50">
                  <c:v>34547</c:v>
                </c:pt>
                <c:pt idx="51">
                  <c:v>34578</c:v>
                </c:pt>
                <c:pt idx="52">
                  <c:v>34608</c:v>
                </c:pt>
                <c:pt idx="53">
                  <c:v>34639</c:v>
                </c:pt>
                <c:pt idx="54">
                  <c:v>34669</c:v>
                </c:pt>
                <c:pt idx="55">
                  <c:v>34700</c:v>
                </c:pt>
                <c:pt idx="56">
                  <c:v>34731</c:v>
                </c:pt>
                <c:pt idx="57">
                  <c:v>34759</c:v>
                </c:pt>
                <c:pt idx="58">
                  <c:v>34790</c:v>
                </c:pt>
                <c:pt idx="59">
                  <c:v>34820</c:v>
                </c:pt>
                <c:pt idx="60">
                  <c:v>34851</c:v>
                </c:pt>
                <c:pt idx="61">
                  <c:v>34881</c:v>
                </c:pt>
                <c:pt idx="62">
                  <c:v>34912</c:v>
                </c:pt>
                <c:pt idx="63">
                  <c:v>34943</c:v>
                </c:pt>
                <c:pt idx="64">
                  <c:v>34973</c:v>
                </c:pt>
                <c:pt idx="65">
                  <c:v>35004</c:v>
                </c:pt>
                <c:pt idx="66">
                  <c:v>35034</c:v>
                </c:pt>
                <c:pt idx="67">
                  <c:v>35065</c:v>
                </c:pt>
                <c:pt idx="68">
                  <c:v>35096</c:v>
                </c:pt>
                <c:pt idx="69">
                  <c:v>35125</c:v>
                </c:pt>
                <c:pt idx="70">
                  <c:v>35156</c:v>
                </c:pt>
                <c:pt idx="71">
                  <c:v>35186</c:v>
                </c:pt>
                <c:pt idx="72">
                  <c:v>35217</c:v>
                </c:pt>
                <c:pt idx="73">
                  <c:v>35247</c:v>
                </c:pt>
                <c:pt idx="74">
                  <c:v>35278</c:v>
                </c:pt>
                <c:pt idx="75">
                  <c:v>35309</c:v>
                </c:pt>
                <c:pt idx="76">
                  <c:v>35339</c:v>
                </c:pt>
                <c:pt idx="77">
                  <c:v>35370</c:v>
                </c:pt>
                <c:pt idx="78">
                  <c:v>35400</c:v>
                </c:pt>
                <c:pt idx="79">
                  <c:v>35431</c:v>
                </c:pt>
                <c:pt idx="80">
                  <c:v>35462</c:v>
                </c:pt>
                <c:pt idx="81">
                  <c:v>35490</c:v>
                </c:pt>
                <c:pt idx="82">
                  <c:v>35521</c:v>
                </c:pt>
                <c:pt idx="83">
                  <c:v>35551</c:v>
                </c:pt>
                <c:pt idx="84">
                  <c:v>35582</c:v>
                </c:pt>
                <c:pt idx="85">
                  <c:v>35612</c:v>
                </c:pt>
                <c:pt idx="86">
                  <c:v>35643</c:v>
                </c:pt>
                <c:pt idx="87">
                  <c:v>35674</c:v>
                </c:pt>
                <c:pt idx="88">
                  <c:v>35704</c:v>
                </c:pt>
                <c:pt idx="89">
                  <c:v>35735</c:v>
                </c:pt>
                <c:pt idx="90">
                  <c:v>35765</c:v>
                </c:pt>
                <c:pt idx="91">
                  <c:v>35796</c:v>
                </c:pt>
                <c:pt idx="92">
                  <c:v>35827</c:v>
                </c:pt>
                <c:pt idx="93">
                  <c:v>35855</c:v>
                </c:pt>
                <c:pt idx="94">
                  <c:v>35886</c:v>
                </c:pt>
                <c:pt idx="95">
                  <c:v>35916</c:v>
                </c:pt>
                <c:pt idx="96">
                  <c:v>35947</c:v>
                </c:pt>
                <c:pt idx="97">
                  <c:v>35977</c:v>
                </c:pt>
                <c:pt idx="98">
                  <c:v>36008</c:v>
                </c:pt>
                <c:pt idx="99">
                  <c:v>36039</c:v>
                </c:pt>
                <c:pt idx="100">
                  <c:v>36069</c:v>
                </c:pt>
                <c:pt idx="101">
                  <c:v>36100</c:v>
                </c:pt>
                <c:pt idx="102">
                  <c:v>36130</c:v>
                </c:pt>
                <c:pt idx="103">
                  <c:v>36161</c:v>
                </c:pt>
                <c:pt idx="104">
                  <c:v>36192</c:v>
                </c:pt>
                <c:pt idx="105">
                  <c:v>36220</c:v>
                </c:pt>
                <c:pt idx="106">
                  <c:v>36251</c:v>
                </c:pt>
                <c:pt idx="107">
                  <c:v>36281</c:v>
                </c:pt>
                <c:pt idx="108">
                  <c:v>36312</c:v>
                </c:pt>
                <c:pt idx="109">
                  <c:v>36342</c:v>
                </c:pt>
                <c:pt idx="110">
                  <c:v>36373</c:v>
                </c:pt>
                <c:pt idx="111">
                  <c:v>36404</c:v>
                </c:pt>
                <c:pt idx="112">
                  <c:v>36434</c:v>
                </c:pt>
                <c:pt idx="113">
                  <c:v>36465</c:v>
                </c:pt>
                <c:pt idx="114">
                  <c:v>36495</c:v>
                </c:pt>
                <c:pt idx="115">
                  <c:v>36526</c:v>
                </c:pt>
                <c:pt idx="116">
                  <c:v>36557</c:v>
                </c:pt>
                <c:pt idx="117">
                  <c:v>36586</c:v>
                </c:pt>
                <c:pt idx="118">
                  <c:v>36617</c:v>
                </c:pt>
                <c:pt idx="119">
                  <c:v>36647</c:v>
                </c:pt>
                <c:pt idx="120">
                  <c:v>36678</c:v>
                </c:pt>
                <c:pt idx="121">
                  <c:v>36708</c:v>
                </c:pt>
                <c:pt idx="122">
                  <c:v>36739</c:v>
                </c:pt>
                <c:pt idx="123">
                  <c:v>36770</c:v>
                </c:pt>
                <c:pt idx="124">
                  <c:v>36800</c:v>
                </c:pt>
                <c:pt idx="125">
                  <c:v>36831</c:v>
                </c:pt>
                <c:pt idx="126">
                  <c:v>36861</c:v>
                </c:pt>
                <c:pt idx="127">
                  <c:v>36892</c:v>
                </c:pt>
                <c:pt idx="128">
                  <c:v>36923</c:v>
                </c:pt>
                <c:pt idx="129">
                  <c:v>36951</c:v>
                </c:pt>
                <c:pt idx="130">
                  <c:v>36982</c:v>
                </c:pt>
                <c:pt idx="131">
                  <c:v>37012</c:v>
                </c:pt>
                <c:pt idx="132">
                  <c:v>37043</c:v>
                </c:pt>
                <c:pt idx="133">
                  <c:v>37073</c:v>
                </c:pt>
                <c:pt idx="134">
                  <c:v>37104</c:v>
                </c:pt>
                <c:pt idx="135">
                  <c:v>37135</c:v>
                </c:pt>
                <c:pt idx="136">
                  <c:v>37165</c:v>
                </c:pt>
                <c:pt idx="137">
                  <c:v>37196</c:v>
                </c:pt>
                <c:pt idx="138">
                  <c:v>37226</c:v>
                </c:pt>
                <c:pt idx="139">
                  <c:v>37257</c:v>
                </c:pt>
                <c:pt idx="140">
                  <c:v>37288</c:v>
                </c:pt>
                <c:pt idx="141">
                  <c:v>37316</c:v>
                </c:pt>
                <c:pt idx="142">
                  <c:v>37347</c:v>
                </c:pt>
                <c:pt idx="143">
                  <c:v>37377</c:v>
                </c:pt>
                <c:pt idx="144">
                  <c:v>37408</c:v>
                </c:pt>
                <c:pt idx="145">
                  <c:v>37438</c:v>
                </c:pt>
                <c:pt idx="146">
                  <c:v>37469</c:v>
                </c:pt>
                <c:pt idx="147">
                  <c:v>37500</c:v>
                </c:pt>
                <c:pt idx="148">
                  <c:v>37530</c:v>
                </c:pt>
                <c:pt idx="149">
                  <c:v>37561</c:v>
                </c:pt>
                <c:pt idx="150">
                  <c:v>37591</c:v>
                </c:pt>
                <c:pt idx="151">
                  <c:v>37622</c:v>
                </c:pt>
                <c:pt idx="152">
                  <c:v>37653</c:v>
                </c:pt>
                <c:pt idx="153">
                  <c:v>37681</c:v>
                </c:pt>
                <c:pt idx="154">
                  <c:v>37712</c:v>
                </c:pt>
                <c:pt idx="155">
                  <c:v>37742</c:v>
                </c:pt>
                <c:pt idx="156">
                  <c:v>37773</c:v>
                </c:pt>
                <c:pt idx="157">
                  <c:v>37803</c:v>
                </c:pt>
                <c:pt idx="158">
                  <c:v>37834</c:v>
                </c:pt>
                <c:pt idx="159">
                  <c:v>37865</c:v>
                </c:pt>
                <c:pt idx="160">
                  <c:v>37895</c:v>
                </c:pt>
                <c:pt idx="161">
                  <c:v>37926</c:v>
                </c:pt>
                <c:pt idx="162">
                  <c:v>37956</c:v>
                </c:pt>
                <c:pt idx="163">
                  <c:v>37987</c:v>
                </c:pt>
                <c:pt idx="164">
                  <c:v>38018</c:v>
                </c:pt>
                <c:pt idx="165">
                  <c:v>38047</c:v>
                </c:pt>
                <c:pt idx="166">
                  <c:v>38078</c:v>
                </c:pt>
                <c:pt idx="167">
                  <c:v>38108</c:v>
                </c:pt>
                <c:pt idx="168">
                  <c:v>38139</c:v>
                </c:pt>
                <c:pt idx="169">
                  <c:v>38169</c:v>
                </c:pt>
                <c:pt idx="170">
                  <c:v>38200</c:v>
                </c:pt>
                <c:pt idx="171">
                  <c:v>38231</c:v>
                </c:pt>
                <c:pt idx="172">
                  <c:v>38261</c:v>
                </c:pt>
                <c:pt idx="173">
                  <c:v>38292</c:v>
                </c:pt>
                <c:pt idx="174">
                  <c:v>38322</c:v>
                </c:pt>
                <c:pt idx="175">
                  <c:v>38353</c:v>
                </c:pt>
                <c:pt idx="176">
                  <c:v>38384</c:v>
                </c:pt>
                <c:pt idx="177">
                  <c:v>38412</c:v>
                </c:pt>
                <c:pt idx="178">
                  <c:v>38443</c:v>
                </c:pt>
                <c:pt idx="179">
                  <c:v>38473</c:v>
                </c:pt>
                <c:pt idx="180">
                  <c:v>38504</c:v>
                </c:pt>
                <c:pt idx="181">
                  <c:v>38534</c:v>
                </c:pt>
                <c:pt idx="182">
                  <c:v>38565</c:v>
                </c:pt>
                <c:pt idx="183">
                  <c:v>38596</c:v>
                </c:pt>
                <c:pt idx="184">
                  <c:v>38626</c:v>
                </c:pt>
                <c:pt idx="185">
                  <c:v>38657</c:v>
                </c:pt>
                <c:pt idx="186">
                  <c:v>38687</c:v>
                </c:pt>
                <c:pt idx="187">
                  <c:v>38718</c:v>
                </c:pt>
                <c:pt idx="188">
                  <c:v>38749</c:v>
                </c:pt>
                <c:pt idx="189">
                  <c:v>38777</c:v>
                </c:pt>
                <c:pt idx="190">
                  <c:v>38808</c:v>
                </c:pt>
                <c:pt idx="191">
                  <c:v>38838</c:v>
                </c:pt>
                <c:pt idx="192">
                  <c:v>38869</c:v>
                </c:pt>
                <c:pt idx="193">
                  <c:v>38899</c:v>
                </c:pt>
                <c:pt idx="194">
                  <c:v>38930</c:v>
                </c:pt>
                <c:pt idx="195">
                  <c:v>38961</c:v>
                </c:pt>
                <c:pt idx="196">
                  <c:v>38991</c:v>
                </c:pt>
                <c:pt idx="197">
                  <c:v>39022</c:v>
                </c:pt>
                <c:pt idx="198">
                  <c:v>39052</c:v>
                </c:pt>
                <c:pt idx="199">
                  <c:v>39083</c:v>
                </c:pt>
                <c:pt idx="200">
                  <c:v>39114</c:v>
                </c:pt>
                <c:pt idx="201">
                  <c:v>39142</c:v>
                </c:pt>
                <c:pt idx="202">
                  <c:v>39173</c:v>
                </c:pt>
                <c:pt idx="203">
                  <c:v>39203</c:v>
                </c:pt>
                <c:pt idx="204">
                  <c:v>39234</c:v>
                </c:pt>
                <c:pt idx="205">
                  <c:v>39264</c:v>
                </c:pt>
                <c:pt idx="206">
                  <c:v>39295</c:v>
                </c:pt>
                <c:pt idx="207">
                  <c:v>39326</c:v>
                </c:pt>
                <c:pt idx="208">
                  <c:v>39356</c:v>
                </c:pt>
                <c:pt idx="209">
                  <c:v>39387</c:v>
                </c:pt>
                <c:pt idx="210">
                  <c:v>39417</c:v>
                </c:pt>
                <c:pt idx="211">
                  <c:v>39448</c:v>
                </c:pt>
                <c:pt idx="212">
                  <c:v>39479</c:v>
                </c:pt>
                <c:pt idx="213">
                  <c:v>39508</c:v>
                </c:pt>
                <c:pt idx="214">
                  <c:v>39539</c:v>
                </c:pt>
                <c:pt idx="215">
                  <c:v>39569</c:v>
                </c:pt>
                <c:pt idx="216">
                  <c:v>39600</c:v>
                </c:pt>
                <c:pt idx="217">
                  <c:v>39630</c:v>
                </c:pt>
                <c:pt idx="218">
                  <c:v>39661</c:v>
                </c:pt>
                <c:pt idx="219">
                  <c:v>39692</c:v>
                </c:pt>
                <c:pt idx="220">
                  <c:v>39722</c:v>
                </c:pt>
                <c:pt idx="221">
                  <c:v>39753</c:v>
                </c:pt>
                <c:pt idx="222">
                  <c:v>39783</c:v>
                </c:pt>
                <c:pt idx="223">
                  <c:v>39814</c:v>
                </c:pt>
                <c:pt idx="224">
                  <c:v>39845</c:v>
                </c:pt>
                <c:pt idx="225">
                  <c:v>39873</c:v>
                </c:pt>
                <c:pt idx="226">
                  <c:v>39904</c:v>
                </c:pt>
                <c:pt idx="227">
                  <c:v>39934</c:v>
                </c:pt>
                <c:pt idx="228">
                  <c:v>39965</c:v>
                </c:pt>
                <c:pt idx="229">
                  <c:v>39995</c:v>
                </c:pt>
                <c:pt idx="230">
                  <c:v>40026</c:v>
                </c:pt>
                <c:pt idx="231">
                  <c:v>40057</c:v>
                </c:pt>
                <c:pt idx="232">
                  <c:v>40087</c:v>
                </c:pt>
                <c:pt idx="233">
                  <c:v>40118</c:v>
                </c:pt>
                <c:pt idx="234">
                  <c:v>40148</c:v>
                </c:pt>
                <c:pt idx="235">
                  <c:v>40179</c:v>
                </c:pt>
                <c:pt idx="236">
                  <c:v>40210</c:v>
                </c:pt>
                <c:pt idx="237">
                  <c:v>40238</c:v>
                </c:pt>
                <c:pt idx="238">
                  <c:v>40269</c:v>
                </c:pt>
                <c:pt idx="239">
                  <c:v>40299</c:v>
                </c:pt>
                <c:pt idx="240">
                  <c:v>40330</c:v>
                </c:pt>
                <c:pt idx="241">
                  <c:v>40360</c:v>
                </c:pt>
                <c:pt idx="242">
                  <c:v>40391</c:v>
                </c:pt>
                <c:pt idx="243">
                  <c:v>40422</c:v>
                </c:pt>
                <c:pt idx="244">
                  <c:v>40452</c:v>
                </c:pt>
                <c:pt idx="245">
                  <c:v>40483</c:v>
                </c:pt>
                <c:pt idx="246">
                  <c:v>40513</c:v>
                </c:pt>
                <c:pt idx="247">
                  <c:v>40544</c:v>
                </c:pt>
                <c:pt idx="248">
                  <c:v>40575</c:v>
                </c:pt>
                <c:pt idx="249">
                  <c:v>40603</c:v>
                </c:pt>
                <c:pt idx="250">
                  <c:v>40634</c:v>
                </c:pt>
                <c:pt idx="251">
                  <c:v>40664</c:v>
                </c:pt>
                <c:pt idx="252">
                  <c:v>40695</c:v>
                </c:pt>
                <c:pt idx="253">
                  <c:v>40725</c:v>
                </c:pt>
                <c:pt idx="254">
                  <c:v>40756</c:v>
                </c:pt>
                <c:pt idx="255">
                  <c:v>40787</c:v>
                </c:pt>
                <c:pt idx="256">
                  <c:v>40817</c:v>
                </c:pt>
                <c:pt idx="257">
                  <c:v>40848</c:v>
                </c:pt>
                <c:pt idx="258">
                  <c:v>40878</c:v>
                </c:pt>
                <c:pt idx="259">
                  <c:v>40909</c:v>
                </c:pt>
                <c:pt idx="260">
                  <c:v>40940</c:v>
                </c:pt>
                <c:pt idx="261">
                  <c:v>40969</c:v>
                </c:pt>
                <c:pt idx="262">
                  <c:v>41000</c:v>
                </c:pt>
                <c:pt idx="263">
                  <c:v>41030</c:v>
                </c:pt>
                <c:pt idx="264">
                  <c:v>41061</c:v>
                </c:pt>
                <c:pt idx="265">
                  <c:v>41091</c:v>
                </c:pt>
                <c:pt idx="266">
                  <c:v>41122</c:v>
                </c:pt>
                <c:pt idx="267">
                  <c:v>41153</c:v>
                </c:pt>
                <c:pt idx="268">
                  <c:v>41183</c:v>
                </c:pt>
                <c:pt idx="269">
                  <c:v>41214</c:v>
                </c:pt>
                <c:pt idx="270">
                  <c:v>41244</c:v>
                </c:pt>
                <c:pt idx="271">
                  <c:v>41275</c:v>
                </c:pt>
                <c:pt idx="272">
                  <c:v>41306</c:v>
                </c:pt>
                <c:pt idx="273">
                  <c:v>41334</c:v>
                </c:pt>
                <c:pt idx="274">
                  <c:v>41365</c:v>
                </c:pt>
                <c:pt idx="275">
                  <c:v>41395</c:v>
                </c:pt>
                <c:pt idx="276">
                  <c:v>41426</c:v>
                </c:pt>
                <c:pt idx="277">
                  <c:v>41456</c:v>
                </c:pt>
                <c:pt idx="278">
                  <c:v>41487</c:v>
                </c:pt>
                <c:pt idx="279">
                  <c:v>41518</c:v>
                </c:pt>
                <c:pt idx="280">
                  <c:v>41548</c:v>
                </c:pt>
                <c:pt idx="281">
                  <c:v>41579</c:v>
                </c:pt>
                <c:pt idx="282">
                  <c:v>41609</c:v>
                </c:pt>
                <c:pt idx="283">
                  <c:v>41640</c:v>
                </c:pt>
                <c:pt idx="284">
                  <c:v>41671</c:v>
                </c:pt>
                <c:pt idx="285">
                  <c:v>41699</c:v>
                </c:pt>
                <c:pt idx="286">
                  <c:v>41730</c:v>
                </c:pt>
                <c:pt idx="287">
                  <c:v>41760</c:v>
                </c:pt>
                <c:pt idx="288">
                  <c:v>41791</c:v>
                </c:pt>
                <c:pt idx="289">
                  <c:v>41821</c:v>
                </c:pt>
                <c:pt idx="290">
                  <c:v>41852</c:v>
                </c:pt>
                <c:pt idx="291">
                  <c:v>41883</c:v>
                </c:pt>
                <c:pt idx="292">
                  <c:v>41913</c:v>
                </c:pt>
                <c:pt idx="293">
                  <c:v>41944</c:v>
                </c:pt>
                <c:pt idx="294">
                  <c:v>41974</c:v>
                </c:pt>
                <c:pt idx="295">
                  <c:v>42005</c:v>
                </c:pt>
                <c:pt idx="296">
                  <c:v>42036</c:v>
                </c:pt>
                <c:pt idx="297">
                  <c:v>42064</c:v>
                </c:pt>
                <c:pt idx="298">
                  <c:v>42095</c:v>
                </c:pt>
                <c:pt idx="299">
                  <c:v>42125</c:v>
                </c:pt>
                <c:pt idx="300">
                  <c:v>42156</c:v>
                </c:pt>
                <c:pt idx="301">
                  <c:v>42186</c:v>
                </c:pt>
                <c:pt idx="302">
                  <c:v>42217</c:v>
                </c:pt>
                <c:pt idx="303">
                  <c:v>42248</c:v>
                </c:pt>
                <c:pt idx="304">
                  <c:v>42278</c:v>
                </c:pt>
                <c:pt idx="305">
                  <c:v>42309</c:v>
                </c:pt>
                <c:pt idx="306">
                  <c:v>42339</c:v>
                </c:pt>
                <c:pt idx="307">
                  <c:v>42370</c:v>
                </c:pt>
                <c:pt idx="308">
                  <c:v>42401</c:v>
                </c:pt>
                <c:pt idx="309">
                  <c:v>42430</c:v>
                </c:pt>
                <c:pt idx="310">
                  <c:v>42461</c:v>
                </c:pt>
                <c:pt idx="311">
                  <c:v>42491</c:v>
                </c:pt>
                <c:pt idx="312">
                  <c:v>42522</c:v>
                </c:pt>
                <c:pt idx="313">
                  <c:v>42552</c:v>
                </c:pt>
                <c:pt idx="314">
                  <c:v>42583</c:v>
                </c:pt>
                <c:pt idx="315">
                  <c:v>42614</c:v>
                </c:pt>
                <c:pt idx="316">
                  <c:v>42644</c:v>
                </c:pt>
                <c:pt idx="317">
                  <c:v>42675</c:v>
                </c:pt>
                <c:pt idx="318">
                  <c:v>42705</c:v>
                </c:pt>
                <c:pt idx="319">
                  <c:v>42736</c:v>
                </c:pt>
              </c:numCache>
            </c:numRef>
          </c:cat>
          <c:val>
            <c:numRef>
              <c:f>Sheet1!$B$2:$B$321</c:f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PMMS</c:v>
                </c:pt>
              </c:strCache>
            </c:strRef>
          </c:tx>
          <c:spPr>
            <a:ln>
              <a:solidFill>
                <a:srgbClr val="2E398A"/>
              </a:solidFill>
            </a:ln>
          </c:spPr>
          <c:marker>
            <c:symbol val="none"/>
          </c:marker>
          <c:cat>
            <c:numRef>
              <c:f>Sheet1!$A$2:$A$321</c:f>
              <c:numCache>
                <c:formatCode>m/d/yyyy</c:formatCode>
                <c:ptCount val="320"/>
                <c:pt idx="0">
                  <c:v>33025</c:v>
                </c:pt>
                <c:pt idx="1">
                  <c:v>33055</c:v>
                </c:pt>
                <c:pt idx="2">
                  <c:v>33086</c:v>
                </c:pt>
                <c:pt idx="3">
                  <c:v>33117</c:v>
                </c:pt>
                <c:pt idx="4">
                  <c:v>33147</c:v>
                </c:pt>
                <c:pt idx="5">
                  <c:v>33178</c:v>
                </c:pt>
                <c:pt idx="6">
                  <c:v>33208</c:v>
                </c:pt>
                <c:pt idx="7">
                  <c:v>33239</c:v>
                </c:pt>
                <c:pt idx="8">
                  <c:v>33270</c:v>
                </c:pt>
                <c:pt idx="9">
                  <c:v>33298</c:v>
                </c:pt>
                <c:pt idx="10">
                  <c:v>33329</c:v>
                </c:pt>
                <c:pt idx="11">
                  <c:v>33359</c:v>
                </c:pt>
                <c:pt idx="12">
                  <c:v>33390</c:v>
                </c:pt>
                <c:pt idx="13">
                  <c:v>33420</c:v>
                </c:pt>
                <c:pt idx="14">
                  <c:v>33451</c:v>
                </c:pt>
                <c:pt idx="15">
                  <c:v>33482</c:v>
                </c:pt>
                <c:pt idx="16">
                  <c:v>33512</c:v>
                </c:pt>
                <c:pt idx="17">
                  <c:v>33543</c:v>
                </c:pt>
                <c:pt idx="18">
                  <c:v>33573</c:v>
                </c:pt>
                <c:pt idx="19">
                  <c:v>33604</c:v>
                </c:pt>
                <c:pt idx="20">
                  <c:v>33635</c:v>
                </c:pt>
                <c:pt idx="21">
                  <c:v>33664</c:v>
                </c:pt>
                <c:pt idx="22">
                  <c:v>33695</c:v>
                </c:pt>
                <c:pt idx="23">
                  <c:v>33725</c:v>
                </c:pt>
                <c:pt idx="24">
                  <c:v>33756</c:v>
                </c:pt>
                <c:pt idx="25">
                  <c:v>33786</c:v>
                </c:pt>
                <c:pt idx="26">
                  <c:v>33817</c:v>
                </c:pt>
                <c:pt idx="27">
                  <c:v>33848</c:v>
                </c:pt>
                <c:pt idx="28">
                  <c:v>33878</c:v>
                </c:pt>
                <c:pt idx="29">
                  <c:v>33909</c:v>
                </c:pt>
                <c:pt idx="30">
                  <c:v>33939</c:v>
                </c:pt>
                <c:pt idx="31">
                  <c:v>33970</c:v>
                </c:pt>
                <c:pt idx="32">
                  <c:v>34001</c:v>
                </c:pt>
                <c:pt idx="33">
                  <c:v>34029</c:v>
                </c:pt>
                <c:pt idx="34">
                  <c:v>34060</c:v>
                </c:pt>
                <c:pt idx="35">
                  <c:v>34090</c:v>
                </c:pt>
                <c:pt idx="36">
                  <c:v>34121</c:v>
                </c:pt>
                <c:pt idx="37">
                  <c:v>34151</c:v>
                </c:pt>
                <c:pt idx="38">
                  <c:v>34182</c:v>
                </c:pt>
                <c:pt idx="39">
                  <c:v>34213</c:v>
                </c:pt>
                <c:pt idx="40">
                  <c:v>34243</c:v>
                </c:pt>
                <c:pt idx="41">
                  <c:v>34274</c:v>
                </c:pt>
                <c:pt idx="42">
                  <c:v>34304</c:v>
                </c:pt>
                <c:pt idx="43">
                  <c:v>34335</c:v>
                </c:pt>
                <c:pt idx="44">
                  <c:v>34366</c:v>
                </c:pt>
                <c:pt idx="45">
                  <c:v>34394</c:v>
                </c:pt>
                <c:pt idx="46">
                  <c:v>34425</c:v>
                </c:pt>
                <c:pt idx="47">
                  <c:v>34455</c:v>
                </c:pt>
                <c:pt idx="48">
                  <c:v>34486</c:v>
                </c:pt>
                <c:pt idx="49">
                  <c:v>34516</c:v>
                </c:pt>
                <c:pt idx="50">
                  <c:v>34547</c:v>
                </c:pt>
                <c:pt idx="51">
                  <c:v>34578</c:v>
                </c:pt>
                <c:pt idx="52">
                  <c:v>34608</c:v>
                </c:pt>
                <c:pt idx="53">
                  <c:v>34639</c:v>
                </c:pt>
                <c:pt idx="54">
                  <c:v>34669</c:v>
                </c:pt>
                <c:pt idx="55">
                  <c:v>34700</c:v>
                </c:pt>
                <c:pt idx="56">
                  <c:v>34731</c:v>
                </c:pt>
                <c:pt idx="57">
                  <c:v>34759</c:v>
                </c:pt>
                <c:pt idx="58">
                  <c:v>34790</c:v>
                </c:pt>
                <c:pt idx="59">
                  <c:v>34820</c:v>
                </c:pt>
                <c:pt idx="60">
                  <c:v>34851</c:v>
                </c:pt>
                <c:pt idx="61">
                  <c:v>34881</c:v>
                </c:pt>
                <c:pt idx="62">
                  <c:v>34912</c:v>
                </c:pt>
                <c:pt idx="63">
                  <c:v>34943</c:v>
                </c:pt>
                <c:pt idx="64">
                  <c:v>34973</c:v>
                </c:pt>
                <c:pt idx="65">
                  <c:v>35004</c:v>
                </c:pt>
                <c:pt idx="66">
                  <c:v>35034</c:v>
                </c:pt>
                <c:pt idx="67">
                  <c:v>35065</c:v>
                </c:pt>
                <c:pt idx="68">
                  <c:v>35096</c:v>
                </c:pt>
                <c:pt idx="69">
                  <c:v>35125</c:v>
                </c:pt>
                <c:pt idx="70">
                  <c:v>35156</c:v>
                </c:pt>
                <c:pt idx="71">
                  <c:v>35186</c:v>
                </c:pt>
                <c:pt idx="72">
                  <c:v>35217</c:v>
                </c:pt>
                <c:pt idx="73">
                  <c:v>35247</c:v>
                </c:pt>
                <c:pt idx="74">
                  <c:v>35278</c:v>
                </c:pt>
                <c:pt idx="75">
                  <c:v>35309</c:v>
                </c:pt>
                <c:pt idx="76">
                  <c:v>35339</c:v>
                </c:pt>
                <c:pt idx="77">
                  <c:v>35370</c:v>
                </c:pt>
                <c:pt idx="78">
                  <c:v>35400</c:v>
                </c:pt>
                <c:pt idx="79">
                  <c:v>35431</c:v>
                </c:pt>
                <c:pt idx="80">
                  <c:v>35462</c:v>
                </c:pt>
                <c:pt idx="81">
                  <c:v>35490</c:v>
                </c:pt>
                <c:pt idx="82">
                  <c:v>35521</c:v>
                </c:pt>
                <c:pt idx="83">
                  <c:v>35551</c:v>
                </c:pt>
                <c:pt idx="84">
                  <c:v>35582</c:v>
                </c:pt>
                <c:pt idx="85">
                  <c:v>35612</c:v>
                </c:pt>
                <c:pt idx="86">
                  <c:v>35643</c:v>
                </c:pt>
                <c:pt idx="87">
                  <c:v>35674</c:v>
                </c:pt>
                <c:pt idx="88">
                  <c:v>35704</c:v>
                </c:pt>
                <c:pt idx="89">
                  <c:v>35735</c:v>
                </c:pt>
                <c:pt idx="90">
                  <c:v>35765</c:v>
                </c:pt>
                <c:pt idx="91">
                  <c:v>35796</c:v>
                </c:pt>
                <c:pt idx="92">
                  <c:v>35827</c:v>
                </c:pt>
                <c:pt idx="93">
                  <c:v>35855</c:v>
                </c:pt>
                <c:pt idx="94">
                  <c:v>35886</c:v>
                </c:pt>
                <c:pt idx="95">
                  <c:v>35916</c:v>
                </c:pt>
                <c:pt idx="96">
                  <c:v>35947</c:v>
                </c:pt>
                <c:pt idx="97">
                  <c:v>35977</c:v>
                </c:pt>
                <c:pt idx="98">
                  <c:v>36008</c:v>
                </c:pt>
                <c:pt idx="99">
                  <c:v>36039</c:v>
                </c:pt>
                <c:pt idx="100">
                  <c:v>36069</c:v>
                </c:pt>
                <c:pt idx="101">
                  <c:v>36100</c:v>
                </c:pt>
                <c:pt idx="102">
                  <c:v>36130</c:v>
                </c:pt>
                <c:pt idx="103">
                  <c:v>36161</c:v>
                </c:pt>
                <c:pt idx="104">
                  <c:v>36192</c:v>
                </c:pt>
                <c:pt idx="105">
                  <c:v>36220</c:v>
                </c:pt>
                <c:pt idx="106">
                  <c:v>36251</c:v>
                </c:pt>
                <c:pt idx="107">
                  <c:v>36281</c:v>
                </c:pt>
                <c:pt idx="108">
                  <c:v>36312</c:v>
                </c:pt>
                <c:pt idx="109">
                  <c:v>36342</c:v>
                </c:pt>
                <c:pt idx="110">
                  <c:v>36373</c:v>
                </c:pt>
                <c:pt idx="111">
                  <c:v>36404</c:v>
                </c:pt>
                <c:pt idx="112">
                  <c:v>36434</c:v>
                </c:pt>
                <c:pt idx="113">
                  <c:v>36465</c:v>
                </c:pt>
                <c:pt idx="114">
                  <c:v>36495</c:v>
                </c:pt>
                <c:pt idx="115">
                  <c:v>36526</c:v>
                </c:pt>
                <c:pt idx="116">
                  <c:v>36557</c:v>
                </c:pt>
                <c:pt idx="117">
                  <c:v>36586</c:v>
                </c:pt>
                <c:pt idx="118">
                  <c:v>36617</c:v>
                </c:pt>
                <c:pt idx="119">
                  <c:v>36647</c:v>
                </c:pt>
                <c:pt idx="120">
                  <c:v>36678</c:v>
                </c:pt>
                <c:pt idx="121">
                  <c:v>36708</c:v>
                </c:pt>
                <c:pt idx="122">
                  <c:v>36739</c:v>
                </c:pt>
                <c:pt idx="123">
                  <c:v>36770</c:v>
                </c:pt>
                <c:pt idx="124">
                  <c:v>36800</c:v>
                </c:pt>
                <c:pt idx="125">
                  <c:v>36831</c:v>
                </c:pt>
                <c:pt idx="126">
                  <c:v>36861</c:v>
                </c:pt>
                <c:pt idx="127">
                  <c:v>36892</c:v>
                </c:pt>
                <c:pt idx="128">
                  <c:v>36923</c:v>
                </c:pt>
                <c:pt idx="129">
                  <c:v>36951</c:v>
                </c:pt>
                <c:pt idx="130">
                  <c:v>36982</c:v>
                </c:pt>
                <c:pt idx="131">
                  <c:v>37012</c:v>
                </c:pt>
                <c:pt idx="132">
                  <c:v>37043</c:v>
                </c:pt>
                <c:pt idx="133">
                  <c:v>37073</c:v>
                </c:pt>
                <c:pt idx="134">
                  <c:v>37104</c:v>
                </c:pt>
                <c:pt idx="135">
                  <c:v>37135</c:v>
                </c:pt>
                <c:pt idx="136">
                  <c:v>37165</c:v>
                </c:pt>
                <c:pt idx="137">
                  <c:v>37196</c:v>
                </c:pt>
                <c:pt idx="138">
                  <c:v>37226</c:v>
                </c:pt>
                <c:pt idx="139">
                  <c:v>37257</c:v>
                </c:pt>
                <c:pt idx="140">
                  <c:v>37288</c:v>
                </c:pt>
                <c:pt idx="141">
                  <c:v>37316</c:v>
                </c:pt>
                <c:pt idx="142">
                  <c:v>37347</c:v>
                </c:pt>
                <c:pt idx="143">
                  <c:v>37377</c:v>
                </c:pt>
                <c:pt idx="144">
                  <c:v>37408</c:v>
                </c:pt>
                <c:pt idx="145">
                  <c:v>37438</c:v>
                </c:pt>
                <c:pt idx="146">
                  <c:v>37469</c:v>
                </c:pt>
                <c:pt idx="147">
                  <c:v>37500</c:v>
                </c:pt>
                <c:pt idx="148">
                  <c:v>37530</c:v>
                </c:pt>
                <c:pt idx="149">
                  <c:v>37561</c:v>
                </c:pt>
                <c:pt idx="150">
                  <c:v>37591</c:v>
                </c:pt>
                <c:pt idx="151">
                  <c:v>37622</c:v>
                </c:pt>
                <c:pt idx="152">
                  <c:v>37653</c:v>
                </c:pt>
                <c:pt idx="153">
                  <c:v>37681</c:v>
                </c:pt>
                <c:pt idx="154">
                  <c:v>37712</c:v>
                </c:pt>
                <c:pt idx="155">
                  <c:v>37742</c:v>
                </c:pt>
                <c:pt idx="156">
                  <c:v>37773</c:v>
                </c:pt>
                <c:pt idx="157">
                  <c:v>37803</c:v>
                </c:pt>
                <c:pt idx="158">
                  <c:v>37834</c:v>
                </c:pt>
                <c:pt idx="159">
                  <c:v>37865</c:v>
                </c:pt>
                <c:pt idx="160">
                  <c:v>37895</c:v>
                </c:pt>
                <c:pt idx="161">
                  <c:v>37926</c:v>
                </c:pt>
                <c:pt idx="162">
                  <c:v>37956</c:v>
                </c:pt>
                <c:pt idx="163">
                  <c:v>37987</c:v>
                </c:pt>
                <c:pt idx="164">
                  <c:v>38018</c:v>
                </c:pt>
                <c:pt idx="165">
                  <c:v>38047</c:v>
                </c:pt>
                <c:pt idx="166">
                  <c:v>38078</c:v>
                </c:pt>
                <c:pt idx="167">
                  <c:v>38108</c:v>
                </c:pt>
                <c:pt idx="168">
                  <c:v>38139</c:v>
                </c:pt>
                <c:pt idx="169">
                  <c:v>38169</c:v>
                </c:pt>
                <c:pt idx="170">
                  <c:v>38200</c:v>
                </c:pt>
                <c:pt idx="171">
                  <c:v>38231</c:v>
                </c:pt>
                <c:pt idx="172">
                  <c:v>38261</c:v>
                </c:pt>
                <c:pt idx="173">
                  <c:v>38292</c:v>
                </c:pt>
                <c:pt idx="174">
                  <c:v>38322</c:v>
                </c:pt>
                <c:pt idx="175">
                  <c:v>38353</c:v>
                </c:pt>
                <c:pt idx="176">
                  <c:v>38384</c:v>
                </c:pt>
                <c:pt idx="177">
                  <c:v>38412</c:v>
                </c:pt>
                <c:pt idx="178">
                  <c:v>38443</c:v>
                </c:pt>
                <c:pt idx="179">
                  <c:v>38473</c:v>
                </c:pt>
                <c:pt idx="180">
                  <c:v>38504</c:v>
                </c:pt>
                <c:pt idx="181">
                  <c:v>38534</c:v>
                </c:pt>
                <c:pt idx="182">
                  <c:v>38565</c:v>
                </c:pt>
                <c:pt idx="183">
                  <c:v>38596</c:v>
                </c:pt>
                <c:pt idx="184">
                  <c:v>38626</c:v>
                </c:pt>
                <c:pt idx="185">
                  <c:v>38657</c:v>
                </c:pt>
                <c:pt idx="186">
                  <c:v>38687</c:v>
                </c:pt>
                <c:pt idx="187">
                  <c:v>38718</c:v>
                </c:pt>
                <c:pt idx="188">
                  <c:v>38749</c:v>
                </c:pt>
                <c:pt idx="189">
                  <c:v>38777</c:v>
                </c:pt>
                <c:pt idx="190">
                  <c:v>38808</c:v>
                </c:pt>
                <c:pt idx="191">
                  <c:v>38838</c:v>
                </c:pt>
                <c:pt idx="192">
                  <c:v>38869</c:v>
                </c:pt>
                <c:pt idx="193">
                  <c:v>38899</c:v>
                </c:pt>
                <c:pt idx="194">
                  <c:v>38930</c:v>
                </c:pt>
                <c:pt idx="195">
                  <c:v>38961</c:v>
                </c:pt>
                <c:pt idx="196">
                  <c:v>38991</c:v>
                </c:pt>
                <c:pt idx="197">
                  <c:v>39022</c:v>
                </c:pt>
                <c:pt idx="198">
                  <c:v>39052</c:v>
                </c:pt>
                <c:pt idx="199">
                  <c:v>39083</c:v>
                </c:pt>
                <c:pt idx="200">
                  <c:v>39114</c:v>
                </c:pt>
                <c:pt idx="201">
                  <c:v>39142</c:v>
                </c:pt>
                <c:pt idx="202">
                  <c:v>39173</c:v>
                </c:pt>
                <c:pt idx="203">
                  <c:v>39203</c:v>
                </c:pt>
                <c:pt idx="204">
                  <c:v>39234</c:v>
                </c:pt>
                <c:pt idx="205">
                  <c:v>39264</c:v>
                </c:pt>
                <c:pt idx="206">
                  <c:v>39295</c:v>
                </c:pt>
                <c:pt idx="207">
                  <c:v>39326</c:v>
                </c:pt>
                <c:pt idx="208">
                  <c:v>39356</c:v>
                </c:pt>
                <c:pt idx="209">
                  <c:v>39387</c:v>
                </c:pt>
                <c:pt idx="210">
                  <c:v>39417</c:v>
                </c:pt>
                <c:pt idx="211">
                  <c:v>39448</c:v>
                </c:pt>
                <c:pt idx="212">
                  <c:v>39479</c:v>
                </c:pt>
                <c:pt idx="213">
                  <c:v>39508</c:v>
                </c:pt>
                <c:pt idx="214">
                  <c:v>39539</c:v>
                </c:pt>
                <c:pt idx="215">
                  <c:v>39569</c:v>
                </c:pt>
                <c:pt idx="216">
                  <c:v>39600</c:v>
                </c:pt>
                <c:pt idx="217">
                  <c:v>39630</c:v>
                </c:pt>
                <c:pt idx="218">
                  <c:v>39661</c:v>
                </c:pt>
                <c:pt idx="219">
                  <c:v>39692</c:v>
                </c:pt>
                <c:pt idx="220">
                  <c:v>39722</c:v>
                </c:pt>
                <c:pt idx="221">
                  <c:v>39753</c:v>
                </c:pt>
                <c:pt idx="222">
                  <c:v>39783</c:v>
                </c:pt>
                <c:pt idx="223">
                  <c:v>39814</c:v>
                </c:pt>
                <c:pt idx="224">
                  <c:v>39845</c:v>
                </c:pt>
                <c:pt idx="225">
                  <c:v>39873</c:v>
                </c:pt>
                <c:pt idx="226">
                  <c:v>39904</c:v>
                </c:pt>
                <c:pt idx="227">
                  <c:v>39934</c:v>
                </c:pt>
                <c:pt idx="228">
                  <c:v>39965</c:v>
                </c:pt>
                <c:pt idx="229">
                  <c:v>39995</c:v>
                </c:pt>
                <c:pt idx="230">
                  <c:v>40026</c:v>
                </c:pt>
                <c:pt idx="231">
                  <c:v>40057</c:v>
                </c:pt>
                <c:pt idx="232">
                  <c:v>40087</c:v>
                </c:pt>
                <c:pt idx="233">
                  <c:v>40118</c:v>
                </c:pt>
                <c:pt idx="234">
                  <c:v>40148</c:v>
                </c:pt>
                <c:pt idx="235">
                  <c:v>40179</c:v>
                </c:pt>
                <c:pt idx="236">
                  <c:v>40210</c:v>
                </c:pt>
                <c:pt idx="237">
                  <c:v>40238</c:v>
                </c:pt>
                <c:pt idx="238">
                  <c:v>40269</c:v>
                </c:pt>
                <c:pt idx="239">
                  <c:v>40299</c:v>
                </c:pt>
                <c:pt idx="240">
                  <c:v>40330</c:v>
                </c:pt>
                <c:pt idx="241">
                  <c:v>40360</c:v>
                </c:pt>
                <c:pt idx="242">
                  <c:v>40391</c:v>
                </c:pt>
                <c:pt idx="243">
                  <c:v>40422</c:v>
                </c:pt>
                <c:pt idx="244">
                  <c:v>40452</c:v>
                </c:pt>
                <c:pt idx="245">
                  <c:v>40483</c:v>
                </c:pt>
                <c:pt idx="246">
                  <c:v>40513</c:v>
                </c:pt>
                <c:pt idx="247">
                  <c:v>40544</c:v>
                </c:pt>
                <c:pt idx="248">
                  <c:v>40575</c:v>
                </c:pt>
                <c:pt idx="249">
                  <c:v>40603</c:v>
                </c:pt>
                <c:pt idx="250">
                  <c:v>40634</c:v>
                </c:pt>
                <c:pt idx="251">
                  <c:v>40664</c:v>
                </c:pt>
                <c:pt idx="252">
                  <c:v>40695</c:v>
                </c:pt>
                <c:pt idx="253">
                  <c:v>40725</c:v>
                </c:pt>
                <c:pt idx="254">
                  <c:v>40756</c:v>
                </c:pt>
                <c:pt idx="255">
                  <c:v>40787</c:v>
                </c:pt>
                <c:pt idx="256">
                  <c:v>40817</c:v>
                </c:pt>
                <c:pt idx="257">
                  <c:v>40848</c:v>
                </c:pt>
                <c:pt idx="258">
                  <c:v>40878</c:v>
                </c:pt>
                <c:pt idx="259">
                  <c:v>40909</c:v>
                </c:pt>
                <c:pt idx="260">
                  <c:v>40940</c:v>
                </c:pt>
                <c:pt idx="261">
                  <c:v>40969</c:v>
                </c:pt>
                <c:pt idx="262">
                  <c:v>41000</c:v>
                </c:pt>
                <c:pt idx="263">
                  <c:v>41030</c:v>
                </c:pt>
                <c:pt idx="264">
                  <c:v>41061</c:v>
                </c:pt>
                <c:pt idx="265">
                  <c:v>41091</c:v>
                </c:pt>
                <c:pt idx="266">
                  <c:v>41122</c:v>
                </c:pt>
                <c:pt idx="267">
                  <c:v>41153</c:v>
                </c:pt>
                <c:pt idx="268">
                  <c:v>41183</c:v>
                </c:pt>
                <c:pt idx="269">
                  <c:v>41214</c:v>
                </c:pt>
                <c:pt idx="270">
                  <c:v>41244</c:v>
                </c:pt>
                <c:pt idx="271">
                  <c:v>41275</c:v>
                </c:pt>
                <c:pt idx="272">
                  <c:v>41306</c:v>
                </c:pt>
                <c:pt idx="273">
                  <c:v>41334</c:v>
                </c:pt>
                <c:pt idx="274">
                  <c:v>41365</c:v>
                </c:pt>
                <c:pt idx="275">
                  <c:v>41395</c:v>
                </c:pt>
                <c:pt idx="276">
                  <c:v>41426</c:v>
                </c:pt>
                <c:pt idx="277">
                  <c:v>41456</c:v>
                </c:pt>
                <c:pt idx="278">
                  <c:v>41487</c:v>
                </c:pt>
                <c:pt idx="279">
                  <c:v>41518</c:v>
                </c:pt>
                <c:pt idx="280">
                  <c:v>41548</c:v>
                </c:pt>
                <c:pt idx="281">
                  <c:v>41579</c:v>
                </c:pt>
                <c:pt idx="282">
                  <c:v>41609</c:v>
                </c:pt>
                <c:pt idx="283">
                  <c:v>41640</c:v>
                </c:pt>
                <c:pt idx="284">
                  <c:v>41671</c:v>
                </c:pt>
                <c:pt idx="285">
                  <c:v>41699</c:v>
                </c:pt>
                <c:pt idx="286">
                  <c:v>41730</c:v>
                </c:pt>
                <c:pt idx="287">
                  <c:v>41760</c:v>
                </c:pt>
                <c:pt idx="288">
                  <c:v>41791</c:v>
                </c:pt>
                <c:pt idx="289">
                  <c:v>41821</c:v>
                </c:pt>
                <c:pt idx="290">
                  <c:v>41852</c:v>
                </c:pt>
                <c:pt idx="291">
                  <c:v>41883</c:v>
                </c:pt>
                <c:pt idx="292">
                  <c:v>41913</c:v>
                </c:pt>
                <c:pt idx="293">
                  <c:v>41944</c:v>
                </c:pt>
                <c:pt idx="294">
                  <c:v>41974</c:v>
                </c:pt>
                <c:pt idx="295">
                  <c:v>42005</c:v>
                </c:pt>
                <c:pt idx="296">
                  <c:v>42036</c:v>
                </c:pt>
                <c:pt idx="297">
                  <c:v>42064</c:v>
                </c:pt>
                <c:pt idx="298">
                  <c:v>42095</c:v>
                </c:pt>
                <c:pt idx="299">
                  <c:v>42125</c:v>
                </c:pt>
                <c:pt idx="300">
                  <c:v>42156</c:v>
                </c:pt>
                <c:pt idx="301">
                  <c:v>42186</c:v>
                </c:pt>
                <c:pt idx="302">
                  <c:v>42217</c:v>
                </c:pt>
                <c:pt idx="303">
                  <c:v>42248</c:v>
                </c:pt>
                <c:pt idx="304">
                  <c:v>42278</c:v>
                </c:pt>
                <c:pt idx="305">
                  <c:v>42309</c:v>
                </c:pt>
                <c:pt idx="306">
                  <c:v>42339</c:v>
                </c:pt>
                <c:pt idx="307">
                  <c:v>42370</c:v>
                </c:pt>
                <c:pt idx="308">
                  <c:v>42401</c:v>
                </c:pt>
                <c:pt idx="309">
                  <c:v>42430</c:v>
                </c:pt>
                <c:pt idx="310">
                  <c:v>42461</c:v>
                </c:pt>
                <c:pt idx="311">
                  <c:v>42491</c:v>
                </c:pt>
                <c:pt idx="312">
                  <c:v>42522</c:v>
                </c:pt>
                <c:pt idx="313">
                  <c:v>42552</c:v>
                </c:pt>
                <c:pt idx="314">
                  <c:v>42583</c:v>
                </c:pt>
                <c:pt idx="315">
                  <c:v>42614</c:v>
                </c:pt>
                <c:pt idx="316">
                  <c:v>42644</c:v>
                </c:pt>
                <c:pt idx="317">
                  <c:v>42675</c:v>
                </c:pt>
                <c:pt idx="318">
                  <c:v>42705</c:v>
                </c:pt>
                <c:pt idx="319">
                  <c:v>42736</c:v>
                </c:pt>
              </c:numCache>
            </c:numRef>
          </c:cat>
          <c:val>
            <c:numRef>
              <c:f>Sheet1!$C$2:$C$321</c:f>
              <c:numCache>
                <c:formatCode>General</c:formatCode>
                <c:ptCount val="320"/>
                <c:pt idx="0">
                  <c:v>10.3825</c:v>
                </c:pt>
                <c:pt idx="1">
                  <c:v>10.278749999999899</c:v>
                </c:pt>
                <c:pt idx="2">
                  <c:v>10.36</c:v>
                </c:pt>
                <c:pt idx="3">
                  <c:v>10.44375</c:v>
                </c:pt>
                <c:pt idx="4">
                  <c:v>10.465</c:v>
                </c:pt>
                <c:pt idx="5">
                  <c:v>10.279</c:v>
                </c:pt>
                <c:pt idx="6">
                  <c:v>9.9037500000000005</c:v>
                </c:pt>
                <c:pt idx="7">
                  <c:v>9.8819999999999997</c:v>
                </c:pt>
                <c:pt idx="8">
                  <c:v>9.5812500000000007</c:v>
                </c:pt>
                <c:pt idx="9">
                  <c:v>9.7937499999999993</c:v>
                </c:pt>
                <c:pt idx="10">
                  <c:v>9.7487499999999994</c:v>
                </c:pt>
                <c:pt idx="11">
                  <c:v>9.7119999999999997</c:v>
                </c:pt>
                <c:pt idx="12">
                  <c:v>9.8837499999999991</c:v>
                </c:pt>
                <c:pt idx="13">
                  <c:v>9.8187499999999996</c:v>
                </c:pt>
                <c:pt idx="14">
                  <c:v>9.4689999999999994</c:v>
                </c:pt>
                <c:pt idx="15">
                  <c:v>9.2262499999999896</c:v>
                </c:pt>
                <c:pt idx="16">
                  <c:v>9.0499999999999901</c:v>
                </c:pt>
                <c:pt idx="17">
                  <c:v>8.8949999999999996</c:v>
                </c:pt>
                <c:pt idx="18">
                  <c:v>8.6912499999999895</c:v>
                </c:pt>
                <c:pt idx="19">
                  <c:v>8.6319999999999997</c:v>
                </c:pt>
                <c:pt idx="20">
                  <c:v>8.96875</c:v>
                </c:pt>
                <c:pt idx="21">
                  <c:v>9.1474999999999902</c:v>
                </c:pt>
                <c:pt idx="22">
                  <c:v>9.0250000000000004</c:v>
                </c:pt>
                <c:pt idx="23">
                  <c:v>8.7925000000000004</c:v>
                </c:pt>
                <c:pt idx="24">
                  <c:v>8.6724999999999994</c:v>
                </c:pt>
                <c:pt idx="25">
                  <c:v>8.2729999999999997</c:v>
                </c:pt>
                <c:pt idx="26">
                  <c:v>8.1437500000000007</c:v>
                </c:pt>
                <c:pt idx="27">
                  <c:v>8.0912500000000005</c:v>
                </c:pt>
                <c:pt idx="28">
                  <c:v>8.2880000000000003</c:v>
                </c:pt>
                <c:pt idx="29">
                  <c:v>8.5299999999999994</c:v>
                </c:pt>
                <c:pt idx="30">
                  <c:v>8.3610000000000007</c:v>
                </c:pt>
                <c:pt idx="31">
                  <c:v>8.1425000000000001</c:v>
                </c:pt>
                <c:pt idx="32">
                  <c:v>7.8137499999999998</c:v>
                </c:pt>
                <c:pt idx="33">
                  <c:v>7.6512500000000001</c:v>
                </c:pt>
                <c:pt idx="34">
                  <c:v>7.6470000000000002</c:v>
                </c:pt>
                <c:pt idx="35">
                  <c:v>7.6587500000000004</c:v>
                </c:pt>
                <c:pt idx="36">
                  <c:v>7.5737500000000004</c:v>
                </c:pt>
                <c:pt idx="37">
                  <c:v>7.3609999999999998</c:v>
                </c:pt>
                <c:pt idx="38">
                  <c:v>7.2312500000000002</c:v>
                </c:pt>
                <c:pt idx="39">
                  <c:v>7.0349999999999904</c:v>
                </c:pt>
                <c:pt idx="40">
                  <c:v>6.9450000000000003</c:v>
                </c:pt>
                <c:pt idx="41">
                  <c:v>7.2925000000000004</c:v>
                </c:pt>
                <c:pt idx="42">
                  <c:v>7.33699999999999</c:v>
                </c:pt>
                <c:pt idx="43">
                  <c:v>7.2287499999999998</c:v>
                </c:pt>
                <c:pt idx="44">
                  <c:v>7.34</c:v>
                </c:pt>
                <c:pt idx="45">
                  <c:v>7.9180000000000001</c:v>
                </c:pt>
                <c:pt idx="46">
                  <c:v>8.5787499999999994</c:v>
                </c:pt>
                <c:pt idx="47">
                  <c:v>8.7974999999999905</c:v>
                </c:pt>
                <c:pt idx="48">
                  <c:v>8.6270000000000007</c:v>
                </c:pt>
                <c:pt idx="49">
                  <c:v>8.8312499999999901</c:v>
                </c:pt>
                <c:pt idx="50">
                  <c:v>8.7125000000000004</c:v>
                </c:pt>
                <c:pt idx="51">
                  <c:v>8.84</c:v>
                </c:pt>
                <c:pt idx="52">
                  <c:v>9.1249999999999893</c:v>
                </c:pt>
                <c:pt idx="53">
                  <c:v>9.37624999999999</c:v>
                </c:pt>
                <c:pt idx="54">
                  <c:v>9.3979999999999997</c:v>
                </c:pt>
                <c:pt idx="55">
                  <c:v>9.3537499999999998</c:v>
                </c:pt>
                <c:pt idx="56">
                  <c:v>9.0462499999999899</c:v>
                </c:pt>
                <c:pt idx="57">
                  <c:v>8.6669999999999892</c:v>
                </c:pt>
                <c:pt idx="58">
                  <c:v>8.5449999999999893</c:v>
                </c:pt>
                <c:pt idx="59">
                  <c:v>8.1612499999999901</c:v>
                </c:pt>
                <c:pt idx="60">
                  <c:v>7.7610000000000001</c:v>
                </c:pt>
                <c:pt idx="61">
                  <c:v>7.7949999999999999</c:v>
                </c:pt>
                <c:pt idx="62">
                  <c:v>8.0449999999999999</c:v>
                </c:pt>
                <c:pt idx="63">
                  <c:v>7.8049999999999997</c:v>
                </c:pt>
                <c:pt idx="64">
                  <c:v>7.6875</c:v>
                </c:pt>
                <c:pt idx="65">
                  <c:v>7.5730000000000004</c:v>
                </c:pt>
                <c:pt idx="66">
                  <c:v>7.3612500000000001</c:v>
                </c:pt>
                <c:pt idx="67">
                  <c:v>7.2174999999999896</c:v>
                </c:pt>
                <c:pt idx="68">
                  <c:v>7.327</c:v>
                </c:pt>
                <c:pt idx="69">
                  <c:v>7.8650000000000002</c:v>
                </c:pt>
                <c:pt idx="70">
                  <c:v>8.1187499999999897</c:v>
                </c:pt>
                <c:pt idx="71">
                  <c:v>8.2549999999999901</c:v>
                </c:pt>
                <c:pt idx="72">
                  <c:v>8.4949999999999992</c:v>
                </c:pt>
                <c:pt idx="73">
                  <c:v>8.4324999999999992</c:v>
                </c:pt>
                <c:pt idx="74">
                  <c:v>8.1769999999999996</c:v>
                </c:pt>
                <c:pt idx="75">
                  <c:v>8.4049999999999994</c:v>
                </c:pt>
                <c:pt idx="76">
                  <c:v>8.0730000000000004</c:v>
                </c:pt>
                <c:pt idx="77">
                  <c:v>7.7712500000000002</c:v>
                </c:pt>
                <c:pt idx="78">
                  <c:v>7.7787499999999996</c:v>
                </c:pt>
                <c:pt idx="79">
                  <c:v>8.0190000000000001</c:v>
                </c:pt>
                <c:pt idx="80">
                  <c:v>7.8250000000000002</c:v>
                </c:pt>
                <c:pt idx="81">
                  <c:v>8.0850000000000009</c:v>
                </c:pt>
                <c:pt idx="82">
                  <c:v>8.3237500000000004</c:v>
                </c:pt>
                <c:pt idx="83">
                  <c:v>8.109</c:v>
                </c:pt>
                <c:pt idx="84">
                  <c:v>7.8649999999999904</c:v>
                </c:pt>
                <c:pt idx="85">
                  <c:v>7.6599999999999904</c:v>
                </c:pt>
                <c:pt idx="86">
                  <c:v>7.6912499999999904</c:v>
                </c:pt>
                <c:pt idx="87">
                  <c:v>7.6050000000000004</c:v>
                </c:pt>
                <c:pt idx="88">
                  <c:v>7.4739999999999904</c:v>
                </c:pt>
                <c:pt idx="89">
                  <c:v>7.3862500000000004</c:v>
                </c:pt>
                <c:pt idx="90">
                  <c:v>7.2949999999999999</c:v>
                </c:pt>
                <c:pt idx="91">
                  <c:v>7.0890000000000004</c:v>
                </c:pt>
                <c:pt idx="92">
                  <c:v>7.0987499999999999</c:v>
                </c:pt>
                <c:pt idx="93">
                  <c:v>7.165</c:v>
                </c:pt>
                <c:pt idx="94">
                  <c:v>7.1660000000000004</c:v>
                </c:pt>
                <c:pt idx="95">
                  <c:v>7.1375000000000002</c:v>
                </c:pt>
                <c:pt idx="96">
                  <c:v>6.9974999999999996</c:v>
                </c:pt>
                <c:pt idx="97">
                  <c:v>6.9720000000000004</c:v>
                </c:pt>
                <c:pt idx="98">
                  <c:v>6.9474999999999998</c:v>
                </c:pt>
                <c:pt idx="99">
                  <c:v>6.7162499999999996</c:v>
                </c:pt>
                <c:pt idx="100">
                  <c:v>6.6950000000000003</c:v>
                </c:pt>
                <c:pt idx="101">
                  <c:v>6.8462500000000004</c:v>
                </c:pt>
                <c:pt idx="102">
                  <c:v>6.7279999999999998</c:v>
                </c:pt>
                <c:pt idx="103">
                  <c:v>6.7662499999999897</c:v>
                </c:pt>
                <c:pt idx="104">
                  <c:v>6.8075000000000001</c:v>
                </c:pt>
                <c:pt idx="105">
                  <c:v>7.0149999999999997</c:v>
                </c:pt>
                <c:pt idx="106">
                  <c:v>6.9109999999999996</c:v>
                </c:pt>
                <c:pt idx="107">
                  <c:v>7.1449999999999996</c:v>
                </c:pt>
                <c:pt idx="108">
                  <c:v>7.55</c:v>
                </c:pt>
                <c:pt idx="109">
                  <c:v>7.6319999999999997</c:v>
                </c:pt>
                <c:pt idx="110">
                  <c:v>7.9424999999999999</c:v>
                </c:pt>
                <c:pt idx="111">
                  <c:v>7.7930000000000001</c:v>
                </c:pt>
                <c:pt idx="112">
                  <c:v>7.89</c:v>
                </c:pt>
                <c:pt idx="113">
                  <c:v>7.7374999999999998</c:v>
                </c:pt>
                <c:pt idx="114">
                  <c:v>7.9119999999999999</c:v>
                </c:pt>
                <c:pt idx="115">
                  <c:v>8.2099999999999902</c:v>
                </c:pt>
                <c:pt idx="116">
                  <c:v>8.3187499999999996</c:v>
                </c:pt>
                <c:pt idx="117">
                  <c:v>8.2349999999999994</c:v>
                </c:pt>
                <c:pt idx="118">
                  <c:v>8.1462500000000002</c:v>
                </c:pt>
                <c:pt idx="119">
                  <c:v>8.5149999999999899</c:v>
                </c:pt>
                <c:pt idx="120">
                  <c:v>8.2729999999999997</c:v>
                </c:pt>
                <c:pt idx="121">
                  <c:v>8.1287500000000001</c:v>
                </c:pt>
                <c:pt idx="122">
                  <c:v>8.0090000000000003</c:v>
                </c:pt>
                <c:pt idx="123">
                  <c:v>7.9</c:v>
                </c:pt>
                <c:pt idx="124">
                  <c:v>7.7887500000000003</c:v>
                </c:pt>
                <c:pt idx="125">
                  <c:v>7.7009999999999899</c:v>
                </c:pt>
                <c:pt idx="126">
                  <c:v>7.3087499999999901</c:v>
                </c:pt>
                <c:pt idx="127">
                  <c:v>7.0075000000000003</c:v>
                </c:pt>
                <c:pt idx="128">
                  <c:v>7.0374999999999996</c:v>
                </c:pt>
                <c:pt idx="129">
                  <c:v>6.9320000000000004</c:v>
                </c:pt>
                <c:pt idx="130">
                  <c:v>7.0525000000000002</c:v>
                </c:pt>
                <c:pt idx="131">
                  <c:v>7.1489999999999903</c:v>
                </c:pt>
                <c:pt idx="132">
                  <c:v>7.13375</c:v>
                </c:pt>
                <c:pt idx="133">
                  <c:v>7.1025</c:v>
                </c:pt>
                <c:pt idx="134">
                  <c:v>6.9249999999999998</c:v>
                </c:pt>
                <c:pt idx="135">
                  <c:v>6.7925000000000004</c:v>
                </c:pt>
                <c:pt idx="136">
                  <c:v>6.58</c:v>
                </c:pt>
                <c:pt idx="137">
                  <c:v>6.6079999999999997</c:v>
                </c:pt>
                <c:pt idx="138">
                  <c:v>7.0025000000000004</c:v>
                </c:pt>
                <c:pt idx="139">
                  <c:v>6.9370000000000003</c:v>
                </c:pt>
                <c:pt idx="140">
                  <c:v>6.7624999999999904</c:v>
                </c:pt>
                <c:pt idx="141">
                  <c:v>6.9924999999999997</c:v>
                </c:pt>
                <c:pt idx="142">
                  <c:v>6.9162499999999998</c:v>
                </c:pt>
                <c:pt idx="143">
                  <c:v>6.7359999999999998</c:v>
                </c:pt>
                <c:pt idx="144">
                  <c:v>6.55</c:v>
                </c:pt>
                <c:pt idx="145">
                  <c:v>6.3724999999999996</c:v>
                </c:pt>
                <c:pt idx="146">
                  <c:v>6.2</c:v>
                </c:pt>
                <c:pt idx="147">
                  <c:v>5.9987500000000002</c:v>
                </c:pt>
                <c:pt idx="148">
                  <c:v>6.0060000000000002</c:v>
                </c:pt>
                <c:pt idx="149">
                  <c:v>5.9524999999999997</c:v>
                </c:pt>
                <c:pt idx="150">
                  <c:v>5.9349999999999996</c:v>
                </c:pt>
                <c:pt idx="151">
                  <c:v>5.8109999999999999</c:v>
                </c:pt>
                <c:pt idx="152">
                  <c:v>5.7487500000000002</c:v>
                </c:pt>
                <c:pt idx="153">
                  <c:v>5.6449999999999996</c:v>
                </c:pt>
                <c:pt idx="154">
                  <c:v>5.7125000000000004</c:v>
                </c:pt>
                <c:pt idx="155">
                  <c:v>5.3940000000000001</c:v>
                </c:pt>
                <c:pt idx="156">
                  <c:v>5.1174999999999997</c:v>
                </c:pt>
                <c:pt idx="157">
                  <c:v>5.609</c:v>
                </c:pt>
                <c:pt idx="158">
                  <c:v>6.2262500000000003</c:v>
                </c:pt>
                <c:pt idx="159">
                  <c:v>6.0412499999999998</c:v>
                </c:pt>
                <c:pt idx="160">
                  <c:v>5.8520000000000003</c:v>
                </c:pt>
                <c:pt idx="161">
                  <c:v>5.8387500000000001</c:v>
                </c:pt>
                <c:pt idx="162">
                  <c:v>5.7959999999999896</c:v>
                </c:pt>
                <c:pt idx="163">
                  <c:v>5.625</c:v>
                </c:pt>
                <c:pt idx="164">
                  <c:v>5.5475000000000003</c:v>
                </c:pt>
                <c:pt idx="165">
                  <c:v>5.375</c:v>
                </c:pt>
                <c:pt idx="166">
                  <c:v>5.8262499999999902</c:v>
                </c:pt>
                <c:pt idx="167">
                  <c:v>6.18874999999999</c:v>
                </c:pt>
                <c:pt idx="168">
                  <c:v>6.1769999999999996</c:v>
                </c:pt>
                <c:pt idx="169">
                  <c:v>5.9175000000000004</c:v>
                </c:pt>
                <c:pt idx="170">
                  <c:v>5.7862499999999999</c:v>
                </c:pt>
                <c:pt idx="171">
                  <c:v>5.6890000000000001</c:v>
                </c:pt>
                <c:pt idx="172">
                  <c:v>5.6349999999999998</c:v>
                </c:pt>
                <c:pt idx="173">
                  <c:v>5.6362500000000004</c:v>
                </c:pt>
                <c:pt idx="174">
                  <c:v>5.6569999999999903</c:v>
                </c:pt>
                <c:pt idx="175">
                  <c:v>5.6224999999999996</c:v>
                </c:pt>
                <c:pt idx="176">
                  <c:v>5.5587499999999999</c:v>
                </c:pt>
                <c:pt idx="177">
                  <c:v>5.8479999999999999</c:v>
                </c:pt>
                <c:pt idx="178">
                  <c:v>5.7612500000000004</c:v>
                </c:pt>
                <c:pt idx="179">
                  <c:v>5.62</c:v>
                </c:pt>
                <c:pt idx="180">
                  <c:v>5.4769999999999897</c:v>
                </c:pt>
                <c:pt idx="181">
                  <c:v>5.5762499999999999</c:v>
                </c:pt>
                <c:pt idx="182">
                  <c:v>5.6829999999999998</c:v>
                </c:pt>
                <c:pt idx="183">
                  <c:v>5.6837499999999999</c:v>
                </c:pt>
                <c:pt idx="184">
                  <c:v>5.9462499999999903</c:v>
                </c:pt>
                <c:pt idx="185">
                  <c:v>6.2009999999999996</c:v>
                </c:pt>
                <c:pt idx="186">
                  <c:v>6.1624999999999996</c:v>
                </c:pt>
                <c:pt idx="187">
                  <c:v>6.0262500000000001</c:v>
                </c:pt>
                <c:pt idx="188">
                  <c:v>6.14</c:v>
                </c:pt>
                <c:pt idx="189">
                  <c:v>6.2240000000000002</c:v>
                </c:pt>
                <c:pt idx="190">
                  <c:v>6.4012500000000001</c:v>
                </c:pt>
                <c:pt idx="191">
                  <c:v>6.4819999999999904</c:v>
                </c:pt>
                <c:pt idx="192">
                  <c:v>6.56</c:v>
                </c:pt>
                <c:pt idx="193">
                  <c:v>6.6312499999999996</c:v>
                </c:pt>
                <c:pt idx="194">
                  <c:v>6.3639999999999999</c:v>
                </c:pt>
                <c:pt idx="195">
                  <c:v>6.2649999999999997</c:v>
                </c:pt>
                <c:pt idx="196">
                  <c:v>6.2137500000000001</c:v>
                </c:pt>
                <c:pt idx="197">
                  <c:v>6.11</c:v>
                </c:pt>
                <c:pt idx="198">
                  <c:v>5.9912499999999902</c:v>
                </c:pt>
                <c:pt idx="199">
                  <c:v>6.0919999999999996</c:v>
                </c:pt>
                <c:pt idx="200">
                  <c:v>6.09499999999999</c:v>
                </c:pt>
                <c:pt idx="201">
                  <c:v>6.0062499999999996</c:v>
                </c:pt>
                <c:pt idx="202">
                  <c:v>6.0425000000000004</c:v>
                </c:pt>
                <c:pt idx="203">
                  <c:v>6.1219999999999999</c:v>
                </c:pt>
                <c:pt idx="204">
                  <c:v>6.5137499999999999</c:v>
                </c:pt>
                <c:pt idx="205">
                  <c:v>6.5449999999999999</c:v>
                </c:pt>
                <c:pt idx="206">
                  <c:v>6.4219999999999997</c:v>
                </c:pt>
                <c:pt idx="207">
                  <c:v>6.2575000000000003</c:v>
                </c:pt>
                <c:pt idx="208">
                  <c:v>6.2169999999999996</c:v>
                </c:pt>
                <c:pt idx="209">
                  <c:v>6.0574999999999903</c:v>
                </c:pt>
                <c:pt idx="210">
                  <c:v>5.9574999999999996</c:v>
                </c:pt>
                <c:pt idx="211">
                  <c:v>5.6180000000000003</c:v>
                </c:pt>
                <c:pt idx="212">
                  <c:v>5.7862499999999999</c:v>
                </c:pt>
                <c:pt idx="213">
                  <c:v>5.8387500000000001</c:v>
                </c:pt>
                <c:pt idx="214">
                  <c:v>5.8010000000000002</c:v>
                </c:pt>
                <c:pt idx="215">
                  <c:v>5.9050000000000002</c:v>
                </c:pt>
                <c:pt idx="216">
                  <c:v>6.2324999999999999</c:v>
                </c:pt>
                <c:pt idx="217">
                  <c:v>6.3310000000000004</c:v>
                </c:pt>
                <c:pt idx="218">
                  <c:v>6.3962499999999904</c:v>
                </c:pt>
                <c:pt idx="219">
                  <c:v>5.9562499999999998</c:v>
                </c:pt>
                <c:pt idx="220">
                  <c:v>6.1050000000000004</c:v>
                </c:pt>
                <c:pt idx="221">
                  <c:v>6.0125000000000002</c:v>
                </c:pt>
                <c:pt idx="222">
                  <c:v>5.2159999999999904</c:v>
                </c:pt>
                <c:pt idx="223">
                  <c:v>4.9662499999999996</c:v>
                </c:pt>
                <c:pt idx="224">
                  <c:v>5.0612500000000002</c:v>
                </c:pt>
                <c:pt idx="225">
                  <c:v>4.9275000000000002</c:v>
                </c:pt>
                <c:pt idx="226">
                  <c:v>4.7300000000000004</c:v>
                </c:pt>
                <c:pt idx="227">
                  <c:v>4.7762500000000001</c:v>
                </c:pt>
                <c:pt idx="228">
                  <c:v>5.3449999999999998</c:v>
                </c:pt>
                <c:pt idx="229">
                  <c:v>5.1470000000000002</c:v>
                </c:pt>
                <c:pt idx="230">
                  <c:v>5.1112500000000001</c:v>
                </c:pt>
                <c:pt idx="231">
                  <c:v>4.9539999999999997</c:v>
                </c:pt>
                <c:pt idx="232">
                  <c:v>4.88</c:v>
                </c:pt>
                <c:pt idx="233">
                  <c:v>4.8</c:v>
                </c:pt>
                <c:pt idx="234">
                  <c:v>4.8550000000000004</c:v>
                </c:pt>
                <c:pt idx="235">
                  <c:v>4.9487500000000004</c:v>
                </c:pt>
                <c:pt idx="236">
                  <c:v>4.9149999999999903</c:v>
                </c:pt>
                <c:pt idx="237">
                  <c:v>4.91</c:v>
                </c:pt>
                <c:pt idx="238">
                  <c:v>5.0149999999999997</c:v>
                </c:pt>
                <c:pt idx="239">
                  <c:v>4.8125</c:v>
                </c:pt>
                <c:pt idx="240">
                  <c:v>4.6359999999999904</c:v>
                </c:pt>
                <c:pt idx="241">
                  <c:v>4.4849999999999897</c:v>
                </c:pt>
                <c:pt idx="242">
                  <c:v>4.3525</c:v>
                </c:pt>
                <c:pt idx="243">
                  <c:v>4.2759999999999998</c:v>
                </c:pt>
                <c:pt idx="244">
                  <c:v>4.1749999999999998</c:v>
                </c:pt>
                <c:pt idx="245">
                  <c:v>4.2562499999999996</c:v>
                </c:pt>
                <c:pt idx="246">
                  <c:v>4.6489999999999903</c:v>
                </c:pt>
                <c:pt idx="247">
                  <c:v>4.6987500000000004</c:v>
                </c:pt>
                <c:pt idx="248">
                  <c:v>4.8775000000000004</c:v>
                </c:pt>
                <c:pt idx="249">
                  <c:v>4.7610000000000001</c:v>
                </c:pt>
                <c:pt idx="250">
                  <c:v>4.75875</c:v>
                </c:pt>
                <c:pt idx="251">
                  <c:v>4.5625</c:v>
                </c:pt>
                <c:pt idx="252">
                  <c:v>4.4349999999999996</c:v>
                </c:pt>
                <c:pt idx="253">
                  <c:v>4.4762499999999896</c:v>
                </c:pt>
                <c:pt idx="254">
                  <c:v>4.1900000000000004</c:v>
                </c:pt>
                <c:pt idx="255">
                  <c:v>4.0025000000000004</c:v>
                </c:pt>
                <c:pt idx="256">
                  <c:v>4.0175000000000001</c:v>
                </c:pt>
                <c:pt idx="257">
                  <c:v>3.919</c:v>
                </c:pt>
                <c:pt idx="258">
                  <c:v>3.8787500000000001</c:v>
                </c:pt>
                <c:pt idx="259">
                  <c:v>3.8525</c:v>
                </c:pt>
                <c:pt idx="260">
                  <c:v>3.8420000000000001</c:v>
                </c:pt>
                <c:pt idx="261">
                  <c:v>3.9112499999999999</c:v>
                </c:pt>
                <c:pt idx="262">
                  <c:v>3.8412500000000001</c:v>
                </c:pt>
                <c:pt idx="263">
                  <c:v>3.738</c:v>
                </c:pt>
                <c:pt idx="264">
                  <c:v>3.6</c:v>
                </c:pt>
                <c:pt idx="265">
                  <c:v>3.4812500000000002</c:v>
                </c:pt>
                <c:pt idx="266">
                  <c:v>3.512</c:v>
                </c:pt>
                <c:pt idx="267">
                  <c:v>3.4037500000000001</c:v>
                </c:pt>
                <c:pt idx="268">
                  <c:v>3.3039999999999998</c:v>
                </c:pt>
                <c:pt idx="269">
                  <c:v>3.2737500000000002</c:v>
                </c:pt>
                <c:pt idx="270">
                  <c:v>3.27</c:v>
                </c:pt>
                <c:pt idx="271">
                  <c:v>3.339</c:v>
                </c:pt>
                <c:pt idx="272">
                  <c:v>3.4824999999999999</c:v>
                </c:pt>
                <c:pt idx="273">
                  <c:v>3.50875</c:v>
                </c:pt>
                <c:pt idx="274">
                  <c:v>3.3887499999999999</c:v>
                </c:pt>
                <c:pt idx="275">
                  <c:v>3.4660000000000002</c:v>
                </c:pt>
                <c:pt idx="276">
                  <c:v>4.0075000000000003</c:v>
                </c:pt>
                <c:pt idx="277">
                  <c:v>4.3090000000000002</c:v>
                </c:pt>
                <c:pt idx="278">
                  <c:v>4.4037499999999996</c:v>
                </c:pt>
                <c:pt idx="279">
                  <c:v>4.4212499999999997</c:v>
                </c:pt>
                <c:pt idx="280">
                  <c:v>4.1219999999999999</c:v>
                </c:pt>
                <c:pt idx="281">
                  <c:v>4.1862499999999896</c:v>
                </c:pt>
                <c:pt idx="282">
                  <c:v>4.37</c:v>
                </c:pt>
                <c:pt idx="283">
                  <c:v>4.3620000000000001</c:v>
                </c:pt>
                <c:pt idx="284">
                  <c:v>4.2274999999999903</c:v>
                </c:pt>
                <c:pt idx="285">
                  <c:v>4.2487500000000002</c:v>
                </c:pt>
                <c:pt idx="286">
                  <c:v>4.2479999999999896</c:v>
                </c:pt>
                <c:pt idx="287">
                  <c:v>4.0674999999999999</c:v>
                </c:pt>
                <c:pt idx="288">
                  <c:v>4.05</c:v>
                </c:pt>
                <c:pt idx="289">
                  <c:v>4.03</c:v>
                </c:pt>
                <c:pt idx="290">
                  <c:v>4.00875</c:v>
                </c:pt>
                <c:pt idx="291">
                  <c:v>4.0374999999999996</c:v>
                </c:pt>
                <c:pt idx="292">
                  <c:v>3.9060000000000001</c:v>
                </c:pt>
                <c:pt idx="293">
                  <c:v>3.8725000000000001</c:v>
                </c:pt>
                <c:pt idx="294">
                  <c:v>3.754</c:v>
                </c:pt>
                <c:pt idx="295">
                  <c:v>3.5762499999999999</c:v>
                </c:pt>
                <c:pt idx="296">
                  <c:v>3.61625</c:v>
                </c:pt>
                <c:pt idx="297">
                  <c:v>3.67</c:v>
                </c:pt>
                <c:pt idx="298">
                  <c:v>3.577</c:v>
                </c:pt>
                <c:pt idx="299">
                  <c:v>3.7462499999999999</c:v>
                </c:pt>
                <c:pt idx="300">
                  <c:v>3.895</c:v>
                </c:pt>
                <c:pt idx="301">
                  <c:v>3.9460000000000002</c:v>
                </c:pt>
                <c:pt idx="302">
                  <c:v>3.8050000000000002</c:v>
                </c:pt>
                <c:pt idx="303">
                  <c:v>3.7869999999999999</c:v>
                </c:pt>
                <c:pt idx="304">
                  <c:v>3.6825000000000001</c:v>
                </c:pt>
                <c:pt idx="305">
                  <c:v>3.8487499999999999</c:v>
                </c:pt>
                <c:pt idx="306">
                  <c:v>3.8639999999999999</c:v>
                </c:pt>
                <c:pt idx="307">
                  <c:v>3.7725</c:v>
                </c:pt>
                <c:pt idx="308">
                  <c:v>3.5474999999999999</c:v>
                </c:pt>
                <c:pt idx="309">
                  <c:v>3.569</c:v>
                </c:pt>
                <c:pt idx="310">
                  <c:v>3.4925000000000002</c:v>
                </c:pt>
                <c:pt idx="311">
                  <c:v>3.4874999999999998</c:v>
                </c:pt>
                <c:pt idx="312">
                  <c:v>3.448</c:v>
                </c:pt>
                <c:pt idx="313">
                  <c:v>3.3149999999999999</c:v>
                </c:pt>
                <c:pt idx="314">
                  <c:v>3.32</c:v>
                </c:pt>
                <c:pt idx="315">
                  <c:v>3.3475000000000001</c:v>
                </c:pt>
                <c:pt idx="316">
                  <c:v>3.3574999999999999</c:v>
                </c:pt>
                <c:pt idx="317">
                  <c:v>3.7069999999999901</c:v>
                </c:pt>
                <c:pt idx="318">
                  <c:v>4.1025</c:v>
                </c:pt>
                <c:pt idx="319">
                  <c:v>4.0187499999999998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GNMA Rate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Sheet1!$A$2:$A$321</c:f>
              <c:numCache>
                <c:formatCode>m/d/yyyy</c:formatCode>
                <c:ptCount val="320"/>
                <c:pt idx="0">
                  <c:v>33025</c:v>
                </c:pt>
                <c:pt idx="1">
                  <c:v>33055</c:v>
                </c:pt>
                <c:pt idx="2">
                  <c:v>33086</c:v>
                </c:pt>
                <c:pt idx="3">
                  <c:v>33117</c:v>
                </c:pt>
                <c:pt idx="4">
                  <c:v>33147</c:v>
                </c:pt>
                <c:pt idx="5">
                  <c:v>33178</c:v>
                </c:pt>
                <c:pt idx="6">
                  <c:v>33208</c:v>
                </c:pt>
                <c:pt idx="7">
                  <c:v>33239</c:v>
                </c:pt>
                <c:pt idx="8">
                  <c:v>33270</c:v>
                </c:pt>
                <c:pt idx="9">
                  <c:v>33298</c:v>
                </c:pt>
                <c:pt idx="10">
                  <c:v>33329</c:v>
                </c:pt>
                <c:pt idx="11">
                  <c:v>33359</c:v>
                </c:pt>
                <c:pt idx="12">
                  <c:v>33390</c:v>
                </c:pt>
                <c:pt idx="13">
                  <c:v>33420</c:v>
                </c:pt>
                <c:pt idx="14">
                  <c:v>33451</c:v>
                </c:pt>
                <c:pt idx="15">
                  <c:v>33482</c:v>
                </c:pt>
                <c:pt idx="16">
                  <c:v>33512</c:v>
                </c:pt>
                <c:pt idx="17">
                  <c:v>33543</c:v>
                </c:pt>
                <c:pt idx="18">
                  <c:v>33573</c:v>
                </c:pt>
                <c:pt idx="19">
                  <c:v>33604</c:v>
                </c:pt>
                <c:pt idx="20">
                  <c:v>33635</c:v>
                </c:pt>
                <c:pt idx="21">
                  <c:v>33664</c:v>
                </c:pt>
                <c:pt idx="22">
                  <c:v>33695</c:v>
                </c:pt>
                <c:pt idx="23">
                  <c:v>33725</c:v>
                </c:pt>
                <c:pt idx="24">
                  <c:v>33756</c:v>
                </c:pt>
                <c:pt idx="25">
                  <c:v>33786</c:v>
                </c:pt>
                <c:pt idx="26">
                  <c:v>33817</c:v>
                </c:pt>
                <c:pt idx="27">
                  <c:v>33848</c:v>
                </c:pt>
                <c:pt idx="28">
                  <c:v>33878</c:v>
                </c:pt>
                <c:pt idx="29">
                  <c:v>33909</c:v>
                </c:pt>
                <c:pt idx="30">
                  <c:v>33939</c:v>
                </c:pt>
                <c:pt idx="31">
                  <c:v>33970</c:v>
                </c:pt>
                <c:pt idx="32">
                  <c:v>34001</c:v>
                </c:pt>
                <c:pt idx="33">
                  <c:v>34029</c:v>
                </c:pt>
                <c:pt idx="34">
                  <c:v>34060</c:v>
                </c:pt>
                <c:pt idx="35">
                  <c:v>34090</c:v>
                </c:pt>
                <c:pt idx="36">
                  <c:v>34121</c:v>
                </c:pt>
                <c:pt idx="37">
                  <c:v>34151</c:v>
                </c:pt>
                <c:pt idx="38">
                  <c:v>34182</c:v>
                </c:pt>
                <c:pt idx="39">
                  <c:v>34213</c:v>
                </c:pt>
                <c:pt idx="40">
                  <c:v>34243</c:v>
                </c:pt>
                <c:pt idx="41">
                  <c:v>34274</c:v>
                </c:pt>
                <c:pt idx="42">
                  <c:v>34304</c:v>
                </c:pt>
                <c:pt idx="43">
                  <c:v>34335</c:v>
                </c:pt>
                <c:pt idx="44">
                  <c:v>34366</c:v>
                </c:pt>
                <c:pt idx="45">
                  <c:v>34394</c:v>
                </c:pt>
                <c:pt idx="46">
                  <c:v>34425</c:v>
                </c:pt>
                <c:pt idx="47">
                  <c:v>34455</c:v>
                </c:pt>
                <c:pt idx="48">
                  <c:v>34486</c:v>
                </c:pt>
                <c:pt idx="49">
                  <c:v>34516</c:v>
                </c:pt>
                <c:pt idx="50">
                  <c:v>34547</c:v>
                </c:pt>
                <c:pt idx="51">
                  <c:v>34578</c:v>
                </c:pt>
                <c:pt idx="52">
                  <c:v>34608</c:v>
                </c:pt>
                <c:pt idx="53">
                  <c:v>34639</c:v>
                </c:pt>
                <c:pt idx="54">
                  <c:v>34669</c:v>
                </c:pt>
                <c:pt idx="55">
                  <c:v>34700</c:v>
                </c:pt>
                <c:pt idx="56">
                  <c:v>34731</c:v>
                </c:pt>
                <c:pt idx="57">
                  <c:v>34759</c:v>
                </c:pt>
                <c:pt idx="58">
                  <c:v>34790</c:v>
                </c:pt>
                <c:pt idx="59">
                  <c:v>34820</c:v>
                </c:pt>
                <c:pt idx="60">
                  <c:v>34851</c:v>
                </c:pt>
                <c:pt idx="61">
                  <c:v>34881</c:v>
                </c:pt>
                <c:pt idx="62">
                  <c:v>34912</c:v>
                </c:pt>
                <c:pt idx="63">
                  <c:v>34943</c:v>
                </c:pt>
                <c:pt idx="64">
                  <c:v>34973</c:v>
                </c:pt>
                <c:pt idx="65">
                  <c:v>35004</c:v>
                </c:pt>
                <c:pt idx="66">
                  <c:v>35034</c:v>
                </c:pt>
                <c:pt idx="67">
                  <c:v>35065</c:v>
                </c:pt>
                <c:pt idx="68">
                  <c:v>35096</c:v>
                </c:pt>
                <c:pt idx="69">
                  <c:v>35125</c:v>
                </c:pt>
                <c:pt idx="70">
                  <c:v>35156</c:v>
                </c:pt>
                <c:pt idx="71">
                  <c:v>35186</c:v>
                </c:pt>
                <c:pt idx="72">
                  <c:v>35217</c:v>
                </c:pt>
                <c:pt idx="73">
                  <c:v>35247</c:v>
                </c:pt>
                <c:pt idx="74">
                  <c:v>35278</c:v>
                </c:pt>
                <c:pt idx="75">
                  <c:v>35309</c:v>
                </c:pt>
                <c:pt idx="76">
                  <c:v>35339</c:v>
                </c:pt>
                <c:pt idx="77">
                  <c:v>35370</c:v>
                </c:pt>
                <c:pt idx="78">
                  <c:v>35400</c:v>
                </c:pt>
                <c:pt idx="79">
                  <c:v>35431</c:v>
                </c:pt>
                <c:pt idx="80">
                  <c:v>35462</c:v>
                </c:pt>
                <c:pt idx="81">
                  <c:v>35490</c:v>
                </c:pt>
                <c:pt idx="82">
                  <c:v>35521</c:v>
                </c:pt>
                <c:pt idx="83">
                  <c:v>35551</c:v>
                </c:pt>
                <c:pt idx="84">
                  <c:v>35582</c:v>
                </c:pt>
                <c:pt idx="85">
                  <c:v>35612</c:v>
                </c:pt>
                <c:pt idx="86">
                  <c:v>35643</c:v>
                </c:pt>
                <c:pt idx="87">
                  <c:v>35674</c:v>
                </c:pt>
                <c:pt idx="88">
                  <c:v>35704</c:v>
                </c:pt>
                <c:pt idx="89">
                  <c:v>35735</c:v>
                </c:pt>
                <c:pt idx="90">
                  <c:v>35765</c:v>
                </c:pt>
                <c:pt idx="91">
                  <c:v>35796</c:v>
                </c:pt>
                <c:pt idx="92">
                  <c:v>35827</c:v>
                </c:pt>
                <c:pt idx="93">
                  <c:v>35855</c:v>
                </c:pt>
                <c:pt idx="94">
                  <c:v>35886</c:v>
                </c:pt>
                <c:pt idx="95">
                  <c:v>35916</c:v>
                </c:pt>
                <c:pt idx="96">
                  <c:v>35947</c:v>
                </c:pt>
                <c:pt idx="97">
                  <c:v>35977</c:v>
                </c:pt>
                <c:pt idx="98">
                  <c:v>36008</c:v>
                </c:pt>
                <c:pt idx="99">
                  <c:v>36039</c:v>
                </c:pt>
                <c:pt idx="100">
                  <c:v>36069</c:v>
                </c:pt>
                <c:pt idx="101">
                  <c:v>36100</c:v>
                </c:pt>
                <c:pt idx="102">
                  <c:v>36130</c:v>
                </c:pt>
                <c:pt idx="103">
                  <c:v>36161</c:v>
                </c:pt>
                <c:pt idx="104">
                  <c:v>36192</c:v>
                </c:pt>
                <c:pt idx="105">
                  <c:v>36220</c:v>
                </c:pt>
                <c:pt idx="106">
                  <c:v>36251</c:v>
                </c:pt>
                <c:pt idx="107">
                  <c:v>36281</c:v>
                </c:pt>
                <c:pt idx="108">
                  <c:v>36312</c:v>
                </c:pt>
                <c:pt idx="109">
                  <c:v>36342</c:v>
                </c:pt>
                <c:pt idx="110">
                  <c:v>36373</c:v>
                </c:pt>
                <c:pt idx="111">
                  <c:v>36404</c:v>
                </c:pt>
                <c:pt idx="112">
                  <c:v>36434</c:v>
                </c:pt>
                <c:pt idx="113">
                  <c:v>36465</c:v>
                </c:pt>
                <c:pt idx="114">
                  <c:v>36495</c:v>
                </c:pt>
                <c:pt idx="115">
                  <c:v>36526</c:v>
                </c:pt>
                <c:pt idx="116">
                  <c:v>36557</c:v>
                </c:pt>
                <c:pt idx="117">
                  <c:v>36586</c:v>
                </c:pt>
                <c:pt idx="118">
                  <c:v>36617</c:v>
                </c:pt>
                <c:pt idx="119">
                  <c:v>36647</c:v>
                </c:pt>
                <c:pt idx="120">
                  <c:v>36678</c:v>
                </c:pt>
                <c:pt idx="121">
                  <c:v>36708</c:v>
                </c:pt>
                <c:pt idx="122">
                  <c:v>36739</c:v>
                </c:pt>
                <c:pt idx="123">
                  <c:v>36770</c:v>
                </c:pt>
                <c:pt idx="124">
                  <c:v>36800</c:v>
                </c:pt>
                <c:pt idx="125">
                  <c:v>36831</c:v>
                </c:pt>
                <c:pt idx="126">
                  <c:v>36861</c:v>
                </c:pt>
                <c:pt idx="127">
                  <c:v>36892</c:v>
                </c:pt>
                <c:pt idx="128">
                  <c:v>36923</c:v>
                </c:pt>
                <c:pt idx="129">
                  <c:v>36951</c:v>
                </c:pt>
                <c:pt idx="130">
                  <c:v>36982</c:v>
                </c:pt>
                <c:pt idx="131">
                  <c:v>37012</c:v>
                </c:pt>
                <c:pt idx="132">
                  <c:v>37043</c:v>
                </c:pt>
                <c:pt idx="133">
                  <c:v>37073</c:v>
                </c:pt>
                <c:pt idx="134">
                  <c:v>37104</c:v>
                </c:pt>
                <c:pt idx="135">
                  <c:v>37135</c:v>
                </c:pt>
                <c:pt idx="136">
                  <c:v>37165</c:v>
                </c:pt>
                <c:pt idx="137">
                  <c:v>37196</c:v>
                </c:pt>
                <c:pt idx="138">
                  <c:v>37226</c:v>
                </c:pt>
                <c:pt idx="139">
                  <c:v>37257</c:v>
                </c:pt>
                <c:pt idx="140">
                  <c:v>37288</c:v>
                </c:pt>
                <c:pt idx="141">
                  <c:v>37316</c:v>
                </c:pt>
                <c:pt idx="142">
                  <c:v>37347</c:v>
                </c:pt>
                <c:pt idx="143">
                  <c:v>37377</c:v>
                </c:pt>
                <c:pt idx="144">
                  <c:v>37408</c:v>
                </c:pt>
                <c:pt idx="145">
                  <c:v>37438</c:v>
                </c:pt>
                <c:pt idx="146">
                  <c:v>37469</c:v>
                </c:pt>
                <c:pt idx="147">
                  <c:v>37500</c:v>
                </c:pt>
                <c:pt idx="148">
                  <c:v>37530</c:v>
                </c:pt>
                <c:pt idx="149">
                  <c:v>37561</c:v>
                </c:pt>
                <c:pt idx="150">
                  <c:v>37591</c:v>
                </c:pt>
                <c:pt idx="151">
                  <c:v>37622</c:v>
                </c:pt>
                <c:pt idx="152">
                  <c:v>37653</c:v>
                </c:pt>
                <c:pt idx="153">
                  <c:v>37681</c:v>
                </c:pt>
                <c:pt idx="154">
                  <c:v>37712</c:v>
                </c:pt>
                <c:pt idx="155">
                  <c:v>37742</c:v>
                </c:pt>
                <c:pt idx="156">
                  <c:v>37773</c:v>
                </c:pt>
                <c:pt idx="157">
                  <c:v>37803</c:v>
                </c:pt>
                <c:pt idx="158">
                  <c:v>37834</c:v>
                </c:pt>
                <c:pt idx="159">
                  <c:v>37865</c:v>
                </c:pt>
                <c:pt idx="160">
                  <c:v>37895</c:v>
                </c:pt>
                <c:pt idx="161">
                  <c:v>37926</c:v>
                </c:pt>
                <c:pt idx="162">
                  <c:v>37956</c:v>
                </c:pt>
                <c:pt idx="163">
                  <c:v>37987</c:v>
                </c:pt>
                <c:pt idx="164">
                  <c:v>38018</c:v>
                </c:pt>
                <c:pt idx="165">
                  <c:v>38047</c:v>
                </c:pt>
                <c:pt idx="166">
                  <c:v>38078</c:v>
                </c:pt>
                <c:pt idx="167">
                  <c:v>38108</c:v>
                </c:pt>
                <c:pt idx="168">
                  <c:v>38139</c:v>
                </c:pt>
                <c:pt idx="169">
                  <c:v>38169</c:v>
                </c:pt>
                <c:pt idx="170">
                  <c:v>38200</c:v>
                </c:pt>
                <c:pt idx="171">
                  <c:v>38231</c:v>
                </c:pt>
                <c:pt idx="172">
                  <c:v>38261</c:v>
                </c:pt>
                <c:pt idx="173">
                  <c:v>38292</c:v>
                </c:pt>
                <c:pt idx="174">
                  <c:v>38322</c:v>
                </c:pt>
                <c:pt idx="175">
                  <c:v>38353</c:v>
                </c:pt>
                <c:pt idx="176">
                  <c:v>38384</c:v>
                </c:pt>
                <c:pt idx="177">
                  <c:v>38412</c:v>
                </c:pt>
                <c:pt idx="178">
                  <c:v>38443</c:v>
                </c:pt>
                <c:pt idx="179">
                  <c:v>38473</c:v>
                </c:pt>
                <c:pt idx="180">
                  <c:v>38504</c:v>
                </c:pt>
                <c:pt idx="181">
                  <c:v>38534</c:v>
                </c:pt>
                <c:pt idx="182">
                  <c:v>38565</c:v>
                </c:pt>
                <c:pt idx="183">
                  <c:v>38596</c:v>
                </c:pt>
                <c:pt idx="184">
                  <c:v>38626</c:v>
                </c:pt>
                <c:pt idx="185">
                  <c:v>38657</c:v>
                </c:pt>
                <c:pt idx="186">
                  <c:v>38687</c:v>
                </c:pt>
                <c:pt idx="187">
                  <c:v>38718</c:v>
                </c:pt>
                <c:pt idx="188">
                  <c:v>38749</c:v>
                </c:pt>
                <c:pt idx="189">
                  <c:v>38777</c:v>
                </c:pt>
                <c:pt idx="190">
                  <c:v>38808</c:v>
                </c:pt>
                <c:pt idx="191">
                  <c:v>38838</c:v>
                </c:pt>
                <c:pt idx="192">
                  <c:v>38869</c:v>
                </c:pt>
                <c:pt idx="193">
                  <c:v>38899</c:v>
                </c:pt>
                <c:pt idx="194">
                  <c:v>38930</c:v>
                </c:pt>
                <c:pt idx="195">
                  <c:v>38961</c:v>
                </c:pt>
                <c:pt idx="196">
                  <c:v>38991</c:v>
                </c:pt>
                <c:pt idx="197">
                  <c:v>39022</c:v>
                </c:pt>
                <c:pt idx="198">
                  <c:v>39052</c:v>
                </c:pt>
                <c:pt idx="199">
                  <c:v>39083</c:v>
                </c:pt>
                <c:pt idx="200">
                  <c:v>39114</c:v>
                </c:pt>
                <c:pt idx="201">
                  <c:v>39142</c:v>
                </c:pt>
                <c:pt idx="202">
                  <c:v>39173</c:v>
                </c:pt>
                <c:pt idx="203">
                  <c:v>39203</c:v>
                </c:pt>
                <c:pt idx="204">
                  <c:v>39234</c:v>
                </c:pt>
                <c:pt idx="205">
                  <c:v>39264</c:v>
                </c:pt>
                <c:pt idx="206">
                  <c:v>39295</c:v>
                </c:pt>
                <c:pt idx="207">
                  <c:v>39326</c:v>
                </c:pt>
                <c:pt idx="208">
                  <c:v>39356</c:v>
                </c:pt>
                <c:pt idx="209">
                  <c:v>39387</c:v>
                </c:pt>
                <c:pt idx="210">
                  <c:v>39417</c:v>
                </c:pt>
                <c:pt idx="211">
                  <c:v>39448</c:v>
                </c:pt>
                <c:pt idx="212">
                  <c:v>39479</c:v>
                </c:pt>
                <c:pt idx="213">
                  <c:v>39508</c:v>
                </c:pt>
                <c:pt idx="214">
                  <c:v>39539</c:v>
                </c:pt>
                <c:pt idx="215">
                  <c:v>39569</c:v>
                </c:pt>
                <c:pt idx="216">
                  <c:v>39600</c:v>
                </c:pt>
                <c:pt idx="217">
                  <c:v>39630</c:v>
                </c:pt>
                <c:pt idx="218">
                  <c:v>39661</c:v>
                </c:pt>
                <c:pt idx="219">
                  <c:v>39692</c:v>
                </c:pt>
                <c:pt idx="220">
                  <c:v>39722</c:v>
                </c:pt>
                <c:pt idx="221">
                  <c:v>39753</c:v>
                </c:pt>
                <c:pt idx="222">
                  <c:v>39783</c:v>
                </c:pt>
                <c:pt idx="223">
                  <c:v>39814</c:v>
                </c:pt>
                <c:pt idx="224">
                  <c:v>39845</c:v>
                </c:pt>
                <c:pt idx="225">
                  <c:v>39873</c:v>
                </c:pt>
                <c:pt idx="226">
                  <c:v>39904</c:v>
                </c:pt>
                <c:pt idx="227">
                  <c:v>39934</c:v>
                </c:pt>
                <c:pt idx="228">
                  <c:v>39965</c:v>
                </c:pt>
                <c:pt idx="229">
                  <c:v>39995</c:v>
                </c:pt>
                <c:pt idx="230">
                  <c:v>40026</c:v>
                </c:pt>
                <c:pt idx="231">
                  <c:v>40057</c:v>
                </c:pt>
                <c:pt idx="232">
                  <c:v>40087</c:v>
                </c:pt>
                <c:pt idx="233">
                  <c:v>40118</c:v>
                </c:pt>
                <c:pt idx="234">
                  <c:v>40148</c:v>
                </c:pt>
                <c:pt idx="235">
                  <c:v>40179</c:v>
                </c:pt>
                <c:pt idx="236">
                  <c:v>40210</c:v>
                </c:pt>
                <c:pt idx="237">
                  <c:v>40238</c:v>
                </c:pt>
                <c:pt idx="238">
                  <c:v>40269</c:v>
                </c:pt>
                <c:pt idx="239">
                  <c:v>40299</c:v>
                </c:pt>
                <c:pt idx="240">
                  <c:v>40330</c:v>
                </c:pt>
                <c:pt idx="241">
                  <c:v>40360</c:v>
                </c:pt>
                <c:pt idx="242">
                  <c:v>40391</c:v>
                </c:pt>
                <c:pt idx="243">
                  <c:v>40422</c:v>
                </c:pt>
                <c:pt idx="244">
                  <c:v>40452</c:v>
                </c:pt>
                <c:pt idx="245">
                  <c:v>40483</c:v>
                </c:pt>
                <c:pt idx="246">
                  <c:v>40513</c:v>
                </c:pt>
                <c:pt idx="247">
                  <c:v>40544</c:v>
                </c:pt>
                <c:pt idx="248">
                  <c:v>40575</c:v>
                </c:pt>
                <c:pt idx="249">
                  <c:v>40603</c:v>
                </c:pt>
                <c:pt idx="250">
                  <c:v>40634</c:v>
                </c:pt>
                <c:pt idx="251">
                  <c:v>40664</c:v>
                </c:pt>
                <c:pt idx="252">
                  <c:v>40695</c:v>
                </c:pt>
                <c:pt idx="253">
                  <c:v>40725</c:v>
                </c:pt>
                <c:pt idx="254">
                  <c:v>40756</c:v>
                </c:pt>
                <c:pt idx="255">
                  <c:v>40787</c:v>
                </c:pt>
                <c:pt idx="256">
                  <c:v>40817</c:v>
                </c:pt>
                <c:pt idx="257">
                  <c:v>40848</c:v>
                </c:pt>
                <c:pt idx="258">
                  <c:v>40878</c:v>
                </c:pt>
                <c:pt idx="259">
                  <c:v>40909</c:v>
                </c:pt>
                <c:pt idx="260">
                  <c:v>40940</c:v>
                </c:pt>
                <c:pt idx="261">
                  <c:v>40969</c:v>
                </c:pt>
                <c:pt idx="262">
                  <c:v>41000</c:v>
                </c:pt>
                <c:pt idx="263">
                  <c:v>41030</c:v>
                </c:pt>
                <c:pt idx="264">
                  <c:v>41061</c:v>
                </c:pt>
                <c:pt idx="265">
                  <c:v>41091</c:v>
                </c:pt>
                <c:pt idx="266">
                  <c:v>41122</c:v>
                </c:pt>
                <c:pt idx="267">
                  <c:v>41153</c:v>
                </c:pt>
                <c:pt idx="268">
                  <c:v>41183</c:v>
                </c:pt>
                <c:pt idx="269">
                  <c:v>41214</c:v>
                </c:pt>
                <c:pt idx="270">
                  <c:v>41244</c:v>
                </c:pt>
                <c:pt idx="271">
                  <c:v>41275</c:v>
                </c:pt>
                <c:pt idx="272">
                  <c:v>41306</c:v>
                </c:pt>
                <c:pt idx="273">
                  <c:v>41334</c:v>
                </c:pt>
                <c:pt idx="274">
                  <c:v>41365</c:v>
                </c:pt>
                <c:pt idx="275">
                  <c:v>41395</c:v>
                </c:pt>
                <c:pt idx="276">
                  <c:v>41426</c:v>
                </c:pt>
                <c:pt idx="277">
                  <c:v>41456</c:v>
                </c:pt>
                <c:pt idx="278">
                  <c:v>41487</c:v>
                </c:pt>
                <c:pt idx="279">
                  <c:v>41518</c:v>
                </c:pt>
                <c:pt idx="280">
                  <c:v>41548</c:v>
                </c:pt>
                <c:pt idx="281">
                  <c:v>41579</c:v>
                </c:pt>
                <c:pt idx="282">
                  <c:v>41609</c:v>
                </c:pt>
                <c:pt idx="283">
                  <c:v>41640</c:v>
                </c:pt>
                <c:pt idx="284">
                  <c:v>41671</c:v>
                </c:pt>
                <c:pt idx="285">
                  <c:v>41699</c:v>
                </c:pt>
                <c:pt idx="286">
                  <c:v>41730</c:v>
                </c:pt>
                <c:pt idx="287">
                  <c:v>41760</c:v>
                </c:pt>
                <c:pt idx="288">
                  <c:v>41791</c:v>
                </c:pt>
                <c:pt idx="289">
                  <c:v>41821</c:v>
                </c:pt>
                <c:pt idx="290">
                  <c:v>41852</c:v>
                </c:pt>
                <c:pt idx="291">
                  <c:v>41883</c:v>
                </c:pt>
                <c:pt idx="292">
                  <c:v>41913</c:v>
                </c:pt>
                <c:pt idx="293">
                  <c:v>41944</c:v>
                </c:pt>
                <c:pt idx="294">
                  <c:v>41974</c:v>
                </c:pt>
                <c:pt idx="295">
                  <c:v>42005</c:v>
                </c:pt>
                <c:pt idx="296">
                  <c:v>42036</c:v>
                </c:pt>
                <c:pt idx="297">
                  <c:v>42064</c:v>
                </c:pt>
                <c:pt idx="298">
                  <c:v>42095</c:v>
                </c:pt>
                <c:pt idx="299">
                  <c:v>42125</c:v>
                </c:pt>
                <c:pt idx="300">
                  <c:v>42156</c:v>
                </c:pt>
                <c:pt idx="301">
                  <c:v>42186</c:v>
                </c:pt>
                <c:pt idx="302">
                  <c:v>42217</c:v>
                </c:pt>
                <c:pt idx="303">
                  <c:v>42248</c:v>
                </c:pt>
                <c:pt idx="304">
                  <c:v>42278</c:v>
                </c:pt>
                <c:pt idx="305">
                  <c:v>42309</c:v>
                </c:pt>
                <c:pt idx="306">
                  <c:v>42339</c:v>
                </c:pt>
                <c:pt idx="307">
                  <c:v>42370</c:v>
                </c:pt>
                <c:pt idx="308">
                  <c:v>42401</c:v>
                </c:pt>
                <c:pt idx="309">
                  <c:v>42430</c:v>
                </c:pt>
                <c:pt idx="310">
                  <c:v>42461</c:v>
                </c:pt>
                <c:pt idx="311">
                  <c:v>42491</c:v>
                </c:pt>
                <c:pt idx="312">
                  <c:v>42522</c:v>
                </c:pt>
                <c:pt idx="313">
                  <c:v>42552</c:v>
                </c:pt>
                <c:pt idx="314">
                  <c:v>42583</c:v>
                </c:pt>
                <c:pt idx="315">
                  <c:v>42614</c:v>
                </c:pt>
                <c:pt idx="316">
                  <c:v>42644</c:v>
                </c:pt>
                <c:pt idx="317">
                  <c:v>42675</c:v>
                </c:pt>
                <c:pt idx="318">
                  <c:v>42705</c:v>
                </c:pt>
                <c:pt idx="319">
                  <c:v>42736</c:v>
                </c:pt>
              </c:numCache>
            </c:numRef>
          </c:cat>
          <c:val>
            <c:numRef>
              <c:f>Sheet1!$D$2:$D$321</c:f>
              <c:numCache>
                <c:formatCode>General</c:formatCode>
                <c:ptCount val="320"/>
                <c:pt idx="0">
                  <c:v>10.189215271545701</c:v>
                </c:pt>
                <c:pt idx="1">
                  <c:v>10.113331710290501</c:v>
                </c:pt>
                <c:pt idx="2">
                  <c:v>10.2005225191514</c:v>
                </c:pt>
                <c:pt idx="3">
                  <c:v>10.2908645325516</c:v>
                </c:pt>
                <c:pt idx="4">
                  <c:v>10.3293024936712</c:v>
                </c:pt>
                <c:pt idx="5">
                  <c:v>10.147818806513801</c:v>
                </c:pt>
                <c:pt idx="6">
                  <c:v>9.7842604458956703</c:v>
                </c:pt>
                <c:pt idx="7">
                  <c:v>9.7579603374917099</c:v>
                </c:pt>
                <c:pt idx="8">
                  <c:v>9.4670601081959695</c:v>
                </c:pt>
                <c:pt idx="9">
                  <c:v>9.6623579725857809</c:v>
                </c:pt>
                <c:pt idx="10">
                  <c:v>9.5910415192823706</c:v>
                </c:pt>
                <c:pt idx="11">
                  <c:v>9.5445181509811192</c:v>
                </c:pt>
                <c:pt idx="12">
                  <c:v>9.6835996446718902</c:v>
                </c:pt>
                <c:pt idx="13">
                  <c:v>9.6190944071038302</c:v>
                </c:pt>
                <c:pt idx="14">
                  <c:v>9.2732394505781297</c:v>
                </c:pt>
                <c:pt idx="15">
                  <c:v>9.0638896144324708</c:v>
                </c:pt>
                <c:pt idx="16">
                  <c:v>8.9044813538037797</c:v>
                </c:pt>
                <c:pt idx="17">
                  <c:v>8.7468282406958107</c:v>
                </c:pt>
                <c:pt idx="18">
                  <c:v>8.5592428223353707</c:v>
                </c:pt>
                <c:pt idx="19">
                  <c:v>8.4937769591375591</c:v>
                </c:pt>
                <c:pt idx="20">
                  <c:v>8.8121044649539506</c:v>
                </c:pt>
                <c:pt idx="21">
                  <c:v>8.9739728700620294</c:v>
                </c:pt>
                <c:pt idx="22">
                  <c:v>8.84690478423523</c:v>
                </c:pt>
                <c:pt idx="23">
                  <c:v>8.6275600949040605</c:v>
                </c:pt>
                <c:pt idx="24">
                  <c:v>8.5224011596026195</c:v>
                </c:pt>
                <c:pt idx="25">
                  <c:v>8.1399458856206</c:v>
                </c:pt>
                <c:pt idx="26">
                  <c:v>8.0378334181010604</c:v>
                </c:pt>
                <c:pt idx="27">
                  <c:v>8.0051301369316299</c:v>
                </c:pt>
                <c:pt idx="28">
                  <c:v>8.2152498399284593</c:v>
                </c:pt>
                <c:pt idx="29">
                  <c:v>8.4643830690372006</c:v>
                </c:pt>
                <c:pt idx="30">
                  <c:v>8.3072392827877497</c:v>
                </c:pt>
                <c:pt idx="31">
                  <c:v>8.1127601622267793</c:v>
                </c:pt>
                <c:pt idx="32">
                  <c:v>7.8085263468356203</c:v>
                </c:pt>
                <c:pt idx="33">
                  <c:v>7.6647330540657999</c:v>
                </c:pt>
                <c:pt idx="34">
                  <c:v>7.6874281894505998</c:v>
                </c:pt>
                <c:pt idx="35">
                  <c:v>7.7297948498883899</c:v>
                </c:pt>
                <c:pt idx="36">
                  <c:v>7.6685511272852196</c:v>
                </c:pt>
                <c:pt idx="37">
                  <c:v>7.4741554375555603</c:v>
                </c:pt>
                <c:pt idx="38">
                  <c:v>7.3607724481088903</c:v>
                </c:pt>
                <c:pt idx="39">
                  <c:v>7.1790111018497402</c:v>
                </c:pt>
                <c:pt idx="40">
                  <c:v>7.0924772225882204</c:v>
                </c:pt>
                <c:pt idx="41">
                  <c:v>7.45010463868151</c:v>
                </c:pt>
                <c:pt idx="42">
                  <c:v>7.4969586670526898</c:v>
                </c:pt>
                <c:pt idx="43">
                  <c:v>7.4014115773730698</c:v>
                </c:pt>
                <c:pt idx="44">
                  <c:v>7.5219341605404004</c:v>
                </c:pt>
                <c:pt idx="45">
                  <c:v>8.1081249293169204</c:v>
                </c:pt>
                <c:pt idx="46">
                  <c:v>8.7899337000742399</c:v>
                </c:pt>
                <c:pt idx="47">
                  <c:v>9.0412325276979093</c:v>
                </c:pt>
                <c:pt idx="48">
                  <c:v>8.9054042366137995</c:v>
                </c:pt>
                <c:pt idx="49">
                  <c:v>9.13964232413052</c:v>
                </c:pt>
                <c:pt idx="50">
                  <c:v>9.0064294967387504</c:v>
                </c:pt>
                <c:pt idx="51">
                  <c:v>9.1366536432503107</c:v>
                </c:pt>
                <c:pt idx="52">
                  <c:v>9.4160142274961807</c:v>
                </c:pt>
                <c:pt idx="53">
                  <c:v>9.6453060900709495</c:v>
                </c:pt>
                <c:pt idx="54">
                  <c:v>9.6498632376735003</c:v>
                </c:pt>
                <c:pt idx="55">
                  <c:v>9.5747527136570394</c:v>
                </c:pt>
                <c:pt idx="56">
                  <c:v>9.2936201386669506</c:v>
                </c:pt>
                <c:pt idx="57">
                  <c:v>8.9450745554638598</c:v>
                </c:pt>
                <c:pt idx="58">
                  <c:v>8.8177387624741801</c:v>
                </c:pt>
                <c:pt idx="59">
                  <c:v>8.4101654242670492</c:v>
                </c:pt>
                <c:pt idx="60">
                  <c:v>7.9653354072062497</c:v>
                </c:pt>
                <c:pt idx="61">
                  <c:v>7.9594926576427198</c:v>
                </c:pt>
                <c:pt idx="62">
                  <c:v>8.1641862271070007</c:v>
                </c:pt>
                <c:pt idx="63">
                  <c:v>7.88231723813721</c:v>
                </c:pt>
                <c:pt idx="64">
                  <c:v>7.7599424897455203</c:v>
                </c:pt>
                <c:pt idx="65">
                  <c:v>7.6492120453079799</c:v>
                </c:pt>
                <c:pt idx="66">
                  <c:v>7.4525478035378798</c:v>
                </c:pt>
                <c:pt idx="67">
                  <c:v>7.3137547657522299</c:v>
                </c:pt>
                <c:pt idx="68">
                  <c:v>7.4238742408044303</c:v>
                </c:pt>
                <c:pt idx="69">
                  <c:v>7.9391141435908503</c:v>
                </c:pt>
                <c:pt idx="70">
                  <c:v>8.19482957811225</c:v>
                </c:pt>
                <c:pt idx="71">
                  <c:v>8.3562014831633693</c:v>
                </c:pt>
                <c:pt idx="72">
                  <c:v>8.6137664259218401</c:v>
                </c:pt>
                <c:pt idx="73">
                  <c:v>8.5726836751816595</c:v>
                </c:pt>
                <c:pt idx="74">
                  <c:v>8.3283440667427406</c:v>
                </c:pt>
                <c:pt idx="75">
                  <c:v>8.5738200775618107</c:v>
                </c:pt>
                <c:pt idx="76">
                  <c:v>8.2414175293111196</c:v>
                </c:pt>
                <c:pt idx="77">
                  <c:v>7.9275366301232602</c:v>
                </c:pt>
                <c:pt idx="78">
                  <c:v>7.9279121947343603</c:v>
                </c:pt>
                <c:pt idx="79">
                  <c:v>8.1659820222440693</c:v>
                </c:pt>
                <c:pt idx="80">
                  <c:v>7.9842896182274004</c:v>
                </c:pt>
                <c:pt idx="81">
                  <c:v>8.2475967193369595</c:v>
                </c:pt>
                <c:pt idx="82">
                  <c:v>8.4826576979617201</c:v>
                </c:pt>
                <c:pt idx="83">
                  <c:v>8.2782627933545303</c:v>
                </c:pt>
                <c:pt idx="84">
                  <c:v>8.0368498737212803</c:v>
                </c:pt>
                <c:pt idx="85">
                  <c:v>7.8351314651156203</c:v>
                </c:pt>
                <c:pt idx="86">
                  <c:v>7.86692024199409</c:v>
                </c:pt>
                <c:pt idx="87">
                  <c:v>7.7789756117289599</c:v>
                </c:pt>
                <c:pt idx="88">
                  <c:v>7.6529757897906103</c:v>
                </c:pt>
                <c:pt idx="89">
                  <c:v>7.5456451824897597</c:v>
                </c:pt>
                <c:pt idx="90">
                  <c:v>7.4470532282680697</c:v>
                </c:pt>
                <c:pt idx="91">
                  <c:v>7.2410034848363196</c:v>
                </c:pt>
                <c:pt idx="92">
                  <c:v>7.23350495751626</c:v>
                </c:pt>
                <c:pt idx="93">
                  <c:v>7.3034399750363601</c:v>
                </c:pt>
                <c:pt idx="94">
                  <c:v>7.3083048661734198</c:v>
                </c:pt>
                <c:pt idx="95">
                  <c:v>7.2890771388700104</c:v>
                </c:pt>
                <c:pt idx="96">
                  <c:v>7.1523354880056296</c:v>
                </c:pt>
                <c:pt idx="97">
                  <c:v>7.1321067326406498</c:v>
                </c:pt>
                <c:pt idx="98">
                  <c:v>7.1218618080803298</c:v>
                </c:pt>
                <c:pt idx="99">
                  <c:v>6.8960769525521499</c:v>
                </c:pt>
                <c:pt idx="100">
                  <c:v>6.8648245911493602</c:v>
                </c:pt>
                <c:pt idx="101">
                  <c:v>6.9979517004933403</c:v>
                </c:pt>
                <c:pt idx="102">
                  <c:v>6.8782844433221504</c:v>
                </c:pt>
                <c:pt idx="103">
                  <c:v>6.9078147100761704</c:v>
                </c:pt>
                <c:pt idx="104">
                  <c:v>6.9420647674893496</c:v>
                </c:pt>
                <c:pt idx="105">
                  <c:v>7.1483679440934198</c:v>
                </c:pt>
                <c:pt idx="106">
                  <c:v>7.0574556017790302</c:v>
                </c:pt>
                <c:pt idx="107">
                  <c:v>7.3140774744686299</c:v>
                </c:pt>
                <c:pt idx="108">
                  <c:v>7.7364992636290202</c:v>
                </c:pt>
                <c:pt idx="109">
                  <c:v>7.8549149256524604</c:v>
                </c:pt>
                <c:pt idx="110">
                  <c:v>8.2052042163590908</c:v>
                </c:pt>
                <c:pt idx="111">
                  <c:v>8.0875089570947303</c:v>
                </c:pt>
                <c:pt idx="112">
                  <c:v>8.1986707883398697</c:v>
                </c:pt>
                <c:pt idx="113">
                  <c:v>8.0500711687768298</c:v>
                </c:pt>
                <c:pt idx="114">
                  <c:v>8.2275054088460404</c:v>
                </c:pt>
                <c:pt idx="115">
                  <c:v>8.5117731470339599</c:v>
                </c:pt>
                <c:pt idx="116">
                  <c:v>8.6162356909781401</c:v>
                </c:pt>
                <c:pt idx="117">
                  <c:v>8.5283608990824291</c:v>
                </c:pt>
                <c:pt idx="118">
                  <c:v>8.4098947042672005</c:v>
                </c:pt>
                <c:pt idx="119">
                  <c:v>8.7725464277400302</c:v>
                </c:pt>
                <c:pt idx="120">
                  <c:v>8.50923103274026</c:v>
                </c:pt>
                <c:pt idx="121">
                  <c:v>8.3474545804660103</c:v>
                </c:pt>
                <c:pt idx="122">
                  <c:v>8.1714624174347392</c:v>
                </c:pt>
                <c:pt idx="123">
                  <c:v>8.0286217570216998</c:v>
                </c:pt>
                <c:pt idx="124">
                  <c:v>7.9261270760048896</c:v>
                </c:pt>
                <c:pt idx="125">
                  <c:v>7.8373089999388004</c:v>
                </c:pt>
                <c:pt idx="126">
                  <c:v>7.46012214775467</c:v>
                </c:pt>
                <c:pt idx="127">
                  <c:v>7.1684895604423398</c:v>
                </c:pt>
                <c:pt idx="128">
                  <c:v>7.2291213791066804</c:v>
                </c:pt>
                <c:pt idx="129">
                  <c:v>7.1241818071745699</c:v>
                </c:pt>
                <c:pt idx="130">
                  <c:v>7.2435526196320197</c:v>
                </c:pt>
                <c:pt idx="131">
                  <c:v>7.3392509733106399</c:v>
                </c:pt>
                <c:pt idx="132">
                  <c:v>7.3050124574166899</c:v>
                </c:pt>
                <c:pt idx="133">
                  <c:v>7.2517730681415697</c:v>
                </c:pt>
                <c:pt idx="134">
                  <c:v>7.0605965602020904</c:v>
                </c:pt>
                <c:pt idx="135">
                  <c:v>6.9212723205218296</c:v>
                </c:pt>
                <c:pt idx="136">
                  <c:v>6.7004489012187003</c:v>
                </c:pt>
                <c:pt idx="137">
                  <c:v>6.7179928202234596</c:v>
                </c:pt>
                <c:pt idx="138">
                  <c:v>7.12993826876209</c:v>
                </c:pt>
                <c:pt idx="139">
                  <c:v>7.0679386825180401</c:v>
                </c:pt>
                <c:pt idx="140">
                  <c:v>6.8927189240291797</c:v>
                </c:pt>
                <c:pt idx="141">
                  <c:v>7.1246686592955202</c:v>
                </c:pt>
                <c:pt idx="142">
                  <c:v>7.0596954622971202</c:v>
                </c:pt>
                <c:pt idx="143">
                  <c:v>6.8800294818701397</c:v>
                </c:pt>
                <c:pt idx="144">
                  <c:v>6.6854308154270097</c:v>
                </c:pt>
                <c:pt idx="145">
                  <c:v>6.5249547398003704</c:v>
                </c:pt>
                <c:pt idx="146">
                  <c:v>6.37410672477316</c:v>
                </c:pt>
                <c:pt idx="147">
                  <c:v>6.1826444751439196</c:v>
                </c:pt>
                <c:pt idx="148">
                  <c:v>6.1798511600552697</c:v>
                </c:pt>
                <c:pt idx="149">
                  <c:v>6.1252747970302597</c:v>
                </c:pt>
                <c:pt idx="150">
                  <c:v>6.1040920219515504</c:v>
                </c:pt>
                <c:pt idx="151">
                  <c:v>5.9613675944989897</c:v>
                </c:pt>
                <c:pt idx="152">
                  <c:v>5.8802970968552497</c:v>
                </c:pt>
                <c:pt idx="153">
                  <c:v>5.7702592253010199</c:v>
                </c:pt>
                <c:pt idx="154">
                  <c:v>5.8313780294233997</c:v>
                </c:pt>
                <c:pt idx="155">
                  <c:v>5.5139026149471801</c:v>
                </c:pt>
                <c:pt idx="156">
                  <c:v>5.2217832527016403</c:v>
                </c:pt>
                <c:pt idx="157">
                  <c:v>5.7011208958573896</c:v>
                </c:pt>
                <c:pt idx="158">
                  <c:v>6.3182186966283398</c:v>
                </c:pt>
                <c:pt idx="159">
                  <c:v>6.1347138714760803</c:v>
                </c:pt>
                <c:pt idx="160">
                  <c:v>5.9628609140303199</c:v>
                </c:pt>
                <c:pt idx="161">
                  <c:v>5.9575522217399604</c:v>
                </c:pt>
                <c:pt idx="162">
                  <c:v>5.9155350875827599</c:v>
                </c:pt>
                <c:pt idx="163">
                  <c:v>5.7575057028610299</c:v>
                </c:pt>
                <c:pt idx="164">
                  <c:v>5.6775332278100601</c:v>
                </c:pt>
                <c:pt idx="165">
                  <c:v>5.4925558605559504</c:v>
                </c:pt>
                <c:pt idx="166">
                  <c:v>5.9271684706470698</c:v>
                </c:pt>
                <c:pt idx="167">
                  <c:v>6.3086680112322302</c:v>
                </c:pt>
                <c:pt idx="168">
                  <c:v>6.3099428004133999</c:v>
                </c:pt>
                <c:pt idx="169">
                  <c:v>6.048155945954</c:v>
                </c:pt>
                <c:pt idx="170">
                  <c:v>5.9154894127941899</c:v>
                </c:pt>
                <c:pt idx="171">
                  <c:v>5.8268606306420399</c:v>
                </c:pt>
                <c:pt idx="172">
                  <c:v>5.7778564259950898</c:v>
                </c:pt>
                <c:pt idx="173">
                  <c:v>5.7469239807296297</c:v>
                </c:pt>
                <c:pt idx="174">
                  <c:v>5.7602168988973101</c:v>
                </c:pt>
                <c:pt idx="175">
                  <c:v>5.7186856911181803</c:v>
                </c:pt>
                <c:pt idx="176">
                  <c:v>5.6485546512423497</c:v>
                </c:pt>
                <c:pt idx="177">
                  <c:v>5.9291765049445599</c:v>
                </c:pt>
                <c:pt idx="178">
                  <c:v>5.8274010021506299</c:v>
                </c:pt>
                <c:pt idx="179">
                  <c:v>5.6675716551245996</c:v>
                </c:pt>
                <c:pt idx="180">
                  <c:v>5.5091110599883804</c:v>
                </c:pt>
                <c:pt idx="181">
                  <c:v>5.6013879170705403</c:v>
                </c:pt>
                <c:pt idx="182">
                  <c:v>5.7078881033398501</c:v>
                </c:pt>
                <c:pt idx="183">
                  <c:v>5.6952237056200996</c:v>
                </c:pt>
                <c:pt idx="184">
                  <c:v>5.9537590778546301</c:v>
                </c:pt>
                <c:pt idx="185">
                  <c:v>6.2042821049468104</c:v>
                </c:pt>
                <c:pt idx="186">
                  <c:v>6.1610306402818402</c:v>
                </c:pt>
                <c:pt idx="187">
                  <c:v>5.9980932457676301</c:v>
                </c:pt>
                <c:pt idx="188">
                  <c:v>6.0788737824927201</c:v>
                </c:pt>
                <c:pt idx="189">
                  <c:v>6.1358898961055699</c:v>
                </c:pt>
                <c:pt idx="190">
                  <c:v>6.2843861057400998</c:v>
                </c:pt>
                <c:pt idx="191">
                  <c:v>6.3511822325241498</c:v>
                </c:pt>
                <c:pt idx="192">
                  <c:v>6.4191933677777699</c:v>
                </c:pt>
                <c:pt idx="193">
                  <c:v>6.4995301822310401</c:v>
                </c:pt>
                <c:pt idx="194">
                  <c:v>6.2421579672239096</c:v>
                </c:pt>
                <c:pt idx="195">
                  <c:v>6.1627987750421704</c:v>
                </c:pt>
                <c:pt idx="196">
                  <c:v>6.13215399596809</c:v>
                </c:pt>
                <c:pt idx="197">
                  <c:v>6.05009766055516</c:v>
                </c:pt>
                <c:pt idx="198">
                  <c:v>5.9467142572020704</c:v>
                </c:pt>
                <c:pt idx="199">
                  <c:v>6.0782104043913696</c:v>
                </c:pt>
                <c:pt idx="200">
                  <c:v>6.1040532330046</c:v>
                </c:pt>
                <c:pt idx="201">
                  <c:v>6.0296356241573399</c:v>
                </c:pt>
                <c:pt idx="202">
                  <c:v>6.0812505739376803</c:v>
                </c:pt>
                <c:pt idx="203">
                  <c:v>6.1666172936538102</c:v>
                </c:pt>
                <c:pt idx="204">
                  <c:v>6.5569466892494797</c:v>
                </c:pt>
                <c:pt idx="205">
                  <c:v>6.5715124436546404</c:v>
                </c:pt>
                <c:pt idx="206">
                  <c:v>6.4214693830421501</c:v>
                </c:pt>
                <c:pt idx="207">
                  <c:v>6.2431789511545803</c:v>
                </c:pt>
                <c:pt idx="208">
                  <c:v>6.1849210574335602</c:v>
                </c:pt>
                <c:pt idx="209">
                  <c:v>6.0164813248167501</c:v>
                </c:pt>
                <c:pt idx="210">
                  <c:v>5.91680241311757</c:v>
                </c:pt>
                <c:pt idx="211">
                  <c:v>5.5816091418004197</c:v>
                </c:pt>
                <c:pt idx="212">
                  <c:v>5.7860136557937398</c:v>
                </c:pt>
                <c:pt idx="213">
                  <c:v>5.8731554488864797</c:v>
                </c:pt>
                <c:pt idx="214">
                  <c:v>5.8448974396713496</c:v>
                </c:pt>
                <c:pt idx="215">
                  <c:v>5.9508612789083299</c:v>
                </c:pt>
                <c:pt idx="216">
                  <c:v>6.28780627419476</c:v>
                </c:pt>
                <c:pt idx="217">
                  <c:v>6.39359377828489</c:v>
                </c:pt>
                <c:pt idx="218">
                  <c:v>6.4446717771562003</c:v>
                </c:pt>
                <c:pt idx="219">
                  <c:v>5.9810007090022097</c:v>
                </c:pt>
                <c:pt idx="220">
                  <c:v>6.1500045976151103</c:v>
                </c:pt>
                <c:pt idx="221">
                  <c:v>6.0822831141223297</c:v>
                </c:pt>
                <c:pt idx="222">
                  <c:v>5.3089008432324896</c:v>
                </c:pt>
                <c:pt idx="223">
                  <c:v>5.09344401027814</c:v>
                </c:pt>
                <c:pt idx="224">
                  <c:v>5.2286286029231901</c:v>
                </c:pt>
                <c:pt idx="225">
                  <c:v>5.1407050992957402</c:v>
                </c:pt>
                <c:pt idx="226">
                  <c:v>4.9645781486188003</c:v>
                </c:pt>
                <c:pt idx="227">
                  <c:v>5.0326983641299297</c:v>
                </c:pt>
                <c:pt idx="228">
                  <c:v>5.5992910572194896</c:v>
                </c:pt>
                <c:pt idx="229">
                  <c:v>5.3762622561047699</c:v>
                </c:pt>
                <c:pt idx="230">
                  <c:v>5.3544695268798703</c:v>
                </c:pt>
                <c:pt idx="231">
                  <c:v>5.1828760744359998</c:v>
                </c:pt>
                <c:pt idx="232">
                  <c:v>5.08301518227952</c:v>
                </c:pt>
                <c:pt idx="233">
                  <c:v>4.9775225797371103</c:v>
                </c:pt>
                <c:pt idx="234">
                  <c:v>5.0175299388642696</c:v>
                </c:pt>
                <c:pt idx="235">
                  <c:v>5.1100549405156404</c:v>
                </c:pt>
                <c:pt idx="236">
                  <c:v>5.0330975451289799</c:v>
                </c:pt>
                <c:pt idx="237">
                  <c:v>4.9902001646485701</c:v>
                </c:pt>
                <c:pt idx="238">
                  <c:v>5.0900065443423097</c:v>
                </c:pt>
                <c:pt idx="239">
                  <c:v>4.8615901981238601</c:v>
                </c:pt>
                <c:pt idx="240">
                  <c:v>4.6708625928737</c:v>
                </c:pt>
                <c:pt idx="241">
                  <c:v>4.4979522053422096</c:v>
                </c:pt>
                <c:pt idx="242">
                  <c:v>4.3433390471436102</c:v>
                </c:pt>
                <c:pt idx="243">
                  <c:v>4.2653335860863102</c:v>
                </c:pt>
                <c:pt idx="244">
                  <c:v>4.1549136300163898</c:v>
                </c:pt>
                <c:pt idx="245">
                  <c:v>4.2360201466392402</c:v>
                </c:pt>
                <c:pt idx="246">
                  <c:v>4.6381130988186596</c:v>
                </c:pt>
                <c:pt idx="247">
                  <c:v>4.6917441783776503</c:v>
                </c:pt>
                <c:pt idx="248">
                  <c:v>4.8749877537052999</c:v>
                </c:pt>
                <c:pt idx="249">
                  <c:v>4.7427236864270501</c:v>
                </c:pt>
                <c:pt idx="250">
                  <c:v>4.7088200602250501</c:v>
                </c:pt>
                <c:pt idx="251">
                  <c:v>4.4708179874545699</c:v>
                </c:pt>
                <c:pt idx="252">
                  <c:v>4.2816782687256003</c:v>
                </c:pt>
                <c:pt idx="253">
                  <c:v>4.3045872559234502</c:v>
                </c:pt>
                <c:pt idx="254">
                  <c:v>3.9823293459431399</c:v>
                </c:pt>
                <c:pt idx="255">
                  <c:v>3.77597673532249</c:v>
                </c:pt>
                <c:pt idx="256">
                  <c:v>3.7860928202940398</c:v>
                </c:pt>
                <c:pt idx="257">
                  <c:v>3.71513421840615</c:v>
                </c:pt>
                <c:pt idx="258">
                  <c:v>3.6953002646037598</c:v>
                </c:pt>
                <c:pt idx="259">
                  <c:v>3.6619364980714999</c:v>
                </c:pt>
                <c:pt idx="260">
                  <c:v>3.6699783556321002</c:v>
                </c:pt>
                <c:pt idx="261">
                  <c:v>3.74348212276659</c:v>
                </c:pt>
                <c:pt idx="262">
                  <c:v>3.7221281990634201</c:v>
                </c:pt>
                <c:pt idx="263">
                  <c:v>3.6005305824981799</c:v>
                </c:pt>
                <c:pt idx="264">
                  <c:v>3.4669605555516401</c:v>
                </c:pt>
                <c:pt idx="265">
                  <c:v>3.3464449368968401</c:v>
                </c:pt>
                <c:pt idx="266">
                  <c:v>3.3782688424915999</c:v>
                </c:pt>
                <c:pt idx="267">
                  <c:v>3.2783109428606001</c:v>
                </c:pt>
                <c:pt idx="268">
                  <c:v>3.1534261896771398</c:v>
                </c:pt>
                <c:pt idx="269">
                  <c:v>3.1506251551708102</c:v>
                </c:pt>
                <c:pt idx="270">
                  <c:v>3.14481983514061</c:v>
                </c:pt>
                <c:pt idx="271">
                  <c:v>3.2045955281682499</c:v>
                </c:pt>
                <c:pt idx="272">
                  <c:v>3.3364019576895498</c:v>
                </c:pt>
                <c:pt idx="273">
                  <c:v>3.3449699179981902</c:v>
                </c:pt>
                <c:pt idx="274">
                  <c:v>3.2216025125670198</c:v>
                </c:pt>
                <c:pt idx="275">
                  <c:v>3.2741362285415199</c:v>
                </c:pt>
                <c:pt idx="276">
                  <c:v>3.8040796102971601</c:v>
                </c:pt>
                <c:pt idx="277">
                  <c:v>4.1191164416295702</c:v>
                </c:pt>
                <c:pt idx="278">
                  <c:v>4.2167483078663999</c:v>
                </c:pt>
                <c:pt idx="279">
                  <c:v>4.2374228716801099</c:v>
                </c:pt>
                <c:pt idx="280">
                  <c:v>3.9043321598939502</c:v>
                </c:pt>
                <c:pt idx="281">
                  <c:v>3.9158616300638101</c:v>
                </c:pt>
                <c:pt idx="282">
                  <c:v>4.1198521463244901</c:v>
                </c:pt>
                <c:pt idx="283">
                  <c:v>4.0630523069897198</c:v>
                </c:pt>
                <c:pt idx="284">
                  <c:v>3.8765398245932898</c:v>
                </c:pt>
                <c:pt idx="285">
                  <c:v>3.86907606412881</c:v>
                </c:pt>
                <c:pt idx="286">
                  <c:v>3.8839054090626401</c:v>
                </c:pt>
                <c:pt idx="287">
                  <c:v>3.7250864350866402</c:v>
                </c:pt>
                <c:pt idx="288">
                  <c:v>3.6714877013854199</c:v>
                </c:pt>
                <c:pt idx="289">
                  <c:v>3.6690372831789801</c:v>
                </c:pt>
                <c:pt idx="290">
                  <c:v>3.6713244726124401</c:v>
                </c:pt>
                <c:pt idx="291">
                  <c:v>3.7160705203639202</c:v>
                </c:pt>
                <c:pt idx="292">
                  <c:v>3.5773105499070299</c:v>
                </c:pt>
                <c:pt idx="293">
                  <c:v>3.5310139766641102</c:v>
                </c:pt>
                <c:pt idx="294">
                  <c:v>3.43054893840567</c:v>
                </c:pt>
                <c:pt idx="295">
                  <c:v>3.2449119247432301</c:v>
                </c:pt>
                <c:pt idx="296">
                  <c:v>3.32698562149251</c:v>
                </c:pt>
                <c:pt idx="297">
                  <c:v>3.4103823491780201</c:v>
                </c:pt>
                <c:pt idx="298">
                  <c:v>3.3086337308790501</c:v>
                </c:pt>
                <c:pt idx="299">
                  <c:v>3.54815130726876</c:v>
                </c:pt>
                <c:pt idx="300">
                  <c:v>3.6793440823724302</c:v>
                </c:pt>
                <c:pt idx="301">
                  <c:v>3.7527263990724999</c:v>
                </c:pt>
                <c:pt idx="302">
                  <c:v>3.5916417204958</c:v>
                </c:pt>
                <c:pt idx="303">
                  <c:v>3.5558078872432302</c:v>
                </c:pt>
                <c:pt idx="304">
                  <c:v>3.4518423971657501</c:v>
                </c:pt>
                <c:pt idx="305">
                  <c:v>3.5933057439266101</c:v>
                </c:pt>
                <c:pt idx="306">
                  <c:v>3.6284143705130099</c:v>
                </c:pt>
                <c:pt idx="307">
                  <c:v>3.5322753514224998</c:v>
                </c:pt>
                <c:pt idx="308">
                  <c:v>3.2696503243739099</c:v>
                </c:pt>
                <c:pt idx="309">
                  <c:v>3.3160688706928001</c:v>
                </c:pt>
                <c:pt idx="310">
                  <c:v>3.2516072120044899</c:v>
                </c:pt>
                <c:pt idx="311">
                  <c:v>3.2288013379195002</c:v>
                </c:pt>
                <c:pt idx="312">
                  <c:v>3.1824215111763898</c:v>
                </c:pt>
                <c:pt idx="313">
                  <c:v>3.0432147313311901</c:v>
                </c:pt>
                <c:pt idx="314">
                  <c:v>3.0809410901922001</c:v>
                </c:pt>
                <c:pt idx="315">
                  <c:v>3.0884497551133698</c:v>
                </c:pt>
                <c:pt idx="316">
                  <c:v>3.0903973932747202</c:v>
                </c:pt>
                <c:pt idx="317">
                  <c:v>3.4624416788961798</c:v>
                </c:pt>
                <c:pt idx="318">
                  <c:v>3.86097391393964</c:v>
                </c:pt>
                <c:pt idx="319">
                  <c:v>3.7581226370429399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9324672"/>
        <c:axId val="79326208"/>
      </c:lineChart>
      <c:dateAx>
        <c:axId val="79324672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low"/>
        <c:crossAx val="79326208"/>
        <c:crosses val="autoZero"/>
        <c:auto val="1"/>
        <c:lblOffset val="100"/>
        <c:baseTimeUnit val="months"/>
        <c:majorUnit val="12"/>
        <c:majorTimeUnit val="months"/>
      </c:dateAx>
      <c:valAx>
        <c:axId val="79326208"/>
        <c:scaling>
          <c:orientation val="minMax"/>
          <c:min val="3"/>
        </c:scaling>
        <c:delete val="0"/>
        <c:axPos val="l"/>
        <c:majorGridlines/>
        <c:numFmt formatCode="0.0" sourceLinked="0"/>
        <c:majorTickMark val="none"/>
        <c:minorTickMark val="none"/>
        <c:tickLblPos val="nextTo"/>
        <c:crossAx val="79324672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7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t" anchorCtr="0" compatLnSpc="1">
            <a:prstTxWarp prst="textNoShape">
              <a:avLst/>
            </a:prstTxWarp>
          </a:bodyPr>
          <a:lstStyle>
            <a:lvl1pPr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81" y="7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t" anchorCtr="0" compatLnSpc="1">
            <a:prstTxWarp prst="textNoShape">
              <a:avLst/>
            </a:prstTxWarp>
          </a:bodyPr>
          <a:lstStyle>
            <a:lvl1pPr algn="r"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758883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b" anchorCtr="0" compatLnSpc="1">
            <a:prstTxWarp prst="textNoShape">
              <a:avLst/>
            </a:prstTxWarp>
          </a:bodyPr>
          <a:lstStyle>
            <a:lvl1pPr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81" y="8758883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b" anchorCtr="0" compatLnSpc="1">
            <a:prstTxWarp prst="textNoShape">
              <a:avLst/>
            </a:prstTxWarp>
          </a:bodyPr>
          <a:lstStyle>
            <a:lvl1pPr algn="r"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7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t" anchorCtr="0" compatLnSpc="1">
            <a:prstTxWarp prst="textNoShape">
              <a:avLst/>
            </a:prstTxWarp>
          </a:bodyPr>
          <a:lstStyle>
            <a:lvl1pPr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81" y="7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t" anchorCtr="0" compatLnSpc="1">
            <a:prstTxWarp prst="textNoShape">
              <a:avLst/>
            </a:prstTxWarp>
          </a:bodyPr>
          <a:lstStyle>
            <a:lvl1pPr algn="r"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30313" y="692150"/>
            <a:ext cx="4473575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9" y="4380237"/>
            <a:ext cx="5546725" cy="414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758883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b" anchorCtr="0" compatLnSpc="1">
            <a:prstTxWarp prst="textNoShape">
              <a:avLst/>
            </a:prstTxWarp>
          </a:bodyPr>
          <a:lstStyle>
            <a:lvl1pPr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81" y="8758883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56" tIns="45777" rIns="91556" bIns="45777" numCol="1" anchor="b" anchorCtr="0" compatLnSpc="1">
            <a:prstTxWarp prst="textNoShape">
              <a:avLst/>
            </a:prstTxWarp>
          </a:bodyPr>
          <a:lstStyle>
            <a:lvl1pPr algn="r" defTabSz="912844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062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2453" indent="0" algn="ctr">
              <a:buNone/>
              <a:defRPr/>
            </a:lvl2pPr>
            <a:lvl3pPr marL="1004905" indent="0" algn="ctr">
              <a:buNone/>
              <a:defRPr/>
            </a:lvl3pPr>
            <a:lvl4pPr marL="1507356" indent="0" algn="ctr">
              <a:buNone/>
              <a:defRPr/>
            </a:lvl4pPr>
            <a:lvl5pPr marL="2009808" indent="0" algn="ctr">
              <a:buNone/>
              <a:defRPr/>
            </a:lvl5pPr>
            <a:lvl6pPr marL="2512261" indent="0" algn="ctr">
              <a:buNone/>
              <a:defRPr/>
            </a:lvl6pPr>
            <a:lvl7pPr marL="3014714" indent="0" algn="ctr">
              <a:buNone/>
              <a:defRPr/>
            </a:lvl7pPr>
            <a:lvl8pPr marL="3517168" indent="0" algn="ctr">
              <a:buNone/>
              <a:defRPr/>
            </a:lvl8pPr>
            <a:lvl9pPr marL="401961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9005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10">
                <a:latin typeface="+mn-lt"/>
              </a:defRPr>
            </a:lvl1pPr>
            <a:lvl2pPr>
              <a:defRPr sz="1210">
                <a:latin typeface="+mn-lt"/>
              </a:defRPr>
            </a:lvl2pPr>
            <a:lvl3pPr>
              <a:defRPr sz="1210">
                <a:latin typeface="+mn-lt"/>
              </a:defRPr>
            </a:lvl3pPr>
            <a:lvl4pPr marL="792389" indent="-231766">
              <a:defRPr sz="1210">
                <a:latin typeface="+mn-lt"/>
              </a:defRPr>
            </a:lvl4pPr>
            <a:lvl5pPr marL="1011627" indent="-219237">
              <a:defRPr sz="121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693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6"/>
            <a:ext cx="8549640" cy="1543685"/>
          </a:xfrm>
        </p:spPr>
        <p:txBody>
          <a:bodyPr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2453" indent="0">
              <a:buNone/>
              <a:defRPr sz="1980"/>
            </a:lvl2pPr>
            <a:lvl3pPr marL="1004905" indent="0">
              <a:buNone/>
              <a:defRPr sz="1760"/>
            </a:lvl3pPr>
            <a:lvl4pPr marL="1507356" indent="0">
              <a:buNone/>
              <a:defRPr sz="1540"/>
            </a:lvl4pPr>
            <a:lvl5pPr marL="2009808" indent="0">
              <a:buNone/>
              <a:defRPr sz="1540"/>
            </a:lvl5pPr>
            <a:lvl6pPr marL="2512261" indent="0">
              <a:buNone/>
              <a:defRPr sz="1540"/>
            </a:lvl6pPr>
            <a:lvl7pPr marL="3014714" indent="0">
              <a:buNone/>
              <a:defRPr sz="1540"/>
            </a:lvl7pPr>
            <a:lvl8pPr marL="3517168" indent="0">
              <a:buNone/>
              <a:defRPr sz="1540"/>
            </a:lvl8pPr>
            <a:lvl9pPr marL="4019617" indent="0">
              <a:buNone/>
              <a:defRPr sz="154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391447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83"/>
            <a:ext cx="4716784" cy="5375911"/>
          </a:xfrm>
        </p:spPr>
        <p:txBody>
          <a:bodyPr/>
          <a:lstStyle>
            <a:lvl1pPr>
              <a:defRPr sz="1210">
                <a:latin typeface="+mn-lt"/>
              </a:defRPr>
            </a:lvl1pPr>
            <a:lvl2pPr>
              <a:defRPr sz="1210">
                <a:latin typeface="+mn-lt"/>
              </a:defRPr>
            </a:lvl2pPr>
            <a:lvl3pPr>
              <a:defRPr sz="1210">
                <a:latin typeface="+mn-lt"/>
              </a:defRPr>
            </a:lvl3pPr>
            <a:lvl4pPr>
              <a:defRPr sz="1210">
                <a:latin typeface="+mn-lt"/>
              </a:defRPr>
            </a:lvl4pPr>
            <a:lvl5pPr>
              <a:defRPr sz="1210">
                <a:latin typeface="+mn-lt"/>
              </a:defRPr>
            </a:lvl5pPr>
            <a:lvl6pPr>
              <a:defRPr sz="1980"/>
            </a:lvl6pPr>
            <a:lvl7pPr>
              <a:defRPr sz="1980"/>
            </a:lvl7pPr>
            <a:lvl8pPr>
              <a:defRPr sz="1980"/>
            </a:lvl8pPr>
            <a:lvl9pPr>
              <a:defRPr sz="198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83"/>
            <a:ext cx="4716776" cy="5375911"/>
          </a:xfrm>
        </p:spPr>
        <p:txBody>
          <a:bodyPr/>
          <a:lstStyle>
            <a:lvl1pPr>
              <a:defRPr sz="1210">
                <a:latin typeface="+mn-lt"/>
              </a:defRPr>
            </a:lvl1pPr>
            <a:lvl2pPr>
              <a:defRPr sz="1210">
                <a:latin typeface="+mn-lt"/>
              </a:defRPr>
            </a:lvl2pPr>
            <a:lvl3pPr>
              <a:defRPr sz="1210">
                <a:latin typeface="+mn-lt"/>
              </a:defRPr>
            </a:lvl3pPr>
            <a:lvl4pPr>
              <a:defRPr sz="1210">
                <a:latin typeface="+mn-lt"/>
              </a:defRPr>
            </a:lvl4pPr>
            <a:lvl5pPr>
              <a:defRPr sz="1210">
                <a:latin typeface="+mn-lt"/>
              </a:defRPr>
            </a:lvl5pPr>
            <a:lvl6pPr>
              <a:defRPr sz="1980"/>
            </a:lvl6pPr>
            <a:lvl7pPr>
              <a:defRPr sz="1980"/>
            </a:lvl7pPr>
            <a:lvl8pPr>
              <a:defRPr sz="1980"/>
            </a:lvl8pPr>
            <a:lvl9pPr>
              <a:defRPr sz="198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2527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3333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487702" indent="0" algn="ctr">
              <a:buNone/>
              <a:defRPr/>
            </a:lvl2pPr>
            <a:lvl3pPr marL="975401" indent="0" algn="ctr">
              <a:buNone/>
              <a:defRPr/>
            </a:lvl3pPr>
            <a:lvl4pPr marL="1463100" indent="0" algn="ctr">
              <a:buNone/>
              <a:defRPr/>
            </a:lvl4pPr>
            <a:lvl5pPr marL="1950801" indent="0" algn="ctr">
              <a:buNone/>
              <a:defRPr/>
            </a:lvl5pPr>
            <a:lvl6pPr marL="2438501" indent="0" algn="ctr">
              <a:buNone/>
              <a:defRPr/>
            </a:lvl6pPr>
            <a:lvl7pPr marL="2926202" indent="0" algn="ctr">
              <a:buNone/>
              <a:defRPr/>
            </a:lvl7pPr>
            <a:lvl8pPr marL="3413904" indent="0" algn="ctr">
              <a:buNone/>
              <a:defRPr/>
            </a:lvl8pPr>
            <a:lvl9pPr marL="3901601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8901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175">
                <a:latin typeface="+mn-lt"/>
              </a:defRPr>
            </a:lvl1pPr>
            <a:lvl2pPr>
              <a:defRPr sz="1175">
                <a:latin typeface="+mn-lt"/>
              </a:defRPr>
            </a:lvl2pPr>
            <a:lvl3pPr>
              <a:defRPr sz="1175">
                <a:latin typeface="+mn-lt"/>
              </a:defRPr>
            </a:lvl3pPr>
            <a:lvl4pPr marL="769124" indent="-224961">
              <a:defRPr sz="1175">
                <a:latin typeface="+mn-lt"/>
              </a:defRPr>
            </a:lvl4pPr>
            <a:lvl5pPr marL="981926" indent="-212801">
              <a:defRPr sz="1175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8607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7"/>
            <a:ext cx="8549640" cy="1543685"/>
          </a:xfrm>
        </p:spPr>
        <p:txBody>
          <a:bodyPr/>
          <a:lstStyle>
            <a:lvl1pPr algn="l">
              <a:defRPr sz="4271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135"/>
            </a:lvl1pPr>
            <a:lvl2pPr marL="487702" indent="0">
              <a:buNone/>
              <a:defRPr sz="1922"/>
            </a:lvl2pPr>
            <a:lvl3pPr marL="975401" indent="0">
              <a:buNone/>
              <a:defRPr sz="1708"/>
            </a:lvl3pPr>
            <a:lvl4pPr marL="1463100" indent="0">
              <a:buNone/>
              <a:defRPr sz="1495"/>
            </a:lvl4pPr>
            <a:lvl5pPr marL="1950801" indent="0">
              <a:buNone/>
              <a:defRPr sz="1495"/>
            </a:lvl5pPr>
            <a:lvl6pPr marL="2438501" indent="0">
              <a:buNone/>
              <a:defRPr sz="1495"/>
            </a:lvl6pPr>
            <a:lvl7pPr marL="2926202" indent="0">
              <a:buNone/>
              <a:defRPr sz="1495"/>
            </a:lvl7pPr>
            <a:lvl8pPr marL="3413904" indent="0">
              <a:buNone/>
              <a:defRPr sz="1495"/>
            </a:lvl8pPr>
            <a:lvl9pPr marL="3901601" indent="0">
              <a:buNone/>
              <a:defRPr sz="149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81658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84"/>
            <a:ext cx="4716784" cy="5375911"/>
          </a:xfrm>
        </p:spPr>
        <p:txBody>
          <a:bodyPr/>
          <a:lstStyle>
            <a:lvl1pPr>
              <a:defRPr sz="1175">
                <a:latin typeface="+mn-lt"/>
              </a:defRPr>
            </a:lvl1pPr>
            <a:lvl2pPr>
              <a:defRPr sz="1175">
                <a:latin typeface="+mn-lt"/>
              </a:defRPr>
            </a:lvl2pPr>
            <a:lvl3pPr>
              <a:defRPr sz="1175">
                <a:latin typeface="+mn-lt"/>
              </a:defRPr>
            </a:lvl3pPr>
            <a:lvl4pPr>
              <a:defRPr sz="1175">
                <a:latin typeface="+mn-lt"/>
              </a:defRPr>
            </a:lvl4pPr>
            <a:lvl5pPr>
              <a:defRPr sz="1175">
                <a:latin typeface="+mn-lt"/>
              </a:defRPr>
            </a:lvl5pPr>
            <a:lvl6pPr>
              <a:defRPr sz="1922"/>
            </a:lvl6pPr>
            <a:lvl7pPr>
              <a:defRPr sz="1922"/>
            </a:lvl7pPr>
            <a:lvl8pPr>
              <a:defRPr sz="1922"/>
            </a:lvl8pPr>
            <a:lvl9pPr>
              <a:defRPr sz="1922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84"/>
            <a:ext cx="4716776" cy="5375911"/>
          </a:xfrm>
        </p:spPr>
        <p:txBody>
          <a:bodyPr/>
          <a:lstStyle>
            <a:lvl1pPr>
              <a:defRPr sz="1175">
                <a:latin typeface="+mn-lt"/>
              </a:defRPr>
            </a:lvl1pPr>
            <a:lvl2pPr>
              <a:defRPr sz="1175">
                <a:latin typeface="+mn-lt"/>
              </a:defRPr>
            </a:lvl2pPr>
            <a:lvl3pPr>
              <a:defRPr sz="1175">
                <a:latin typeface="+mn-lt"/>
              </a:defRPr>
            </a:lvl3pPr>
            <a:lvl4pPr>
              <a:defRPr sz="1175">
                <a:latin typeface="+mn-lt"/>
              </a:defRPr>
            </a:lvl4pPr>
            <a:lvl5pPr>
              <a:defRPr sz="1175">
                <a:latin typeface="+mn-lt"/>
              </a:defRPr>
            </a:lvl5pPr>
            <a:lvl6pPr>
              <a:defRPr sz="1922"/>
            </a:lvl6pPr>
            <a:lvl7pPr>
              <a:defRPr sz="1922"/>
            </a:lvl7pPr>
            <a:lvl8pPr>
              <a:defRPr sz="1922"/>
            </a:lvl8pPr>
            <a:lvl9pPr>
              <a:defRPr sz="1922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5712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17509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2453" indent="0" algn="ctr">
              <a:buNone/>
              <a:defRPr/>
            </a:lvl2pPr>
            <a:lvl3pPr marL="1004905" indent="0" algn="ctr">
              <a:buNone/>
              <a:defRPr/>
            </a:lvl3pPr>
            <a:lvl4pPr marL="1507356" indent="0" algn="ctr">
              <a:buNone/>
              <a:defRPr/>
            </a:lvl4pPr>
            <a:lvl5pPr marL="2009808" indent="0" algn="ctr">
              <a:buNone/>
              <a:defRPr/>
            </a:lvl5pPr>
            <a:lvl6pPr marL="2512261" indent="0" algn="ctr">
              <a:buNone/>
              <a:defRPr/>
            </a:lvl6pPr>
            <a:lvl7pPr marL="3014714" indent="0" algn="ctr">
              <a:buNone/>
              <a:defRPr/>
            </a:lvl7pPr>
            <a:lvl8pPr marL="3517168" indent="0" algn="ctr">
              <a:buNone/>
              <a:defRPr/>
            </a:lvl8pPr>
            <a:lvl9pPr marL="401961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1596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10">
                <a:latin typeface="+mn-lt"/>
              </a:defRPr>
            </a:lvl1pPr>
            <a:lvl2pPr>
              <a:defRPr sz="1210">
                <a:latin typeface="+mn-lt"/>
              </a:defRPr>
            </a:lvl2pPr>
            <a:lvl3pPr>
              <a:defRPr sz="1210">
                <a:latin typeface="+mn-lt"/>
              </a:defRPr>
            </a:lvl3pPr>
            <a:lvl4pPr marL="792389" indent="-231766">
              <a:defRPr sz="1210">
                <a:latin typeface="+mn-lt"/>
              </a:defRPr>
            </a:lvl4pPr>
            <a:lvl5pPr marL="1011627" indent="-219237">
              <a:defRPr sz="121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501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6"/>
            <a:ext cx="8549640" cy="1543685"/>
          </a:xfrm>
        </p:spPr>
        <p:txBody>
          <a:bodyPr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2453" indent="0">
              <a:buNone/>
              <a:defRPr sz="1980"/>
            </a:lvl2pPr>
            <a:lvl3pPr marL="1004905" indent="0">
              <a:buNone/>
              <a:defRPr sz="1760"/>
            </a:lvl3pPr>
            <a:lvl4pPr marL="1507356" indent="0">
              <a:buNone/>
              <a:defRPr sz="1540"/>
            </a:lvl4pPr>
            <a:lvl5pPr marL="2009808" indent="0">
              <a:buNone/>
              <a:defRPr sz="1540"/>
            </a:lvl5pPr>
            <a:lvl6pPr marL="2512261" indent="0">
              <a:buNone/>
              <a:defRPr sz="1540"/>
            </a:lvl6pPr>
            <a:lvl7pPr marL="3014714" indent="0">
              <a:buNone/>
              <a:defRPr sz="1540"/>
            </a:lvl7pPr>
            <a:lvl8pPr marL="3517168" indent="0">
              <a:buNone/>
              <a:defRPr sz="1540"/>
            </a:lvl8pPr>
            <a:lvl9pPr marL="4019617" indent="0">
              <a:buNone/>
              <a:defRPr sz="154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367200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83"/>
            <a:ext cx="4716784" cy="5375911"/>
          </a:xfrm>
        </p:spPr>
        <p:txBody>
          <a:bodyPr/>
          <a:lstStyle>
            <a:lvl1pPr>
              <a:defRPr sz="1210">
                <a:latin typeface="+mn-lt"/>
              </a:defRPr>
            </a:lvl1pPr>
            <a:lvl2pPr>
              <a:defRPr sz="1210">
                <a:latin typeface="+mn-lt"/>
              </a:defRPr>
            </a:lvl2pPr>
            <a:lvl3pPr>
              <a:defRPr sz="1210">
                <a:latin typeface="+mn-lt"/>
              </a:defRPr>
            </a:lvl3pPr>
            <a:lvl4pPr>
              <a:defRPr sz="1210">
                <a:latin typeface="+mn-lt"/>
              </a:defRPr>
            </a:lvl4pPr>
            <a:lvl5pPr>
              <a:defRPr sz="1210">
                <a:latin typeface="+mn-lt"/>
              </a:defRPr>
            </a:lvl5pPr>
            <a:lvl6pPr>
              <a:defRPr sz="1980"/>
            </a:lvl6pPr>
            <a:lvl7pPr>
              <a:defRPr sz="1980"/>
            </a:lvl7pPr>
            <a:lvl8pPr>
              <a:defRPr sz="1980"/>
            </a:lvl8pPr>
            <a:lvl9pPr>
              <a:defRPr sz="198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83"/>
            <a:ext cx="4716776" cy="5375911"/>
          </a:xfrm>
        </p:spPr>
        <p:txBody>
          <a:bodyPr/>
          <a:lstStyle>
            <a:lvl1pPr>
              <a:defRPr sz="1210">
                <a:latin typeface="+mn-lt"/>
              </a:defRPr>
            </a:lvl1pPr>
            <a:lvl2pPr>
              <a:defRPr sz="1210">
                <a:latin typeface="+mn-lt"/>
              </a:defRPr>
            </a:lvl2pPr>
            <a:lvl3pPr>
              <a:defRPr sz="1210">
                <a:latin typeface="+mn-lt"/>
              </a:defRPr>
            </a:lvl3pPr>
            <a:lvl4pPr>
              <a:defRPr sz="1210">
                <a:latin typeface="+mn-lt"/>
              </a:defRPr>
            </a:lvl4pPr>
            <a:lvl5pPr>
              <a:defRPr sz="1210">
                <a:latin typeface="+mn-lt"/>
              </a:defRPr>
            </a:lvl5pPr>
            <a:lvl6pPr>
              <a:defRPr sz="1980"/>
            </a:lvl6pPr>
            <a:lvl7pPr>
              <a:defRPr sz="1980"/>
            </a:lvl7pPr>
            <a:lvl8pPr>
              <a:defRPr sz="1980"/>
            </a:lvl8pPr>
            <a:lvl9pPr>
              <a:defRPr sz="198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3545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38293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94" y="1569432"/>
            <a:ext cx="9051028" cy="5499298"/>
          </a:xfrm>
        </p:spPr>
        <p:txBody>
          <a:bodyPr/>
          <a:lstStyle>
            <a:lvl1pPr marL="195564" indent="-195564">
              <a:lnSpc>
                <a:spcPct val="100000"/>
              </a:lnSpc>
              <a:spcAft>
                <a:spcPts val="649"/>
              </a:spcAft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1pPr>
            <a:lvl2pPr marL="478612" indent="-185270">
              <a:lnSpc>
                <a:spcPct val="100000"/>
              </a:lnSpc>
              <a:spcAft>
                <a:spcPts val="649"/>
              </a:spcAft>
              <a:buClr>
                <a:schemeClr val="bg2"/>
              </a:buClr>
              <a:buFont typeface="Arial" pitchFamily="34" charset="0"/>
              <a:buChar char="−"/>
              <a:tabLst>
                <a:tab pos="478612" algn="l"/>
              </a:tabLst>
              <a:defRPr sz="1262">
                <a:latin typeface="Calisto MT" pitchFamily="18" charset="0"/>
                <a:cs typeface="Arial" pitchFamily="34" charset="0"/>
              </a:defRPr>
            </a:lvl2pPr>
            <a:lvl3pPr marL="576396" indent="-97782">
              <a:lnSpc>
                <a:spcPct val="100000"/>
              </a:lnSpc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3pPr>
            <a:lvl4pPr marL="773671" indent="-197277">
              <a:lnSpc>
                <a:spcPct val="100000"/>
              </a:lnSpc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4pPr>
            <a:lvl5pPr marL="746224" indent="-130375">
              <a:lnSpc>
                <a:spcPct val="100000"/>
              </a:lnSpc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0"/>
            <a:r>
              <a:rPr lang="en-US" dirty="0" smtClean="0"/>
              <a:t>Test</a:t>
            </a:r>
          </a:p>
          <a:p>
            <a:pPr lvl="0"/>
            <a:r>
              <a:rPr lang="en-US" dirty="0" smtClean="0"/>
              <a:t>Test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" name="AutoShape 4"/>
          <p:cNvSpPr>
            <a:spLocks noChangeAspect="1" noChangeArrowheads="1" noTextEdit="1"/>
          </p:cNvSpPr>
          <p:nvPr userDrawn="1"/>
        </p:nvSpPr>
        <p:spPr bwMode="auto">
          <a:xfrm>
            <a:off x="-434817" y="3474195"/>
            <a:ext cx="10928034" cy="829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8805" tIns="49403" rIns="98805" bIns="49403" numCol="1" anchor="t" anchorCtr="0" compatLnSpc="1">
            <a:prstTxWarp prst="textNoShape">
              <a:avLst/>
            </a:prstTxWarp>
          </a:bodyPr>
          <a:lstStyle/>
          <a:p>
            <a:pPr defTabSz="1005134" fontAlgn="auto">
              <a:spcBef>
                <a:spcPts val="0"/>
              </a:spcBef>
              <a:spcAft>
                <a:spcPts val="0"/>
              </a:spcAft>
            </a:pPr>
            <a:endParaRPr lang="en-US" sz="1747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670716" y="7404219"/>
            <a:ext cx="975207" cy="256673"/>
          </a:xfrm>
          <a:prstGeom prst="rect">
            <a:avLst/>
          </a:prstGeom>
          <a:noFill/>
          <a:ln/>
        </p:spPr>
        <p:txBody>
          <a:bodyPr anchor="ctr" anchorCtr="0">
            <a:spAutoFit/>
          </a:bodyPr>
          <a:lstStyle>
            <a:lvl1pPr>
              <a:defRPr lang="en-US" sz="1068" cap="small" baseline="0" smtClean="0">
                <a:solidFill>
                  <a:schemeClr val="tx1"/>
                </a:solidFill>
                <a:latin typeface="Calisto MT" pitchFamily="18" charset="0"/>
              </a:defRPr>
            </a:lvl1pPr>
          </a:lstStyle>
          <a:p>
            <a:pPr defTabSz="100513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>
                <a:solidFill>
                  <a:srgbClr val="FFFFFF"/>
                </a:solidFill>
              </a:rPr>
              <a:t>Page  </a:t>
            </a:r>
            <a:fld id="{0775E3CF-EE10-42C1-A25E-4F7232B469D5}" type="slidenum">
              <a:rPr smtClean="0">
                <a:solidFill>
                  <a:srgbClr val="FFFFFF"/>
                </a:solidFill>
              </a:rPr>
              <a:pPr defTabSz="100513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dirty="0">
              <a:solidFill>
                <a:srgbClr val="FFFFFF"/>
              </a:solidFill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3617" y="1135062"/>
            <a:ext cx="9051028" cy="256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553" baseline="0"/>
            </a:lvl1pPr>
          </a:lstStyle>
          <a:p>
            <a:pPr lvl="0"/>
            <a:endParaRPr lang="en-US" dirty="0" smtClean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87100" y="6981679"/>
            <a:ext cx="9629154" cy="226580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873"/>
            </a:lvl1pPr>
          </a:lstStyle>
          <a:p>
            <a:pPr lvl="0"/>
            <a:r>
              <a:rPr lang="en-US" dirty="0" smtClean="0"/>
              <a:t>Click to add footnote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7490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487702" indent="0" algn="ctr">
              <a:buNone/>
              <a:defRPr/>
            </a:lvl2pPr>
            <a:lvl3pPr marL="975401" indent="0" algn="ctr">
              <a:buNone/>
              <a:defRPr/>
            </a:lvl3pPr>
            <a:lvl4pPr marL="1463100" indent="0" algn="ctr">
              <a:buNone/>
              <a:defRPr/>
            </a:lvl4pPr>
            <a:lvl5pPr marL="1950801" indent="0" algn="ctr">
              <a:buNone/>
              <a:defRPr/>
            </a:lvl5pPr>
            <a:lvl6pPr marL="2438501" indent="0" algn="ctr">
              <a:buNone/>
              <a:defRPr/>
            </a:lvl6pPr>
            <a:lvl7pPr marL="2926202" indent="0" algn="ctr">
              <a:buNone/>
              <a:defRPr/>
            </a:lvl7pPr>
            <a:lvl8pPr marL="3413904" indent="0" algn="ctr">
              <a:buNone/>
              <a:defRPr/>
            </a:lvl8pPr>
            <a:lvl9pPr marL="3901601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03785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175">
                <a:latin typeface="+mn-lt"/>
              </a:defRPr>
            </a:lvl1pPr>
            <a:lvl2pPr>
              <a:defRPr sz="1175">
                <a:latin typeface="+mn-lt"/>
              </a:defRPr>
            </a:lvl2pPr>
            <a:lvl3pPr>
              <a:defRPr sz="1175">
                <a:latin typeface="+mn-lt"/>
              </a:defRPr>
            </a:lvl3pPr>
            <a:lvl4pPr marL="769124" indent="-224961">
              <a:defRPr sz="1175">
                <a:latin typeface="+mn-lt"/>
              </a:defRPr>
            </a:lvl4pPr>
            <a:lvl5pPr marL="981926" indent="-212801">
              <a:defRPr sz="1175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68439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7"/>
            <a:ext cx="8549640" cy="1543685"/>
          </a:xfrm>
        </p:spPr>
        <p:txBody>
          <a:bodyPr/>
          <a:lstStyle>
            <a:lvl1pPr algn="l">
              <a:defRPr sz="4271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135"/>
            </a:lvl1pPr>
            <a:lvl2pPr marL="487702" indent="0">
              <a:buNone/>
              <a:defRPr sz="1922"/>
            </a:lvl2pPr>
            <a:lvl3pPr marL="975401" indent="0">
              <a:buNone/>
              <a:defRPr sz="1708"/>
            </a:lvl3pPr>
            <a:lvl4pPr marL="1463100" indent="0">
              <a:buNone/>
              <a:defRPr sz="1495"/>
            </a:lvl4pPr>
            <a:lvl5pPr marL="1950801" indent="0">
              <a:buNone/>
              <a:defRPr sz="1495"/>
            </a:lvl5pPr>
            <a:lvl6pPr marL="2438501" indent="0">
              <a:buNone/>
              <a:defRPr sz="1495"/>
            </a:lvl6pPr>
            <a:lvl7pPr marL="2926202" indent="0">
              <a:buNone/>
              <a:defRPr sz="1495"/>
            </a:lvl7pPr>
            <a:lvl8pPr marL="3413904" indent="0">
              <a:buNone/>
              <a:defRPr sz="1495"/>
            </a:lvl8pPr>
            <a:lvl9pPr marL="3901601" indent="0">
              <a:buNone/>
              <a:defRPr sz="149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8332136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84"/>
            <a:ext cx="4716784" cy="5375911"/>
          </a:xfrm>
        </p:spPr>
        <p:txBody>
          <a:bodyPr/>
          <a:lstStyle>
            <a:lvl1pPr>
              <a:defRPr sz="1175">
                <a:latin typeface="+mn-lt"/>
              </a:defRPr>
            </a:lvl1pPr>
            <a:lvl2pPr>
              <a:defRPr sz="1175">
                <a:latin typeface="+mn-lt"/>
              </a:defRPr>
            </a:lvl2pPr>
            <a:lvl3pPr>
              <a:defRPr sz="1175">
                <a:latin typeface="+mn-lt"/>
              </a:defRPr>
            </a:lvl3pPr>
            <a:lvl4pPr>
              <a:defRPr sz="1175">
                <a:latin typeface="+mn-lt"/>
              </a:defRPr>
            </a:lvl4pPr>
            <a:lvl5pPr>
              <a:defRPr sz="1175">
                <a:latin typeface="+mn-lt"/>
              </a:defRPr>
            </a:lvl5pPr>
            <a:lvl6pPr>
              <a:defRPr sz="1922"/>
            </a:lvl6pPr>
            <a:lvl7pPr>
              <a:defRPr sz="1922"/>
            </a:lvl7pPr>
            <a:lvl8pPr>
              <a:defRPr sz="1922"/>
            </a:lvl8pPr>
            <a:lvl9pPr>
              <a:defRPr sz="1922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84"/>
            <a:ext cx="4716776" cy="5375911"/>
          </a:xfrm>
        </p:spPr>
        <p:txBody>
          <a:bodyPr/>
          <a:lstStyle>
            <a:lvl1pPr>
              <a:defRPr sz="1175">
                <a:latin typeface="+mn-lt"/>
              </a:defRPr>
            </a:lvl1pPr>
            <a:lvl2pPr>
              <a:defRPr sz="1175">
                <a:latin typeface="+mn-lt"/>
              </a:defRPr>
            </a:lvl2pPr>
            <a:lvl3pPr>
              <a:defRPr sz="1175">
                <a:latin typeface="+mn-lt"/>
              </a:defRPr>
            </a:lvl3pPr>
            <a:lvl4pPr>
              <a:defRPr sz="1175">
                <a:latin typeface="+mn-lt"/>
              </a:defRPr>
            </a:lvl4pPr>
            <a:lvl5pPr>
              <a:defRPr sz="1175">
                <a:latin typeface="+mn-lt"/>
              </a:defRPr>
            </a:lvl5pPr>
            <a:lvl6pPr>
              <a:defRPr sz="1922"/>
            </a:lvl6pPr>
            <a:lvl7pPr>
              <a:defRPr sz="1922"/>
            </a:lvl7pPr>
            <a:lvl8pPr>
              <a:defRPr sz="1922"/>
            </a:lvl8pPr>
            <a:lvl9pPr>
              <a:defRPr sz="1922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19015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3148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94" y="1569432"/>
            <a:ext cx="9051028" cy="5499298"/>
          </a:xfrm>
        </p:spPr>
        <p:txBody>
          <a:bodyPr/>
          <a:lstStyle>
            <a:lvl1pPr marL="189823" indent="-189823">
              <a:lnSpc>
                <a:spcPct val="100000"/>
              </a:lnSpc>
              <a:spcAft>
                <a:spcPts val="630"/>
              </a:spcAft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1pPr>
            <a:lvl2pPr marL="464560" indent="-179830">
              <a:lnSpc>
                <a:spcPct val="100000"/>
              </a:lnSpc>
              <a:spcAft>
                <a:spcPts val="630"/>
              </a:spcAft>
              <a:buClr>
                <a:schemeClr val="bg2"/>
              </a:buClr>
              <a:buFont typeface="Arial" pitchFamily="34" charset="0"/>
              <a:buChar char="−"/>
              <a:tabLst>
                <a:tab pos="464560" algn="l"/>
              </a:tabLst>
              <a:defRPr sz="1225">
                <a:latin typeface="Calisto MT" pitchFamily="18" charset="0"/>
                <a:cs typeface="Arial" pitchFamily="34" charset="0"/>
              </a:defRPr>
            </a:lvl2pPr>
            <a:lvl3pPr marL="559473" indent="-94911">
              <a:lnSpc>
                <a:spcPct val="100000"/>
              </a:lnSpc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3pPr>
            <a:lvl4pPr marL="750956" indent="-191485">
              <a:lnSpc>
                <a:spcPct val="100000"/>
              </a:lnSpc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4pPr>
            <a:lvl5pPr marL="724315" indent="-126547">
              <a:lnSpc>
                <a:spcPct val="100000"/>
              </a:lnSpc>
              <a:buClr>
                <a:schemeClr val="bg2"/>
              </a:buClr>
              <a:buFont typeface="Arial" pitchFamily="34" charset="0"/>
              <a:buChar char="•"/>
              <a:defRPr>
                <a:latin typeface="Calisto MT" pitchFamily="18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0"/>
            <a:r>
              <a:rPr lang="en-US" dirty="0" smtClean="0"/>
              <a:t>Test</a:t>
            </a:r>
          </a:p>
          <a:p>
            <a:pPr lvl="0"/>
            <a:r>
              <a:rPr lang="en-US" dirty="0" smtClean="0"/>
              <a:t>Test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" name="AutoShape 4"/>
          <p:cNvSpPr>
            <a:spLocks noChangeAspect="1" noChangeArrowheads="1" noTextEdit="1"/>
          </p:cNvSpPr>
          <p:nvPr userDrawn="1"/>
        </p:nvSpPr>
        <p:spPr bwMode="auto">
          <a:xfrm>
            <a:off x="-434817" y="3474195"/>
            <a:ext cx="10928034" cy="829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899" tIns="47950" rIns="95899" bIns="47950" numCol="1" anchor="t" anchorCtr="0" compatLnSpc="1">
            <a:prstTxWarp prst="textNoShape">
              <a:avLst/>
            </a:prstTxWarp>
          </a:bodyPr>
          <a:lstStyle/>
          <a:p>
            <a:pPr defTabSz="975623" fontAlgn="auto">
              <a:spcBef>
                <a:spcPts val="0"/>
              </a:spcBef>
              <a:spcAft>
                <a:spcPts val="0"/>
              </a:spcAft>
            </a:pPr>
            <a:endParaRPr lang="en-US" sz="1696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670716" y="7406689"/>
            <a:ext cx="975207" cy="251736"/>
          </a:xfrm>
          <a:prstGeom prst="rect">
            <a:avLst/>
          </a:prstGeom>
          <a:noFill/>
          <a:ln/>
        </p:spPr>
        <p:txBody>
          <a:bodyPr anchor="ctr" anchorCtr="0">
            <a:spAutoFit/>
          </a:bodyPr>
          <a:lstStyle>
            <a:lvl1pPr>
              <a:defRPr lang="en-US" sz="1036" cap="small" baseline="0" smtClean="0">
                <a:solidFill>
                  <a:schemeClr val="tx1"/>
                </a:solidFill>
                <a:latin typeface="Calisto MT" pitchFamily="18" charset="0"/>
              </a:defRPr>
            </a:lvl1pPr>
          </a:lstStyle>
          <a:p>
            <a:pPr defTabSz="975623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>
                <a:solidFill>
                  <a:srgbClr val="FFFFFF"/>
                </a:solidFill>
              </a:rPr>
              <a:t>Page  </a:t>
            </a:r>
            <a:fld id="{0775E3CF-EE10-42C1-A25E-4F7232B469D5}" type="slidenum">
              <a:rPr smtClean="0">
                <a:solidFill>
                  <a:srgbClr val="FFFFFF"/>
                </a:solidFill>
              </a:rPr>
              <a:pPr defTabSz="975623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dirty="0">
              <a:solidFill>
                <a:srgbClr val="FFFFFF"/>
              </a:solidFill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3617" y="1135062"/>
            <a:ext cx="9051028" cy="256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507" baseline="0"/>
            </a:lvl1pPr>
          </a:lstStyle>
          <a:p>
            <a:pPr lvl="0"/>
            <a:endParaRPr lang="en-US" dirty="0" smtClean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87100" y="6985655"/>
            <a:ext cx="9629154" cy="222605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847"/>
            </a:lvl1pPr>
          </a:lstStyle>
          <a:p>
            <a:pPr lvl="0"/>
            <a:r>
              <a:rPr lang="en-US" dirty="0" smtClean="0"/>
              <a:t>Click to add footnote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17203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theme" Target="../theme/theme16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theme" Target="../theme/theme17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8.xml"/><Relationship Id="rId7" Type="http://schemas.openxmlformats.org/officeDocument/2006/relationships/theme" Target="../theme/theme18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44.xml"/><Relationship Id="rId7" Type="http://schemas.openxmlformats.org/officeDocument/2006/relationships/theme" Target="../theme/theme19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0489" tIns="50246" rIns="100489" bIns="50246" anchor="ctr"/>
          <a:lstStyle/>
          <a:p>
            <a:pPr defTabSz="1005134"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8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05134">
              <a:defRPr/>
            </a:pPr>
            <a:r>
              <a:rPr lang="en-US" sz="88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880" b="1">
                <a:solidFill>
                  <a:srgbClr val="203353"/>
                </a:solidFill>
                <a:latin typeface="Calibri"/>
              </a:rPr>
              <a:pPr defTabSz="1005134">
                <a:defRPr/>
              </a:pPr>
              <a:t>‹#›</a:t>
            </a:fld>
            <a:endParaRPr lang="en-US" sz="88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683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5pPr>
      <a:lvl6pPr marL="502453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6pPr>
      <a:lvl7pPr marL="1004905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7pPr>
      <a:lvl8pPr marL="1507356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8pPr>
      <a:lvl9pPr marL="2009808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9pPr>
    </p:titleStyle>
    <p:bodyStyle>
      <a:lvl1pPr marL="184953" indent="-184953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10">
          <a:solidFill>
            <a:schemeClr val="tx1"/>
          </a:solidFill>
          <a:latin typeface="+mn-lt"/>
          <a:ea typeface="+mn-ea"/>
          <a:cs typeface="+mn-cs"/>
        </a:defRPr>
      </a:lvl1pPr>
      <a:lvl2pPr marL="371647" indent="-183208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10">
          <a:solidFill>
            <a:schemeClr val="tx1"/>
          </a:solidFill>
          <a:latin typeface="+mn-lt"/>
        </a:defRPr>
      </a:lvl2pPr>
      <a:lvl3pPr marL="558345" indent="-18320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10">
          <a:solidFill>
            <a:schemeClr val="tx1"/>
          </a:solidFill>
          <a:latin typeface="+mn-lt"/>
        </a:defRPr>
      </a:lvl3pPr>
      <a:lvl4pPr marL="1757037" indent="-249513" algn="l" rtl="0" eaLnBrk="0" fontAlgn="base" hangingPunct="0">
        <a:spcBef>
          <a:spcPct val="20000"/>
        </a:spcBef>
        <a:spcAft>
          <a:spcPct val="0"/>
        </a:spcAft>
        <a:buChar char="–"/>
        <a:defRPr sz="1540">
          <a:solidFill>
            <a:schemeClr val="tx1"/>
          </a:solidFill>
          <a:latin typeface="Arial" charset="0"/>
        </a:defRPr>
      </a:lvl4pPr>
      <a:lvl5pPr marL="2259545" indent="-249513" algn="l" rtl="0" eaLnBrk="0" fontAlgn="base" hangingPunct="0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5pPr>
      <a:lvl6pPr marL="2763487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6pPr>
      <a:lvl7pPr marL="3265941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7pPr>
      <a:lvl8pPr marL="3768391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8pPr>
      <a:lvl9pPr marL="4270841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453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4905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7356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09808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2261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4714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17168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19617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7534" tIns="48769" rIns="97534" bIns="48769" anchor="ctr"/>
          <a:lstStyle/>
          <a:p>
            <a:pPr defTabSz="975623">
              <a:defRPr/>
            </a:pPr>
            <a:endParaRPr lang="en-US" sz="1747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2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9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975623">
              <a:defRPr/>
            </a:pPr>
            <a:r>
              <a:rPr lang="en-US" sz="855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855" b="1">
                <a:solidFill>
                  <a:srgbClr val="203353"/>
                </a:solidFill>
                <a:latin typeface="Calibri"/>
              </a:rPr>
              <a:pPr defTabSz="975623">
                <a:defRPr/>
              </a:pPr>
              <a:t>‹#›</a:t>
            </a:fld>
            <a:endParaRPr lang="en-US" sz="855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7365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5pPr>
      <a:lvl6pPr marL="487702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6pPr>
      <a:lvl7pPr marL="975401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7pPr>
      <a:lvl8pPr marL="1463100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8pPr>
      <a:lvl9pPr marL="1950801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9pPr>
    </p:titleStyle>
    <p:bodyStyle>
      <a:lvl1pPr marL="179523" indent="-179523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175">
          <a:solidFill>
            <a:schemeClr val="tx1"/>
          </a:solidFill>
          <a:latin typeface="+mn-lt"/>
          <a:ea typeface="+mn-ea"/>
          <a:cs typeface="+mn-cs"/>
        </a:defRPr>
      </a:lvl1pPr>
      <a:lvl2pPr marL="360735" indent="-17782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175">
          <a:solidFill>
            <a:schemeClr val="tx1"/>
          </a:solidFill>
          <a:latin typeface="+mn-lt"/>
        </a:defRPr>
      </a:lvl2pPr>
      <a:lvl3pPr marL="541952" indent="-177829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175">
          <a:solidFill>
            <a:schemeClr val="tx1"/>
          </a:solidFill>
          <a:latin typeface="+mn-lt"/>
        </a:defRPr>
      </a:lvl3pPr>
      <a:lvl4pPr marL="1705450" indent="-242187" algn="l" rtl="0" eaLnBrk="0" fontAlgn="base" hangingPunct="0">
        <a:spcBef>
          <a:spcPct val="20000"/>
        </a:spcBef>
        <a:spcAft>
          <a:spcPct val="0"/>
        </a:spcAft>
        <a:buChar char="–"/>
        <a:defRPr sz="1495">
          <a:solidFill>
            <a:schemeClr val="tx1"/>
          </a:solidFill>
          <a:latin typeface="Arial" charset="0"/>
        </a:defRPr>
      </a:lvl4pPr>
      <a:lvl5pPr marL="2193205" indent="-242187" algn="l" rtl="0" eaLnBrk="0" fontAlgn="base" hangingPunct="0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5pPr>
      <a:lvl6pPr marL="2682351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6pPr>
      <a:lvl7pPr marL="3170053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7pPr>
      <a:lvl8pPr marL="3657751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8pPr>
      <a:lvl9pPr marL="4145449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1pPr>
      <a:lvl2pPr marL="487702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2pPr>
      <a:lvl3pPr marL="9754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3pPr>
      <a:lvl4pPr marL="1463100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4pPr>
      <a:lvl5pPr marL="19508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5pPr>
      <a:lvl6pPr marL="24385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6pPr>
      <a:lvl7pPr marL="2926202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7pPr>
      <a:lvl8pPr marL="3413904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8pPr>
      <a:lvl9pPr marL="39016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0489" tIns="50246" rIns="100489" bIns="50246" anchor="ctr"/>
          <a:lstStyle/>
          <a:p>
            <a:pPr defTabSz="1005134"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8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05134">
              <a:defRPr/>
            </a:pPr>
            <a:r>
              <a:rPr lang="en-US" sz="88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880" b="1">
                <a:solidFill>
                  <a:srgbClr val="203353"/>
                </a:solidFill>
                <a:latin typeface="Calibri"/>
              </a:rPr>
              <a:pPr defTabSz="1005134">
                <a:defRPr/>
              </a:pPr>
              <a:t>‹#›</a:t>
            </a:fld>
            <a:endParaRPr lang="en-US" sz="88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192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30" b="1">
          <a:solidFill>
            <a:schemeClr val="bg1"/>
          </a:solidFill>
          <a:latin typeface="Calibri" pitchFamily="34" charset="0"/>
        </a:defRPr>
      </a:lvl5pPr>
      <a:lvl6pPr marL="502453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6pPr>
      <a:lvl7pPr marL="1004905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7pPr>
      <a:lvl8pPr marL="1507356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8pPr>
      <a:lvl9pPr marL="2009808" algn="r" rtl="0" fontAlgn="base">
        <a:spcBef>
          <a:spcPct val="0"/>
        </a:spcBef>
        <a:spcAft>
          <a:spcPct val="0"/>
        </a:spcAft>
        <a:defRPr sz="1870">
          <a:solidFill>
            <a:schemeClr val="bg1"/>
          </a:solidFill>
          <a:latin typeface="Calisto MT" pitchFamily="18" charset="0"/>
        </a:defRPr>
      </a:lvl9pPr>
    </p:titleStyle>
    <p:bodyStyle>
      <a:lvl1pPr marL="184953" indent="-184953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10">
          <a:solidFill>
            <a:schemeClr val="tx1"/>
          </a:solidFill>
          <a:latin typeface="+mn-lt"/>
          <a:ea typeface="+mn-ea"/>
          <a:cs typeface="+mn-cs"/>
        </a:defRPr>
      </a:lvl1pPr>
      <a:lvl2pPr marL="371647" indent="-183208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10">
          <a:solidFill>
            <a:schemeClr val="tx1"/>
          </a:solidFill>
          <a:latin typeface="+mn-lt"/>
        </a:defRPr>
      </a:lvl2pPr>
      <a:lvl3pPr marL="558345" indent="-18320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10">
          <a:solidFill>
            <a:schemeClr val="tx1"/>
          </a:solidFill>
          <a:latin typeface="+mn-lt"/>
        </a:defRPr>
      </a:lvl3pPr>
      <a:lvl4pPr marL="1757037" indent="-249513" algn="l" rtl="0" eaLnBrk="0" fontAlgn="base" hangingPunct="0">
        <a:spcBef>
          <a:spcPct val="20000"/>
        </a:spcBef>
        <a:spcAft>
          <a:spcPct val="0"/>
        </a:spcAft>
        <a:buChar char="–"/>
        <a:defRPr sz="1540">
          <a:solidFill>
            <a:schemeClr val="tx1"/>
          </a:solidFill>
          <a:latin typeface="Arial" charset="0"/>
        </a:defRPr>
      </a:lvl4pPr>
      <a:lvl5pPr marL="2259545" indent="-249513" algn="l" rtl="0" eaLnBrk="0" fontAlgn="base" hangingPunct="0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5pPr>
      <a:lvl6pPr marL="2763487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6pPr>
      <a:lvl7pPr marL="3265941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7pPr>
      <a:lvl8pPr marL="3768391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8pPr>
      <a:lvl9pPr marL="4270841" indent="-251226" algn="l" rtl="0" fontAlgn="base">
        <a:spcBef>
          <a:spcPct val="20000"/>
        </a:spcBef>
        <a:spcAft>
          <a:spcPct val="0"/>
        </a:spcAft>
        <a:buChar char="»"/>
        <a:defRPr sz="154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453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4905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7356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09808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2261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4714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17168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19617" algn="l" defTabSz="100490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7534" tIns="48769" rIns="97534" bIns="48769" anchor="ctr"/>
          <a:lstStyle/>
          <a:p>
            <a:pPr defTabSz="975623">
              <a:defRPr/>
            </a:pPr>
            <a:endParaRPr lang="en-US" sz="1747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2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9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975623">
              <a:defRPr/>
            </a:pPr>
            <a:r>
              <a:rPr lang="en-US" sz="855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855" b="1">
                <a:solidFill>
                  <a:srgbClr val="203353"/>
                </a:solidFill>
                <a:latin typeface="Calibri"/>
              </a:rPr>
              <a:pPr defTabSz="975623">
                <a:defRPr/>
              </a:pPr>
              <a:t>‹#›</a:t>
            </a:fld>
            <a:endParaRPr lang="en-US" sz="855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436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388" b="1">
          <a:solidFill>
            <a:schemeClr val="bg1"/>
          </a:solidFill>
          <a:latin typeface="Calibri" pitchFamily="34" charset="0"/>
        </a:defRPr>
      </a:lvl5pPr>
      <a:lvl6pPr marL="487702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6pPr>
      <a:lvl7pPr marL="975401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7pPr>
      <a:lvl8pPr marL="1463100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8pPr>
      <a:lvl9pPr marL="1950801" algn="r" rtl="0" fontAlgn="base">
        <a:spcBef>
          <a:spcPct val="0"/>
        </a:spcBef>
        <a:spcAft>
          <a:spcPct val="0"/>
        </a:spcAft>
        <a:defRPr sz="1815">
          <a:solidFill>
            <a:schemeClr val="bg1"/>
          </a:solidFill>
          <a:latin typeface="Calisto MT" pitchFamily="18" charset="0"/>
        </a:defRPr>
      </a:lvl9pPr>
    </p:titleStyle>
    <p:bodyStyle>
      <a:lvl1pPr marL="179523" indent="-179523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175">
          <a:solidFill>
            <a:schemeClr val="tx1"/>
          </a:solidFill>
          <a:latin typeface="+mn-lt"/>
          <a:ea typeface="+mn-ea"/>
          <a:cs typeface="+mn-cs"/>
        </a:defRPr>
      </a:lvl1pPr>
      <a:lvl2pPr marL="360735" indent="-17782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175">
          <a:solidFill>
            <a:schemeClr val="tx1"/>
          </a:solidFill>
          <a:latin typeface="+mn-lt"/>
        </a:defRPr>
      </a:lvl2pPr>
      <a:lvl3pPr marL="541952" indent="-177829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175">
          <a:solidFill>
            <a:schemeClr val="tx1"/>
          </a:solidFill>
          <a:latin typeface="+mn-lt"/>
        </a:defRPr>
      </a:lvl3pPr>
      <a:lvl4pPr marL="1705450" indent="-242187" algn="l" rtl="0" eaLnBrk="0" fontAlgn="base" hangingPunct="0">
        <a:spcBef>
          <a:spcPct val="20000"/>
        </a:spcBef>
        <a:spcAft>
          <a:spcPct val="0"/>
        </a:spcAft>
        <a:buChar char="–"/>
        <a:defRPr sz="1495">
          <a:solidFill>
            <a:schemeClr val="tx1"/>
          </a:solidFill>
          <a:latin typeface="Arial" charset="0"/>
        </a:defRPr>
      </a:lvl4pPr>
      <a:lvl5pPr marL="2193205" indent="-242187" algn="l" rtl="0" eaLnBrk="0" fontAlgn="base" hangingPunct="0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5pPr>
      <a:lvl6pPr marL="2682351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6pPr>
      <a:lvl7pPr marL="3170053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7pPr>
      <a:lvl8pPr marL="3657751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8pPr>
      <a:lvl9pPr marL="4145449" indent="-243850" algn="l" rtl="0" fontAlgn="base">
        <a:spcBef>
          <a:spcPct val="20000"/>
        </a:spcBef>
        <a:spcAft>
          <a:spcPct val="0"/>
        </a:spcAft>
        <a:buChar char="»"/>
        <a:defRPr sz="1495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1pPr>
      <a:lvl2pPr marL="487702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2pPr>
      <a:lvl3pPr marL="9754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3pPr>
      <a:lvl4pPr marL="1463100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4pPr>
      <a:lvl5pPr marL="19508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5pPr>
      <a:lvl6pPr marL="24385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6pPr>
      <a:lvl7pPr marL="2926202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7pPr>
      <a:lvl8pPr marL="3413904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8pPr>
      <a:lvl9pPr marL="3901601" algn="l" defTabSz="975401" rtl="0" eaLnBrk="1" latinLnBrk="0" hangingPunct="1">
        <a:defRPr sz="192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9268" y="244312"/>
            <a:ext cx="6014434" cy="609918"/>
          </a:xfrm>
        </p:spPr>
        <p:txBody>
          <a:bodyPr/>
          <a:lstStyle/>
          <a:p>
            <a:r>
              <a:rPr lang="en-US" dirty="0" smtClean="0"/>
              <a:t>CONSTRUCT </a:t>
            </a:r>
            <a:r>
              <a:rPr lang="en-US" dirty="0" smtClean="0"/>
              <a:t>GNMA </a:t>
            </a:r>
            <a:r>
              <a:rPr lang="en-US" dirty="0" smtClean="0"/>
              <a:t>MORTGAGE RATE</a:t>
            </a:r>
            <a:endParaRPr lang="en-US" sz="1200" b="0" dirty="0"/>
          </a:p>
        </p:txBody>
      </p:sp>
      <p:sp>
        <p:nvSpPr>
          <p:cNvPr id="3" name="TextBox 2"/>
          <p:cNvSpPr txBox="1"/>
          <p:nvPr/>
        </p:nvSpPr>
        <p:spPr>
          <a:xfrm>
            <a:off x="145657" y="1218129"/>
            <a:ext cx="21686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200" dirty="0" smtClean="0">
                <a:latin typeface="Calibri" panose="020F0502020204030204" pitchFamily="34" charset="0"/>
              </a:rPr>
              <a:t>WAC conventional defined as the weighted average of all FNCL and FGLMC pools.</a:t>
            </a:r>
            <a:endParaRPr lang="en-US" sz="1200" dirty="0" smtClean="0">
              <a:latin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dirty="0" smtClean="0">
              <a:latin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dirty="0" smtClean="0">
                <a:latin typeface="Calibri" panose="020F0502020204030204" pitchFamily="34" charset="0"/>
              </a:rPr>
              <a:t>WAC GNMA defined as all GNSF and G2SF pools.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dirty="0">
              <a:latin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dirty="0" smtClean="0">
                <a:latin typeface="Calibri" panose="020F0502020204030204" pitchFamily="34" charset="0"/>
              </a:rPr>
              <a:t>Plot by origination date.</a:t>
            </a:r>
            <a:endParaRPr lang="en-US" sz="1200" dirty="0">
              <a:latin typeface="Calibri" panose="020F0502020204030204" pitchFamily="34" charset="0"/>
            </a:endParaRPr>
          </a:p>
        </p:txBody>
      </p:sp>
      <p:pic>
        <p:nvPicPr>
          <p:cNvPr id="6147" name="Picture 3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Picture 5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3" name="Picture 9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0" name="Picture 16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2" name="Picture 18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4" name="Picture 20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6" name="Picture 22" descr="spac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472699" y="6939687"/>
            <a:ext cx="17024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>
                <a:latin typeface="Calibri" panose="020F0502020204030204" pitchFamily="34" charset="0"/>
              </a:rPr>
              <a:t>Source: Cello</a:t>
            </a:r>
            <a:endParaRPr lang="en-US" sz="900" dirty="0"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703742" y="5035749"/>
                <a:ext cx="5068695" cy="3252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 smtClean="0"/>
                  <a:t>GNMA </a:t>
                </a:r>
                <a:r>
                  <a:rPr lang="en-US" sz="1400" i="1" dirty="0" smtClean="0"/>
                  <a:t>Mortgage Rate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/>
                      </a:rPr>
                      <m:t>=</m:t>
                    </m:r>
                    <m:r>
                      <a:rPr lang="en-US" sz="1400" b="0" i="1" smtClean="0">
                        <a:latin typeface="Cambria Math"/>
                      </a:rPr>
                      <m:t>𝑃𝑀𝑀𝑆</m:t>
                    </m:r>
                    <m:r>
                      <a:rPr lang="en-US" sz="14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1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/>
                          </a:rPr>
                          <m:t>𝑊𝐴𝐶</m:t>
                        </m:r>
                        <m:r>
                          <a:rPr lang="en-US" sz="1400" i="1">
                            <a:latin typeface="Cambria Math"/>
                          </a:rPr>
                          <m:t> </m:t>
                        </m:r>
                        <m:r>
                          <a:rPr lang="en-US" sz="1400" i="1">
                            <a:latin typeface="Cambria Math"/>
                          </a:rPr>
                          <m:t>𝑆𝑝𝑟𝑒𝑎𝑑</m:t>
                        </m:r>
                      </m:e>
                      <m:sub>
                        <m:r>
                          <a:rPr lang="en-US" sz="1400" b="0" i="1" smtClean="0">
                            <a:latin typeface="Cambria Math"/>
                          </a:rPr>
                          <m:t>6</m:t>
                        </m:r>
                        <m:r>
                          <a:rPr lang="en-US" sz="1400" b="0" i="1" smtClean="0">
                            <a:latin typeface="Cambria Math"/>
                          </a:rPr>
                          <m:t>𝑚</m:t>
                        </m:r>
                        <m:r>
                          <a:rPr lang="en-US" sz="1400" b="0" i="1" smtClean="0">
                            <a:latin typeface="Cambria Math"/>
                          </a:rPr>
                          <m:t> </m:t>
                        </m:r>
                        <m:r>
                          <a:rPr lang="en-US" sz="1400" b="0" i="1" smtClean="0">
                            <a:latin typeface="Cambria Math"/>
                          </a:rPr>
                          <m:t>𝑀𝑜𝑣𝑖𝑛𝑔</m:t>
                        </m:r>
                        <m:r>
                          <a:rPr lang="en-US" sz="1400" b="0" i="1" smtClean="0">
                            <a:latin typeface="Cambria Math"/>
                          </a:rPr>
                          <m:t> </m:t>
                        </m:r>
                        <m:r>
                          <a:rPr lang="en-US" sz="1400" b="0" i="1" smtClean="0">
                            <a:latin typeface="Cambria Math"/>
                          </a:rPr>
                          <m:t>𝐴𝑣𝑒𝑟𝑎𝑔𝑒</m:t>
                        </m:r>
                      </m:sub>
                    </m:sSub>
                  </m:oMath>
                </a14:m>
                <a:endParaRPr lang="en-US" sz="14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3742" y="5035749"/>
                <a:ext cx="5068695" cy="325282"/>
              </a:xfrm>
              <a:prstGeom prst="rect">
                <a:avLst/>
              </a:prstGeom>
              <a:blipFill rotWithShape="1">
                <a:blip r:embed="rId4"/>
                <a:stretch>
                  <a:fillRect l="-361" t="-3774" b="-1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2703742" y="1231880"/>
            <a:ext cx="6537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Get WAC spread </a:t>
            </a:r>
            <a:r>
              <a:rPr lang="en-US" sz="1400" dirty="0" smtClean="0">
                <a:latin typeface="+mn-lt"/>
              </a:rPr>
              <a:t>as </a:t>
            </a:r>
            <a:r>
              <a:rPr lang="en-US" sz="1400" dirty="0" smtClean="0">
                <a:latin typeface="+mn-lt"/>
              </a:rPr>
              <a:t>GNMA </a:t>
            </a:r>
            <a:r>
              <a:rPr lang="en-US" sz="1400" dirty="0">
                <a:latin typeface="+mn-lt"/>
              </a:rPr>
              <a:t>pools </a:t>
            </a:r>
            <a:r>
              <a:rPr lang="en-US" sz="1400" dirty="0" smtClean="0">
                <a:latin typeface="+mn-lt"/>
              </a:rPr>
              <a:t>- FNMA+FHL </a:t>
            </a:r>
            <a:r>
              <a:rPr lang="en-US" sz="1400" dirty="0">
                <a:latin typeface="+mn-lt"/>
              </a:rPr>
              <a:t>pools</a:t>
            </a:r>
            <a:endParaRPr lang="en-US" sz="1400" dirty="0">
              <a:latin typeface="+mn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03742" y="3103005"/>
            <a:ext cx="6537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6-month moving average of WAC Spread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172121609"/>
              </p:ext>
            </p:extLst>
          </p:nvPr>
        </p:nvGraphicFramePr>
        <p:xfrm>
          <a:off x="2766060" y="1539658"/>
          <a:ext cx="6705600" cy="15176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8" name="Chart 17"/>
          <p:cNvGraphicFramePr/>
          <p:nvPr>
            <p:extLst>
              <p:ext uri="{D42A27DB-BD31-4B8C-83A1-F6EECF244321}">
                <p14:modId xmlns:p14="http://schemas.microsoft.com/office/powerpoint/2010/main" val="1505044171"/>
              </p:ext>
            </p:extLst>
          </p:nvPr>
        </p:nvGraphicFramePr>
        <p:xfrm>
          <a:off x="2811780" y="3373759"/>
          <a:ext cx="6842760" cy="15176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9" name="Chart 18"/>
          <p:cNvGraphicFramePr/>
          <p:nvPr>
            <p:extLst>
              <p:ext uri="{D42A27DB-BD31-4B8C-83A1-F6EECF244321}">
                <p14:modId xmlns:p14="http://schemas.microsoft.com/office/powerpoint/2010/main" val="415835932"/>
              </p:ext>
            </p:extLst>
          </p:nvPr>
        </p:nvGraphicFramePr>
        <p:xfrm>
          <a:off x="2766060" y="5397230"/>
          <a:ext cx="6842760" cy="15176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9" name="Rectangle 8"/>
          <p:cNvSpPr/>
          <p:nvPr/>
        </p:nvSpPr>
        <p:spPr>
          <a:xfrm>
            <a:off x="2472699" y="1224260"/>
            <a:ext cx="232401" cy="3077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1</a:t>
            </a:r>
            <a:endParaRPr lang="en-US" sz="1400" dirty="0"/>
          </a:p>
        </p:txBody>
      </p:sp>
      <p:sp>
        <p:nvSpPr>
          <p:cNvPr id="21" name="Rectangle 20"/>
          <p:cNvSpPr/>
          <p:nvPr/>
        </p:nvSpPr>
        <p:spPr>
          <a:xfrm>
            <a:off x="2472699" y="3103006"/>
            <a:ext cx="232401" cy="3077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72699" y="5044501"/>
            <a:ext cx="232401" cy="3077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39489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8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9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10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11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88359</TotalTime>
  <Words>69</Words>
  <Application>Microsoft Office PowerPoint</Application>
  <PresentationFormat>Custom</PresentationFormat>
  <Paragraphs>14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19</vt:i4>
      </vt:variant>
      <vt:variant>
        <vt:lpstr>Slide Titles</vt:lpstr>
      </vt:variant>
      <vt:variant>
        <vt:i4>1</vt:i4>
      </vt:variant>
    </vt:vector>
  </HeadingPairs>
  <TitlesOfParts>
    <vt:vector size="20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8_Custom Design</vt:lpstr>
      <vt:lpstr>9_Custom Design</vt:lpstr>
      <vt:lpstr>10_Custom Design</vt:lpstr>
      <vt:lpstr>11_Custom Design</vt:lpstr>
      <vt:lpstr>CONSTRUCT GNMA MORTGAGE RATE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2570</cp:revision>
  <cp:lastPrinted>2015-08-06T15:23:44Z</cp:lastPrinted>
  <dcterms:created xsi:type="dcterms:W3CDTF">2011-07-07T12:37:32Z</dcterms:created>
  <dcterms:modified xsi:type="dcterms:W3CDTF">2017-03-01T22:20:50Z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