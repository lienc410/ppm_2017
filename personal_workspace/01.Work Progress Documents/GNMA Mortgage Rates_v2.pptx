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8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  <p:sldMasterId id="2147483860" r:id="rId16"/>
    <p:sldMasterId id="2147483866" r:id="rId17"/>
    <p:sldMasterId id="2147483872" r:id="rId18"/>
    <p:sldMasterId id="2147483879" r:id="rId19"/>
  </p:sldMasterIdLst>
  <p:notesMasterIdLst>
    <p:notesMasterId r:id="rId22"/>
  </p:notesMasterIdLst>
  <p:handoutMasterIdLst>
    <p:handoutMasterId r:id="rId23"/>
  </p:handoutMasterIdLst>
  <p:sldIdLst>
    <p:sldId id="610" r:id="rId20"/>
    <p:sldId id="611" r:id="rId21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C7732D"/>
    <a:srgbClr val="74B629"/>
    <a:srgbClr val="000000"/>
    <a:srgbClr val="968880"/>
    <a:srgbClr val="203353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5005" autoAdjust="0"/>
  </p:normalViewPr>
  <p:slideViewPr>
    <p:cSldViewPr snapToGrid="0" snapToObjects="1">
      <p:cViewPr>
        <p:scale>
          <a:sx n="125" d="100"/>
          <a:sy n="125" d="100"/>
        </p:scale>
        <p:origin x="-546" y="-28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Sheet1!$B$2:$B$327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Sheet1!$C$2:$C$327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Sheet1!$D$2:$D$327</c:f>
              <c:numCache>
                <c:formatCode>General</c:formatCode>
                <c:ptCount val="326"/>
                <c:pt idx="0">
                  <c:v>-6.6261512604656306E-2</c:v>
                </c:pt>
                <c:pt idx="1">
                  <c:v>1.7661801042267E-2</c:v>
                </c:pt>
                <c:pt idx="2">
                  <c:v>-2.0842521615323299E-2</c:v>
                </c:pt>
                <c:pt idx="3">
                  <c:v>-6.10487059428165E-2</c:v>
                </c:pt>
                <c:pt idx="4">
                  <c:v>-0.183670645139976</c:v>
                </c:pt>
                <c:pt idx="5">
                  <c:v>-0.15619699798016801</c:v>
                </c:pt>
                <c:pt idx="6">
                  <c:v>-0.30736479031112002</c:v>
                </c:pt>
                <c:pt idx="7">
                  <c:v>-0.19585940267176899</c:v>
                </c:pt>
                <c:pt idx="8">
                  <c:v>-0.17423556243017699</c:v>
                </c:pt>
                <c:pt idx="9">
                  <c:v>-0.18139729427979301</c:v>
                </c:pt>
                <c:pt idx="10">
                  <c:v>-9.4095493207123099E-2</c:v>
                </c:pt>
                <c:pt idx="11">
                  <c:v>-0.123560255995029</c:v>
                </c:pt>
                <c:pt idx="12">
                  <c:v>-0.108001203233183</c:v>
                </c:pt>
                <c:pt idx="13">
                  <c:v>-0.13569529792170101</c:v>
                </c:pt>
                <c:pt idx="14">
                  <c:v>-0.21426379131385001</c:v>
                </c:pt>
                <c:pt idx="15">
                  <c:v>-0.161661559340151</c:v>
                </c:pt>
                <c:pt idx="16">
                  <c:v>-0.210095943280599</c:v>
                </c:pt>
                <c:pt idx="17">
                  <c:v>-0.188960654806508</c:v>
                </c:pt>
                <c:pt idx="18">
                  <c:v>-0.14975370566832699</c:v>
                </c:pt>
                <c:pt idx="19">
                  <c:v>-0.13868037449113399</c:v>
                </c:pt>
                <c:pt idx="20">
                  <c:v>-0.116620533315761</c:v>
                </c:pt>
                <c:pt idx="21">
                  <c:v>-8.9565620833150297E-2</c:v>
                </c:pt>
                <c:pt idx="22">
                  <c:v>-9.9767664232907394E-2</c:v>
                </c:pt>
                <c:pt idx="23">
                  <c:v>-7.2379361994460698E-2</c:v>
                </c:pt>
                <c:pt idx="24">
                  <c:v>-5.0140221896515402E-2</c:v>
                </c:pt>
                <c:pt idx="25">
                  <c:v>-4.8792100976645297E-2</c:v>
                </c:pt>
                <c:pt idx="26">
                  <c:v>-6.6922607718828395E-2</c:v>
                </c:pt>
                <c:pt idx="27">
                  <c:v>4.8737483927221298E-2</c:v>
                </c:pt>
                <c:pt idx="28">
                  <c:v>2.2818571072672E-2</c:v>
                </c:pt>
                <c:pt idx="29">
                  <c:v>6.1454869983777298E-2</c:v>
                </c:pt>
                <c:pt idx="30">
                  <c:v>6.4277083364110907E-2</c:v>
                </c:pt>
                <c:pt idx="31">
                  <c:v>0.10559913115212601</c:v>
                </c:pt>
                <c:pt idx="32">
                  <c:v>0.10686296732087</c:v>
                </c:pt>
                <c:pt idx="33">
                  <c:v>0.17073995661621399</c:v>
                </c:pt>
                <c:pt idx="34">
                  <c:v>0.16506381149014299</c:v>
                </c:pt>
                <c:pt idx="35">
                  <c:v>0.18004807272759701</c:v>
                </c:pt>
                <c:pt idx="36">
                  <c:v>0.15361418757109499</c:v>
                </c:pt>
                <c:pt idx="37">
                  <c:v>0.12703527872713499</c:v>
                </c:pt>
                <c:pt idx="38">
                  <c:v>0.17260275979193501</c:v>
                </c:pt>
                <c:pt idx="39">
                  <c:v>0.193491162403475</c:v>
                </c:pt>
                <c:pt idx="40">
                  <c:v>0.25770307227317701</c:v>
                </c:pt>
                <c:pt idx="41">
                  <c:v>0.25293748799301302</c:v>
                </c:pt>
                <c:pt idx="42">
                  <c:v>0.21495494674780899</c:v>
                </c:pt>
                <c:pt idx="43">
                  <c:v>0.27888756054929498</c:v>
                </c:pt>
                <c:pt idx="44">
                  <c:v>0.38582176581428601</c:v>
                </c:pt>
                <c:pt idx="45">
                  <c:v>0.40809414670827898</c:v>
                </c:pt>
                <c:pt idx="46">
                  <c:v>0.28272963595663098</c:v>
                </c:pt>
                <c:pt idx="47">
                  <c:v>0.143894077392445</c:v>
                </c:pt>
                <c:pt idx="48">
                  <c:v>0.17446134599829999</c:v>
                </c:pt>
                <c:pt idx="49">
                  <c:v>0.183056778640938</c:v>
                </c:pt>
                <c:pt idx="50">
                  <c:v>0.224496649395246</c:v>
                </c:pt>
                <c:pt idx="51">
                  <c:v>0.274413449316258</c:v>
                </c:pt>
                <c:pt idx="52">
                  <c:v>0.17215906556416399</c:v>
                </c:pt>
                <c:pt idx="53">
                  <c:v>0.11380814300233</c:v>
                </c:pt>
                <c:pt idx="54">
                  <c:v>1.47900172768579E-2</c:v>
                </c:pt>
                <c:pt idx="55">
                  <c:v>7.4818239773569703E-2</c:v>
                </c:pt>
                <c:pt idx="56">
                  <c:v>2.7513589311920099E-2</c:v>
                </c:pt>
                <c:pt idx="57">
                  <c:v>-3.9726875653500797E-2</c:v>
                </c:pt>
                <c:pt idx="58">
                  <c:v>-3.6320170735596402E-2</c:v>
                </c:pt>
                <c:pt idx="59">
                  <c:v>5.8101193547929503E-2</c:v>
                </c:pt>
                <c:pt idx="60">
                  <c:v>0.14899394911348901</c:v>
                </c:pt>
                <c:pt idx="61">
                  <c:v>0.16768198741263099</c:v>
                </c:pt>
                <c:pt idx="62">
                  <c:v>9.8048168359123805E-2</c:v>
                </c:pt>
                <c:pt idx="63">
                  <c:v>8.0554438300751902E-2</c:v>
                </c:pt>
                <c:pt idx="64">
                  <c:v>2.7836402170610699E-2</c:v>
                </c:pt>
                <c:pt idx="65">
                  <c:v>6.20579566471696E-2</c:v>
                </c:pt>
                <c:pt idx="66">
                  <c:v>4.3826846821458598E-2</c:v>
                </c:pt>
                <c:pt idx="67">
                  <c:v>0.20189752983262901</c:v>
                </c:pt>
                <c:pt idx="68">
                  <c:v>0.29752894835997001</c:v>
                </c:pt>
                <c:pt idx="69">
                  <c:v>0.23021855971359301</c:v>
                </c:pt>
                <c:pt idx="70">
                  <c:v>0.16445651096116101</c:v>
                </c:pt>
                <c:pt idx="71">
                  <c:v>0.15083170647885299</c:v>
                </c:pt>
                <c:pt idx="72">
                  <c:v>0.133983096611373</c:v>
                </c:pt>
                <c:pt idx="73">
                  <c:v>0.167187786982394</c:v>
                </c:pt>
                <c:pt idx="74">
                  <c:v>0.193047677617737</c:v>
                </c:pt>
                <c:pt idx="75">
                  <c:v>0.18326535052493201</c:v>
                </c:pt>
                <c:pt idx="76">
                  <c:v>0.120215681285727</c:v>
                </c:pt>
                <c:pt idx="77">
                  <c:v>0.208502914506599</c:v>
                </c:pt>
                <c:pt idx="78">
                  <c:v>0.162321660347682</c:v>
                </c:pt>
                <c:pt idx="79">
                  <c:v>0.180727195053836</c:v>
                </c:pt>
                <c:pt idx="80">
                  <c:v>0.26654652193691297</c:v>
                </c:pt>
                <c:pt idx="81">
                  <c:v>0.198809182750638</c:v>
                </c:pt>
                <c:pt idx="82">
                  <c:v>0.147988055421407</c:v>
                </c:pt>
                <c:pt idx="83">
                  <c:v>0.11183219827964801</c:v>
                </c:pt>
                <c:pt idx="84">
                  <c:v>0.13832462542089</c:v>
                </c:pt>
                <c:pt idx="85">
                  <c:v>0.15416424374094301</c:v>
                </c:pt>
                <c:pt idx="86">
                  <c:v>0.13524554604941699</c:v>
                </c:pt>
                <c:pt idx="87">
                  <c:v>0.15573255272797901</c:v>
                </c:pt>
                <c:pt idx="88">
                  <c:v>0.17571418742818201</c:v>
                </c:pt>
                <c:pt idx="89">
                  <c:v>9.8165301245074096E-2</c:v>
                </c:pt>
                <c:pt idx="90">
                  <c:v>0.14467991551833201</c:v>
                </c:pt>
                <c:pt idx="91">
                  <c:v>0.212450181507466</c:v>
                </c:pt>
                <c:pt idx="92">
                  <c:v>0.203725639804202</c:v>
                </c:pt>
                <c:pt idx="93">
                  <c:v>0.177545030953078</c:v>
                </c:pt>
                <c:pt idx="94">
                  <c:v>0.20107133218332601</c:v>
                </c:pt>
                <c:pt idx="95">
                  <c:v>0.16949581625644999</c:v>
                </c:pt>
                <c:pt idx="96">
                  <c:v>0.169090369352596</c:v>
                </c:pt>
                <c:pt idx="97">
                  <c:v>0.116167753339872</c:v>
                </c:pt>
                <c:pt idx="98">
                  <c:v>4.3502552148407703E-2</c:v>
                </c:pt>
                <c:pt idx="99">
                  <c:v>0.134511666135196</c:v>
                </c:pt>
                <c:pt idx="100">
                  <c:v>0.141928698268661</c:v>
                </c:pt>
                <c:pt idx="101">
                  <c:v>0.13338210194228001</c:v>
                </c:pt>
                <c:pt idx="102">
                  <c:v>0.175535423497202</c:v>
                </c:pt>
                <c:pt idx="103">
                  <c:v>0.21656946585071701</c:v>
                </c:pt>
                <c:pt idx="104">
                  <c:v>0.21616344279657601</c:v>
                </c:pt>
                <c:pt idx="105">
                  <c:v>0.26974567521284498</c:v>
                </c:pt>
                <c:pt idx="106">
                  <c:v>0.41312146297420299</c:v>
                </c:pt>
                <c:pt idx="107">
                  <c:v>0.41702707018075102</c:v>
                </c:pt>
                <c:pt idx="108">
                  <c:v>0.42348844964330801</c:v>
                </c:pt>
                <c:pt idx="109">
                  <c:v>0.33668238726132699</c:v>
                </c:pt>
                <c:pt idx="110">
                  <c:v>0.25653561863764901</c:v>
                </c:pt>
                <c:pt idx="111">
                  <c:v>0.29851692967399202</c:v>
                </c:pt>
                <c:pt idx="112">
                  <c:v>0.33699260174168899</c:v>
                </c:pt>
                <c:pt idx="113">
                  <c:v>0.44205678721797198</c:v>
                </c:pt>
                <c:pt idx="114">
                  <c:v>0.34091780150816497</c:v>
                </c:pt>
                <c:pt idx="115">
                  <c:v>0.16293210547794401</c:v>
                </c:pt>
                <c:pt idx="116">
                  <c:v>0.17215778031277201</c:v>
                </c:pt>
                <c:pt idx="117">
                  <c:v>0.15591058602278601</c:v>
                </c:pt>
                <c:pt idx="118">
                  <c:v>0.146164054375749</c:v>
                </c:pt>
                <c:pt idx="119">
                  <c:v>3.6326096391101403E-2</c:v>
                </c:pt>
                <c:pt idx="120">
                  <c:v>0.15261718017006301</c:v>
                </c:pt>
                <c:pt idx="121">
                  <c:v>0.20716206089549999</c:v>
                </c:pt>
                <c:pt idx="122">
                  <c:v>0.20637442334369399</c:v>
                </c:pt>
                <c:pt idx="123">
                  <c:v>0.21444491537507401</c:v>
                </c:pt>
                <c:pt idx="124">
                  <c:v>0.25736056436796501</c:v>
                </c:pt>
                <c:pt idx="125">
                  <c:v>0.19748886811108399</c:v>
                </c:pt>
                <c:pt idx="126">
                  <c:v>0.13367881054751099</c:v>
                </c:pt>
                <c:pt idx="127">
                  <c:v>0.15030605315273801</c:v>
                </c:pt>
                <c:pt idx="128">
                  <c:v>0.18049876224772701</c:v>
                </c:pt>
                <c:pt idx="129">
                  <c:v>0.12910075086082301</c:v>
                </c:pt>
                <c:pt idx="130">
                  <c:v>0.100551073397003</c:v>
                </c:pt>
                <c:pt idx="131">
                  <c:v>8.3812286830060895E-2</c:v>
                </c:pt>
                <c:pt idx="132">
                  <c:v>9.3651299504148106E-2</c:v>
                </c:pt>
                <c:pt idx="133">
                  <c:v>9.8362039251845099E-2</c:v>
                </c:pt>
                <c:pt idx="134">
                  <c:v>0.117701355380532</c:v>
                </c:pt>
                <c:pt idx="135">
                  <c:v>0.139525191155664</c:v>
                </c:pt>
                <c:pt idx="136">
                  <c:v>8.3750176033839704E-2</c:v>
                </c:pt>
                <c:pt idx="137">
                  <c:v>0.125867259824754</c:v>
                </c:pt>
                <c:pt idx="138">
                  <c:v>9.4587512632551801E-2</c:v>
                </c:pt>
                <c:pt idx="139">
                  <c:v>0.176699891425629</c:v>
                </c:pt>
                <c:pt idx="140">
                  <c:v>0.11896453443157499</c:v>
                </c:pt>
                <c:pt idx="141">
                  <c:v>0.157350982781609</c:v>
                </c:pt>
                <c:pt idx="142">
                  <c:v>0.217425073082326</c:v>
                </c:pt>
                <c:pt idx="143">
                  <c:v>0.23893291213624501</c:v>
                </c:pt>
                <c:pt idx="144">
                  <c:v>0.14012538224231</c:v>
                </c:pt>
                <c:pt idx="145">
                  <c:v>0.112362294110866</c:v>
                </c:pt>
                <c:pt idx="146">
                  <c:v>9.6543409634362698E-2</c:v>
                </c:pt>
                <c:pt idx="147">
                  <c:v>0.116695206979286</c:v>
                </c:pt>
                <c:pt idx="148">
                  <c:v>8.5505647603026202E-2</c:v>
                </c:pt>
                <c:pt idx="149">
                  <c:v>0.10081827918932899</c:v>
                </c:pt>
                <c:pt idx="150">
                  <c:v>0.13365968822648999</c:v>
                </c:pt>
                <c:pt idx="151">
                  <c:v>7.9156032569022497E-2</c:v>
                </c:pt>
                <c:pt idx="152">
                  <c:v>9.7004146026652097E-2</c:v>
                </c:pt>
                <c:pt idx="153">
                  <c:v>5.5136414054810498E-2</c:v>
                </c:pt>
                <c:pt idx="154">
                  <c:v>1.07391367917604E-2</c:v>
                </c:pt>
                <c:pt idx="155">
                  <c:v>0.12921076805850101</c:v>
                </c:pt>
                <c:pt idx="156">
                  <c:v>0.15431098303242199</c:v>
                </c:pt>
                <c:pt idx="157">
                  <c:v>0.140132706153349</c:v>
                </c:pt>
                <c:pt idx="158">
                  <c:v>0.14697165264752299</c:v>
                </c:pt>
                <c:pt idx="159">
                  <c:v>7.1101273397681103E-2</c:v>
                </c:pt>
                <c:pt idx="160">
                  <c:v>9.83191693118214E-2</c:v>
                </c:pt>
                <c:pt idx="161">
                  <c:v>7.6634620717760199E-2</c:v>
                </c:pt>
                <c:pt idx="162">
                  <c:v>0.104435143966239</c:v>
                </c:pt>
                <c:pt idx="163">
                  <c:v>0.10967254047819</c:v>
                </c:pt>
                <c:pt idx="164">
                  <c:v>0.23669330946473399</c:v>
                </c:pt>
                <c:pt idx="165">
                  <c:v>0.143788651752736</c:v>
                </c:pt>
                <c:pt idx="166">
                  <c:v>8.6376502574507699E-2</c:v>
                </c:pt>
                <c:pt idx="167">
                  <c:v>0.10155404635193301</c:v>
                </c:pt>
                <c:pt idx="168">
                  <c:v>0.104642066216538</c:v>
                </c:pt>
                <c:pt idx="169">
                  <c:v>0.128701628845132</c:v>
                </c:pt>
                <c:pt idx="170">
                  <c:v>9.4896599654619995E-2</c:v>
                </c:pt>
                <c:pt idx="171">
                  <c:v>0.11905206218614001</c:v>
                </c:pt>
                <c:pt idx="172">
                  <c:v>7.2070463523231404E-2</c:v>
                </c:pt>
                <c:pt idx="173">
                  <c:v>6.1427078906908503E-2</c:v>
                </c:pt>
                <c:pt idx="174">
                  <c:v>5.4680110395792597E-2</c:v>
                </c:pt>
                <c:pt idx="175">
                  <c:v>4.0693277893642001E-2</c:v>
                </c:pt>
                <c:pt idx="176">
                  <c:v>-1.83089507859154E-2</c:v>
                </c:pt>
                <c:pt idx="177">
                  <c:v>-3.72704654074906E-3</c:v>
                </c:pt>
                <c:pt idx="178">
                  <c:v>8.3857390739055203E-3</c:v>
                </c:pt>
                <c:pt idx="179">
                  <c:v>5.3901192832611397E-2</c:v>
                </c:pt>
                <c:pt idx="180">
                  <c:v>3.7084179284905001E-3</c:v>
                </c:pt>
                <c:pt idx="181">
                  <c:v>7.9217382135251899E-3</c:v>
                </c:pt>
                <c:pt idx="182">
                  <c:v>1.10035258156983E-3</c:v>
                </c:pt>
                <c:pt idx="183">
                  <c:v>-2.56151980610126E-2</c:v>
                </c:pt>
                <c:pt idx="184">
                  <c:v>-0.16732653781958101</c:v>
                </c:pt>
                <c:pt idx="185">
                  <c:v>-0.15221592606578899</c:v>
                </c:pt>
                <c:pt idx="186">
                  <c:v>-0.155396397649358</c:v>
                </c:pt>
                <c:pt idx="187">
                  <c:v>-0.14082563311405999</c:v>
                </c:pt>
                <c:pt idx="188">
                  <c:v>-9.7947072611831998E-2</c:v>
                </c:pt>
                <c:pt idx="189">
                  <c:v>-7.7906801594913297E-2</c:v>
                </c:pt>
                <c:pt idx="190">
                  <c:v>-3.6804373382723202E-2</c:v>
                </c:pt>
                <c:pt idx="191">
                  <c:v>-4.4298522165443797E-2</c:v>
                </c:pt>
                <c:pt idx="192">
                  <c:v>-1.8194135707890802E-2</c:v>
                </c:pt>
                <c:pt idx="193">
                  <c:v>-1.3906914138598001E-2</c:v>
                </c:pt>
                <c:pt idx="194">
                  <c:v>1.62132554345705E-2</c:v>
                </c:pt>
                <c:pt idx="195">
                  <c:v>1.2615514059090199E-2</c:v>
                </c:pt>
                <c:pt idx="196">
                  <c:v>0.110721517755224</c:v>
                </c:pt>
                <c:pt idx="197">
                  <c:v>6.3818561115390596E-2</c:v>
                </c:pt>
                <c:pt idx="198">
                  <c:v>2.10465805265749E-2</c:v>
                </c:pt>
                <c:pt idx="199">
                  <c:v>7.16586245159061E-2</c:v>
                </c:pt>
                <c:pt idx="200">
                  <c:v>6.4290246716662294E-2</c:v>
                </c:pt>
                <c:pt idx="201">
                  <c:v>4.1826384517687103E-2</c:v>
                </c:pt>
                <c:pt idx="202">
                  <c:v>4.6248971790729301E-2</c:v>
                </c:pt>
                <c:pt idx="203">
                  <c:v>-4.76869386524858E-2</c:v>
                </c:pt>
                <c:pt idx="204">
                  <c:v>-2.7103662830683401E-2</c:v>
                </c:pt>
                <c:pt idx="205">
                  <c:v>-2.4256007196800301E-2</c:v>
                </c:pt>
                <c:pt idx="206">
                  <c:v>6.2486241183215604E-3</c:v>
                </c:pt>
                <c:pt idx="207">
                  <c:v>1.2222538070966699E-2</c:v>
                </c:pt>
                <c:pt idx="208">
                  <c:v>7.3947603467163E-3</c:v>
                </c:pt>
                <c:pt idx="209">
                  <c:v>5.3163407077380397E-2</c:v>
                </c:pt>
                <c:pt idx="210">
                  <c:v>0.10863389381826</c:v>
                </c:pt>
                <c:pt idx="211">
                  <c:v>2.9042164443676299E-2</c:v>
                </c:pt>
                <c:pt idx="212">
                  <c:v>3.3326671488694598E-3</c:v>
                </c:pt>
                <c:pt idx="213">
                  <c:v>6.5248286621478996E-2</c:v>
                </c:pt>
                <c:pt idx="214">
                  <c:v>5.5936413299367702E-2</c:v>
                </c:pt>
                <c:pt idx="215">
                  <c:v>2.46263930476485E-2</c:v>
                </c:pt>
                <c:pt idx="216">
                  <c:v>-1.5493007443248099E-2</c:v>
                </c:pt>
                <c:pt idx="217">
                  <c:v>0.108450418224186</c:v>
                </c:pt>
                <c:pt idx="218">
                  <c:v>0.12903413587217699</c:v>
                </c:pt>
                <c:pt idx="219">
                  <c:v>0.13918428296826901</c:v>
                </c:pt>
                <c:pt idx="220">
                  <c:v>0.24841452486344401</c:v>
                </c:pt>
                <c:pt idx="221">
                  <c:v>0.25424954390073501</c:v>
                </c:pt>
                <c:pt idx="222">
                  <c:v>0.28290328788638303</c:v>
                </c:pt>
                <c:pt idx="223">
                  <c:v>0.243311118888932</c:v>
                </c:pt>
                <c:pt idx="224">
                  <c:v>0.28106678335884899</c:v>
                </c:pt>
                <c:pt idx="225">
                  <c:v>0.18692703999778801</c:v>
                </c:pt>
                <c:pt idx="226">
                  <c:v>0.116374970759616</c:v>
                </c:pt>
                <c:pt idx="227">
                  <c:v>0.350677774255643</c:v>
                </c:pt>
                <c:pt idx="228">
                  <c:v>0.180735116627319</c:v>
                </c:pt>
                <c:pt idx="229">
                  <c:v>8.0908222541341002E-2</c:v>
                </c:pt>
                <c:pt idx="230">
                  <c:v>0.106575408057505</c:v>
                </c:pt>
                <c:pt idx="231">
                  <c:v>7.5827424623464298E-2</c:v>
                </c:pt>
                <c:pt idx="232">
                  <c:v>0.107827218574158</c:v>
                </c:pt>
                <c:pt idx="233">
                  <c:v>7.8660536904441594E-2</c:v>
                </c:pt>
                <c:pt idx="234">
                  <c:v>-2.56550121155933E-2</c:v>
                </c:pt>
                <c:pt idx="235">
                  <c:v>6.05460358409061E-2</c:v>
                </c:pt>
                <c:pt idx="236">
                  <c:v>-4.0224264094149302E-2</c:v>
                </c:pt>
                <c:pt idx="237">
                  <c:v>5.7484245863478698E-3</c:v>
                </c:pt>
                <c:pt idx="238">
                  <c:v>-4.1702151688586001E-2</c:v>
                </c:pt>
                <c:pt idx="239">
                  <c:v>-5.8648590588699603E-2</c:v>
                </c:pt>
                <c:pt idx="240">
                  <c:v>-3.7211253102377502E-2</c:v>
                </c:pt>
                <c:pt idx="241">
                  <c:v>-3.1430051730538901E-2</c:v>
                </c:pt>
                <c:pt idx="242">
                  <c:v>-4.6193750396198101E-2</c:v>
                </c:pt>
                <c:pt idx="243">
                  <c:v>-1.8078014160452901E-2</c:v>
                </c:pt>
                <c:pt idx="244">
                  <c:v>-6.5159223656901494E-2</c:v>
                </c:pt>
                <c:pt idx="245">
                  <c:v>-0.10064749440757401</c:v>
                </c:pt>
                <c:pt idx="246">
                  <c:v>-0.19426454978793001</c:v>
                </c:pt>
                <c:pt idx="247">
                  <c:v>-0.150423281216995</c:v>
                </c:pt>
                <c:pt idx="248">
                  <c:v>-0.21661672218543501</c:v>
                </c:pt>
                <c:pt idx="249">
                  <c:v>-0.185976572887635</c:v>
                </c:pt>
                <c:pt idx="250">
                  <c:v>-0.21299391448736499</c:v>
                </c:pt>
                <c:pt idx="251">
                  <c:v>-0.298354910977632</c:v>
                </c:pt>
                <c:pt idx="252">
                  <c:v>-0.32276014972464001</c:v>
                </c:pt>
                <c:pt idx="253">
                  <c:v>-0.215419230570494</c:v>
                </c:pt>
                <c:pt idx="254">
                  <c:v>-0.185146864048573</c:v>
                </c:pt>
                <c:pt idx="255">
                  <c:v>-0.19724185443680201</c:v>
                </c:pt>
                <c:pt idx="256">
                  <c:v>-0.15774024709941201</c:v>
                </c:pt>
                <c:pt idx="257">
                  <c:v>-0.18820311302284301</c:v>
                </c:pt>
                <c:pt idx="258">
                  <c:v>-0.22330990207916299</c:v>
                </c:pt>
                <c:pt idx="259">
                  <c:v>1.5986873225976701E-2</c:v>
                </c:pt>
                <c:pt idx="260">
                  <c:v>-0.26030353346931401</c:v>
                </c:pt>
                <c:pt idx="261">
                  <c:v>-0.19734401213060199</c:v>
                </c:pt>
                <c:pt idx="262">
                  <c:v>-0.16912536584264901</c:v>
                </c:pt>
                <c:pt idx="263">
                  <c:v>-0.14438659662626799</c:v>
                </c:pt>
                <c:pt idx="264">
                  <c:v>-0.22140689647033099</c:v>
                </c:pt>
                <c:pt idx="265">
                  <c:v>-7.2191005190214499E-2</c:v>
                </c:pt>
                <c:pt idx="266">
                  <c:v>-0.108372699949596</c:v>
                </c:pt>
                <c:pt idx="267">
                  <c:v>-0.17295470300468099</c:v>
                </c:pt>
                <c:pt idx="268">
                  <c:v>-0.226360984210875</c:v>
                </c:pt>
                <c:pt idx="269">
                  <c:v>-0.18250278876246301</c:v>
                </c:pt>
                <c:pt idx="270">
                  <c:v>-0.27605847498214398</c:v>
                </c:pt>
                <c:pt idx="271">
                  <c:v>-9.1109139723287394E-2</c:v>
                </c:pt>
                <c:pt idx="272">
                  <c:v>-0.21201014402777199</c:v>
                </c:pt>
                <c:pt idx="273">
                  <c:v>-0.29731548361131399</c:v>
                </c:pt>
                <c:pt idx="274">
                  <c:v>-0.27575066021088301</c:v>
                </c:pt>
                <c:pt idx="275">
                  <c:v>-0.26230524789158699</c:v>
                </c:pt>
                <c:pt idx="276">
                  <c:v>-0.35735035398473097</c:v>
                </c:pt>
                <c:pt idx="277">
                  <c:v>-0.42034535528994199</c:v>
                </c:pt>
                <c:pt idx="278">
                  <c:v>-0.49504915928780102</c:v>
                </c:pt>
                <c:pt idx="279">
                  <c:v>-0.36417181222737299</c:v>
                </c:pt>
                <c:pt idx="280">
                  <c:v>-0.34985008398269601</c:v>
                </c:pt>
                <c:pt idx="281">
                  <c:v>-0.46496813078316102</c:v>
                </c:pt>
                <c:pt idx="282">
                  <c:v>-0.48087702903291002</c:v>
                </c:pt>
                <c:pt idx="283">
                  <c:v>-0.25182854634378798</c:v>
                </c:pt>
                <c:pt idx="284">
                  <c:v>-0.440656997679436</c:v>
                </c:pt>
                <c:pt idx="285">
                  <c:v>-0.435779667922154</c:v>
                </c:pt>
                <c:pt idx="286">
                  <c:v>-0.35336409044420403</c:v>
                </c:pt>
                <c:pt idx="287">
                  <c:v>-0.33118416850287902</c:v>
                </c:pt>
                <c:pt idx="288">
                  <c:v>-0.34667555710013898</c:v>
                </c:pt>
                <c:pt idx="289">
                  <c:v>-0.33232909007418698</c:v>
                </c:pt>
                <c:pt idx="290">
                  <c:v>-0.55463607662438397</c:v>
                </c:pt>
                <c:pt idx="291">
                  <c:v>-0.368197196406781</c:v>
                </c:pt>
                <c:pt idx="292">
                  <c:v>-0.47355920157125497</c:v>
                </c:pt>
                <c:pt idx="293">
                  <c:v>-0.22071086551881799</c:v>
                </c:pt>
                <c:pt idx="294">
                  <c:v>-0.21682663094871199</c:v>
                </c:pt>
                <c:pt idx="295">
                  <c:v>-0.29752007024978899</c:v>
                </c:pt>
                <c:pt idx="296">
                  <c:v>-0.133899651481035</c:v>
                </c:pt>
                <c:pt idx="297">
                  <c:v>-0.33468586820179702</c:v>
                </c:pt>
                <c:pt idx="298">
                  <c:v>-0.204745835740066</c:v>
                </c:pt>
                <c:pt idx="299">
                  <c:v>-0.218825200912067</c:v>
                </c:pt>
                <c:pt idx="300">
                  <c:v>-0.31485444856631301</c:v>
                </c:pt>
                <c:pt idx="301">
                  <c:v>-0.36825519610907498</c:v>
                </c:pt>
                <c:pt idx="302">
                  <c:v>-0.352682204071262</c:v>
                </c:pt>
                <c:pt idx="303">
                  <c:v>-0.30660559824399602</c:v>
                </c:pt>
                <c:pt idx="304">
                  <c:v>-0.38687610745156997</c:v>
                </c:pt>
                <c:pt idx="305">
                  <c:v>-0.42956954135842501</c:v>
                </c:pt>
                <c:pt idx="306">
                  <c:v>-0.25299260110684801</c:v>
                </c:pt>
                <c:pt idx="307">
                  <c:v>-0.29244563683577202</c:v>
                </c:pt>
                <c:pt idx="308">
                  <c:v>-0.33439644106831801</c:v>
                </c:pt>
                <c:pt idx="309">
                  <c:v>-0.285885564788319</c:v>
                </c:pt>
                <c:pt idx="310">
                  <c:v>-0.303577181456263</c:v>
                </c:pt>
                <c:pt idx="311">
                  <c:v>-0.234495884741902</c:v>
                </c:pt>
                <c:pt idx="312">
                  <c:v>-0.228561359590156</c:v>
                </c:pt>
                <c:pt idx="313">
                  <c:v>-0.270226775303188</c:v>
                </c:pt>
                <c:pt idx="314">
                  <c:v>-0.24342892691316201</c:v>
                </c:pt>
                <c:pt idx="315">
                  <c:v>-0.23482643182889801</c:v>
                </c:pt>
                <c:pt idx="316">
                  <c:v>-0.41585208326978901</c:v>
                </c:pt>
                <c:pt idx="317">
                  <c:v>-0.116020393046095</c:v>
                </c:pt>
                <c:pt idx="318">
                  <c:v>-0.30132313026422097</c:v>
                </c:pt>
                <c:pt idx="319">
                  <c:v>-0.23601585762027799</c:v>
                </c:pt>
                <c:pt idx="320">
                  <c:v>-0.23021021620436599</c:v>
                </c:pt>
                <c:pt idx="321">
                  <c:v>-0.27044344692126099</c:v>
                </c:pt>
                <c:pt idx="322">
                  <c:v>-0.174682104340735</c:v>
                </c:pt>
                <c:pt idx="323">
                  <c:v>-0.23648176101127599</c:v>
                </c:pt>
                <c:pt idx="324">
                  <c:v>-0.415930791644398</c:v>
                </c:pt>
                <c:pt idx="325">
                  <c:v>-0.116020393046095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327360"/>
        <c:axId val="203328896"/>
      </c:lineChart>
      <c:dateAx>
        <c:axId val="203327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03328896"/>
        <c:crosses val="autoZero"/>
        <c:auto val="1"/>
        <c:lblOffset val="100"/>
        <c:baseTimeUnit val="months"/>
        <c:majorUnit val="48"/>
        <c:majorTimeUnit val="months"/>
      </c:dateAx>
      <c:valAx>
        <c:axId val="203328896"/>
        <c:scaling>
          <c:orientation val="minMax"/>
        </c:scaling>
        <c:delete val="0"/>
        <c:axPos val="l"/>
        <c:numFmt formatCode="0.0" sourceLinked="0"/>
        <c:majorTickMark val="out"/>
        <c:minorTickMark val="none"/>
        <c:tickLblPos val="nextTo"/>
        <c:crossAx val="20332736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Sheet1!$B$2:$B$318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JumboRate</c:v>
                </c:pt>
              </c:strCache>
            </c:strRef>
          </c:tx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Sheet1!$C$2:$C$318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Sheet1!$D$2:$D$318</c:f>
              <c:numCache>
                <c:formatCode>General</c:formatCode>
                <c:ptCount val="317"/>
                <c:pt idx="0">
                  <c:v>-6.6261512604656306E-2</c:v>
                </c:pt>
                <c:pt idx="1">
                  <c:v>1.7661801042267E-2</c:v>
                </c:pt>
                <c:pt idx="2">
                  <c:v>-2.0842521615323299E-2</c:v>
                </c:pt>
                <c:pt idx="3">
                  <c:v>-6.10487059428165E-2</c:v>
                </c:pt>
                <c:pt idx="4">
                  <c:v>-0.183670645139976</c:v>
                </c:pt>
                <c:pt idx="5">
                  <c:v>-0.15619699798016801</c:v>
                </c:pt>
                <c:pt idx="6">
                  <c:v>-0.30736479031112002</c:v>
                </c:pt>
                <c:pt idx="7">
                  <c:v>-0.19585940267176899</c:v>
                </c:pt>
                <c:pt idx="8">
                  <c:v>-0.17423556243017699</c:v>
                </c:pt>
                <c:pt idx="9">
                  <c:v>-0.18139729427979301</c:v>
                </c:pt>
                <c:pt idx="10">
                  <c:v>-9.4095493207123099E-2</c:v>
                </c:pt>
                <c:pt idx="11">
                  <c:v>-0.123560255995029</c:v>
                </c:pt>
                <c:pt idx="12">
                  <c:v>-0.108001203233183</c:v>
                </c:pt>
                <c:pt idx="13">
                  <c:v>-0.13569529792170101</c:v>
                </c:pt>
                <c:pt idx="14">
                  <c:v>-0.21426379131385001</c:v>
                </c:pt>
                <c:pt idx="15">
                  <c:v>-0.161661559340151</c:v>
                </c:pt>
                <c:pt idx="16">
                  <c:v>-0.210095943280599</c:v>
                </c:pt>
                <c:pt idx="17">
                  <c:v>-0.188960654806508</c:v>
                </c:pt>
                <c:pt idx="18">
                  <c:v>-0.14975370566832699</c:v>
                </c:pt>
                <c:pt idx="19">
                  <c:v>-0.13868037449113399</c:v>
                </c:pt>
                <c:pt idx="20">
                  <c:v>-0.116620533315761</c:v>
                </c:pt>
                <c:pt idx="21">
                  <c:v>-8.9565620833150297E-2</c:v>
                </c:pt>
                <c:pt idx="22">
                  <c:v>-9.9767664232907394E-2</c:v>
                </c:pt>
                <c:pt idx="23">
                  <c:v>-7.2379361994460698E-2</c:v>
                </c:pt>
                <c:pt idx="24">
                  <c:v>-5.0140221896515402E-2</c:v>
                </c:pt>
                <c:pt idx="25">
                  <c:v>-4.8792100976645297E-2</c:v>
                </c:pt>
                <c:pt idx="26">
                  <c:v>-6.6922607718828395E-2</c:v>
                </c:pt>
                <c:pt idx="27">
                  <c:v>4.8737483927221298E-2</c:v>
                </c:pt>
                <c:pt idx="28">
                  <c:v>2.2818571072672E-2</c:v>
                </c:pt>
                <c:pt idx="29">
                  <c:v>6.1454869983777298E-2</c:v>
                </c:pt>
                <c:pt idx="30">
                  <c:v>6.4277083364110907E-2</c:v>
                </c:pt>
                <c:pt idx="31">
                  <c:v>0.10559913115212601</c:v>
                </c:pt>
                <c:pt idx="32">
                  <c:v>0.10686296732087</c:v>
                </c:pt>
                <c:pt idx="33">
                  <c:v>0.17073995661621399</c:v>
                </c:pt>
                <c:pt idx="34">
                  <c:v>0.16506381149014299</c:v>
                </c:pt>
                <c:pt idx="35">
                  <c:v>0.18004807272759701</c:v>
                </c:pt>
                <c:pt idx="36">
                  <c:v>0.15361418757109499</c:v>
                </c:pt>
                <c:pt idx="37">
                  <c:v>0.12703527872713499</c:v>
                </c:pt>
                <c:pt idx="38">
                  <c:v>0.17260275979193501</c:v>
                </c:pt>
                <c:pt idx="39">
                  <c:v>0.193491162403475</c:v>
                </c:pt>
                <c:pt idx="40">
                  <c:v>0.25770307227317701</c:v>
                </c:pt>
                <c:pt idx="41">
                  <c:v>0.25293748799301302</c:v>
                </c:pt>
                <c:pt idx="42">
                  <c:v>0.21495494674780899</c:v>
                </c:pt>
                <c:pt idx="43">
                  <c:v>0.27888756054929498</c:v>
                </c:pt>
                <c:pt idx="44">
                  <c:v>0.38582176581428601</c:v>
                </c:pt>
                <c:pt idx="45">
                  <c:v>0.40809414670827898</c:v>
                </c:pt>
                <c:pt idx="46">
                  <c:v>0.28272963595663098</c:v>
                </c:pt>
                <c:pt idx="47">
                  <c:v>0.143894077392445</c:v>
                </c:pt>
                <c:pt idx="48">
                  <c:v>0.17446134599829999</c:v>
                </c:pt>
                <c:pt idx="49">
                  <c:v>0.183056778640938</c:v>
                </c:pt>
                <c:pt idx="50">
                  <c:v>0.224496649395246</c:v>
                </c:pt>
                <c:pt idx="51">
                  <c:v>0.274413449316258</c:v>
                </c:pt>
                <c:pt idx="52">
                  <c:v>0.17215906556416399</c:v>
                </c:pt>
                <c:pt idx="53">
                  <c:v>0.11380814300233</c:v>
                </c:pt>
                <c:pt idx="54">
                  <c:v>1.47900172768579E-2</c:v>
                </c:pt>
                <c:pt idx="55">
                  <c:v>7.4818239773569703E-2</c:v>
                </c:pt>
                <c:pt idx="56">
                  <c:v>2.7513589311920099E-2</c:v>
                </c:pt>
                <c:pt idx="57">
                  <c:v>-3.9726875653500797E-2</c:v>
                </c:pt>
                <c:pt idx="58">
                  <c:v>-3.6320170735596402E-2</c:v>
                </c:pt>
                <c:pt idx="59">
                  <c:v>5.8101193547929503E-2</c:v>
                </c:pt>
                <c:pt idx="60">
                  <c:v>0.14899394911348901</c:v>
                </c:pt>
                <c:pt idx="61">
                  <c:v>0.16768198741263099</c:v>
                </c:pt>
                <c:pt idx="62">
                  <c:v>9.8048168359123805E-2</c:v>
                </c:pt>
                <c:pt idx="63">
                  <c:v>8.0554438300751902E-2</c:v>
                </c:pt>
                <c:pt idx="64">
                  <c:v>2.7836402170610699E-2</c:v>
                </c:pt>
                <c:pt idx="65">
                  <c:v>6.20579566471696E-2</c:v>
                </c:pt>
                <c:pt idx="66">
                  <c:v>4.3826846821458598E-2</c:v>
                </c:pt>
                <c:pt idx="67">
                  <c:v>0.20189752983262901</c:v>
                </c:pt>
                <c:pt idx="68">
                  <c:v>0.29752894835997001</c:v>
                </c:pt>
                <c:pt idx="69">
                  <c:v>0.23021855971359301</c:v>
                </c:pt>
                <c:pt idx="70">
                  <c:v>0.16445651096116101</c:v>
                </c:pt>
                <c:pt idx="71">
                  <c:v>0.15083170647885299</c:v>
                </c:pt>
                <c:pt idx="72">
                  <c:v>0.133983096611373</c:v>
                </c:pt>
                <c:pt idx="73">
                  <c:v>0.167187786982394</c:v>
                </c:pt>
                <c:pt idx="74">
                  <c:v>0.193047677617737</c:v>
                </c:pt>
                <c:pt idx="75">
                  <c:v>0.18326535052493201</c:v>
                </c:pt>
                <c:pt idx="76">
                  <c:v>0.120215681285727</c:v>
                </c:pt>
                <c:pt idx="77">
                  <c:v>0.208502914506599</c:v>
                </c:pt>
                <c:pt idx="78">
                  <c:v>0.162321660347682</c:v>
                </c:pt>
                <c:pt idx="79">
                  <c:v>0.180727195053836</c:v>
                </c:pt>
                <c:pt idx="80">
                  <c:v>0.26654652193691297</c:v>
                </c:pt>
                <c:pt idx="81">
                  <c:v>0.198809182750638</c:v>
                </c:pt>
                <c:pt idx="82">
                  <c:v>0.147988055421407</c:v>
                </c:pt>
                <c:pt idx="83">
                  <c:v>0.11183219827964801</c:v>
                </c:pt>
                <c:pt idx="84">
                  <c:v>0.13832462542089</c:v>
                </c:pt>
                <c:pt idx="85">
                  <c:v>0.15416424374094301</c:v>
                </c:pt>
                <c:pt idx="86">
                  <c:v>0.13524554604941699</c:v>
                </c:pt>
                <c:pt idx="87">
                  <c:v>0.15573255272797901</c:v>
                </c:pt>
                <c:pt idx="88">
                  <c:v>0.17571418742818201</c:v>
                </c:pt>
                <c:pt idx="89">
                  <c:v>9.8165301245074096E-2</c:v>
                </c:pt>
                <c:pt idx="90">
                  <c:v>0.14467991551833201</c:v>
                </c:pt>
                <c:pt idx="91">
                  <c:v>0.212450181507466</c:v>
                </c:pt>
                <c:pt idx="92">
                  <c:v>0.203725639804202</c:v>
                </c:pt>
                <c:pt idx="93">
                  <c:v>0.177545030953078</c:v>
                </c:pt>
                <c:pt idx="94">
                  <c:v>0.20107133218332601</c:v>
                </c:pt>
                <c:pt idx="95">
                  <c:v>0.16949581625644999</c:v>
                </c:pt>
                <c:pt idx="96">
                  <c:v>0.169090369352596</c:v>
                </c:pt>
                <c:pt idx="97">
                  <c:v>0.116167753339872</c:v>
                </c:pt>
                <c:pt idx="98">
                  <c:v>4.3502552148407703E-2</c:v>
                </c:pt>
                <c:pt idx="99">
                  <c:v>0.134511666135196</c:v>
                </c:pt>
                <c:pt idx="100">
                  <c:v>0.141928698268661</c:v>
                </c:pt>
                <c:pt idx="101">
                  <c:v>0.13338210194228001</c:v>
                </c:pt>
                <c:pt idx="102">
                  <c:v>0.175535423497202</c:v>
                </c:pt>
                <c:pt idx="103">
                  <c:v>0.21656946585071701</c:v>
                </c:pt>
                <c:pt idx="104">
                  <c:v>0.21616344279657601</c:v>
                </c:pt>
                <c:pt idx="105">
                  <c:v>0.26974567521284498</c:v>
                </c:pt>
                <c:pt idx="106">
                  <c:v>0.41312146297420299</c:v>
                </c:pt>
                <c:pt idx="107">
                  <c:v>0.41702707018075102</c:v>
                </c:pt>
                <c:pt idx="108">
                  <c:v>0.42348844964330801</c:v>
                </c:pt>
                <c:pt idx="109">
                  <c:v>0.33668238726132699</c:v>
                </c:pt>
                <c:pt idx="110">
                  <c:v>0.25653561863764901</c:v>
                </c:pt>
                <c:pt idx="111">
                  <c:v>0.29851692967399202</c:v>
                </c:pt>
                <c:pt idx="112">
                  <c:v>0.33699260174168899</c:v>
                </c:pt>
                <c:pt idx="113">
                  <c:v>0.44205678721797198</c:v>
                </c:pt>
                <c:pt idx="114">
                  <c:v>0.34091780150816497</c:v>
                </c:pt>
                <c:pt idx="115">
                  <c:v>0.16293210547794401</c:v>
                </c:pt>
                <c:pt idx="116">
                  <c:v>0.17215778031277201</c:v>
                </c:pt>
                <c:pt idx="117">
                  <c:v>0.15591058602278601</c:v>
                </c:pt>
                <c:pt idx="118">
                  <c:v>0.146164054375749</c:v>
                </c:pt>
                <c:pt idx="119">
                  <c:v>3.6326096391101403E-2</c:v>
                </c:pt>
                <c:pt idx="120">
                  <c:v>0.15261718017006301</c:v>
                </c:pt>
                <c:pt idx="121">
                  <c:v>0.20716206089549999</c:v>
                </c:pt>
                <c:pt idx="122">
                  <c:v>0.20637442334369399</c:v>
                </c:pt>
                <c:pt idx="123">
                  <c:v>0.21444491537507401</c:v>
                </c:pt>
                <c:pt idx="124">
                  <c:v>0.25736056436796501</c:v>
                </c:pt>
                <c:pt idx="125">
                  <c:v>0.19748886811108399</c:v>
                </c:pt>
                <c:pt idx="126">
                  <c:v>0.13367881054751099</c:v>
                </c:pt>
                <c:pt idx="127">
                  <c:v>0.15030605315273801</c:v>
                </c:pt>
                <c:pt idx="128">
                  <c:v>0.18049876224772701</c:v>
                </c:pt>
                <c:pt idx="129">
                  <c:v>0.12910075086082301</c:v>
                </c:pt>
                <c:pt idx="130">
                  <c:v>0.100551073397003</c:v>
                </c:pt>
                <c:pt idx="131">
                  <c:v>8.3812286830060895E-2</c:v>
                </c:pt>
                <c:pt idx="132">
                  <c:v>9.3651299504148106E-2</c:v>
                </c:pt>
                <c:pt idx="133">
                  <c:v>9.8362039251845099E-2</c:v>
                </c:pt>
                <c:pt idx="134">
                  <c:v>0.117701355380532</c:v>
                </c:pt>
                <c:pt idx="135">
                  <c:v>0.139525191155664</c:v>
                </c:pt>
                <c:pt idx="136">
                  <c:v>8.3750176033839704E-2</c:v>
                </c:pt>
                <c:pt idx="137">
                  <c:v>0.125867259824754</c:v>
                </c:pt>
                <c:pt idx="138">
                  <c:v>9.4587512632551801E-2</c:v>
                </c:pt>
                <c:pt idx="139">
                  <c:v>0.176699891425629</c:v>
                </c:pt>
                <c:pt idx="140">
                  <c:v>0.11896453443157499</c:v>
                </c:pt>
                <c:pt idx="141">
                  <c:v>0.157350982781609</c:v>
                </c:pt>
                <c:pt idx="142">
                  <c:v>0.217425073082326</c:v>
                </c:pt>
                <c:pt idx="143">
                  <c:v>0.23893291213624501</c:v>
                </c:pt>
                <c:pt idx="144">
                  <c:v>0.14012538224231</c:v>
                </c:pt>
                <c:pt idx="145">
                  <c:v>0.112362294110866</c:v>
                </c:pt>
                <c:pt idx="146">
                  <c:v>9.6543409634362698E-2</c:v>
                </c:pt>
                <c:pt idx="147">
                  <c:v>0.116695206979286</c:v>
                </c:pt>
                <c:pt idx="148">
                  <c:v>8.5505647603026202E-2</c:v>
                </c:pt>
                <c:pt idx="149">
                  <c:v>0.10081827918932899</c:v>
                </c:pt>
                <c:pt idx="150">
                  <c:v>0.13365968822648999</c:v>
                </c:pt>
                <c:pt idx="151">
                  <c:v>7.9156032569022497E-2</c:v>
                </c:pt>
                <c:pt idx="152">
                  <c:v>9.7004146026652097E-2</c:v>
                </c:pt>
                <c:pt idx="153">
                  <c:v>5.5136414054810498E-2</c:v>
                </c:pt>
                <c:pt idx="154">
                  <c:v>1.07391367917604E-2</c:v>
                </c:pt>
                <c:pt idx="155">
                  <c:v>0.12921076805850101</c:v>
                </c:pt>
                <c:pt idx="156">
                  <c:v>0.15431098303242199</c:v>
                </c:pt>
                <c:pt idx="157">
                  <c:v>0.140132706153349</c:v>
                </c:pt>
                <c:pt idx="158">
                  <c:v>0.14697165264752299</c:v>
                </c:pt>
                <c:pt idx="159">
                  <c:v>7.1101273397681103E-2</c:v>
                </c:pt>
                <c:pt idx="160">
                  <c:v>9.83191693118214E-2</c:v>
                </c:pt>
                <c:pt idx="161">
                  <c:v>7.6634620717760199E-2</c:v>
                </c:pt>
                <c:pt idx="162">
                  <c:v>0.104435143966239</c:v>
                </c:pt>
                <c:pt idx="163">
                  <c:v>0.10967254047819</c:v>
                </c:pt>
                <c:pt idx="164">
                  <c:v>0.23669330946473399</c:v>
                </c:pt>
                <c:pt idx="165">
                  <c:v>0.143788651752736</c:v>
                </c:pt>
                <c:pt idx="166">
                  <c:v>8.6376502574507699E-2</c:v>
                </c:pt>
                <c:pt idx="167">
                  <c:v>0.10155404635193301</c:v>
                </c:pt>
                <c:pt idx="168">
                  <c:v>0.104642066216538</c:v>
                </c:pt>
                <c:pt idx="169">
                  <c:v>0.128701628845132</c:v>
                </c:pt>
                <c:pt idx="170">
                  <c:v>9.4896599654619995E-2</c:v>
                </c:pt>
                <c:pt idx="171">
                  <c:v>0.11905206218614001</c:v>
                </c:pt>
                <c:pt idx="172">
                  <c:v>7.2070463523231404E-2</c:v>
                </c:pt>
                <c:pt idx="173">
                  <c:v>6.1427078906908503E-2</c:v>
                </c:pt>
                <c:pt idx="174">
                  <c:v>5.4680110395792597E-2</c:v>
                </c:pt>
                <c:pt idx="175">
                  <c:v>4.0693277893642001E-2</c:v>
                </c:pt>
                <c:pt idx="176">
                  <c:v>-1.83089507859154E-2</c:v>
                </c:pt>
                <c:pt idx="177">
                  <c:v>-3.72704654074906E-3</c:v>
                </c:pt>
                <c:pt idx="178">
                  <c:v>8.3857390739055203E-3</c:v>
                </c:pt>
                <c:pt idx="179">
                  <c:v>5.3901192832611397E-2</c:v>
                </c:pt>
                <c:pt idx="180">
                  <c:v>3.7084179284905001E-3</c:v>
                </c:pt>
                <c:pt idx="181">
                  <c:v>7.9217382135251899E-3</c:v>
                </c:pt>
                <c:pt idx="182">
                  <c:v>1.10035258156983E-3</c:v>
                </c:pt>
                <c:pt idx="183">
                  <c:v>-2.56151980610126E-2</c:v>
                </c:pt>
                <c:pt idx="184">
                  <c:v>-0.16732653781958101</c:v>
                </c:pt>
                <c:pt idx="185">
                  <c:v>-0.15221592606578899</c:v>
                </c:pt>
                <c:pt idx="186">
                  <c:v>-0.155396397649358</c:v>
                </c:pt>
                <c:pt idx="187">
                  <c:v>-0.14082563311405999</c:v>
                </c:pt>
                <c:pt idx="188">
                  <c:v>-9.7947072611831998E-2</c:v>
                </c:pt>
                <c:pt idx="189">
                  <c:v>-7.7906801594913297E-2</c:v>
                </c:pt>
                <c:pt idx="190">
                  <c:v>-3.6804373382723202E-2</c:v>
                </c:pt>
                <c:pt idx="191">
                  <c:v>-4.4298522165443797E-2</c:v>
                </c:pt>
                <c:pt idx="192">
                  <c:v>-1.8194135707890802E-2</c:v>
                </c:pt>
                <c:pt idx="193">
                  <c:v>-1.3906914138598001E-2</c:v>
                </c:pt>
                <c:pt idx="194">
                  <c:v>1.62132554345705E-2</c:v>
                </c:pt>
                <c:pt idx="195">
                  <c:v>1.2615514059090199E-2</c:v>
                </c:pt>
                <c:pt idx="196">
                  <c:v>0.110721517755224</c:v>
                </c:pt>
                <c:pt idx="197">
                  <c:v>6.3818561115390596E-2</c:v>
                </c:pt>
                <c:pt idx="198">
                  <c:v>2.10465805265749E-2</c:v>
                </c:pt>
                <c:pt idx="199">
                  <c:v>7.16586245159061E-2</c:v>
                </c:pt>
                <c:pt idx="200">
                  <c:v>6.4290246716662294E-2</c:v>
                </c:pt>
                <c:pt idx="201">
                  <c:v>4.1826384517687103E-2</c:v>
                </c:pt>
                <c:pt idx="202">
                  <c:v>4.6248971790729301E-2</c:v>
                </c:pt>
                <c:pt idx="203">
                  <c:v>-4.76869386524858E-2</c:v>
                </c:pt>
                <c:pt idx="204">
                  <c:v>-2.7103662830683401E-2</c:v>
                </c:pt>
                <c:pt idx="205">
                  <c:v>-2.4256007196800301E-2</c:v>
                </c:pt>
                <c:pt idx="206">
                  <c:v>6.2486241183215604E-3</c:v>
                </c:pt>
                <c:pt idx="207">
                  <c:v>1.2222538070966699E-2</c:v>
                </c:pt>
                <c:pt idx="208">
                  <c:v>7.3947603467163E-3</c:v>
                </c:pt>
                <c:pt idx="209">
                  <c:v>5.3163407077380397E-2</c:v>
                </c:pt>
                <c:pt idx="210">
                  <c:v>0.10863389381826</c:v>
                </c:pt>
                <c:pt idx="211">
                  <c:v>2.9042164443676299E-2</c:v>
                </c:pt>
                <c:pt idx="212">
                  <c:v>3.3326671488694598E-3</c:v>
                </c:pt>
                <c:pt idx="213">
                  <c:v>6.5248286621478996E-2</c:v>
                </c:pt>
                <c:pt idx="214">
                  <c:v>5.5936413299367702E-2</c:v>
                </c:pt>
                <c:pt idx="215">
                  <c:v>2.46263930476485E-2</c:v>
                </c:pt>
                <c:pt idx="216">
                  <c:v>-1.5493007443248099E-2</c:v>
                </c:pt>
                <c:pt idx="217">
                  <c:v>0.108450418224186</c:v>
                </c:pt>
                <c:pt idx="218">
                  <c:v>0.12903413587217699</c:v>
                </c:pt>
                <c:pt idx="219">
                  <c:v>0.13918428296826901</c:v>
                </c:pt>
                <c:pt idx="220">
                  <c:v>0.24841452486344401</c:v>
                </c:pt>
                <c:pt idx="221">
                  <c:v>0.25424954390073501</c:v>
                </c:pt>
                <c:pt idx="222">
                  <c:v>0.28290328788638303</c:v>
                </c:pt>
                <c:pt idx="223">
                  <c:v>0.243311118888932</c:v>
                </c:pt>
                <c:pt idx="224">
                  <c:v>0.28106678335884899</c:v>
                </c:pt>
                <c:pt idx="225">
                  <c:v>0.18692703999778801</c:v>
                </c:pt>
                <c:pt idx="226">
                  <c:v>0.116374970759616</c:v>
                </c:pt>
                <c:pt idx="227">
                  <c:v>0.350677774255643</c:v>
                </c:pt>
                <c:pt idx="228">
                  <c:v>0.180735116627319</c:v>
                </c:pt>
                <c:pt idx="229">
                  <c:v>8.0908222541341002E-2</c:v>
                </c:pt>
                <c:pt idx="230">
                  <c:v>0.106575408057505</c:v>
                </c:pt>
                <c:pt idx="231">
                  <c:v>7.5827424623464298E-2</c:v>
                </c:pt>
                <c:pt idx="232">
                  <c:v>0.107827218574158</c:v>
                </c:pt>
                <c:pt idx="233">
                  <c:v>7.8660536904441594E-2</c:v>
                </c:pt>
                <c:pt idx="234">
                  <c:v>-2.56550121155933E-2</c:v>
                </c:pt>
                <c:pt idx="235">
                  <c:v>6.05460358409061E-2</c:v>
                </c:pt>
                <c:pt idx="236">
                  <c:v>-4.0224264094149302E-2</c:v>
                </c:pt>
                <c:pt idx="237">
                  <c:v>5.7484245863478698E-3</c:v>
                </c:pt>
                <c:pt idx="238">
                  <c:v>-4.1702151688586001E-2</c:v>
                </c:pt>
                <c:pt idx="239">
                  <c:v>-5.8648590588699603E-2</c:v>
                </c:pt>
                <c:pt idx="240">
                  <c:v>-3.7211253102377502E-2</c:v>
                </c:pt>
                <c:pt idx="241">
                  <c:v>-3.1430051730538901E-2</c:v>
                </c:pt>
                <c:pt idx="242">
                  <c:v>-4.6193750396198101E-2</c:v>
                </c:pt>
                <c:pt idx="243">
                  <c:v>-1.8078014160452901E-2</c:v>
                </c:pt>
                <c:pt idx="244">
                  <c:v>-6.5159223656901494E-2</c:v>
                </c:pt>
                <c:pt idx="245">
                  <c:v>-0.10064749440757401</c:v>
                </c:pt>
                <c:pt idx="246">
                  <c:v>-0.19426454978793001</c:v>
                </c:pt>
                <c:pt idx="247">
                  <c:v>-0.150423281216995</c:v>
                </c:pt>
                <c:pt idx="248">
                  <c:v>-0.21661672218543501</c:v>
                </c:pt>
                <c:pt idx="249">
                  <c:v>-0.185976572887635</c:v>
                </c:pt>
                <c:pt idx="250">
                  <c:v>-0.21299391448736499</c:v>
                </c:pt>
                <c:pt idx="251">
                  <c:v>-0.298354910977632</c:v>
                </c:pt>
                <c:pt idx="252">
                  <c:v>-0.32276014972464001</c:v>
                </c:pt>
                <c:pt idx="253">
                  <c:v>-0.215419230570494</c:v>
                </c:pt>
                <c:pt idx="254">
                  <c:v>-0.185146864048573</c:v>
                </c:pt>
                <c:pt idx="255">
                  <c:v>-0.19724185443680201</c:v>
                </c:pt>
                <c:pt idx="256">
                  <c:v>-0.15774024709941201</c:v>
                </c:pt>
                <c:pt idx="257">
                  <c:v>-0.18820311302284301</c:v>
                </c:pt>
                <c:pt idx="258">
                  <c:v>-0.22330990207916299</c:v>
                </c:pt>
                <c:pt idx="259">
                  <c:v>1.5986873225976701E-2</c:v>
                </c:pt>
                <c:pt idx="260">
                  <c:v>-0.26030353346931401</c:v>
                </c:pt>
                <c:pt idx="261">
                  <c:v>-0.19734401213060199</c:v>
                </c:pt>
                <c:pt idx="262">
                  <c:v>-0.16912536584264901</c:v>
                </c:pt>
                <c:pt idx="263">
                  <c:v>-0.14438659662626799</c:v>
                </c:pt>
                <c:pt idx="264">
                  <c:v>-0.22140689647033099</c:v>
                </c:pt>
                <c:pt idx="265">
                  <c:v>-7.2191005190214499E-2</c:v>
                </c:pt>
                <c:pt idx="266">
                  <c:v>-0.108372699949596</c:v>
                </c:pt>
                <c:pt idx="267">
                  <c:v>-0.17295470300468099</c:v>
                </c:pt>
                <c:pt idx="268">
                  <c:v>-0.226360984210875</c:v>
                </c:pt>
                <c:pt idx="269">
                  <c:v>-0.18250278876246301</c:v>
                </c:pt>
                <c:pt idx="270">
                  <c:v>-0.27605847498214398</c:v>
                </c:pt>
                <c:pt idx="271">
                  <c:v>-9.1109139723287394E-2</c:v>
                </c:pt>
                <c:pt idx="272">
                  <c:v>-0.21201014402777199</c:v>
                </c:pt>
                <c:pt idx="273">
                  <c:v>-0.29731548361131399</c:v>
                </c:pt>
                <c:pt idx="274">
                  <c:v>-0.27575066021088301</c:v>
                </c:pt>
                <c:pt idx="275">
                  <c:v>-0.26230524789158699</c:v>
                </c:pt>
                <c:pt idx="276">
                  <c:v>-0.35735035398473097</c:v>
                </c:pt>
                <c:pt idx="277">
                  <c:v>-0.42034535528994199</c:v>
                </c:pt>
                <c:pt idx="278">
                  <c:v>-0.49504915928780102</c:v>
                </c:pt>
                <c:pt idx="279">
                  <c:v>-0.36417181222737299</c:v>
                </c:pt>
                <c:pt idx="280">
                  <c:v>-0.34985008398269601</c:v>
                </c:pt>
                <c:pt idx="281">
                  <c:v>-0.46496813078316102</c:v>
                </c:pt>
                <c:pt idx="282">
                  <c:v>-0.48087702903291002</c:v>
                </c:pt>
                <c:pt idx="283">
                  <c:v>-0.25182854634378798</c:v>
                </c:pt>
                <c:pt idx="284">
                  <c:v>-0.440656997679436</c:v>
                </c:pt>
                <c:pt idx="285">
                  <c:v>-0.435779667922154</c:v>
                </c:pt>
                <c:pt idx="286">
                  <c:v>-0.35336409044420403</c:v>
                </c:pt>
                <c:pt idx="287">
                  <c:v>-0.33118416850287902</c:v>
                </c:pt>
                <c:pt idx="288">
                  <c:v>-0.34667555710013898</c:v>
                </c:pt>
                <c:pt idx="289">
                  <c:v>-0.33232909007418698</c:v>
                </c:pt>
                <c:pt idx="290">
                  <c:v>-0.55463607662438397</c:v>
                </c:pt>
                <c:pt idx="291">
                  <c:v>-0.368197196406781</c:v>
                </c:pt>
                <c:pt idx="292">
                  <c:v>-0.47355920157125497</c:v>
                </c:pt>
                <c:pt idx="293">
                  <c:v>-0.22071086551881799</c:v>
                </c:pt>
                <c:pt idx="294">
                  <c:v>-0.21682663094871199</c:v>
                </c:pt>
                <c:pt idx="295">
                  <c:v>-0.29752007024978899</c:v>
                </c:pt>
                <c:pt idx="296">
                  <c:v>-0.133899651481035</c:v>
                </c:pt>
                <c:pt idx="297">
                  <c:v>-0.33468586820179702</c:v>
                </c:pt>
                <c:pt idx="298">
                  <c:v>-0.204745835740066</c:v>
                </c:pt>
                <c:pt idx="299">
                  <c:v>-0.218825200912067</c:v>
                </c:pt>
                <c:pt idx="300">
                  <c:v>-0.31485444856631301</c:v>
                </c:pt>
                <c:pt idx="301">
                  <c:v>-0.36825519610907498</c:v>
                </c:pt>
                <c:pt idx="302">
                  <c:v>-0.352682204071262</c:v>
                </c:pt>
                <c:pt idx="303">
                  <c:v>-0.30660559824399602</c:v>
                </c:pt>
                <c:pt idx="304">
                  <c:v>-0.38687610745156997</c:v>
                </c:pt>
                <c:pt idx="305">
                  <c:v>-0.42956954135842501</c:v>
                </c:pt>
                <c:pt idx="306">
                  <c:v>-0.25299260110684801</c:v>
                </c:pt>
                <c:pt idx="307">
                  <c:v>-0.29244563683577202</c:v>
                </c:pt>
                <c:pt idx="308">
                  <c:v>-0.33439644106831801</c:v>
                </c:pt>
                <c:pt idx="309">
                  <c:v>-0.285885564788319</c:v>
                </c:pt>
                <c:pt idx="310">
                  <c:v>-0.303577181456263</c:v>
                </c:pt>
                <c:pt idx="311">
                  <c:v>-0.234495884741902</c:v>
                </c:pt>
                <c:pt idx="312">
                  <c:v>-0.228561359590156</c:v>
                </c:pt>
                <c:pt idx="313">
                  <c:v>-0.270226775303188</c:v>
                </c:pt>
                <c:pt idx="314">
                  <c:v>-0.24342892691316201</c:v>
                </c:pt>
                <c:pt idx="315">
                  <c:v>-0.23482643182889801</c:v>
                </c:pt>
                <c:pt idx="316">
                  <c:v>-0.41585208326978901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Moving Avg.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Sheet1!$E$2:$E$318</c:f>
              <c:numCache>
                <c:formatCode>General</c:formatCode>
                <c:ptCount val="317"/>
                <c:pt idx="0">
                  <c:v>-2.31474110592375E-2</c:v>
                </c:pt>
                <c:pt idx="1">
                  <c:v>-2.14098088386242E-2</c:v>
                </c:pt>
                <c:pt idx="2">
                  <c:v>-8.8520624232705403E-2</c:v>
                </c:pt>
                <c:pt idx="3">
                  <c:v>-0.133638783020987</c:v>
                </c:pt>
                <c:pt idx="4">
                  <c:v>-0.21574414447708801</c:v>
                </c:pt>
                <c:pt idx="5">
                  <c:v>-0.21980706365435199</c:v>
                </c:pt>
                <c:pt idx="6">
                  <c:v>-0.22581991847102201</c:v>
                </c:pt>
                <c:pt idx="7">
                  <c:v>-0.183830753127247</c:v>
                </c:pt>
                <c:pt idx="8">
                  <c:v>-0.149909449972364</c:v>
                </c:pt>
                <c:pt idx="9">
                  <c:v>-0.13301768116064799</c:v>
                </c:pt>
                <c:pt idx="10">
                  <c:v>-0.108552317478445</c:v>
                </c:pt>
                <c:pt idx="11">
                  <c:v>-0.122418919049971</c:v>
                </c:pt>
                <c:pt idx="12">
                  <c:v>-0.152653430822911</c:v>
                </c:pt>
                <c:pt idx="13">
                  <c:v>-0.17054021619190099</c:v>
                </c:pt>
                <c:pt idx="14">
                  <c:v>-0.195340431311533</c:v>
                </c:pt>
                <c:pt idx="15">
                  <c:v>-0.18690605247575201</c:v>
                </c:pt>
                <c:pt idx="16">
                  <c:v>-0.18293676791847799</c:v>
                </c:pt>
                <c:pt idx="17">
                  <c:v>-0.15913157832199001</c:v>
                </c:pt>
                <c:pt idx="18">
                  <c:v>-0.13501820449174101</c:v>
                </c:pt>
                <c:pt idx="19">
                  <c:v>-0.114955509546682</c:v>
                </c:pt>
                <c:pt idx="20">
                  <c:v>-0.101984606127273</c:v>
                </c:pt>
                <c:pt idx="21">
                  <c:v>-8.7237549020172805E-2</c:v>
                </c:pt>
                <c:pt idx="22">
                  <c:v>-7.4095749374627803E-2</c:v>
                </c:pt>
                <c:pt idx="23">
                  <c:v>-5.7103894955873799E-2</c:v>
                </c:pt>
                <c:pt idx="24">
                  <c:v>-5.5284976863996298E-2</c:v>
                </c:pt>
                <c:pt idx="25">
                  <c:v>-2.23257415894174E-2</c:v>
                </c:pt>
                <c:pt idx="26">
                  <c:v>1.54448242702165E-3</c:v>
                </c:pt>
                <c:pt idx="27">
                  <c:v>4.4336974994556903E-2</c:v>
                </c:pt>
                <c:pt idx="28">
                  <c:v>4.9516841473520097E-2</c:v>
                </c:pt>
                <c:pt idx="29">
                  <c:v>7.7110361500004998E-2</c:v>
                </c:pt>
                <c:pt idx="30">
                  <c:v>9.2246393945702707E-2</c:v>
                </c:pt>
                <c:pt idx="31">
                  <c:v>0.12773401836307</c:v>
                </c:pt>
                <c:pt idx="32">
                  <c:v>0.14755557847574199</c:v>
                </c:pt>
                <c:pt idx="33">
                  <c:v>0.171950613611318</c:v>
                </c:pt>
                <c:pt idx="34">
                  <c:v>0.16624202392961099</c:v>
                </c:pt>
                <c:pt idx="35">
                  <c:v>0.15356584634194201</c:v>
                </c:pt>
                <c:pt idx="36">
                  <c:v>0.151084075363388</c:v>
                </c:pt>
                <c:pt idx="37">
                  <c:v>0.16437640030751499</c:v>
                </c:pt>
                <c:pt idx="38">
                  <c:v>0.207932331489529</c:v>
                </c:pt>
                <c:pt idx="39">
                  <c:v>0.234710574223222</c:v>
                </c:pt>
                <c:pt idx="40">
                  <c:v>0.24186516900466601</c:v>
                </c:pt>
                <c:pt idx="41">
                  <c:v>0.248926665096705</c:v>
                </c:pt>
                <c:pt idx="42">
                  <c:v>0.293221424370463</c:v>
                </c:pt>
                <c:pt idx="43">
                  <c:v>0.35760115769062001</c:v>
                </c:pt>
                <c:pt idx="44">
                  <c:v>0.35888184949306501</c:v>
                </c:pt>
                <c:pt idx="45">
                  <c:v>0.27823928668578501</c:v>
                </c:pt>
                <c:pt idx="46">
                  <c:v>0.200361686449125</c:v>
                </c:pt>
                <c:pt idx="47">
                  <c:v>0.16713740067722799</c:v>
                </c:pt>
                <c:pt idx="48">
                  <c:v>0.19400492467816099</c:v>
                </c:pt>
                <c:pt idx="49">
                  <c:v>0.22732229245081401</c:v>
                </c:pt>
                <c:pt idx="50">
                  <c:v>0.223689721425223</c:v>
                </c:pt>
                <c:pt idx="51">
                  <c:v>0.18679355262758399</c:v>
                </c:pt>
                <c:pt idx="52">
                  <c:v>0.10025240861445001</c:v>
                </c:pt>
                <c:pt idx="53">
                  <c:v>6.7805466684252594E-2</c:v>
                </c:pt>
                <c:pt idx="54">
                  <c:v>3.9040615454115898E-2</c:v>
                </c:pt>
                <c:pt idx="55">
                  <c:v>2.0868317810662999E-2</c:v>
                </c:pt>
                <c:pt idx="56">
                  <c:v>-1.6177819025725699E-2</c:v>
                </c:pt>
                <c:pt idx="57">
                  <c:v>-5.98195094705593E-3</c:v>
                </c:pt>
                <c:pt idx="58">
                  <c:v>5.6924990641940898E-2</c:v>
                </c:pt>
                <c:pt idx="59">
                  <c:v>0.124925710024683</c:v>
                </c:pt>
                <c:pt idx="60">
                  <c:v>0.13824136829508099</c:v>
                </c:pt>
                <c:pt idx="61">
                  <c:v>0.115428198024169</c:v>
                </c:pt>
                <c:pt idx="62">
                  <c:v>6.8813002943495502E-2</c:v>
                </c:pt>
                <c:pt idx="63">
                  <c:v>5.6816265706177399E-2</c:v>
                </c:pt>
                <c:pt idx="64">
                  <c:v>4.4573735213079599E-2</c:v>
                </c:pt>
                <c:pt idx="65">
                  <c:v>0.10259411110041899</c:v>
                </c:pt>
                <c:pt idx="66">
                  <c:v>0.18108444167135199</c:v>
                </c:pt>
                <c:pt idx="67">
                  <c:v>0.24321501263539699</c:v>
                </c:pt>
                <c:pt idx="68">
                  <c:v>0.23073467301157499</c:v>
                </c:pt>
                <c:pt idx="69">
                  <c:v>0.181835592384536</c:v>
                </c:pt>
                <c:pt idx="70">
                  <c:v>0.14975710468379599</c:v>
                </c:pt>
                <c:pt idx="71">
                  <c:v>0.15066753002420699</c:v>
                </c:pt>
                <c:pt idx="72">
                  <c:v>0.16473952040383499</c:v>
                </c:pt>
                <c:pt idx="73">
                  <c:v>0.18116693837502101</c:v>
                </c:pt>
                <c:pt idx="74">
                  <c:v>0.16550956980946499</c:v>
                </c:pt>
                <c:pt idx="75">
                  <c:v>0.170661315439086</c:v>
                </c:pt>
                <c:pt idx="76">
                  <c:v>0.163680085380003</c:v>
                </c:pt>
                <c:pt idx="77">
                  <c:v>0.18385058996937201</c:v>
                </c:pt>
                <c:pt idx="78">
                  <c:v>0.20319845911281001</c:v>
                </c:pt>
                <c:pt idx="79">
                  <c:v>0.215360966580462</c:v>
                </c:pt>
                <c:pt idx="80">
                  <c:v>0.20444792003631901</c:v>
                </c:pt>
                <c:pt idx="81">
                  <c:v>0.15287647881723099</c:v>
                </c:pt>
                <c:pt idx="82">
                  <c:v>0.13271495970731501</c:v>
                </c:pt>
                <c:pt idx="83">
                  <c:v>0.13477368914716001</c:v>
                </c:pt>
                <c:pt idx="84">
                  <c:v>0.14257813840375</c:v>
                </c:pt>
                <c:pt idx="85">
                  <c:v>0.148380780839447</c:v>
                </c:pt>
                <c:pt idx="86">
                  <c:v>0.15556409540186</c:v>
                </c:pt>
                <c:pt idx="87">
                  <c:v>0.14320401380041201</c:v>
                </c:pt>
                <c:pt idx="88">
                  <c:v>0.139519801397196</c:v>
                </c:pt>
                <c:pt idx="89">
                  <c:v>0.15176513275695699</c:v>
                </c:pt>
                <c:pt idx="90">
                  <c:v>0.18695191227666599</c:v>
                </c:pt>
                <c:pt idx="91">
                  <c:v>0.19790695075491499</c:v>
                </c:pt>
                <c:pt idx="92">
                  <c:v>0.19411400098020201</c:v>
                </c:pt>
                <c:pt idx="93">
                  <c:v>0.182704059797618</c:v>
                </c:pt>
                <c:pt idx="94">
                  <c:v>0.17988583926412399</c:v>
                </c:pt>
                <c:pt idx="95">
                  <c:v>0.151584646316306</c:v>
                </c:pt>
                <c:pt idx="96">
                  <c:v>0.109586891613625</c:v>
                </c:pt>
                <c:pt idx="97">
                  <c:v>9.8060657207825794E-2</c:v>
                </c:pt>
                <c:pt idx="98">
                  <c:v>0.106647638850755</c:v>
                </c:pt>
                <c:pt idx="99">
                  <c:v>0.13660748878204601</c:v>
                </c:pt>
                <c:pt idx="100">
                  <c:v>0.150282074569381</c:v>
                </c:pt>
                <c:pt idx="101">
                  <c:v>0.17516233043006599</c:v>
                </c:pt>
                <c:pt idx="102">
                  <c:v>0.20275611071483099</c:v>
                </c:pt>
                <c:pt idx="103">
                  <c:v>0.23415952795337899</c:v>
                </c:pt>
                <c:pt idx="104">
                  <c:v>0.29967686032787499</c:v>
                </c:pt>
                <c:pt idx="105">
                  <c:v>0.36663140278926598</c:v>
                </c:pt>
                <c:pt idx="106">
                  <c:v>0.41787899426608699</c:v>
                </c:pt>
                <c:pt idx="107">
                  <c:v>0.39239930236179499</c:v>
                </c:pt>
                <c:pt idx="108">
                  <c:v>0.338902151847428</c:v>
                </c:pt>
                <c:pt idx="109">
                  <c:v>0.29724497852432202</c:v>
                </c:pt>
                <c:pt idx="110">
                  <c:v>0.29734838335111002</c:v>
                </c:pt>
                <c:pt idx="111">
                  <c:v>0.35918877287788398</c:v>
                </c:pt>
                <c:pt idx="112">
                  <c:v>0.37332239682260898</c:v>
                </c:pt>
                <c:pt idx="113">
                  <c:v>0.31530223140135999</c:v>
                </c:pt>
                <c:pt idx="114">
                  <c:v>0.22533589576629401</c:v>
                </c:pt>
                <c:pt idx="115">
                  <c:v>0.16366682393783399</c:v>
                </c:pt>
                <c:pt idx="116">
                  <c:v>0.158077473570436</c:v>
                </c:pt>
                <c:pt idx="117">
                  <c:v>0.112800245596545</c:v>
                </c:pt>
                <c:pt idx="118">
                  <c:v>0.111702443645638</c:v>
                </c:pt>
                <c:pt idx="119">
                  <c:v>0.132035112485555</c:v>
                </c:pt>
                <c:pt idx="120">
                  <c:v>0.18871788813641899</c:v>
                </c:pt>
                <c:pt idx="121">
                  <c:v>0.20932713320475599</c:v>
                </c:pt>
                <c:pt idx="122">
                  <c:v>0.22605996769557801</c:v>
                </c:pt>
                <c:pt idx="123">
                  <c:v>0.22309811595137399</c:v>
                </c:pt>
                <c:pt idx="124">
                  <c:v>0.196176081008853</c:v>
                </c:pt>
                <c:pt idx="125">
                  <c:v>0.16049124393711101</c:v>
                </c:pt>
                <c:pt idx="126">
                  <c:v>0.15482787531599199</c:v>
                </c:pt>
                <c:pt idx="127">
                  <c:v>0.15330185542042901</c:v>
                </c:pt>
                <c:pt idx="128">
                  <c:v>0.136716862168518</c:v>
                </c:pt>
                <c:pt idx="129">
                  <c:v>0.104488037029296</c:v>
                </c:pt>
                <c:pt idx="130">
                  <c:v>9.2671553243737603E-2</c:v>
                </c:pt>
                <c:pt idx="131">
                  <c:v>9.1941875195351394E-2</c:v>
                </c:pt>
                <c:pt idx="132">
                  <c:v>0.103238231378841</c:v>
                </c:pt>
                <c:pt idx="133">
                  <c:v>0.118529528596013</c:v>
                </c:pt>
                <c:pt idx="134">
                  <c:v>0.113658907523345</c:v>
                </c:pt>
                <c:pt idx="135">
                  <c:v>0.116380875671419</c:v>
                </c:pt>
                <c:pt idx="136">
                  <c:v>0.101401649497048</c:v>
                </c:pt>
                <c:pt idx="137">
                  <c:v>0.132384887960978</c:v>
                </c:pt>
                <c:pt idx="138">
                  <c:v>0.13008397949658501</c:v>
                </c:pt>
                <c:pt idx="139">
                  <c:v>0.15100513621293801</c:v>
                </c:pt>
                <c:pt idx="140">
                  <c:v>0.16458019676516999</c:v>
                </c:pt>
                <c:pt idx="141">
                  <c:v>0.20456965600006</c:v>
                </c:pt>
                <c:pt idx="142">
                  <c:v>0.198827789153627</c:v>
                </c:pt>
                <c:pt idx="143">
                  <c:v>0.163806862829807</c:v>
                </c:pt>
                <c:pt idx="144">
                  <c:v>0.116343695329179</c:v>
                </c:pt>
                <c:pt idx="145">
                  <c:v>0.108533636908171</c:v>
                </c:pt>
                <c:pt idx="146">
                  <c:v>9.9581421405558396E-2</c:v>
                </c:pt>
                <c:pt idx="147">
                  <c:v>0.10100637792387999</c:v>
                </c:pt>
                <c:pt idx="148">
                  <c:v>0.106661205006282</c:v>
                </c:pt>
                <c:pt idx="149">
                  <c:v>0.10454466666161399</c:v>
                </c:pt>
                <c:pt idx="150">
                  <c:v>0.10327328894072101</c:v>
                </c:pt>
                <c:pt idx="151">
                  <c:v>7.7098864216828294E-2</c:v>
                </c:pt>
                <c:pt idx="152">
                  <c:v>5.42932322910743E-2</c:v>
                </c:pt>
                <c:pt idx="153">
                  <c:v>6.5028772968357504E-2</c:v>
                </c:pt>
                <c:pt idx="154">
                  <c:v>9.80869626275616E-2</c:v>
                </c:pt>
                <c:pt idx="155">
                  <c:v>0.14121815241475699</c:v>
                </c:pt>
                <c:pt idx="156">
                  <c:v>0.14713844727776501</c:v>
                </c:pt>
                <c:pt idx="157">
                  <c:v>0.11940187739951801</c:v>
                </c:pt>
                <c:pt idx="158">
                  <c:v>0.105464031785675</c:v>
                </c:pt>
                <c:pt idx="159">
                  <c:v>8.2018354475754202E-2</c:v>
                </c:pt>
                <c:pt idx="160">
                  <c:v>9.3129644665273695E-2</c:v>
                </c:pt>
                <c:pt idx="161">
                  <c:v>9.6914101720730103E-2</c:v>
                </c:pt>
                <c:pt idx="162">
                  <c:v>0.15026699796972101</c:v>
                </c:pt>
                <c:pt idx="163">
                  <c:v>0.16338483389855299</c:v>
                </c:pt>
                <c:pt idx="164">
                  <c:v>0.155619487930659</c:v>
                </c:pt>
                <c:pt idx="165">
                  <c:v>0.110573066893059</c:v>
                </c:pt>
                <c:pt idx="166">
                  <c:v>9.7524205047659795E-2</c:v>
                </c:pt>
                <c:pt idx="167">
                  <c:v>0.111632580471201</c:v>
                </c:pt>
                <c:pt idx="168">
                  <c:v>0.109413431572097</c:v>
                </c:pt>
                <c:pt idx="169">
                  <c:v>0.114216763561964</c:v>
                </c:pt>
                <c:pt idx="170">
                  <c:v>9.5339708454664093E-2</c:v>
                </c:pt>
                <c:pt idx="171">
                  <c:v>8.4183201538760299E-2</c:v>
                </c:pt>
                <c:pt idx="172">
                  <c:v>6.2725884275310798E-2</c:v>
                </c:pt>
                <c:pt idx="173">
                  <c:v>5.2266822398781103E-2</c:v>
                </c:pt>
                <c:pt idx="174">
                  <c:v>2.5688145834506401E-2</c:v>
                </c:pt>
                <c:pt idx="175">
                  <c:v>6.2190935223258399E-3</c:v>
                </c:pt>
                <c:pt idx="176">
                  <c:v>-4.55008608425301E-3</c:v>
                </c:pt>
                <c:pt idx="177">
                  <c:v>1.95199617885893E-2</c:v>
                </c:pt>
                <c:pt idx="178">
                  <c:v>2.19984499450025E-2</c:v>
                </c:pt>
                <c:pt idx="179">
                  <c:v>2.1843782991542299E-2</c:v>
                </c:pt>
                <c:pt idx="180">
                  <c:v>4.2435029078618401E-3</c:v>
                </c:pt>
                <c:pt idx="181">
                  <c:v>-5.5310357553058596E-3</c:v>
                </c:pt>
                <c:pt idx="182">
                  <c:v>-6.3947127766341205E-2</c:v>
                </c:pt>
                <c:pt idx="183">
                  <c:v>-0.11505255398212701</c:v>
                </c:pt>
                <c:pt idx="184">
                  <c:v>-0.15831295384490901</c:v>
                </c:pt>
                <c:pt idx="185">
                  <c:v>-0.14947931894306901</c:v>
                </c:pt>
                <c:pt idx="186">
                  <c:v>-0.131389701125083</c:v>
                </c:pt>
                <c:pt idx="187">
                  <c:v>-0.10555983577360099</c:v>
                </c:pt>
                <c:pt idx="188">
                  <c:v>-7.08860825298228E-2</c:v>
                </c:pt>
                <c:pt idx="189">
                  <c:v>-5.3003232381026701E-2</c:v>
                </c:pt>
                <c:pt idx="190">
                  <c:v>-3.3099010418685897E-2</c:v>
                </c:pt>
                <c:pt idx="191">
                  <c:v>-2.54665240039775E-2</c:v>
                </c:pt>
                <c:pt idx="192">
                  <c:v>-5.2959314706394096E-3</c:v>
                </c:pt>
                <c:pt idx="193">
                  <c:v>4.9739517850209396E-3</c:v>
                </c:pt>
                <c:pt idx="194">
                  <c:v>4.6516762416295002E-2</c:v>
                </c:pt>
                <c:pt idx="195">
                  <c:v>6.2385197643235003E-2</c:v>
                </c:pt>
                <c:pt idx="196">
                  <c:v>6.5195553132396597E-2</c:v>
                </c:pt>
                <c:pt idx="197">
                  <c:v>5.2174588719290503E-2</c:v>
                </c:pt>
                <c:pt idx="198">
                  <c:v>5.2331817253047801E-2</c:v>
                </c:pt>
                <c:pt idx="199">
                  <c:v>5.9258418583418501E-2</c:v>
                </c:pt>
                <c:pt idx="200">
                  <c:v>5.0788534341692899E-2</c:v>
                </c:pt>
                <c:pt idx="201">
                  <c:v>1.3462805885310101E-2</c:v>
                </c:pt>
                <c:pt idx="202">
                  <c:v>-9.5138765641466592E-3</c:v>
                </c:pt>
                <c:pt idx="203">
                  <c:v>-3.3015536226656497E-2</c:v>
                </c:pt>
                <c:pt idx="204">
                  <c:v>-1.5037015303053999E-2</c:v>
                </c:pt>
                <c:pt idx="205">
                  <c:v>-1.92828166917068E-3</c:v>
                </c:pt>
                <c:pt idx="206">
                  <c:v>8.6219741786681906E-3</c:v>
                </c:pt>
                <c:pt idx="207">
                  <c:v>2.4260235165021099E-2</c:v>
                </c:pt>
                <c:pt idx="208">
                  <c:v>5.63973537474525E-2</c:v>
                </c:pt>
                <c:pt idx="209">
                  <c:v>6.3613155113105793E-2</c:v>
                </c:pt>
                <c:pt idx="210">
                  <c:v>4.7002908470268799E-2</c:v>
                </c:pt>
                <c:pt idx="211">
                  <c:v>3.2541039404674899E-2</c:v>
                </c:pt>
                <c:pt idx="212">
                  <c:v>4.1505789023238697E-2</c:v>
                </c:pt>
                <c:pt idx="213">
                  <c:v>4.8603697656165103E-2</c:v>
                </c:pt>
                <c:pt idx="214">
                  <c:v>2.1689932967922699E-2</c:v>
                </c:pt>
                <c:pt idx="215">
                  <c:v>3.9194601276195701E-2</c:v>
                </c:pt>
                <c:pt idx="216">
                  <c:v>7.3997182217705307E-2</c:v>
                </c:pt>
                <c:pt idx="217">
                  <c:v>0.12555627902154401</c:v>
                </c:pt>
                <c:pt idx="218">
                  <c:v>0.17221098123463</c:v>
                </c:pt>
                <c:pt idx="219">
                  <c:v>0.21394945057748199</c:v>
                </c:pt>
                <c:pt idx="220">
                  <c:v>0.26185578555018701</c:v>
                </c:pt>
                <c:pt idx="221">
                  <c:v>0.26015465022535</c:v>
                </c:pt>
                <c:pt idx="222">
                  <c:v>0.26909373004472098</c:v>
                </c:pt>
                <c:pt idx="223">
                  <c:v>0.23710164741518999</c:v>
                </c:pt>
                <c:pt idx="224">
                  <c:v>0.19478959803875101</c:v>
                </c:pt>
                <c:pt idx="225">
                  <c:v>0.21799326167101599</c:v>
                </c:pt>
                <c:pt idx="226">
                  <c:v>0.21592928721419299</c:v>
                </c:pt>
                <c:pt idx="227">
                  <c:v>0.20410703780810099</c:v>
                </c:pt>
                <c:pt idx="228">
                  <c:v>0.122739582408722</c:v>
                </c:pt>
                <c:pt idx="229">
                  <c:v>8.7770351740770303E-2</c:v>
                </c:pt>
                <c:pt idx="230">
                  <c:v>9.6743350418376201E-2</c:v>
                </c:pt>
                <c:pt idx="231">
                  <c:v>8.74383933673549E-2</c:v>
                </c:pt>
                <c:pt idx="232">
                  <c:v>5.3610914454335599E-2</c:v>
                </c:pt>
                <c:pt idx="233">
                  <c:v>3.7850520209918102E-2</c:v>
                </c:pt>
                <c:pt idx="234">
                  <c:v>-1.7777467896121901E-3</c:v>
                </c:pt>
                <c:pt idx="235">
                  <c:v>8.6900654443682196E-3</c:v>
                </c:pt>
                <c:pt idx="236">
                  <c:v>-2.53926637321291E-2</c:v>
                </c:pt>
                <c:pt idx="237">
                  <c:v>-3.1534105896979199E-2</c:v>
                </c:pt>
                <c:pt idx="238">
                  <c:v>-4.5853998459887697E-2</c:v>
                </c:pt>
                <c:pt idx="239">
                  <c:v>-4.2429965140538699E-2</c:v>
                </c:pt>
                <c:pt idx="240">
                  <c:v>-3.8278351743038203E-2</c:v>
                </c:pt>
                <c:pt idx="241">
                  <c:v>-3.1900605429063297E-2</c:v>
                </c:pt>
                <c:pt idx="242">
                  <c:v>-4.3143662737850801E-2</c:v>
                </c:pt>
                <c:pt idx="243">
                  <c:v>-6.1294910741643102E-2</c:v>
                </c:pt>
                <c:pt idx="244">
                  <c:v>-0.120023755950802</c:v>
                </c:pt>
                <c:pt idx="245">
                  <c:v>-0.148445108470833</c:v>
                </c:pt>
                <c:pt idx="246">
                  <c:v>-0.18710151773011999</c:v>
                </c:pt>
                <c:pt idx="247">
                  <c:v>-0.18433885876335501</c:v>
                </c:pt>
                <c:pt idx="248">
                  <c:v>-0.205195736520145</c:v>
                </c:pt>
                <c:pt idx="249">
                  <c:v>-0.23244179945087701</c:v>
                </c:pt>
                <c:pt idx="250">
                  <c:v>-0.27803632506321202</c:v>
                </c:pt>
                <c:pt idx="251">
                  <c:v>-0.27884476375758899</c:v>
                </c:pt>
                <c:pt idx="252">
                  <c:v>-0.241108748114569</c:v>
                </c:pt>
                <c:pt idx="253">
                  <c:v>-0.19926931635195599</c:v>
                </c:pt>
                <c:pt idx="254">
                  <c:v>-0.180042988528262</c:v>
                </c:pt>
                <c:pt idx="255">
                  <c:v>-0.18106173818635199</c:v>
                </c:pt>
                <c:pt idx="256">
                  <c:v>-0.189751087400473</c:v>
                </c:pt>
                <c:pt idx="257">
                  <c:v>-0.13184204729200899</c:v>
                </c:pt>
                <c:pt idx="258">
                  <c:v>-0.155875520774166</c:v>
                </c:pt>
                <c:pt idx="259">
                  <c:v>-0.147220224124646</c:v>
                </c:pt>
                <c:pt idx="260">
                  <c:v>-0.208924303814188</c:v>
                </c:pt>
                <c:pt idx="261">
                  <c:v>-0.17028532486650599</c:v>
                </c:pt>
                <c:pt idx="262">
                  <c:v>-0.17830628631308201</c:v>
                </c:pt>
                <c:pt idx="263">
                  <c:v>-0.14599483276227099</c:v>
                </c:pt>
                <c:pt idx="264">
                  <c:v>-0.13399020053671401</c:v>
                </c:pt>
                <c:pt idx="265">
                  <c:v>-0.117839469381497</c:v>
                </c:pt>
                <c:pt idx="266">
                  <c:v>-0.16922946238838399</c:v>
                </c:pt>
                <c:pt idx="267">
                  <c:v>-0.19393949199267299</c:v>
                </c:pt>
                <c:pt idx="268">
                  <c:v>-0.22830741598516099</c:v>
                </c:pt>
                <c:pt idx="269">
                  <c:v>-0.18322346782263099</c:v>
                </c:pt>
                <c:pt idx="270">
                  <c:v>-0.19305925291106801</c:v>
                </c:pt>
                <c:pt idx="271">
                  <c:v>-0.20014492245412399</c:v>
                </c:pt>
                <c:pt idx="272">
                  <c:v>-0.26169209594998999</c:v>
                </c:pt>
                <c:pt idx="273">
                  <c:v>-0.27845713057126098</c:v>
                </c:pt>
                <c:pt idx="274">
                  <c:v>-0.29846875402906697</c:v>
                </c:pt>
                <c:pt idx="275">
                  <c:v>-0.34666698572208698</c:v>
                </c:pt>
                <c:pt idx="276">
                  <c:v>-0.42424828952082499</c:v>
                </c:pt>
                <c:pt idx="277">
                  <c:v>-0.426522108935039</c:v>
                </c:pt>
                <c:pt idx="278">
                  <c:v>-0.40302368516595699</c:v>
                </c:pt>
                <c:pt idx="279">
                  <c:v>-0.39299667566440999</c:v>
                </c:pt>
                <c:pt idx="280">
                  <c:v>-0.431898414599589</c:v>
                </c:pt>
                <c:pt idx="281">
                  <c:v>-0.39922456871995299</c:v>
                </c:pt>
                <c:pt idx="282">
                  <c:v>-0.39112085768537802</c:v>
                </c:pt>
                <c:pt idx="283">
                  <c:v>-0.376088403981793</c:v>
                </c:pt>
                <c:pt idx="284">
                  <c:v>-0.40993358534859797</c:v>
                </c:pt>
                <c:pt idx="285">
                  <c:v>-0.373442642289746</c:v>
                </c:pt>
                <c:pt idx="286">
                  <c:v>-0.34374127201574101</c:v>
                </c:pt>
                <c:pt idx="287">
                  <c:v>-0.33672960522573497</c:v>
                </c:pt>
                <c:pt idx="288">
                  <c:v>-0.41121357459956998</c:v>
                </c:pt>
                <c:pt idx="289">
                  <c:v>-0.41838745436845098</c:v>
                </c:pt>
                <c:pt idx="290">
                  <c:v>-0.465464158200807</c:v>
                </c:pt>
                <c:pt idx="291">
                  <c:v>-0.35415575449895198</c:v>
                </c:pt>
                <c:pt idx="292">
                  <c:v>-0.30369889934626199</c:v>
                </c:pt>
                <c:pt idx="293">
                  <c:v>-0.24501918890577301</c:v>
                </c:pt>
                <c:pt idx="294">
                  <c:v>-0.21608211755984499</c:v>
                </c:pt>
                <c:pt idx="295">
                  <c:v>-0.25536852997754</c:v>
                </c:pt>
                <c:pt idx="296">
                  <c:v>-0.224443785140966</c:v>
                </c:pt>
                <c:pt idx="297">
                  <c:v>-0.25275230161797702</c:v>
                </c:pt>
                <c:pt idx="298">
                  <c:v>-0.24614182840614901</c:v>
                </c:pt>
                <c:pt idx="299">
                  <c:v>-0.30064494852915202</c:v>
                </c:pt>
                <c:pt idx="300">
                  <c:v>-0.34526394958221701</c:v>
                </c:pt>
                <c:pt idx="301">
                  <c:v>-0.342514332808111</c:v>
                </c:pt>
                <c:pt idx="302">
                  <c:v>-0.34872130325560902</c:v>
                </c:pt>
                <c:pt idx="303">
                  <c:v>-0.37435041568466398</c:v>
                </c:pt>
                <c:pt idx="304">
                  <c:v>-0.356479416638948</c:v>
                </c:pt>
                <c:pt idx="305">
                  <c:v>-0.32500259310034801</c:v>
                </c:pt>
                <c:pt idx="306">
                  <c:v>-0.29327822633697898</c:v>
                </c:pt>
                <c:pt idx="307">
                  <c:v>-0.30424254756413599</c:v>
                </c:pt>
                <c:pt idx="308">
                  <c:v>-0.30795306243763299</c:v>
                </c:pt>
                <c:pt idx="309">
                  <c:v>-0.27465287699549501</c:v>
                </c:pt>
                <c:pt idx="310">
                  <c:v>-0.25554480859610701</c:v>
                </c:pt>
                <c:pt idx="311">
                  <c:v>-0.24442800654508201</c:v>
                </c:pt>
                <c:pt idx="312">
                  <c:v>-0.24740568726883599</c:v>
                </c:pt>
                <c:pt idx="313">
                  <c:v>-0.24949404468174899</c:v>
                </c:pt>
                <c:pt idx="314">
                  <c:v>-0.29803581400395002</c:v>
                </c:pt>
                <c:pt idx="315">
                  <c:v>-0.25706940237852899</c:v>
                </c:pt>
                <c:pt idx="316">
                  <c:v>-0.32294823627118402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2584448"/>
        <c:axId val="482973568"/>
      </c:lineChart>
      <c:dateAx>
        <c:axId val="48258444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482973568"/>
        <c:crosses val="autoZero"/>
        <c:auto val="1"/>
        <c:lblOffset val="100"/>
        <c:baseTimeUnit val="months"/>
        <c:majorUnit val="48"/>
        <c:majorTimeUnit val="months"/>
      </c:dateAx>
      <c:valAx>
        <c:axId val="482973568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tickLblPos val="nextTo"/>
        <c:crossAx val="48258444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Sheet1!$B$2:$B$316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PMMS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Sheet1!$C$2:$C$316</c:f>
              <c:numCache>
                <c:formatCode>General</c:formatCode>
                <c:ptCount val="315"/>
                <c:pt idx="0">
                  <c:v>10.279</c:v>
                </c:pt>
                <c:pt idx="1">
                  <c:v>9.9037500000000005</c:v>
                </c:pt>
                <c:pt idx="2">
                  <c:v>9.8819999999999997</c:v>
                </c:pt>
                <c:pt idx="3">
                  <c:v>9.5812500000000007</c:v>
                </c:pt>
                <c:pt idx="4">
                  <c:v>9.7937499999999993</c:v>
                </c:pt>
                <c:pt idx="5">
                  <c:v>9.7487499999999994</c:v>
                </c:pt>
                <c:pt idx="6">
                  <c:v>9.7119999999999997</c:v>
                </c:pt>
                <c:pt idx="7">
                  <c:v>9.8837499999999991</c:v>
                </c:pt>
                <c:pt idx="8">
                  <c:v>9.8187499999999996</c:v>
                </c:pt>
                <c:pt idx="9">
                  <c:v>9.4689999999999994</c:v>
                </c:pt>
                <c:pt idx="10">
                  <c:v>9.2262499999999896</c:v>
                </c:pt>
                <c:pt idx="11">
                  <c:v>9.0499999999999901</c:v>
                </c:pt>
                <c:pt idx="12">
                  <c:v>8.8949999999999996</c:v>
                </c:pt>
                <c:pt idx="13">
                  <c:v>8.6912499999999895</c:v>
                </c:pt>
                <c:pt idx="14">
                  <c:v>8.6319999999999997</c:v>
                </c:pt>
                <c:pt idx="15">
                  <c:v>8.96875</c:v>
                </c:pt>
                <c:pt idx="16">
                  <c:v>9.1474999999999902</c:v>
                </c:pt>
                <c:pt idx="17">
                  <c:v>9.0250000000000004</c:v>
                </c:pt>
                <c:pt idx="18">
                  <c:v>8.7925000000000004</c:v>
                </c:pt>
                <c:pt idx="19">
                  <c:v>8.6724999999999994</c:v>
                </c:pt>
                <c:pt idx="20">
                  <c:v>8.2729999999999997</c:v>
                </c:pt>
                <c:pt idx="21">
                  <c:v>8.1437500000000007</c:v>
                </c:pt>
                <c:pt idx="22">
                  <c:v>8.0912500000000005</c:v>
                </c:pt>
                <c:pt idx="23">
                  <c:v>8.2880000000000003</c:v>
                </c:pt>
                <c:pt idx="24">
                  <c:v>8.5299999999999994</c:v>
                </c:pt>
                <c:pt idx="25">
                  <c:v>8.3610000000000007</c:v>
                </c:pt>
                <c:pt idx="26">
                  <c:v>8.1425000000000001</c:v>
                </c:pt>
                <c:pt idx="27">
                  <c:v>7.8137499999999998</c:v>
                </c:pt>
                <c:pt idx="28">
                  <c:v>7.6512500000000001</c:v>
                </c:pt>
                <c:pt idx="29">
                  <c:v>7.6470000000000002</c:v>
                </c:pt>
                <c:pt idx="30">
                  <c:v>7.6587500000000004</c:v>
                </c:pt>
                <c:pt idx="31">
                  <c:v>7.5737500000000004</c:v>
                </c:pt>
                <c:pt idx="32">
                  <c:v>7.3609999999999998</c:v>
                </c:pt>
                <c:pt idx="33">
                  <c:v>7.2312500000000002</c:v>
                </c:pt>
                <c:pt idx="34">
                  <c:v>7.0349999999999904</c:v>
                </c:pt>
                <c:pt idx="35">
                  <c:v>6.9450000000000003</c:v>
                </c:pt>
                <c:pt idx="36">
                  <c:v>7.2925000000000004</c:v>
                </c:pt>
                <c:pt idx="37">
                  <c:v>7.33699999999999</c:v>
                </c:pt>
                <c:pt idx="38">
                  <c:v>7.2287499999999998</c:v>
                </c:pt>
                <c:pt idx="39">
                  <c:v>7.34</c:v>
                </c:pt>
                <c:pt idx="40">
                  <c:v>7.9180000000000001</c:v>
                </c:pt>
                <c:pt idx="41">
                  <c:v>8.5787499999999994</c:v>
                </c:pt>
                <c:pt idx="42">
                  <c:v>8.7974999999999905</c:v>
                </c:pt>
                <c:pt idx="43">
                  <c:v>8.6270000000000007</c:v>
                </c:pt>
                <c:pt idx="44">
                  <c:v>8.8312499999999901</c:v>
                </c:pt>
                <c:pt idx="45">
                  <c:v>8.7125000000000004</c:v>
                </c:pt>
                <c:pt idx="46">
                  <c:v>8.84</c:v>
                </c:pt>
                <c:pt idx="47">
                  <c:v>9.1249999999999893</c:v>
                </c:pt>
                <c:pt idx="48">
                  <c:v>9.37624999999999</c:v>
                </c:pt>
                <c:pt idx="49">
                  <c:v>9.3979999999999997</c:v>
                </c:pt>
                <c:pt idx="50">
                  <c:v>9.3537499999999998</c:v>
                </c:pt>
                <c:pt idx="51">
                  <c:v>9.0462499999999899</c:v>
                </c:pt>
                <c:pt idx="52">
                  <c:v>8.6669999999999892</c:v>
                </c:pt>
                <c:pt idx="53">
                  <c:v>8.5449999999999893</c:v>
                </c:pt>
                <c:pt idx="54">
                  <c:v>8.1612499999999901</c:v>
                </c:pt>
                <c:pt idx="55">
                  <c:v>7.7610000000000001</c:v>
                </c:pt>
                <c:pt idx="56">
                  <c:v>7.7949999999999999</c:v>
                </c:pt>
                <c:pt idx="57">
                  <c:v>8.0449999999999999</c:v>
                </c:pt>
                <c:pt idx="58">
                  <c:v>7.8049999999999997</c:v>
                </c:pt>
                <c:pt idx="59">
                  <c:v>7.6875</c:v>
                </c:pt>
                <c:pt idx="60">
                  <c:v>7.5730000000000004</c:v>
                </c:pt>
                <c:pt idx="61">
                  <c:v>7.3612500000000001</c:v>
                </c:pt>
                <c:pt idx="62">
                  <c:v>7.2174999999999896</c:v>
                </c:pt>
                <c:pt idx="63">
                  <c:v>7.327</c:v>
                </c:pt>
                <c:pt idx="64">
                  <c:v>7.8650000000000002</c:v>
                </c:pt>
                <c:pt idx="65">
                  <c:v>8.1187499999999897</c:v>
                </c:pt>
                <c:pt idx="66">
                  <c:v>8.2549999999999901</c:v>
                </c:pt>
                <c:pt idx="67">
                  <c:v>8.4949999999999992</c:v>
                </c:pt>
                <c:pt idx="68">
                  <c:v>8.4324999999999992</c:v>
                </c:pt>
                <c:pt idx="69">
                  <c:v>8.1769999999999996</c:v>
                </c:pt>
                <c:pt idx="70">
                  <c:v>8.4049999999999994</c:v>
                </c:pt>
                <c:pt idx="71">
                  <c:v>8.0730000000000004</c:v>
                </c:pt>
                <c:pt idx="72">
                  <c:v>7.7712500000000002</c:v>
                </c:pt>
                <c:pt idx="73">
                  <c:v>7.7787499999999996</c:v>
                </c:pt>
                <c:pt idx="74">
                  <c:v>8.0190000000000001</c:v>
                </c:pt>
                <c:pt idx="75">
                  <c:v>7.8250000000000002</c:v>
                </c:pt>
                <c:pt idx="76">
                  <c:v>8.0850000000000009</c:v>
                </c:pt>
                <c:pt idx="77">
                  <c:v>8.3237500000000004</c:v>
                </c:pt>
                <c:pt idx="78">
                  <c:v>8.109</c:v>
                </c:pt>
                <c:pt idx="79">
                  <c:v>7.8649999999999904</c:v>
                </c:pt>
                <c:pt idx="80">
                  <c:v>7.6599999999999904</c:v>
                </c:pt>
                <c:pt idx="81">
                  <c:v>7.6912499999999904</c:v>
                </c:pt>
                <c:pt idx="82">
                  <c:v>7.6050000000000004</c:v>
                </c:pt>
                <c:pt idx="83">
                  <c:v>7.4739999999999904</c:v>
                </c:pt>
                <c:pt idx="84">
                  <c:v>7.3862500000000004</c:v>
                </c:pt>
                <c:pt idx="85">
                  <c:v>7.2949999999999999</c:v>
                </c:pt>
                <c:pt idx="86">
                  <c:v>7.0890000000000004</c:v>
                </c:pt>
                <c:pt idx="87">
                  <c:v>7.0987499999999999</c:v>
                </c:pt>
                <c:pt idx="88">
                  <c:v>7.165</c:v>
                </c:pt>
                <c:pt idx="89">
                  <c:v>7.1660000000000004</c:v>
                </c:pt>
                <c:pt idx="90">
                  <c:v>7.1375000000000002</c:v>
                </c:pt>
                <c:pt idx="91">
                  <c:v>6.9974999999999996</c:v>
                </c:pt>
                <c:pt idx="92">
                  <c:v>6.9720000000000004</c:v>
                </c:pt>
                <c:pt idx="93">
                  <c:v>6.9474999999999998</c:v>
                </c:pt>
                <c:pt idx="94">
                  <c:v>6.7162499999999996</c:v>
                </c:pt>
                <c:pt idx="95">
                  <c:v>6.6950000000000003</c:v>
                </c:pt>
                <c:pt idx="96">
                  <c:v>6.8462500000000004</c:v>
                </c:pt>
                <c:pt idx="97">
                  <c:v>6.7279999999999998</c:v>
                </c:pt>
                <c:pt idx="98">
                  <c:v>6.7662499999999897</c:v>
                </c:pt>
                <c:pt idx="99">
                  <c:v>6.8075000000000001</c:v>
                </c:pt>
                <c:pt idx="100">
                  <c:v>7.0149999999999997</c:v>
                </c:pt>
                <c:pt idx="101">
                  <c:v>6.9109999999999996</c:v>
                </c:pt>
                <c:pt idx="102">
                  <c:v>7.1449999999999996</c:v>
                </c:pt>
                <c:pt idx="103">
                  <c:v>7.55</c:v>
                </c:pt>
                <c:pt idx="104">
                  <c:v>7.6319999999999997</c:v>
                </c:pt>
                <c:pt idx="105">
                  <c:v>7.9424999999999999</c:v>
                </c:pt>
                <c:pt idx="106">
                  <c:v>7.7930000000000001</c:v>
                </c:pt>
                <c:pt idx="107">
                  <c:v>7.89</c:v>
                </c:pt>
                <c:pt idx="108">
                  <c:v>7.7374999999999998</c:v>
                </c:pt>
                <c:pt idx="109">
                  <c:v>7.9119999999999999</c:v>
                </c:pt>
                <c:pt idx="110">
                  <c:v>8.2099999999999902</c:v>
                </c:pt>
                <c:pt idx="111">
                  <c:v>8.3187499999999996</c:v>
                </c:pt>
                <c:pt idx="112">
                  <c:v>8.2349999999999994</c:v>
                </c:pt>
                <c:pt idx="113">
                  <c:v>8.1462500000000002</c:v>
                </c:pt>
                <c:pt idx="114">
                  <c:v>8.5149999999999899</c:v>
                </c:pt>
                <c:pt idx="115">
                  <c:v>8.2729999999999997</c:v>
                </c:pt>
                <c:pt idx="116">
                  <c:v>8.1287500000000001</c:v>
                </c:pt>
                <c:pt idx="117">
                  <c:v>8.0090000000000003</c:v>
                </c:pt>
                <c:pt idx="118">
                  <c:v>7.9</c:v>
                </c:pt>
                <c:pt idx="119">
                  <c:v>7.7887500000000003</c:v>
                </c:pt>
                <c:pt idx="120">
                  <c:v>7.7009999999999899</c:v>
                </c:pt>
                <c:pt idx="121">
                  <c:v>7.3087499999999901</c:v>
                </c:pt>
                <c:pt idx="122">
                  <c:v>7.0075000000000003</c:v>
                </c:pt>
                <c:pt idx="123">
                  <c:v>7.0374999999999996</c:v>
                </c:pt>
                <c:pt idx="124">
                  <c:v>6.9320000000000004</c:v>
                </c:pt>
                <c:pt idx="125">
                  <c:v>7.0525000000000002</c:v>
                </c:pt>
                <c:pt idx="126">
                  <c:v>7.1489999999999903</c:v>
                </c:pt>
                <c:pt idx="127">
                  <c:v>7.13375</c:v>
                </c:pt>
                <c:pt idx="128">
                  <c:v>7.1025</c:v>
                </c:pt>
                <c:pt idx="129">
                  <c:v>6.9249999999999998</c:v>
                </c:pt>
                <c:pt idx="130">
                  <c:v>6.7925000000000004</c:v>
                </c:pt>
                <c:pt idx="131">
                  <c:v>6.58</c:v>
                </c:pt>
                <c:pt idx="132">
                  <c:v>6.6079999999999997</c:v>
                </c:pt>
                <c:pt idx="133">
                  <c:v>7.0025000000000004</c:v>
                </c:pt>
                <c:pt idx="134">
                  <c:v>6.9370000000000003</c:v>
                </c:pt>
                <c:pt idx="135">
                  <c:v>6.7624999999999904</c:v>
                </c:pt>
                <c:pt idx="136">
                  <c:v>6.9924999999999997</c:v>
                </c:pt>
                <c:pt idx="137">
                  <c:v>6.9162499999999998</c:v>
                </c:pt>
                <c:pt idx="138">
                  <c:v>6.7359999999999998</c:v>
                </c:pt>
                <c:pt idx="139">
                  <c:v>6.55</c:v>
                </c:pt>
                <c:pt idx="140">
                  <c:v>6.3724999999999996</c:v>
                </c:pt>
                <c:pt idx="141">
                  <c:v>6.2</c:v>
                </c:pt>
                <c:pt idx="142">
                  <c:v>5.9987500000000002</c:v>
                </c:pt>
                <c:pt idx="143">
                  <c:v>6.0060000000000002</c:v>
                </c:pt>
                <c:pt idx="144">
                  <c:v>5.9524999999999997</c:v>
                </c:pt>
                <c:pt idx="145">
                  <c:v>5.9349999999999996</c:v>
                </c:pt>
                <c:pt idx="146">
                  <c:v>5.8109999999999999</c:v>
                </c:pt>
                <c:pt idx="147">
                  <c:v>5.7487500000000002</c:v>
                </c:pt>
                <c:pt idx="148">
                  <c:v>5.6449999999999996</c:v>
                </c:pt>
                <c:pt idx="149">
                  <c:v>5.7125000000000004</c:v>
                </c:pt>
                <c:pt idx="150">
                  <c:v>5.3940000000000001</c:v>
                </c:pt>
                <c:pt idx="151">
                  <c:v>5.1174999999999997</c:v>
                </c:pt>
                <c:pt idx="152">
                  <c:v>5.609</c:v>
                </c:pt>
                <c:pt idx="153">
                  <c:v>6.2262500000000003</c:v>
                </c:pt>
                <c:pt idx="154">
                  <c:v>6.0412499999999998</c:v>
                </c:pt>
                <c:pt idx="155">
                  <c:v>5.8520000000000003</c:v>
                </c:pt>
                <c:pt idx="156">
                  <c:v>5.8387500000000001</c:v>
                </c:pt>
                <c:pt idx="157">
                  <c:v>5.7959999999999896</c:v>
                </c:pt>
                <c:pt idx="158">
                  <c:v>5.625</c:v>
                </c:pt>
                <c:pt idx="159">
                  <c:v>5.5475000000000003</c:v>
                </c:pt>
                <c:pt idx="160">
                  <c:v>5.375</c:v>
                </c:pt>
                <c:pt idx="161">
                  <c:v>5.8262499999999902</c:v>
                </c:pt>
                <c:pt idx="162">
                  <c:v>6.18874999999999</c:v>
                </c:pt>
                <c:pt idx="163">
                  <c:v>6.1769999999999996</c:v>
                </c:pt>
                <c:pt idx="164">
                  <c:v>5.9175000000000004</c:v>
                </c:pt>
                <c:pt idx="165">
                  <c:v>5.7862499999999999</c:v>
                </c:pt>
                <c:pt idx="166">
                  <c:v>5.6890000000000001</c:v>
                </c:pt>
                <c:pt idx="167">
                  <c:v>5.6349999999999998</c:v>
                </c:pt>
                <c:pt idx="168">
                  <c:v>5.6362500000000004</c:v>
                </c:pt>
                <c:pt idx="169">
                  <c:v>5.6569999999999903</c:v>
                </c:pt>
                <c:pt idx="170">
                  <c:v>5.6224999999999996</c:v>
                </c:pt>
                <c:pt idx="171">
                  <c:v>5.5587499999999999</c:v>
                </c:pt>
                <c:pt idx="172">
                  <c:v>5.8479999999999999</c:v>
                </c:pt>
                <c:pt idx="173">
                  <c:v>5.7612500000000004</c:v>
                </c:pt>
                <c:pt idx="174">
                  <c:v>5.62</c:v>
                </c:pt>
                <c:pt idx="175">
                  <c:v>5.4769999999999897</c:v>
                </c:pt>
                <c:pt idx="176">
                  <c:v>5.5762499999999999</c:v>
                </c:pt>
                <c:pt idx="177">
                  <c:v>5.6829999999999998</c:v>
                </c:pt>
                <c:pt idx="178">
                  <c:v>5.6837499999999999</c:v>
                </c:pt>
                <c:pt idx="179">
                  <c:v>5.9462499999999903</c:v>
                </c:pt>
                <c:pt idx="180">
                  <c:v>6.2009999999999996</c:v>
                </c:pt>
                <c:pt idx="181">
                  <c:v>6.1624999999999996</c:v>
                </c:pt>
                <c:pt idx="182">
                  <c:v>6.0262500000000001</c:v>
                </c:pt>
                <c:pt idx="183">
                  <c:v>6.14</c:v>
                </c:pt>
                <c:pt idx="184">
                  <c:v>6.2240000000000002</c:v>
                </c:pt>
                <c:pt idx="185">
                  <c:v>6.4012500000000001</c:v>
                </c:pt>
                <c:pt idx="186">
                  <c:v>6.4819999999999904</c:v>
                </c:pt>
                <c:pt idx="187">
                  <c:v>6.56</c:v>
                </c:pt>
                <c:pt idx="188">
                  <c:v>6.6312499999999996</c:v>
                </c:pt>
                <c:pt idx="189">
                  <c:v>6.3639999999999999</c:v>
                </c:pt>
                <c:pt idx="190">
                  <c:v>6.2649999999999997</c:v>
                </c:pt>
                <c:pt idx="191">
                  <c:v>6.2137500000000001</c:v>
                </c:pt>
                <c:pt idx="192">
                  <c:v>6.11</c:v>
                </c:pt>
                <c:pt idx="193">
                  <c:v>5.9912499999999902</c:v>
                </c:pt>
                <c:pt idx="194">
                  <c:v>6.0919999999999996</c:v>
                </c:pt>
                <c:pt idx="195">
                  <c:v>6.09499999999999</c:v>
                </c:pt>
                <c:pt idx="196">
                  <c:v>6.0062499999999996</c:v>
                </c:pt>
                <c:pt idx="197">
                  <c:v>6.0425000000000004</c:v>
                </c:pt>
                <c:pt idx="198">
                  <c:v>6.1219999999999999</c:v>
                </c:pt>
                <c:pt idx="199">
                  <c:v>6.5137499999999999</c:v>
                </c:pt>
                <c:pt idx="200">
                  <c:v>6.5449999999999999</c:v>
                </c:pt>
                <c:pt idx="201">
                  <c:v>6.4219999999999997</c:v>
                </c:pt>
                <c:pt idx="202">
                  <c:v>6.2575000000000003</c:v>
                </c:pt>
                <c:pt idx="203">
                  <c:v>6.2169999999999996</c:v>
                </c:pt>
                <c:pt idx="204">
                  <c:v>6.0574999999999903</c:v>
                </c:pt>
                <c:pt idx="205">
                  <c:v>5.9574999999999996</c:v>
                </c:pt>
                <c:pt idx="206">
                  <c:v>5.6180000000000003</c:v>
                </c:pt>
                <c:pt idx="207">
                  <c:v>5.7862499999999999</c:v>
                </c:pt>
                <c:pt idx="208">
                  <c:v>5.8387500000000001</c:v>
                </c:pt>
                <c:pt idx="209">
                  <c:v>5.8010000000000002</c:v>
                </c:pt>
                <c:pt idx="210">
                  <c:v>5.9050000000000002</c:v>
                </c:pt>
                <c:pt idx="211">
                  <c:v>6.2324999999999999</c:v>
                </c:pt>
                <c:pt idx="212">
                  <c:v>6.3310000000000004</c:v>
                </c:pt>
                <c:pt idx="213">
                  <c:v>6.3962499999999904</c:v>
                </c:pt>
                <c:pt idx="214">
                  <c:v>5.9562499999999998</c:v>
                </c:pt>
                <c:pt idx="215">
                  <c:v>6.1050000000000004</c:v>
                </c:pt>
                <c:pt idx="216">
                  <c:v>6.0125000000000002</c:v>
                </c:pt>
                <c:pt idx="217">
                  <c:v>5.2159999999999904</c:v>
                </c:pt>
                <c:pt idx="218">
                  <c:v>4.9662499999999996</c:v>
                </c:pt>
                <c:pt idx="219">
                  <c:v>5.0612500000000002</c:v>
                </c:pt>
                <c:pt idx="220">
                  <c:v>4.9275000000000002</c:v>
                </c:pt>
                <c:pt idx="221">
                  <c:v>4.7300000000000004</c:v>
                </c:pt>
                <c:pt idx="222">
                  <c:v>4.7762500000000001</c:v>
                </c:pt>
                <c:pt idx="223">
                  <c:v>5.3449999999999998</c:v>
                </c:pt>
                <c:pt idx="224">
                  <c:v>5.1470000000000002</c:v>
                </c:pt>
                <c:pt idx="225">
                  <c:v>5.1112500000000001</c:v>
                </c:pt>
                <c:pt idx="226">
                  <c:v>4.9539999999999997</c:v>
                </c:pt>
                <c:pt idx="227">
                  <c:v>4.88</c:v>
                </c:pt>
                <c:pt idx="228">
                  <c:v>4.8</c:v>
                </c:pt>
                <c:pt idx="229">
                  <c:v>4.8550000000000004</c:v>
                </c:pt>
                <c:pt idx="230">
                  <c:v>4.9487500000000004</c:v>
                </c:pt>
                <c:pt idx="231">
                  <c:v>4.9149999999999903</c:v>
                </c:pt>
                <c:pt idx="232">
                  <c:v>4.91</c:v>
                </c:pt>
                <c:pt idx="233">
                  <c:v>5.0149999999999997</c:v>
                </c:pt>
                <c:pt idx="234">
                  <c:v>4.8125</c:v>
                </c:pt>
                <c:pt idx="235">
                  <c:v>4.6359999999999904</c:v>
                </c:pt>
                <c:pt idx="236">
                  <c:v>4.4849999999999897</c:v>
                </c:pt>
                <c:pt idx="237">
                  <c:v>4.3525</c:v>
                </c:pt>
                <c:pt idx="238">
                  <c:v>4.2759999999999998</c:v>
                </c:pt>
                <c:pt idx="239">
                  <c:v>4.1749999999999998</c:v>
                </c:pt>
                <c:pt idx="240">
                  <c:v>4.2562499999999996</c:v>
                </c:pt>
                <c:pt idx="241">
                  <c:v>4.6489999999999903</c:v>
                </c:pt>
                <c:pt idx="242">
                  <c:v>4.6987500000000004</c:v>
                </c:pt>
                <c:pt idx="243">
                  <c:v>4.8775000000000004</c:v>
                </c:pt>
                <c:pt idx="244">
                  <c:v>4.7610000000000001</c:v>
                </c:pt>
                <c:pt idx="245">
                  <c:v>4.75875</c:v>
                </c:pt>
                <c:pt idx="246">
                  <c:v>4.5625</c:v>
                </c:pt>
                <c:pt idx="247">
                  <c:v>4.4349999999999996</c:v>
                </c:pt>
                <c:pt idx="248">
                  <c:v>4.4762499999999896</c:v>
                </c:pt>
                <c:pt idx="249">
                  <c:v>4.1900000000000004</c:v>
                </c:pt>
                <c:pt idx="250">
                  <c:v>4.0025000000000004</c:v>
                </c:pt>
                <c:pt idx="251">
                  <c:v>4.0175000000000001</c:v>
                </c:pt>
                <c:pt idx="252">
                  <c:v>3.919</c:v>
                </c:pt>
                <c:pt idx="253">
                  <c:v>3.8787500000000001</c:v>
                </c:pt>
                <c:pt idx="254">
                  <c:v>3.8525</c:v>
                </c:pt>
                <c:pt idx="255">
                  <c:v>3.8420000000000001</c:v>
                </c:pt>
                <c:pt idx="256">
                  <c:v>3.9112499999999999</c:v>
                </c:pt>
                <c:pt idx="257">
                  <c:v>3.8412500000000001</c:v>
                </c:pt>
                <c:pt idx="258">
                  <c:v>3.738</c:v>
                </c:pt>
                <c:pt idx="259">
                  <c:v>3.6</c:v>
                </c:pt>
                <c:pt idx="260">
                  <c:v>3.4812500000000002</c:v>
                </c:pt>
                <c:pt idx="261">
                  <c:v>3.512</c:v>
                </c:pt>
                <c:pt idx="262">
                  <c:v>3.4037500000000001</c:v>
                </c:pt>
                <c:pt idx="263">
                  <c:v>3.3039999999999998</c:v>
                </c:pt>
                <c:pt idx="264">
                  <c:v>3.2737500000000002</c:v>
                </c:pt>
                <c:pt idx="265">
                  <c:v>3.27</c:v>
                </c:pt>
                <c:pt idx="266">
                  <c:v>3.339</c:v>
                </c:pt>
                <c:pt idx="267">
                  <c:v>3.4824999999999999</c:v>
                </c:pt>
                <c:pt idx="268">
                  <c:v>3.50875</c:v>
                </c:pt>
                <c:pt idx="269">
                  <c:v>3.3887499999999999</c:v>
                </c:pt>
                <c:pt idx="270">
                  <c:v>3.4660000000000002</c:v>
                </c:pt>
                <c:pt idx="271">
                  <c:v>4.0075000000000003</c:v>
                </c:pt>
                <c:pt idx="272">
                  <c:v>4.3090000000000002</c:v>
                </c:pt>
                <c:pt idx="273">
                  <c:v>4.4037499999999996</c:v>
                </c:pt>
                <c:pt idx="274">
                  <c:v>4.4212499999999997</c:v>
                </c:pt>
                <c:pt idx="275">
                  <c:v>4.1219999999999999</c:v>
                </c:pt>
                <c:pt idx="276">
                  <c:v>4.1862499999999896</c:v>
                </c:pt>
                <c:pt idx="277">
                  <c:v>4.37</c:v>
                </c:pt>
                <c:pt idx="278">
                  <c:v>4.3620000000000001</c:v>
                </c:pt>
                <c:pt idx="279">
                  <c:v>4.2274999999999903</c:v>
                </c:pt>
                <c:pt idx="280">
                  <c:v>4.2487500000000002</c:v>
                </c:pt>
                <c:pt idx="281">
                  <c:v>4.2479999999999896</c:v>
                </c:pt>
                <c:pt idx="282">
                  <c:v>4.0674999999999999</c:v>
                </c:pt>
                <c:pt idx="283">
                  <c:v>4.05</c:v>
                </c:pt>
                <c:pt idx="284">
                  <c:v>4.03</c:v>
                </c:pt>
                <c:pt idx="285">
                  <c:v>4.00875</c:v>
                </c:pt>
                <c:pt idx="286">
                  <c:v>4.0374999999999996</c:v>
                </c:pt>
                <c:pt idx="287">
                  <c:v>3.9060000000000001</c:v>
                </c:pt>
                <c:pt idx="288">
                  <c:v>3.8725000000000001</c:v>
                </c:pt>
                <c:pt idx="289">
                  <c:v>3.754</c:v>
                </c:pt>
                <c:pt idx="290">
                  <c:v>3.5762499999999999</c:v>
                </c:pt>
                <c:pt idx="291">
                  <c:v>3.61625</c:v>
                </c:pt>
                <c:pt idx="292">
                  <c:v>3.67</c:v>
                </c:pt>
                <c:pt idx="293">
                  <c:v>3.577</c:v>
                </c:pt>
                <c:pt idx="294">
                  <c:v>3.7462499999999999</c:v>
                </c:pt>
                <c:pt idx="295">
                  <c:v>3.895</c:v>
                </c:pt>
                <c:pt idx="296">
                  <c:v>3.9460000000000002</c:v>
                </c:pt>
                <c:pt idx="297">
                  <c:v>3.8050000000000002</c:v>
                </c:pt>
                <c:pt idx="298">
                  <c:v>3.7869999999999999</c:v>
                </c:pt>
                <c:pt idx="299">
                  <c:v>3.6825000000000001</c:v>
                </c:pt>
                <c:pt idx="300">
                  <c:v>3.8487499999999999</c:v>
                </c:pt>
                <c:pt idx="301">
                  <c:v>3.8639999999999999</c:v>
                </c:pt>
                <c:pt idx="302">
                  <c:v>3.7725</c:v>
                </c:pt>
                <c:pt idx="303">
                  <c:v>3.5474999999999999</c:v>
                </c:pt>
                <c:pt idx="304">
                  <c:v>3.569</c:v>
                </c:pt>
                <c:pt idx="305">
                  <c:v>3.4925000000000002</c:v>
                </c:pt>
                <c:pt idx="306">
                  <c:v>3.4874999999999998</c:v>
                </c:pt>
                <c:pt idx="307">
                  <c:v>3.448</c:v>
                </c:pt>
                <c:pt idx="308">
                  <c:v>3.3149999999999999</c:v>
                </c:pt>
                <c:pt idx="309">
                  <c:v>3.32</c:v>
                </c:pt>
                <c:pt idx="310">
                  <c:v>3.3475000000000001</c:v>
                </c:pt>
                <c:pt idx="311">
                  <c:v>3.3574999999999999</c:v>
                </c:pt>
                <c:pt idx="312">
                  <c:v>3.7069999999999901</c:v>
                </c:pt>
                <c:pt idx="313">
                  <c:v>4.1025</c:v>
                </c:pt>
                <c:pt idx="314">
                  <c:v>4.0187499999999998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GNMA Rate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Sheet1!$D$2:$D$316</c:f>
              <c:numCache>
                <c:formatCode>General</c:formatCode>
                <c:ptCount val="315"/>
                <c:pt idx="0">
                  <c:v>10.2558525889407</c:v>
                </c:pt>
                <c:pt idx="1">
                  <c:v>9.8823401911613704</c:v>
                </c:pt>
                <c:pt idx="2">
                  <c:v>9.7934793757672907</c:v>
                </c:pt>
                <c:pt idx="3">
                  <c:v>9.4476112169790092</c:v>
                </c:pt>
                <c:pt idx="4">
                  <c:v>9.5780058555229104</c:v>
                </c:pt>
                <c:pt idx="5">
                  <c:v>9.5289429363456399</c:v>
                </c:pt>
                <c:pt idx="6">
                  <c:v>9.4861800815289694</c:v>
                </c:pt>
                <c:pt idx="7">
                  <c:v>9.6999192468727493</c:v>
                </c:pt>
                <c:pt idx="8">
                  <c:v>9.66884055002763</c:v>
                </c:pt>
                <c:pt idx="9">
                  <c:v>9.3359823188393491</c:v>
                </c:pt>
                <c:pt idx="10">
                  <c:v>9.1176976825215501</c:v>
                </c:pt>
                <c:pt idx="11">
                  <c:v>8.92758108095002</c:v>
                </c:pt>
                <c:pt idx="12">
                  <c:v>8.7423465691770801</c:v>
                </c:pt>
                <c:pt idx="13">
                  <c:v>8.5207097838080905</c:v>
                </c:pt>
                <c:pt idx="14">
                  <c:v>8.4366595686884605</c:v>
                </c:pt>
                <c:pt idx="15">
                  <c:v>8.7818439475242407</c:v>
                </c:pt>
                <c:pt idx="16">
                  <c:v>8.9645632320815203</c:v>
                </c:pt>
                <c:pt idx="17">
                  <c:v>8.8658684216780106</c:v>
                </c:pt>
                <c:pt idx="18">
                  <c:v>8.6574817955082501</c:v>
                </c:pt>
                <c:pt idx="19">
                  <c:v>8.55754449045331</c:v>
                </c:pt>
                <c:pt idx="20">
                  <c:v>8.1710153938727199</c:v>
                </c:pt>
                <c:pt idx="21">
                  <c:v>8.0565124509798203</c:v>
                </c:pt>
                <c:pt idx="22">
                  <c:v>8.0171542506253708</c:v>
                </c:pt>
                <c:pt idx="23">
                  <c:v>8.2308961050441205</c:v>
                </c:pt>
                <c:pt idx="24">
                  <c:v>8.4747150231359996</c:v>
                </c:pt>
                <c:pt idx="25">
                  <c:v>8.3386742584105793</c:v>
                </c:pt>
                <c:pt idx="26">
                  <c:v>8.1440444824270202</c:v>
                </c:pt>
                <c:pt idx="27">
                  <c:v>7.8580869749945501</c:v>
                </c:pt>
                <c:pt idx="28">
                  <c:v>7.70076684147352</c:v>
                </c:pt>
                <c:pt idx="29">
                  <c:v>7.7241103615000002</c:v>
                </c:pt>
                <c:pt idx="30">
                  <c:v>7.7509963939456998</c:v>
                </c:pt>
                <c:pt idx="31">
                  <c:v>7.7014840183630699</c:v>
                </c:pt>
                <c:pt idx="32">
                  <c:v>7.5085555784757396</c:v>
                </c:pt>
                <c:pt idx="33">
                  <c:v>7.4032006136113102</c:v>
                </c:pt>
                <c:pt idx="34">
                  <c:v>7.20124202392961</c:v>
                </c:pt>
                <c:pt idx="35">
                  <c:v>7.0985658463419403</c:v>
                </c:pt>
                <c:pt idx="36">
                  <c:v>7.4435840753633897</c:v>
                </c:pt>
                <c:pt idx="37">
                  <c:v>7.5013764003075103</c:v>
                </c:pt>
                <c:pt idx="38">
                  <c:v>7.4366823314895303</c:v>
                </c:pt>
                <c:pt idx="39">
                  <c:v>7.5747105742232197</c:v>
                </c:pt>
                <c:pt idx="40">
                  <c:v>8.1598651690046609</c:v>
                </c:pt>
                <c:pt idx="41">
                  <c:v>8.8276766650966998</c:v>
                </c:pt>
                <c:pt idx="42">
                  <c:v>9.0907214243704608</c:v>
                </c:pt>
                <c:pt idx="43">
                  <c:v>8.9846011576906193</c:v>
                </c:pt>
                <c:pt idx="44">
                  <c:v>9.1901318494930599</c:v>
                </c:pt>
                <c:pt idx="45">
                  <c:v>8.9907392866857805</c:v>
                </c:pt>
                <c:pt idx="46">
                  <c:v>9.0403616864491205</c:v>
                </c:pt>
                <c:pt idx="47">
                  <c:v>9.2921374006772197</c:v>
                </c:pt>
                <c:pt idx="48">
                  <c:v>9.5702549246781601</c:v>
                </c:pt>
                <c:pt idx="49">
                  <c:v>9.6253222924508108</c:v>
                </c:pt>
                <c:pt idx="50">
                  <c:v>9.57743972142522</c:v>
                </c:pt>
                <c:pt idx="51">
                  <c:v>9.2330435526275796</c:v>
                </c:pt>
                <c:pt idx="52">
                  <c:v>8.7672524086144392</c:v>
                </c:pt>
                <c:pt idx="53">
                  <c:v>8.6128054666842502</c:v>
                </c:pt>
                <c:pt idx="54">
                  <c:v>8.2002906154541098</c:v>
                </c:pt>
                <c:pt idx="55">
                  <c:v>7.7818683178106598</c:v>
                </c:pt>
                <c:pt idx="56">
                  <c:v>7.7788221809742701</c:v>
                </c:pt>
                <c:pt idx="57">
                  <c:v>8.0390180490529399</c:v>
                </c:pt>
                <c:pt idx="58">
                  <c:v>7.8619249906419402</c:v>
                </c:pt>
                <c:pt idx="59">
                  <c:v>7.8124257100246801</c:v>
                </c:pt>
                <c:pt idx="60">
                  <c:v>7.71124136829508</c:v>
                </c:pt>
                <c:pt idx="61">
                  <c:v>7.4766781980241603</c:v>
                </c:pt>
                <c:pt idx="62">
                  <c:v>7.2863130029434897</c:v>
                </c:pt>
                <c:pt idx="63">
                  <c:v>7.3838162657061703</c:v>
                </c:pt>
                <c:pt idx="64">
                  <c:v>7.9095737352130797</c:v>
                </c:pt>
                <c:pt idx="65">
                  <c:v>8.2213441111004109</c:v>
                </c:pt>
                <c:pt idx="66">
                  <c:v>8.4360844416713494</c:v>
                </c:pt>
                <c:pt idx="67">
                  <c:v>8.7382150126353899</c:v>
                </c:pt>
                <c:pt idx="68">
                  <c:v>8.6632346730115692</c:v>
                </c:pt>
                <c:pt idx="69">
                  <c:v>8.3588355923845299</c:v>
                </c:pt>
                <c:pt idx="70">
                  <c:v>8.5547571046837891</c:v>
                </c:pt>
                <c:pt idx="71">
                  <c:v>8.2236675300241995</c:v>
                </c:pt>
                <c:pt idx="72">
                  <c:v>7.9359895204038304</c:v>
                </c:pt>
                <c:pt idx="73">
                  <c:v>7.9599169383750201</c:v>
                </c:pt>
                <c:pt idx="74">
                  <c:v>8.1845095698094603</c:v>
                </c:pt>
                <c:pt idx="75">
                  <c:v>7.9956613154390803</c:v>
                </c:pt>
                <c:pt idx="76">
                  <c:v>8.2486800853800002</c:v>
                </c:pt>
                <c:pt idx="77">
                  <c:v>8.5076005899693694</c:v>
                </c:pt>
                <c:pt idx="78">
                  <c:v>8.3121984591128104</c:v>
                </c:pt>
                <c:pt idx="79">
                  <c:v>8.0803609665804608</c:v>
                </c:pt>
                <c:pt idx="80">
                  <c:v>7.8644479200363104</c:v>
                </c:pt>
                <c:pt idx="81">
                  <c:v>7.8441264788172296</c:v>
                </c:pt>
                <c:pt idx="82">
                  <c:v>7.7377149597073096</c:v>
                </c:pt>
                <c:pt idx="83">
                  <c:v>7.60877368914716</c:v>
                </c:pt>
                <c:pt idx="84">
                  <c:v>7.5288281384037496</c:v>
                </c:pt>
                <c:pt idx="85">
                  <c:v>7.4433807808394397</c:v>
                </c:pt>
                <c:pt idx="86">
                  <c:v>7.2445640954018602</c:v>
                </c:pt>
                <c:pt idx="87">
                  <c:v>7.2419540138004104</c:v>
                </c:pt>
                <c:pt idx="88">
                  <c:v>7.3045198013971904</c:v>
                </c:pt>
                <c:pt idx="89">
                  <c:v>7.31776513275695</c:v>
                </c:pt>
                <c:pt idx="90">
                  <c:v>7.3244519122766603</c:v>
                </c:pt>
                <c:pt idx="91">
                  <c:v>7.1954069507549097</c:v>
                </c:pt>
                <c:pt idx="92">
                  <c:v>7.1661140009802002</c:v>
                </c:pt>
                <c:pt idx="93">
                  <c:v>7.1302040597976104</c:v>
                </c:pt>
                <c:pt idx="94">
                  <c:v>6.8961358392641197</c:v>
                </c:pt>
                <c:pt idx="95">
                  <c:v>6.8465846463163</c:v>
                </c:pt>
                <c:pt idx="96">
                  <c:v>6.95583689161362</c:v>
                </c:pt>
                <c:pt idx="97">
                  <c:v>6.8260606572078197</c:v>
                </c:pt>
                <c:pt idx="98">
                  <c:v>6.8728976388507501</c:v>
                </c:pt>
                <c:pt idx="99">
                  <c:v>6.9441074887820404</c:v>
                </c:pt>
                <c:pt idx="100">
                  <c:v>7.1652820745693804</c:v>
                </c:pt>
                <c:pt idx="101">
                  <c:v>7.0861623304300601</c:v>
                </c:pt>
                <c:pt idx="102">
                  <c:v>7.3477561107148297</c:v>
                </c:pt>
                <c:pt idx="103">
                  <c:v>7.7841595279533804</c:v>
                </c:pt>
                <c:pt idx="104">
                  <c:v>7.9316768603278698</c:v>
                </c:pt>
                <c:pt idx="105">
                  <c:v>8.3091314027892604</c:v>
                </c:pt>
                <c:pt idx="106">
                  <c:v>8.2108789942660891</c:v>
                </c:pt>
                <c:pt idx="107">
                  <c:v>8.2823993023617906</c:v>
                </c:pt>
                <c:pt idx="108">
                  <c:v>8.0764021518474198</c:v>
                </c:pt>
                <c:pt idx="109">
                  <c:v>8.2092449785243193</c:v>
                </c:pt>
                <c:pt idx="110">
                  <c:v>8.5073483833511094</c:v>
                </c:pt>
                <c:pt idx="111">
                  <c:v>8.6779387728778801</c:v>
                </c:pt>
                <c:pt idx="112">
                  <c:v>8.6083223968226097</c:v>
                </c:pt>
                <c:pt idx="113">
                  <c:v>8.4615522314013596</c:v>
                </c:pt>
                <c:pt idx="114">
                  <c:v>8.7403358957662896</c:v>
                </c:pt>
                <c:pt idx="115">
                  <c:v>8.4366668239378306</c:v>
                </c:pt>
                <c:pt idx="116">
                  <c:v>8.2868274735704297</c:v>
                </c:pt>
                <c:pt idx="117">
                  <c:v>8.1218002455965408</c:v>
                </c:pt>
                <c:pt idx="118">
                  <c:v>8.0117024436456301</c:v>
                </c:pt>
                <c:pt idx="119">
                  <c:v>7.9207851124855502</c:v>
                </c:pt>
                <c:pt idx="120">
                  <c:v>7.8897178881364098</c:v>
                </c:pt>
                <c:pt idx="121">
                  <c:v>7.5180771332047502</c:v>
                </c:pt>
                <c:pt idx="122">
                  <c:v>7.2335599676955704</c:v>
                </c:pt>
                <c:pt idx="123">
                  <c:v>7.2605981159513702</c:v>
                </c:pt>
                <c:pt idx="124">
                  <c:v>7.1281760810088501</c:v>
                </c:pt>
                <c:pt idx="125">
                  <c:v>7.2129912439371102</c:v>
                </c:pt>
                <c:pt idx="126">
                  <c:v>7.3038278753159904</c:v>
                </c:pt>
                <c:pt idx="127">
                  <c:v>7.2870518554204304</c:v>
                </c:pt>
                <c:pt idx="128">
                  <c:v>7.2392168621685098</c:v>
                </c:pt>
                <c:pt idx="129">
                  <c:v>7.0294880370292896</c:v>
                </c:pt>
                <c:pt idx="130">
                  <c:v>6.8851715532437296</c:v>
                </c:pt>
                <c:pt idx="131">
                  <c:v>6.6719418751953503</c:v>
                </c:pt>
                <c:pt idx="132">
                  <c:v>6.7112382313788403</c:v>
                </c:pt>
                <c:pt idx="133">
                  <c:v>7.1210295285960097</c:v>
                </c:pt>
                <c:pt idx="134">
                  <c:v>7.0506589075233403</c:v>
                </c:pt>
                <c:pt idx="135">
                  <c:v>6.8788808756714097</c:v>
                </c:pt>
                <c:pt idx="136">
                  <c:v>7.0939016494970399</c:v>
                </c:pt>
                <c:pt idx="137">
                  <c:v>7.0486348879609704</c:v>
                </c:pt>
                <c:pt idx="138">
                  <c:v>6.8660839794965796</c:v>
                </c:pt>
                <c:pt idx="139">
                  <c:v>6.7010051362129301</c:v>
                </c:pt>
                <c:pt idx="140">
                  <c:v>6.5370801967651699</c:v>
                </c:pt>
                <c:pt idx="141">
                  <c:v>6.40456965600006</c:v>
                </c:pt>
                <c:pt idx="142">
                  <c:v>6.1975777891536197</c:v>
                </c:pt>
                <c:pt idx="143">
                  <c:v>6.1698068628298</c:v>
                </c:pt>
                <c:pt idx="144">
                  <c:v>6.0688436953291802</c:v>
                </c:pt>
                <c:pt idx="145">
                  <c:v>6.0435336369081698</c:v>
                </c:pt>
                <c:pt idx="146">
                  <c:v>5.9105814214055501</c:v>
                </c:pt>
                <c:pt idx="147">
                  <c:v>5.8497563779238799</c:v>
                </c:pt>
                <c:pt idx="148">
                  <c:v>5.7516612050062799</c:v>
                </c:pt>
                <c:pt idx="149">
                  <c:v>5.8170446666616096</c:v>
                </c:pt>
                <c:pt idx="150">
                  <c:v>5.4972732889407201</c:v>
                </c:pt>
                <c:pt idx="151">
                  <c:v>5.1945988642168199</c:v>
                </c:pt>
                <c:pt idx="152">
                  <c:v>5.6632932322910703</c:v>
                </c:pt>
                <c:pt idx="153">
                  <c:v>6.2912787729683499</c:v>
                </c:pt>
                <c:pt idx="154">
                  <c:v>6.13933696262756</c:v>
                </c:pt>
                <c:pt idx="155">
                  <c:v>5.9932181524147499</c:v>
                </c:pt>
                <c:pt idx="156">
                  <c:v>5.9858884472777598</c:v>
                </c:pt>
                <c:pt idx="157">
                  <c:v>5.9154018773995096</c:v>
                </c:pt>
                <c:pt idx="158">
                  <c:v>5.7304640317856697</c:v>
                </c:pt>
                <c:pt idx="159">
                  <c:v>5.6295183544757501</c:v>
                </c:pt>
                <c:pt idx="160">
                  <c:v>5.4681296446652699</c:v>
                </c:pt>
                <c:pt idx="161">
                  <c:v>5.9231641017207304</c:v>
                </c:pt>
                <c:pt idx="162">
                  <c:v>6.3390169979697202</c:v>
                </c:pt>
                <c:pt idx="163">
                  <c:v>6.3403848338985496</c:v>
                </c:pt>
                <c:pt idx="164">
                  <c:v>6.0731194879306596</c:v>
                </c:pt>
                <c:pt idx="165">
                  <c:v>5.8968230668930497</c:v>
                </c:pt>
                <c:pt idx="166">
                  <c:v>5.7865242050476597</c:v>
                </c:pt>
                <c:pt idx="167">
                  <c:v>5.7466325804712</c:v>
                </c:pt>
                <c:pt idx="168">
                  <c:v>5.7456634315720896</c:v>
                </c:pt>
                <c:pt idx="169">
                  <c:v>5.7712167635619602</c:v>
                </c:pt>
                <c:pt idx="170">
                  <c:v>5.7178397084546599</c:v>
                </c:pt>
                <c:pt idx="171">
                  <c:v>5.6429332015387601</c:v>
                </c:pt>
                <c:pt idx="172">
                  <c:v>5.9107258842753101</c:v>
                </c:pt>
                <c:pt idx="173">
                  <c:v>5.8135168223987801</c:v>
                </c:pt>
                <c:pt idx="174">
                  <c:v>5.6456881458344998</c:v>
                </c:pt>
                <c:pt idx="175">
                  <c:v>5.4832190935223197</c:v>
                </c:pt>
                <c:pt idx="176">
                  <c:v>5.5716999139157402</c:v>
                </c:pt>
                <c:pt idx="177">
                  <c:v>5.70251996178858</c:v>
                </c:pt>
                <c:pt idx="178">
                  <c:v>5.7057484499450002</c:v>
                </c:pt>
                <c:pt idx="179">
                  <c:v>5.9680937829915397</c:v>
                </c:pt>
                <c:pt idx="180">
                  <c:v>6.2052435029078596</c:v>
                </c:pt>
                <c:pt idx="181">
                  <c:v>6.1569689642446903</c:v>
                </c:pt>
                <c:pt idx="182">
                  <c:v>5.96230287223365</c:v>
                </c:pt>
                <c:pt idx="183">
                  <c:v>6.0249474460178698</c:v>
                </c:pt>
                <c:pt idx="184">
                  <c:v>6.06568704615509</c:v>
                </c:pt>
                <c:pt idx="185">
                  <c:v>6.2517706810569296</c:v>
                </c:pt>
                <c:pt idx="186">
                  <c:v>6.3506102988749102</c:v>
                </c:pt>
                <c:pt idx="187">
                  <c:v>6.4544401642263898</c:v>
                </c:pt>
                <c:pt idx="188">
                  <c:v>6.5603639174701698</c:v>
                </c:pt>
                <c:pt idx="189">
                  <c:v>6.3109967676189704</c:v>
                </c:pt>
                <c:pt idx="190">
                  <c:v>6.2319009895813098</c:v>
                </c:pt>
                <c:pt idx="191">
                  <c:v>6.1882834759960197</c:v>
                </c:pt>
                <c:pt idx="192">
                  <c:v>6.1047040685293599</c:v>
                </c:pt>
                <c:pt idx="193">
                  <c:v>5.9962239517850202</c:v>
                </c:pt>
                <c:pt idx="194">
                  <c:v>6.1385167624162902</c:v>
                </c:pt>
                <c:pt idx="195">
                  <c:v>6.1573851976432303</c:v>
                </c:pt>
                <c:pt idx="196">
                  <c:v>6.0714455531323903</c:v>
                </c:pt>
                <c:pt idx="197">
                  <c:v>6.0946745887192897</c:v>
                </c:pt>
                <c:pt idx="198">
                  <c:v>6.1743318172530399</c:v>
                </c:pt>
                <c:pt idx="199">
                  <c:v>6.5730084185834103</c:v>
                </c:pt>
                <c:pt idx="200">
                  <c:v>6.5957885343416898</c:v>
                </c:pt>
                <c:pt idx="201">
                  <c:v>6.4354628058853098</c:v>
                </c:pt>
                <c:pt idx="202">
                  <c:v>6.24798612343585</c:v>
                </c:pt>
                <c:pt idx="203">
                  <c:v>6.1839844637733403</c:v>
                </c:pt>
                <c:pt idx="204">
                  <c:v>6.0424629846969404</c:v>
                </c:pt>
                <c:pt idx="205">
                  <c:v>5.9555717183308197</c:v>
                </c:pt>
                <c:pt idx="206">
                  <c:v>5.6266219741786596</c:v>
                </c:pt>
                <c:pt idx="207">
                  <c:v>5.8105102351650197</c:v>
                </c:pt>
                <c:pt idx="208">
                  <c:v>5.8951473537474497</c:v>
                </c:pt>
                <c:pt idx="209">
                  <c:v>5.8646131551131004</c:v>
                </c:pt>
                <c:pt idx="210">
                  <c:v>5.9520029084702601</c:v>
                </c:pt>
                <c:pt idx="211">
                  <c:v>6.2650410394046698</c:v>
                </c:pt>
                <c:pt idx="212">
                  <c:v>6.3725057890232302</c:v>
                </c:pt>
                <c:pt idx="213">
                  <c:v>6.4448536976561597</c:v>
                </c:pt>
                <c:pt idx="214">
                  <c:v>5.9779399329679199</c:v>
                </c:pt>
                <c:pt idx="215">
                  <c:v>6.1441946012761903</c:v>
                </c:pt>
                <c:pt idx="216">
                  <c:v>6.0864971822177001</c:v>
                </c:pt>
                <c:pt idx="217">
                  <c:v>5.3415562790215398</c:v>
                </c:pt>
                <c:pt idx="218">
                  <c:v>5.1384609812346298</c:v>
                </c:pt>
                <c:pt idx="219">
                  <c:v>5.27519945057748</c:v>
                </c:pt>
                <c:pt idx="220">
                  <c:v>5.1893557855501804</c:v>
                </c:pt>
                <c:pt idx="221">
                  <c:v>4.9901546502253504</c:v>
                </c:pt>
                <c:pt idx="222">
                  <c:v>5.0453437300447197</c:v>
                </c:pt>
                <c:pt idx="223">
                  <c:v>5.5821016474151897</c:v>
                </c:pt>
                <c:pt idx="224">
                  <c:v>5.3417895980387504</c:v>
                </c:pt>
                <c:pt idx="225">
                  <c:v>5.3292432616710101</c:v>
                </c:pt>
                <c:pt idx="226">
                  <c:v>5.16992928721419</c:v>
                </c:pt>
                <c:pt idx="227">
                  <c:v>5.0841070378081001</c:v>
                </c:pt>
                <c:pt idx="228">
                  <c:v>4.9227395824087203</c:v>
                </c:pt>
                <c:pt idx="229">
                  <c:v>4.9427703517407702</c:v>
                </c:pt>
                <c:pt idx="230">
                  <c:v>5.0454933504183703</c:v>
                </c:pt>
                <c:pt idx="231">
                  <c:v>5.00243839336735</c:v>
                </c:pt>
                <c:pt idx="232">
                  <c:v>4.9636109144543301</c:v>
                </c:pt>
                <c:pt idx="233">
                  <c:v>5.0528505202099101</c:v>
                </c:pt>
                <c:pt idx="234">
                  <c:v>4.8107222532103799</c:v>
                </c:pt>
                <c:pt idx="235">
                  <c:v>4.6446900654443599</c:v>
                </c:pt>
                <c:pt idx="236">
                  <c:v>4.4596073362678696</c:v>
                </c:pt>
                <c:pt idx="237">
                  <c:v>4.3209658941030202</c:v>
                </c:pt>
                <c:pt idx="238">
                  <c:v>4.2301460015401098</c:v>
                </c:pt>
                <c:pt idx="239">
                  <c:v>4.1325700348594596</c:v>
                </c:pt>
                <c:pt idx="240">
                  <c:v>4.2179716482569596</c:v>
                </c:pt>
                <c:pt idx="241">
                  <c:v>4.6170993945709302</c:v>
                </c:pt>
                <c:pt idx="242">
                  <c:v>4.6556063372621503</c:v>
                </c:pt>
                <c:pt idx="243">
                  <c:v>4.8162050892583501</c:v>
                </c:pt>
                <c:pt idx="244">
                  <c:v>4.64097624404919</c:v>
                </c:pt>
                <c:pt idx="245">
                  <c:v>4.61030489152916</c:v>
                </c:pt>
                <c:pt idx="246">
                  <c:v>4.3753984822698797</c:v>
                </c:pt>
                <c:pt idx="247">
                  <c:v>4.2506611412366402</c:v>
                </c:pt>
                <c:pt idx="248">
                  <c:v>4.2710542634798498</c:v>
                </c:pt>
                <c:pt idx="249">
                  <c:v>3.9575582005491201</c:v>
                </c:pt>
                <c:pt idx="250">
                  <c:v>3.7244636749367799</c:v>
                </c:pt>
                <c:pt idx="251">
                  <c:v>3.7386552362424101</c:v>
                </c:pt>
                <c:pt idx="252">
                  <c:v>3.6778912518854301</c:v>
                </c:pt>
                <c:pt idx="253">
                  <c:v>3.6794806836480398</c:v>
                </c:pt>
                <c:pt idx="254">
                  <c:v>3.6724570114717299</c:v>
                </c:pt>
                <c:pt idx="255">
                  <c:v>3.6609382618136399</c:v>
                </c:pt>
                <c:pt idx="256">
                  <c:v>3.7214989125995199</c:v>
                </c:pt>
                <c:pt idx="257">
                  <c:v>3.70940795270799</c:v>
                </c:pt>
                <c:pt idx="258">
                  <c:v>3.58212447922583</c:v>
                </c:pt>
                <c:pt idx="259">
                  <c:v>3.4527797758753498</c:v>
                </c:pt>
                <c:pt idx="260">
                  <c:v>3.2723256961858098</c:v>
                </c:pt>
                <c:pt idx="261">
                  <c:v>3.3417146751334901</c:v>
                </c:pt>
                <c:pt idx="262">
                  <c:v>3.2254437136869099</c:v>
                </c:pt>
                <c:pt idx="263">
                  <c:v>3.1580051672377198</c:v>
                </c:pt>
                <c:pt idx="264">
                  <c:v>3.1397597994632802</c:v>
                </c:pt>
                <c:pt idx="265">
                  <c:v>3.1521605306185001</c:v>
                </c:pt>
                <c:pt idx="266">
                  <c:v>3.1697705376116101</c:v>
                </c:pt>
                <c:pt idx="267">
                  <c:v>3.2885605080073201</c:v>
                </c:pt>
                <c:pt idx="268">
                  <c:v>3.2804425840148301</c:v>
                </c:pt>
                <c:pt idx="269">
                  <c:v>3.2055265321773598</c:v>
                </c:pt>
                <c:pt idx="270">
                  <c:v>3.27294074708893</c:v>
                </c:pt>
                <c:pt idx="271">
                  <c:v>3.80735507754587</c:v>
                </c:pt>
                <c:pt idx="272">
                  <c:v>4.04730790405001</c:v>
                </c:pt>
                <c:pt idx="273">
                  <c:v>4.1252928694287299</c:v>
                </c:pt>
                <c:pt idx="274">
                  <c:v>4.1227812459709297</c:v>
                </c:pt>
                <c:pt idx="275">
                  <c:v>3.7753330142779098</c:v>
                </c:pt>
                <c:pt idx="276">
                  <c:v>3.7620017104791699</c:v>
                </c:pt>
                <c:pt idx="277">
                  <c:v>3.9434778910649602</c:v>
                </c:pt>
                <c:pt idx="278">
                  <c:v>3.95897631483404</c:v>
                </c:pt>
                <c:pt idx="279">
                  <c:v>3.8345033243355799</c:v>
                </c:pt>
                <c:pt idx="280">
                  <c:v>3.8168515854004101</c:v>
                </c:pt>
                <c:pt idx="281">
                  <c:v>3.84877543128004</c:v>
                </c:pt>
                <c:pt idx="282">
                  <c:v>3.6763791423146199</c:v>
                </c:pt>
                <c:pt idx="283">
                  <c:v>3.6739115960182001</c:v>
                </c:pt>
                <c:pt idx="284">
                  <c:v>3.6200664146513999</c:v>
                </c:pt>
                <c:pt idx="285">
                  <c:v>3.6353073577102499</c:v>
                </c:pt>
                <c:pt idx="286">
                  <c:v>3.6937587279842501</c:v>
                </c:pt>
                <c:pt idx="287">
                  <c:v>3.5692703947742599</c:v>
                </c:pt>
                <c:pt idx="288">
                  <c:v>3.4612864254004201</c:v>
                </c:pt>
                <c:pt idx="289">
                  <c:v>3.3356125456315402</c:v>
                </c:pt>
                <c:pt idx="290">
                  <c:v>3.1107858417991898</c:v>
                </c:pt>
                <c:pt idx="291">
                  <c:v>3.2620942455010402</c:v>
                </c:pt>
                <c:pt idx="292">
                  <c:v>3.3663011006537298</c:v>
                </c:pt>
                <c:pt idx="293">
                  <c:v>3.33198081109422</c:v>
                </c:pt>
                <c:pt idx="294">
                  <c:v>3.5301678824401499</c:v>
                </c:pt>
                <c:pt idx="295">
                  <c:v>3.6396314700224499</c:v>
                </c:pt>
                <c:pt idx="296">
                  <c:v>3.7215562148590302</c:v>
                </c:pt>
                <c:pt idx="297">
                  <c:v>3.5522476983820201</c:v>
                </c:pt>
                <c:pt idx="298">
                  <c:v>3.5408581715938499</c:v>
                </c:pt>
                <c:pt idx="299">
                  <c:v>3.3818550514708399</c:v>
                </c:pt>
                <c:pt idx="300">
                  <c:v>3.5034860504177798</c:v>
                </c:pt>
                <c:pt idx="301">
                  <c:v>3.5214856671918802</c:v>
                </c:pt>
                <c:pt idx="302">
                  <c:v>3.4237786967443902</c:v>
                </c:pt>
                <c:pt idx="303">
                  <c:v>3.1731495843153299</c:v>
                </c:pt>
                <c:pt idx="304">
                  <c:v>3.2125205833610502</c:v>
                </c:pt>
                <c:pt idx="305">
                  <c:v>3.16749740689965</c:v>
                </c:pt>
                <c:pt idx="306">
                  <c:v>3.1942217736630201</c:v>
                </c:pt>
                <c:pt idx="307">
                  <c:v>3.1437574524358598</c:v>
                </c:pt>
                <c:pt idx="308">
                  <c:v>3.0070469375623601</c:v>
                </c:pt>
                <c:pt idx="309">
                  <c:v>3.0453471230044999</c:v>
                </c:pt>
                <c:pt idx="310">
                  <c:v>3.0919551914038901</c:v>
                </c:pt>
                <c:pt idx="311">
                  <c:v>3.11307199345491</c:v>
                </c:pt>
                <c:pt idx="312">
                  <c:v>3.4595943127311601</c:v>
                </c:pt>
                <c:pt idx="313">
                  <c:v>3.8530059553182499</c:v>
                </c:pt>
                <c:pt idx="314">
                  <c:v>3.7207141859960502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5029632"/>
        <c:axId val="535216128"/>
      </c:lineChart>
      <c:dateAx>
        <c:axId val="5350296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535216128"/>
        <c:crosses val="autoZero"/>
        <c:auto val="1"/>
        <c:lblOffset val="100"/>
        <c:baseTimeUnit val="months"/>
        <c:majorUnit val="48"/>
        <c:majorTimeUnit val="months"/>
      </c:dateAx>
      <c:valAx>
        <c:axId val="535216128"/>
        <c:scaling>
          <c:orientation val="minMax"/>
          <c:min val="3"/>
        </c:scaling>
        <c:delete val="0"/>
        <c:axPos val="l"/>
        <c:numFmt formatCode="0.0" sourceLinked="0"/>
        <c:majorTickMark val="none"/>
        <c:minorTickMark val="none"/>
        <c:tickLblPos val="nextTo"/>
        <c:crossAx val="5350296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62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6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0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9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144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52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3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90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16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71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09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596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0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672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54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829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95564" indent="-195564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78612" indent="-185270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78612" algn="l"/>
              </a:tabLst>
              <a:defRPr sz="1262">
                <a:latin typeface="Calisto MT" pitchFamily="18" charset="0"/>
                <a:cs typeface="Arial" pitchFamily="34" charset="0"/>
              </a:defRPr>
            </a:lvl2pPr>
            <a:lvl3pPr marL="576396" indent="-97782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73671" indent="-19727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46224" indent="-13037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05" tIns="49403" rIns="98805" bIns="49403" numCol="1" anchor="t" anchorCtr="0" compatLnSpc="1">
            <a:prstTxWarp prst="textNoShape">
              <a:avLst/>
            </a:prstTxWarp>
          </a:bodyPr>
          <a:lstStyle/>
          <a:p>
            <a:pPr defTabSz="1005134" fontAlgn="auto">
              <a:spcBef>
                <a:spcPts val="0"/>
              </a:spcBef>
              <a:spcAft>
                <a:spcPts val="0"/>
              </a:spcAft>
            </a:pPr>
            <a:endParaRPr lang="en-US" sz="1747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4219"/>
            <a:ext cx="975207" cy="256673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68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100513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100513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53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1679"/>
            <a:ext cx="9629154" cy="2265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73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490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7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843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3321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901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148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89823" indent="-189823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64560" indent="-179830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64560" algn="l"/>
              </a:tabLst>
              <a:defRPr sz="1225">
                <a:latin typeface="Calisto MT" pitchFamily="18" charset="0"/>
                <a:cs typeface="Arial" pitchFamily="34" charset="0"/>
              </a:defRPr>
            </a:lvl2pPr>
            <a:lvl3pPr marL="559473" indent="-94911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50956" indent="-19148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24315" indent="-12654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899" tIns="47950" rIns="95899" bIns="47950" numCol="1" anchor="t" anchorCtr="0" compatLnSpc="1">
            <a:prstTxWarp prst="textNoShape">
              <a:avLst/>
            </a:prstTxWarp>
          </a:bodyPr>
          <a:lstStyle/>
          <a:p>
            <a:pPr defTabSz="975623" fontAlgn="auto">
              <a:spcBef>
                <a:spcPts val="0"/>
              </a:spcBef>
              <a:spcAft>
                <a:spcPts val="0"/>
              </a:spcAft>
            </a:pPr>
            <a:endParaRPr lang="en-US" sz="1696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6689"/>
            <a:ext cx="975207" cy="251736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36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9756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9756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07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5655"/>
            <a:ext cx="9629154" cy="222605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47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20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6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9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3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68" y="244312"/>
            <a:ext cx="6014434" cy="609918"/>
          </a:xfrm>
        </p:spPr>
        <p:txBody>
          <a:bodyPr/>
          <a:lstStyle/>
          <a:p>
            <a:r>
              <a:rPr lang="en-US" dirty="0" smtClean="0"/>
              <a:t>SUMMARY OF MORTGAGE RATE CONSTRUCTION METHODS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45657" y="1218129"/>
            <a:ext cx="2168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As a summary for our mortgage rate construction methods, we use different method and various smoothing lag for each mortgage series.</a:t>
            </a:r>
          </a:p>
          <a:p>
            <a:pPr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Detailed information can be found from the right-hand-side form.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614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24298"/>
              </p:ext>
            </p:extLst>
          </p:nvPr>
        </p:nvGraphicFramePr>
        <p:xfrm>
          <a:off x="2682240" y="1615440"/>
          <a:ext cx="6705600" cy="403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720"/>
                <a:gridCol w="3246120"/>
                <a:gridCol w="1508760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Mortgage</a:t>
                      </a:r>
                      <a:r>
                        <a:rPr lang="en-US" sz="1400" baseline="0" dirty="0" smtClean="0"/>
                        <a:t> Rate Type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Construction Method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Moving Average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Conventional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Monthly average of PMMS rate.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GNMA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Add a spread on monthly</a:t>
                      </a:r>
                      <a:r>
                        <a:rPr lang="en-US" sz="1200" baseline="0" dirty="0" smtClean="0"/>
                        <a:t> PMMS. The spread is calculated as WAC difference between FNM/FHL and GNM.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3m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Jumbo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10185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Add a spread on monthly</a:t>
                      </a:r>
                      <a:r>
                        <a:rPr lang="en-US" sz="1200" baseline="0" dirty="0" smtClean="0"/>
                        <a:t> PMMS. The spread is calculated as WAC difference between conv. confirming loans and Jumbo loans.</a:t>
                      </a:r>
                      <a:endParaRPr 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6m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GPL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4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68" y="244312"/>
            <a:ext cx="6014434" cy="609918"/>
          </a:xfrm>
        </p:spPr>
        <p:txBody>
          <a:bodyPr/>
          <a:lstStyle/>
          <a:p>
            <a:r>
              <a:rPr lang="en-US" dirty="0" smtClean="0"/>
              <a:t>CONSTRUCT GNMA MORTGAGE RATE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45657" y="1218129"/>
            <a:ext cx="21686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WAC conventional defined as the weighted average of all FNCL and FGLMC pools.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WAC GNMA defined as all GNSF and G2SF pools.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Plot by origination date.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WAC calculation with loan age control WALA &gt;= 1.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614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72699" y="6939687"/>
            <a:ext cx="1702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Calibri" panose="020F0502020204030204" pitchFamily="34" charset="0"/>
              </a:rPr>
              <a:t>Source: Cello</a:t>
            </a:r>
            <a:endParaRPr lang="en-US" sz="9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/>
                  <a:t>GNMA Mortgage Rate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𝑃𝑀𝑀𝑆</m:t>
                    </m:r>
                    <m:r>
                      <a:rPr lang="en-US" sz="1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𝑊𝐴𝐶</m:t>
                        </m:r>
                        <m:r>
                          <a:rPr lang="en-US" sz="1400" i="1">
                            <a:latin typeface="Cambria Math"/>
                          </a:rPr>
                          <m:t> </m:t>
                        </m:r>
                        <m:r>
                          <a:rPr lang="en-US" sz="1400" i="1">
                            <a:latin typeface="Cambria Math"/>
                          </a:rPr>
                          <m:t>𝑆𝑝𝑟𝑒𝑎𝑑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6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𝑚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𝑀𝑜𝑣𝑖𝑛𝑔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𝐴𝑣𝑒𝑟𝑎𝑔𝑒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blipFill rotWithShape="1">
                <a:blip r:embed="rId4"/>
                <a:stretch>
                  <a:fillRect l="-361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703742" y="1231880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Get WAC spread as GNMA </a:t>
            </a:r>
            <a:r>
              <a:rPr lang="en-US" sz="1400" dirty="0">
                <a:latin typeface="+mn-lt"/>
              </a:rPr>
              <a:t>pools </a:t>
            </a:r>
            <a:r>
              <a:rPr lang="en-US" sz="1400" dirty="0" smtClean="0">
                <a:latin typeface="+mn-lt"/>
              </a:rPr>
              <a:t>- FNMA+FHL </a:t>
            </a:r>
            <a:r>
              <a:rPr lang="en-US" sz="1400" dirty="0">
                <a:latin typeface="+mn-lt"/>
              </a:rPr>
              <a:t>pools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3742" y="3103005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3</a:t>
            </a:r>
            <a:r>
              <a:rPr lang="en-US" sz="1400" dirty="0" smtClean="0">
                <a:latin typeface="+mn-lt"/>
              </a:rPr>
              <a:t>-month moving average of WAC Spread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380282952"/>
              </p:ext>
            </p:extLst>
          </p:nvPr>
        </p:nvGraphicFramePr>
        <p:xfrm>
          <a:off x="2766060" y="1539658"/>
          <a:ext cx="670560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426026005"/>
              </p:ext>
            </p:extLst>
          </p:nvPr>
        </p:nvGraphicFramePr>
        <p:xfrm>
          <a:off x="2811780" y="3373759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170390833"/>
              </p:ext>
            </p:extLst>
          </p:nvPr>
        </p:nvGraphicFramePr>
        <p:xfrm>
          <a:off x="2766060" y="5397230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Rectangle 8"/>
          <p:cNvSpPr/>
          <p:nvPr/>
        </p:nvSpPr>
        <p:spPr>
          <a:xfrm>
            <a:off x="2472699" y="1224260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2472699" y="3103006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2699" y="5044501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52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8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9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0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88791</TotalTime>
  <Words>181</Words>
  <Application>Microsoft Office PowerPoint</Application>
  <PresentationFormat>Custom</PresentationFormat>
  <Paragraphs>34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2</vt:i4>
      </vt:variant>
    </vt:vector>
  </HeadingPairs>
  <TitlesOfParts>
    <vt:vector size="2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SUMMARY OF MORTGAGE RATE CONSTRUCTION METHODS</vt:lpstr>
      <vt:lpstr>CONSTRUCT GNMA MORTGAGE RATE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2583</cp:revision>
  <cp:lastPrinted>2015-08-06T15:23:44Z</cp:lastPrinted>
  <dcterms:created xsi:type="dcterms:W3CDTF">2011-07-07T12:37:32Z</dcterms:created>
  <dcterms:modified xsi:type="dcterms:W3CDTF">2017-03-02T21:53:21Z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