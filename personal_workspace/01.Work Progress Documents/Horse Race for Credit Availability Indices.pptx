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13.xml" ContentType="application/vnd.openxmlformats-officedocument.presentationml.slideLayout+xml"/>
  <Override PartName="/ppt/theme/theme9.xml" ContentType="application/vnd.openxmlformats-officedocument.theme+xml"/>
  <Override PartName="/ppt/slideLayouts/slideLayout14.xml" ContentType="application/vnd.openxmlformats-officedocument.presentationml.slideLayout+xml"/>
  <Override PartName="/ppt/theme/theme10.xml" ContentType="application/vnd.openxmlformats-officedocument.theme+xml"/>
  <Override PartName="/ppt/slideLayouts/slideLayout15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4" r:id="rId2"/>
    <p:sldMasterId id="2147483656" r:id="rId3"/>
    <p:sldMasterId id="2147483653" r:id="rId4"/>
    <p:sldMasterId id="2147483659" r:id="rId5"/>
    <p:sldMasterId id="2147483657" r:id="rId6"/>
    <p:sldMasterId id="2147483658" r:id="rId7"/>
    <p:sldMasterId id="2147483655" r:id="rId8"/>
    <p:sldMasterId id="2147483749" r:id="rId9"/>
    <p:sldMasterId id="2147483761" r:id="rId10"/>
    <p:sldMasterId id="2147483773" r:id="rId11"/>
    <p:sldMasterId id="2147483834" r:id="rId12"/>
    <p:sldMasterId id="2147483846" r:id="rId13"/>
    <p:sldMasterId id="2147483847" r:id="rId14"/>
    <p:sldMasterId id="2147483853" r:id="rId15"/>
  </p:sldMasterIdLst>
  <p:notesMasterIdLst>
    <p:notesMasterId r:id="rId21"/>
  </p:notesMasterIdLst>
  <p:handoutMasterIdLst>
    <p:handoutMasterId r:id="rId22"/>
  </p:handoutMasterIdLst>
  <p:sldIdLst>
    <p:sldId id="633" r:id="rId16"/>
    <p:sldId id="634" r:id="rId17"/>
    <p:sldId id="632" r:id="rId18"/>
    <p:sldId id="635" r:id="rId19"/>
    <p:sldId id="636" r:id="rId20"/>
  </p:sldIdLst>
  <p:sldSz cx="10058400" cy="7772400"/>
  <p:notesSz cx="6934200" cy="9220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1pPr>
    <a:lvl2pPr marL="507526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2pPr>
    <a:lvl3pPr marL="1016818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3pPr>
    <a:lvl4pPr marL="1526111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4pPr>
    <a:lvl5pPr marL="2035405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5pPr>
    <a:lvl6pPr marL="2546466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6pPr>
    <a:lvl7pPr marL="3055758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7pPr>
    <a:lvl8pPr marL="3565052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8pPr>
    <a:lvl9pPr marL="4074344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275C"/>
    <a:srgbClr val="F6D6E3"/>
    <a:srgbClr val="968880"/>
    <a:srgbClr val="2E8A60"/>
    <a:srgbClr val="8C2B18"/>
    <a:srgbClr val="2E398A"/>
    <a:srgbClr val="C3EBD9"/>
    <a:srgbClr val="CDD1EF"/>
    <a:srgbClr val="996633"/>
    <a:srgbClr val="533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11695" autoAdjust="0"/>
    <p:restoredTop sz="95014" autoAdjust="0"/>
  </p:normalViewPr>
  <p:slideViewPr>
    <p:cSldViewPr snapToGrid="0" snapToObjects="1">
      <p:cViewPr varScale="1">
        <p:scale>
          <a:sx n="148" d="100"/>
          <a:sy n="148" d="100"/>
        </p:scale>
        <p:origin x="-96" y="-288"/>
      </p:cViewPr>
      <p:guideLst>
        <p:guide orient="horz" pos="3872"/>
        <p:guide orient="horz" pos="1976"/>
        <p:guide orient="horz" pos="797"/>
        <p:guide orient="horz" pos="981"/>
        <p:guide orient="horz" pos="4327"/>
        <p:guide orient="horz" pos="145"/>
        <p:guide pos="5282"/>
        <p:guide pos="2736"/>
        <p:guide pos="5046"/>
        <p:guide pos="1973"/>
        <p:guide pos="3396"/>
        <p:guide pos="3165"/>
        <p:guide pos="1575"/>
        <p:guide pos="10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52"/>
    </p:cViewPr>
  </p:sorterViewPr>
  <p:notesViewPr>
    <p:cSldViewPr snapToGrid="0" snapToObjects="1">
      <p:cViewPr varScale="1">
        <p:scale>
          <a:sx n="79" d="100"/>
          <a:sy n="79" d="100"/>
        </p:scale>
        <p:origin x="-1956" y="-90"/>
      </p:cViewPr>
      <p:guideLst>
        <p:guide orient="horz" pos="2905"/>
        <p:guide pos="218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presProps" Target="pres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MCAI-Universe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Sheet1!$A$2:$A$154</c:f>
              <c:numCache>
                <c:formatCode>m/d/yyyy</c:formatCode>
                <c:ptCount val="153"/>
                <c:pt idx="0">
                  <c:v>37742</c:v>
                </c:pt>
                <c:pt idx="1">
                  <c:v>37773</c:v>
                </c:pt>
                <c:pt idx="2">
                  <c:v>37803</c:v>
                </c:pt>
                <c:pt idx="3">
                  <c:v>37834</c:v>
                </c:pt>
                <c:pt idx="4">
                  <c:v>37865</c:v>
                </c:pt>
                <c:pt idx="5">
                  <c:v>37895</c:v>
                </c:pt>
                <c:pt idx="6">
                  <c:v>37926</c:v>
                </c:pt>
                <c:pt idx="7">
                  <c:v>37956</c:v>
                </c:pt>
                <c:pt idx="8">
                  <c:v>37987</c:v>
                </c:pt>
                <c:pt idx="9">
                  <c:v>38018</c:v>
                </c:pt>
                <c:pt idx="10">
                  <c:v>38047</c:v>
                </c:pt>
                <c:pt idx="11">
                  <c:v>38078</c:v>
                </c:pt>
                <c:pt idx="12">
                  <c:v>38108</c:v>
                </c:pt>
                <c:pt idx="13">
                  <c:v>38139</c:v>
                </c:pt>
                <c:pt idx="14">
                  <c:v>38169</c:v>
                </c:pt>
                <c:pt idx="15">
                  <c:v>38200</c:v>
                </c:pt>
                <c:pt idx="16">
                  <c:v>38231</c:v>
                </c:pt>
                <c:pt idx="17">
                  <c:v>38261</c:v>
                </c:pt>
                <c:pt idx="18">
                  <c:v>38292</c:v>
                </c:pt>
                <c:pt idx="19">
                  <c:v>38322</c:v>
                </c:pt>
                <c:pt idx="20">
                  <c:v>38353</c:v>
                </c:pt>
                <c:pt idx="21">
                  <c:v>38384</c:v>
                </c:pt>
                <c:pt idx="22">
                  <c:v>38412</c:v>
                </c:pt>
                <c:pt idx="23">
                  <c:v>38443</c:v>
                </c:pt>
                <c:pt idx="24">
                  <c:v>38473</c:v>
                </c:pt>
                <c:pt idx="25">
                  <c:v>38504</c:v>
                </c:pt>
                <c:pt idx="26">
                  <c:v>38534</c:v>
                </c:pt>
                <c:pt idx="27">
                  <c:v>38565</c:v>
                </c:pt>
                <c:pt idx="28">
                  <c:v>38596</c:v>
                </c:pt>
                <c:pt idx="29">
                  <c:v>38626</c:v>
                </c:pt>
                <c:pt idx="30">
                  <c:v>38657</c:v>
                </c:pt>
                <c:pt idx="31">
                  <c:v>38687</c:v>
                </c:pt>
                <c:pt idx="32">
                  <c:v>38718</c:v>
                </c:pt>
                <c:pt idx="33">
                  <c:v>38749</c:v>
                </c:pt>
                <c:pt idx="34">
                  <c:v>38777</c:v>
                </c:pt>
                <c:pt idx="35">
                  <c:v>38808</c:v>
                </c:pt>
                <c:pt idx="36">
                  <c:v>38838</c:v>
                </c:pt>
                <c:pt idx="37">
                  <c:v>38869</c:v>
                </c:pt>
                <c:pt idx="38">
                  <c:v>38899</c:v>
                </c:pt>
                <c:pt idx="39">
                  <c:v>38930</c:v>
                </c:pt>
                <c:pt idx="40">
                  <c:v>38961</c:v>
                </c:pt>
                <c:pt idx="41">
                  <c:v>38991</c:v>
                </c:pt>
                <c:pt idx="42">
                  <c:v>39022</c:v>
                </c:pt>
                <c:pt idx="43">
                  <c:v>39052</c:v>
                </c:pt>
                <c:pt idx="44">
                  <c:v>39083</c:v>
                </c:pt>
                <c:pt idx="45">
                  <c:v>39114</c:v>
                </c:pt>
                <c:pt idx="46">
                  <c:v>39142</c:v>
                </c:pt>
                <c:pt idx="47">
                  <c:v>39173</c:v>
                </c:pt>
                <c:pt idx="48">
                  <c:v>39203</c:v>
                </c:pt>
                <c:pt idx="49">
                  <c:v>39234</c:v>
                </c:pt>
                <c:pt idx="50">
                  <c:v>39264</c:v>
                </c:pt>
                <c:pt idx="51">
                  <c:v>39295</c:v>
                </c:pt>
                <c:pt idx="52">
                  <c:v>39326</c:v>
                </c:pt>
                <c:pt idx="53">
                  <c:v>39356</c:v>
                </c:pt>
                <c:pt idx="54">
                  <c:v>39387</c:v>
                </c:pt>
                <c:pt idx="55">
                  <c:v>39417</c:v>
                </c:pt>
                <c:pt idx="56">
                  <c:v>39448</c:v>
                </c:pt>
                <c:pt idx="57">
                  <c:v>39479</c:v>
                </c:pt>
                <c:pt idx="58">
                  <c:v>39508</c:v>
                </c:pt>
                <c:pt idx="59">
                  <c:v>39539</c:v>
                </c:pt>
                <c:pt idx="60">
                  <c:v>39569</c:v>
                </c:pt>
                <c:pt idx="61">
                  <c:v>39600</c:v>
                </c:pt>
                <c:pt idx="62">
                  <c:v>39630</c:v>
                </c:pt>
                <c:pt idx="63">
                  <c:v>39661</c:v>
                </c:pt>
                <c:pt idx="64">
                  <c:v>39692</c:v>
                </c:pt>
                <c:pt idx="65">
                  <c:v>39722</c:v>
                </c:pt>
                <c:pt idx="66">
                  <c:v>39753</c:v>
                </c:pt>
                <c:pt idx="67">
                  <c:v>39783</c:v>
                </c:pt>
                <c:pt idx="68">
                  <c:v>39814</c:v>
                </c:pt>
                <c:pt idx="69">
                  <c:v>39845</c:v>
                </c:pt>
                <c:pt idx="70">
                  <c:v>39873</c:v>
                </c:pt>
                <c:pt idx="71">
                  <c:v>39904</c:v>
                </c:pt>
                <c:pt idx="72">
                  <c:v>39934</c:v>
                </c:pt>
                <c:pt idx="73">
                  <c:v>39965</c:v>
                </c:pt>
                <c:pt idx="74">
                  <c:v>39995</c:v>
                </c:pt>
                <c:pt idx="75">
                  <c:v>40026</c:v>
                </c:pt>
                <c:pt idx="76">
                  <c:v>40057</c:v>
                </c:pt>
                <c:pt idx="77">
                  <c:v>40087</c:v>
                </c:pt>
                <c:pt idx="78">
                  <c:v>40118</c:v>
                </c:pt>
                <c:pt idx="79">
                  <c:v>40148</c:v>
                </c:pt>
                <c:pt idx="80">
                  <c:v>40179</c:v>
                </c:pt>
                <c:pt idx="81">
                  <c:v>40210</c:v>
                </c:pt>
                <c:pt idx="82">
                  <c:v>40238</c:v>
                </c:pt>
                <c:pt idx="83">
                  <c:v>40269</c:v>
                </c:pt>
                <c:pt idx="84">
                  <c:v>40299</c:v>
                </c:pt>
                <c:pt idx="85">
                  <c:v>40330</c:v>
                </c:pt>
                <c:pt idx="86">
                  <c:v>40360</c:v>
                </c:pt>
                <c:pt idx="87">
                  <c:v>40391</c:v>
                </c:pt>
                <c:pt idx="88">
                  <c:v>40422</c:v>
                </c:pt>
                <c:pt idx="89">
                  <c:v>40452</c:v>
                </c:pt>
                <c:pt idx="90">
                  <c:v>40483</c:v>
                </c:pt>
                <c:pt idx="91">
                  <c:v>40513</c:v>
                </c:pt>
                <c:pt idx="92">
                  <c:v>40544</c:v>
                </c:pt>
                <c:pt idx="93">
                  <c:v>40575</c:v>
                </c:pt>
                <c:pt idx="94">
                  <c:v>40603</c:v>
                </c:pt>
                <c:pt idx="95">
                  <c:v>40634</c:v>
                </c:pt>
                <c:pt idx="96">
                  <c:v>40664</c:v>
                </c:pt>
                <c:pt idx="97">
                  <c:v>40695</c:v>
                </c:pt>
                <c:pt idx="98">
                  <c:v>40725</c:v>
                </c:pt>
                <c:pt idx="99">
                  <c:v>40756</c:v>
                </c:pt>
                <c:pt idx="100">
                  <c:v>40787</c:v>
                </c:pt>
                <c:pt idx="101">
                  <c:v>40817</c:v>
                </c:pt>
                <c:pt idx="102">
                  <c:v>40848</c:v>
                </c:pt>
                <c:pt idx="103">
                  <c:v>40878</c:v>
                </c:pt>
                <c:pt idx="104">
                  <c:v>40909</c:v>
                </c:pt>
                <c:pt idx="105">
                  <c:v>40940</c:v>
                </c:pt>
                <c:pt idx="106">
                  <c:v>40969</c:v>
                </c:pt>
                <c:pt idx="107">
                  <c:v>41000</c:v>
                </c:pt>
                <c:pt idx="108">
                  <c:v>41030</c:v>
                </c:pt>
                <c:pt idx="109">
                  <c:v>41061</c:v>
                </c:pt>
                <c:pt idx="110">
                  <c:v>41091</c:v>
                </c:pt>
                <c:pt idx="111">
                  <c:v>41122</c:v>
                </c:pt>
                <c:pt idx="112">
                  <c:v>41153</c:v>
                </c:pt>
                <c:pt idx="113">
                  <c:v>41183</c:v>
                </c:pt>
                <c:pt idx="114">
                  <c:v>41214</c:v>
                </c:pt>
                <c:pt idx="115">
                  <c:v>41244</c:v>
                </c:pt>
                <c:pt idx="116">
                  <c:v>41275</c:v>
                </c:pt>
                <c:pt idx="117">
                  <c:v>41306</c:v>
                </c:pt>
                <c:pt idx="118">
                  <c:v>41334</c:v>
                </c:pt>
                <c:pt idx="119">
                  <c:v>41365</c:v>
                </c:pt>
                <c:pt idx="120">
                  <c:v>41395</c:v>
                </c:pt>
                <c:pt idx="121">
                  <c:v>41426</c:v>
                </c:pt>
                <c:pt idx="122">
                  <c:v>41456</c:v>
                </c:pt>
                <c:pt idx="123">
                  <c:v>41487</c:v>
                </c:pt>
                <c:pt idx="124">
                  <c:v>41518</c:v>
                </c:pt>
                <c:pt idx="125">
                  <c:v>41548</c:v>
                </c:pt>
                <c:pt idx="126">
                  <c:v>41579</c:v>
                </c:pt>
                <c:pt idx="127">
                  <c:v>41609</c:v>
                </c:pt>
                <c:pt idx="128">
                  <c:v>41640</c:v>
                </c:pt>
                <c:pt idx="129">
                  <c:v>41671</c:v>
                </c:pt>
                <c:pt idx="130">
                  <c:v>41699</c:v>
                </c:pt>
                <c:pt idx="131">
                  <c:v>41730</c:v>
                </c:pt>
                <c:pt idx="132">
                  <c:v>41760</c:v>
                </c:pt>
                <c:pt idx="133">
                  <c:v>41791</c:v>
                </c:pt>
                <c:pt idx="134">
                  <c:v>41821</c:v>
                </c:pt>
                <c:pt idx="135">
                  <c:v>41852</c:v>
                </c:pt>
                <c:pt idx="136">
                  <c:v>41883</c:v>
                </c:pt>
                <c:pt idx="137">
                  <c:v>41913</c:v>
                </c:pt>
                <c:pt idx="138">
                  <c:v>41944</c:v>
                </c:pt>
                <c:pt idx="139">
                  <c:v>41974</c:v>
                </c:pt>
                <c:pt idx="140">
                  <c:v>42005</c:v>
                </c:pt>
                <c:pt idx="141">
                  <c:v>42036</c:v>
                </c:pt>
                <c:pt idx="142">
                  <c:v>42064</c:v>
                </c:pt>
                <c:pt idx="143">
                  <c:v>42095</c:v>
                </c:pt>
                <c:pt idx="144">
                  <c:v>42125</c:v>
                </c:pt>
                <c:pt idx="145">
                  <c:v>42156</c:v>
                </c:pt>
                <c:pt idx="146">
                  <c:v>42186</c:v>
                </c:pt>
                <c:pt idx="147">
                  <c:v>42217</c:v>
                </c:pt>
                <c:pt idx="148">
                  <c:v>42248</c:v>
                </c:pt>
                <c:pt idx="149">
                  <c:v>42278</c:v>
                </c:pt>
                <c:pt idx="150">
                  <c:v>42309</c:v>
                </c:pt>
                <c:pt idx="151">
                  <c:v>42339</c:v>
                </c:pt>
                <c:pt idx="152">
                  <c:v>42370</c:v>
                </c:pt>
              </c:numCache>
            </c:numRef>
          </c:cat>
          <c:val>
            <c:numRef>
              <c:f>Sheet1!$C$2:$C$154</c:f>
              <c:numCache>
                <c:formatCode>0%</c:formatCode>
                <c:ptCount val="153"/>
                <c:pt idx="0">
                  <c:v>3.1505553453999857E-2</c:v>
                </c:pt>
                <c:pt idx="1">
                  <c:v>2.941113568576784E-2</c:v>
                </c:pt>
                <c:pt idx="2">
                  <c:v>3.1692185122533308E-2</c:v>
                </c:pt>
                <c:pt idx="3">
                  <c:v>3.1405847846093869E-2</c:v>
                </c:pt>
                <c:pt idx="4">
                  <c:v>2.484674310474241E-2</c:v>
                </c:pt>
                <c:pt idx="5">
                  <c:v>2.2551663314892036E-2</c:v>
                </c:pt>
                <c:pt idx="6">
                  <c:v>3.0090776365059635E-2</c:v>
                </c:pt>
                <c:pt idx="7">
                  <c:v>3.1031237139204783E-2</c:v>
                </c:pt>
                <c:pt idx="8">
                  <c:v>5.1273918922529832E-2</c:v>
                </c:pt>
                <c:pt idx="9">
                  <c:v>5.0524334606170077E-2</c:v>
                </c:pt>
                <c:pt idx="10">
                  <c:v>5.1459234907319074E-2</c:v>
                </c:pt>
                <c:pt idx="11">
                  <c:v>5.3398071458674534E-2</c:v>
                </c:pt>
                <c:pt idx="12">
                  <c:v>5.5833945054499429E-2</c:v>
                </c:pt>
                <c:pt idx="13">
                  <c:v>4.6486909157875608E-2</c:v>
                </c:pt>
                <c:pt idx="14">
                  <c:v>4.3236855419818074E-2</c:v>
                </c:pt>
                <c:pt idx="15">
                  <c:v>5.064994480301778E-2</c:v>
                </c:pt>
                <c:pt idx="16">
                  <c:v>5.5267950396253408E-2</c:v>
                </c:pt>
                <c:pt idx="17">
                  <c:v>5.3382000663502641E-2</c:v>
                </c:pt>
                <c:pt idx="18">
                  <c:v>5.4919324593134249E-2</c:v>
                </c:pt>
                <c:pt idx="19">
                  <c:v>5.2246834494736979E-2</c:v>
                </c:pt>
                <c:pt idx="20">
                  <c:v>5.8879965570994591E-2</c:v>
                </c:pt>
                <c:pt idx="21">
                  <c:v>5.7210385485708483E-2</c:v>
                </c:pt>
                <c:pt idx="22">
                  <c:v>5.7237223873002771E-2</c:v>
                </c:pt>
                <c:pt idx="23">
                  <c:v>5.7535857913621688E-2</c:v>
                </c:pt>
                <c:pt idx="24">
                  <c:v>5.0773849629879478E-2</c:v>
                </c:pt>
                <c:pt idx="25">
                  <c:v>5.6714358430414252E-2</c:v>
                </c:pt>
                <c:pt idx="26">
                  <c:v>5.7919480634164446E-2</c:v>
                </c:pt>
                <c:pt idx="27">
                  <c:v>5.9594279667824393E-2</c:v>
                </c:pt>
                <c:pt idx="28">
                  <c:v>5.3047415231788152E-2</c:v>
                </c:pt>
                <c:pt idx="29">
                  <c:v>5.6080161964855081E-2</c:v>
                </c:pt>
                <c:pt idx="30">
                  <c:v>5.7139926878147916E-2</c:v>
                </c:pt>
                <c:pt idx="31">
                  <c:v>5.1508629714844767E-2</c:v>
                </c:pt>
                <c:pt idx="32">
                  <c:v>5.5999784047774545E-2</c:v>
                </c:pt>
                <c:pt idx="33">
                  <c:v>5.8120424698011111E-2</c:v>
                </c:pt>
                <c:pt idx="34">
                  <c:v>6.0419452359080784E-2</c:v>
                </c:pt>
                <c:pt idx="35">
                  <c:v>5.9025947640834631E-2</c:v>
                </c:pt>
                <c:pt idx="36">
                  <c:v>5.9418985447238643E-2</c:v>
                </c:pt>
                <c:pt idx="37">
                  <c:v>5.7020872702753023E-2</c:v>
                </c:pt>
                <c:pt idx="38">
                  <c:v>6.0986823147290301E-2</c:v>
                </c:pt>
                <c:pt idx="39">
                  <c:v>6.2638741808589582E-2</c:v>
                </c:pt>
                <c:pt idx="40">
                  <c:v>6.8768065734841011E-2</c:v>
                </c:pt>
                <c:pt idx="41">
                  <c:v>7.2782687000032834E-2</c:v>
                </c:pt>
                <c:pt idx="42">
                  <c:v>6.7539530922792385E-2</c:v>
                </c:pt>
                <c:pt idx="43">
                  <c:v>7.1577977268320894E-2</c:v>
                </c:pt>
                <c:pt idx="44">
                  <c:v>4.7287089606283937E-2</c:v>
                </c:pt>
                <c:pt idx="45">
                  <c:v>4.6395496385672877E-2</c:v>
                </c:pt>
                <c:pt idx="46">
                  <c:v>4.4713940536751345E-2</c:v>
                </c:pt>
                <c:pt idx="47">
                  <c:v>4.8832001637943503E-2</c:v>
                </c:pt>
                <c:pt idx="48">
                  <c:v>4.8954380594343205E-2</c:v>
                </c:pt>
                <c:pt idx="49">
                  <c:v>4.9756465677550377E-2</c:v>
                </c:pt>
                <c:pt idx="50">
                  <c:v>5.182897047814522E-2</c:v>
                </c:pt>
                <c:pt idx="51">
                  <c:v>4.4770478290258646E-2</c:v>
                </c:pt>
                <c:pt idx="52">
                  <c:v>5.0103643015246946E-2</c:v>
                </c:pt>
                <c:pt idx="53">
                  <c:v>5.6863193413411929E-2</c:v>
                </c:pt>
                <c:pt idx="54">
                  <c:v>5.6172147833547653E-2</c:v>
                </c:pt>
                <c:pt idx="55">
                  <c:v>5.4545795763712268E-2</c:v>
                </c:pt>
                <c:pt idx="56">
                  <c:v>4.4248670622532481E-2</c:v>
                </c:pt>
                <c:pt idx="57">
                  <c:v>4.2593614908776653E-2</c:v>
                </c:pt>
                <c:pt idx="58">
                  <c:v>4.6114677566286975E-2</c:v>
                </c:pt>
                <c:pt idx="59">
                  <c:v>3.8736601076070958E-2</c:v>
                </c:pt>
                <c:pt idx="60">
                  <c:v>3.8284468815649682E-2</c:v>
                </c:pt>
                <c:pt idx="61">
                  <c:v>3.39271974431547E-2</c:v>
                </c:pt>
                <c:pt idx="62">
                  <c:v>3.1419257290814913E-2</c:v>
                </c:pt>
                <c:pt idx="63">
                  <c:v>2.9265942147220742E-2</c:v>
                </c:pt>
                <c:pt idx="64">
                  <c:v>2.968936964167895E-2</c:v>
                </c:pt>
                <c:pt idx="65">
                  <c:v>3.0075968888288767E-2</c:v>
                </c:pt>
                <c:pt idx="66">
                  <c:v>3.5064013061024669E-2</c:v>
                </c:pt>
                <c:pt idx="67">
                  <c:v>2.8324050479201043E-2</c:v>
                </c:pt>
                <c:pt idx="68">
                  <c:v>3.0473524878505985E-2</c:v>
                </c:pt>
                <c:pt idx="69">
                  <c:v>3.2760058186938487E-2</c:v>
                </c:pt>
                <c:pt idx="70">
                  <c:v>2.6698224503658483E-2</c:v>
                </c:pt>
                <c:pt idx="71">
                  <c:v>2.438670968042864E-2</c:v>
                </c:pt>
                <c:pt idx="72">
                  <c:v>2.5964891051157575E-2</c:v>
                </c:pt>
                <c:pt idx="73">
                  <c:v>2.2819351794300492E-2</c:v>
                </c:pt>
                <c:pt idx="74">
                  <c:v>2.156612867348761E-2</c:v>
                </c:pt>
                <c:pt idx="75">
                  <c:v>1.9159165398478371E-2</c:v>
                </c:pt>
                <c:pt idx="76">
                  <c:v>2.2688658844794044E-2</c:v>
                </c:pt>
                <c:pt idx="77">
                  <c:v>2.3457781167206305E-2</c:v>
                </c:pt>
                <c:pt idx="78">
                  <c:v>2.444250413125262E-2</c:v>
                </c:pt>
                <c:pt idx="79">
                  <c:v>2.3361149755491691E-2</c:v>
                </c:pt>
                <c:pt idx="80">
                  <c:v>2.1968466505643481E-2</c:v>
                </c:pt>
                <c:pt idx="81">
                  <c:v>1.9028224950805406E-2</c:v>
                </c:pt>
                <c:pt idx="82">
                  <c:v>1.8153236850950587E-2</c:v>
                </c:pt>
                <c:pt idx="83">
                  <c:v>1.8584225296346537E-2</c:v>
                </c:pt>
                <c:pt idx="84">
                  <c:v>1.8508370017022577E-2</c:v>
                </c:pt>
                <c:pt idx="85">
                  <c:v>1.788322969503086E-2</c:v>
                </c:pt>
                <c:pt idx="86">
                  <c:v>1.9687852742639015E-2</c:v>
                </c:pt>
                <c:pt idx="87">
                  <c:v>2.0226541785790416E-2</c:v>
                </c:pt>
                <c:pt idx="88">
                  <c:v>1.9292180299449433E-2</c:v>
                </c:pt>
                <c:pt idx="89">
                  <c:v>1.8666996860846621E-2</c:v>
                </c:pt>
                <c:pt idx="90">
                  <c:v>1.8174961136070752E-2</c:v>
                </c:pt>
                <c:pt idx="91">
                  <c:v>1.8569794784052487E-2</c:v>
                </c:pt>
                <c:pt idx="92">
                  <c:v>1.6491684629313073E-2</c:v>
                </c:pt>
                <c:pt idx="93">
                  <c:v>1.4826195254621493E-2</c:v>
                </c:pt>
                <c:pt idx="94">
                  <c:v>1.6617978926176113E-2</c:v>
                </c:pt>
                <c:pt idx="95">
                  <c:v>1.6477786006875644E-2</c:v>
                </c:pt>
                <c:pt idx="96">
                  <c:v>1.8098143897761092E-2</c:v>
                </c:pt>
                <c:pt idx="97">
                  <c:v>1.7893182097442287E-2</c:v>
                </c:pt>
                <c:pt idx="98">
                  <c:v>1.9328781431477263E-2</c:v>
                </c:pt>
                <c:pt idx="99">
                  <c:v>1.913504436666567E-2</c:v>
                </c:pt>
                <c:pt idx="100">
                  <c:v>1.8588348404513459E-2</c:v>
                </c:pt>
                <c:pt idx="101">
                  <c:v>2.0419862794120225E-2</c:v>
                </c:pt>
                <c:pt idx="102">
                  <c:v>1.9967118717797529E-2</c:v>
                </c:pt>
                <c:pt idx="103">
                  <c:v>1.8597707440269777E-2</c:v>
                </c:pt>
                <c:pt idx="104">
                  <c:v>1.82958682078933E-2</c:v>
                </c:pt>
                <c:pt idx="105">
                  <c:v>1.8218513465454226E-2</c:v>
                </c:pt>
                <c:pt idx="106">
                  <c:v>1.8163919629769213E-2</c:v>
                </c:pt>
                <c:pt idx="107">
                  <c:v>1.7827059100058676E-2</c:v>
                </c:pt>
                <c:pt idx="108">
                  <c:v>1.7252240546026358E-2</c:v>
                </c:pt>
                <c:pt idx="109">
                  <c:v>1.8063085410597462E-2</c:v>
                </c:pt>
                <c:pt idx="110">
                  <c:v>1.8561438889717518E-2</c:v>
                </c:pt>
                <c:pt idx="111">
                  <c:v>1.8779817658657792E-2</c:v>
                </c:pt>
                <c:pt idx="112">
                  <c:v>1.9241320777932485E-2</c:v>
                </c:pt>
                <c:pt idx="113">
                  <c:v>1.877594152712404E-2</c:v>
                </c:pt>
                <c:pt idx="114">
                  <c:v>1.9637213437199475E-2</c:v>
                </c:pt>
                <c:pt idx="115">
                  <c:v>1.9682033865423314E-2</c:v>
                </c:pt>
                <c:pt idx="116">
                  <c:v>1.9128413529500742E-2</c:v>
                </c:pt>
                <c:pt idx="117">
                  <c:v>1.9057199407032689E-2</c:v>
                </c:pt>
                <c:pt idx="118">
                  <c:v>1.9255466423227879E-2</c:v>
                </c:pt>
                <c:pt idx="119">
                  <c:v>1.9359494200197919E-2</c:v>
                </c:pt>
                <c:pt idx="120">
                  <c:v>2.0040365891215259E-2</c:v>
                </c:pt>
                <c:pt idx="121">
                  <c:v>2.1272557381952155E-2</c:v>
                </c:pt>
                <c:pt idx="122">
                  <c:v>1.9887623005286775E-2</c:v>
                </c:pt>
                <c:pt idx="123">
                  <c:v>1.7477369242045009E-2</c:v>
                </c:pt>
                <c:pt idx="124">
                  <c:v>1.901504796960676E-2</c:v>
                </c:pt>
                <c:pt idx="125">
                  <c:v>2.1043413420695913E-2</c:v>
                </c:pt>
                <c:pt idx="126">
                  <c:v>2.2322413460325208E-2</c:v>
                </c:pt>
                <c:pt idx="127">
                  <c:v>2.46107873960449E-2</c:v>
                </c:pt>
                <c:pt idx="128">
                  <c:v>2.3724672095344485E-2</c:v>
                </c:pt>
                <c:pt idx="129">
                  <c:v>2.249241790241022E-2</c:v>
                </c:pt>
                <c:pt idx="130">
                  <c:v>2.4232831138146244E-2</c:v>
                </c:pt>
                <c:pt idx="131">
                  <c:v>2.5346413627390135E-2</c:v>
                </c:pt>
                <c:pt idx="132">
                  <c:v>2.4845412643709808E-2</c:v>
                </c:pt>
                <c:pt idx="133">
                  <c:v>2.5343342278196831E-2</c:v>
                </c:pt>
                <c:pt idx="134">
                  <c:v>2.6838166984538524E-2</c:v>
                </c:pt>
                <c:pt idx="135">
                  <c:v>2.5949391730973499E-2</c:v>
                </c:pt>
                <c:pt idx="136">
                  <c:v>2.6031549357250813E-2</c:v>
                </c:pt>
                <c:pt idx="137">
                  <c:v>2.6627065648873245E-2</c:v>
                </c:pt>
                <c:pt idx="138">
                  <c:v>2.6582155092484447E-2</c:v>
                </c:pt>
                <c:pt idx="139">
                  <c:v>2.7795107951965114E-2</c:v>
                </c:pt>
                <c:pt idx="140">
                  <c:v>2.7292557933428666E-2</c:v>
                </c:pt>
                <c:pt idx="141">
                  <c:v>2.8280103063860199E-2</c:v>
                </c:pt>
                <c:pt idx="142">
                  <c:v>2.9453719206017949E-2</c:v>
                </c:pt>
                <c:pt idx="143">
                  <c:v>2.6831001208132567E-2</c:v>
                </c:pt>
                <c:pt idx="144">
                  <c:v>2.6512767987565716E-2</c:v>
                </c:pt>
                <c:pt idx="145">
                  <c:v>2.7364721936929577E-2</c:v>
                </c:pt>
                <c:pt idx="146">
                  <c:v>2.4820968026983335E-2</c:v>
                </c:pt>
                <c:pt idx="147">
                  <c:v>2.4483324071397188E-2</c:v>
                </c:pt>
                <c:pt idx="148">
                  <c:v>2.5481926957230998E-2</c:v>
                </c:pt>
                <c:pt idx="149">
                  <c:v>2.6812715702531357E-2</c:v>
                </c:pt>
                <c:pt idx="150">
                  <c:v>2.6780190866197668E-2</c:v>
                </c:pt>
                <c:pt idx="151">
                  <c:v>2.7633029832483745E-2</c:v>
                </c:pt>
                <c:pt idx="152">
                  <c:v>2.494279606702934E-2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6234624"/>
        <c:axId val="216256896"/>
      </c:line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HPA2Yr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Sheet1!$A$2:$A$154</c:f>
              <c:numCache>
                <c:formatCode>m/d/yyyy</c:formatCode>
                <c:ptCount val="153"/>
                <c:pt idx="0">
                  <c:v>37742</c:v>
                </c:pt>
                <c:pt idx="1">
                  <c:v>37773</c:v>
                </c:pt>
                <c:pt idx="2">
                  <c:v>37803</c:v>
                </c:pt>
                <c:pt idx="3">
                  <c:v>37834</c:v>
                </c:pt>
                <c:pt idx="4">
                  <c:v>37865</c:v>
                </c:pt>
                <c:pt idx="5">
                  <c:v>37895</c:v>
                </c:pt>
                <c:pt idx="6">
                  <c:v>37926</c:v>
                </c:pt>
                <c:pt idx="7">
                  <c:v>37956</c:v>
                </c:pt>
                <c:pt idx="8">
                  <c:v>37987</c:v>
                </c:pt>
                <c:pt idx="9">
                  <c:v>38018</c:v>
                </c:pt>
                <c:pt idx="10">
                  <c:v>38047</c:v>
                </c:pt>
                <c:pt idx="11">
                  <c:v>38078</c:v>
                </c:pt>
                <c:pt idx="12">
                  <c:v>38108</c:v>
                </c:pt>
                <c:pt idx="13">
                  <c:v>38139</c:v>
                </c:pt>
                <c:pt idx="14">
                  <c:v>38169</c:v>
                </c:pt>
                <c:pt idx="15">
                  <c:v>38200</c:v>
                </c:pt>
                <c:pt idx="16">
                  <c:v>38231</c:v>
                </c:pt>
                <c:pt idx="17">
                  <c:v>38261</c:v>
                </c:pt>
                <c:pt idx="18">
                  <c:v>38292</c:v>
                </c:pt>
                <c:pt idx="19">
                  <c:v>38322</c:v>
                </c:pt>
                <c:pt idx="20">
                  <c:v>38353</c:v>
                </c:pt>
                <c:pt idx="21">
                  <c:v>38384</c:v>
                </c:pt>
                <c:pt idx="22">
                  <c:v>38412</c:v>
                </c:pt>
                <c:pt idx="23">
                  <c:v>38443</c:v>
                </c:pt>
                <c:pt idx="24">
                  <c:v>38473</c:v>
                </c:pt>
                <c:pt idx="25">
                  <c:v>38504</c:v>
                </c:pt>
                <c:pt idx="26">
                  <c:v>38534</c:v>
                </c:pt>
                <c:pt idx="27">
                  <c:v>38565</c:v>
                </c:pt>
                <c:pt idx="28">
                  <c:v>38596</c:v>
                </c:pt>
                <c:pt idx="29">
                  <c:v>38626</c:v>
                </c:pt>
                <c:pt idx="30">
                  <c:v>38657</c:v>
                </c:pt>
                <c:pt idx="31">
                  <c:v>38687</c:v>
                </c:pt>
                <c:pt idx="32">
                  <c:v>38718</c:v>
                </c:pt>
                <c:pt idx="33">
                  <c:v>38749</c:v>
                </c:pt>
                <c:pt idx="34">
                  <c:v>38777</c:v>
                </c:pt>
                <c:pt idx="35">
                  <c:v>38808</c:v>
                </c:pt>
                <c:pt idx="36">
                  <c:v>38838</c:v>
                </c:pt>
                <c:pt idx="37">
                  <c:v>38869</c:v>
                </c:pt>
                <c:pt idx="38">
                  <c:v>38899</c:v>
                </c:pt>
                <c:pt idx="39">
                  <c:v>38930</c:v>
                </c:pt>
                <c:pt idx="40">
                  <c:v>38961</c:v>
                </c:pt>
                <c:pt idx="41">
                  <c:v>38991</c:v>
                </c:pt>
                <c:pt idx="42">
                  <c:v>39022</c:v>
                </c:pt>
                <c:pt idx="43">
                  <c:v>39052</c:v>
                </c:pt>
                <c:pt idx="44">
                  <c:v>39083</c:v>
                </c:pt>
                <c:pt idx="45">
                  <c:v>39114</c:v>
                </c:pt>
                <c:pt idx="46">
                  <c:v>39142</c:v>
                </c:pt>
                <c:pt idx="47">
                  <c:v>39173</c:v>
                </c:pt>
                <c:pt idx="48">
                  <c:v>39203</c:v>
                </c:pt>
                <c:pt idx="49">
                  <c:v>39234</c:v>
                </c:pt>
                <c:pt idx="50">
                  <c:v>39264</c:v>
                </c:pt>
                <c:pt idx="51">
                  <c:v>39295</c:v>
                </c:pt>
                <c:pt idx="52">
                  <c:v>39326</c:v>
                </c:pt>
                <c:pt idx="53">
                  <c:v>39356</c:v>
                </c:pt>
                <c:pt idx="54">
                  <c:v>39387</c:v>
                </c:pt>
                <c:pt idx="55">
                  <c:v>39417</c:v>
                </c:pt>
                <c:pt idx="56">
                  <c:v>39448</c:v>
                </c:pt>
                <c:pt idx="57">
                  <c:v>39479</c:v>
                </c:pt>
                <c:pt idx="58">
                  <c:v>39508</c:v>
                </c:pt>
                <c:pt idx="59">
                  <c:v>39539</c:v>
                </c:pt>
                <c:pt idx="60">
                  <c:v>39569</c:v>
                </c:pt>
                <c:pt idx="61">
                  <c:v>39600</c:v>
                </c:pt>
                <c:pt idx="62">
                  <c:v>39630</c:v>
                </c:pt>
                <c:pt idx="63">
                  <c:v>39661</c:v>
                </c:pt>
                <c:pt idx="64">
                  <c:v>39692</c:v>
                </c:pt>
                <c:pt idx="65">
                  <c:v>39722</c:v>
                </c:pt>
                <c:pt idx="66">
                  <c:v>39753</c:v>
                </c:pt>
                <c:pt idx="67">
                  <c:v>39783</c:v>
                </c:pt>
                <c:pt idx="68">
                  <c:v>39814</c:v>
                </c:pt>
                <c:pt idx="69">
                  <c:v>39845</c:v>
                </c:pt>
                <c:pt idx="70">
                  <c:v>39873</c:v>
                </c:pt>
                <c:pt idx="71">
                  <c:v>39904</c:v>
                </c:pt>
                <c:pt idx="72">
                  <c:v>39934</c:v>
                </c:pt>
                <c:pt idx="73">
                  <c:v>39965</c:v>
                </c:pt>
                <c:pt idx="74">
                  <c:v>39995</c:v>
                </c:pt>
                <c:pt idx="75">
                  <c:v>40026</c:v>
                </c:pt>
                <c:pt idx="76">
                  <c:v>40057</c:v>
                </c:pt>
                <c:pt idx="77">
                  <c:v>40087</c:v>
                </c:pt>
                <c:pt idx="78">
                  <c:v>40118</c:v>
                </c:pt>
                <c:pt idx="79">
                  <c:v>40148</c:v>
                </c:pt>
                <c:pt idx="80">
                  <c:v>40179</c:v>
                </c:pt>
                <c:pt idx="81">
                  <c:v>40210</c:v>
                </c:pt>
                <c:pt idx="82">
                  <c:v>40238</c:v>
                </c:pt>
                <c:pt idx="83">
                  <c:v>40269</c:v>
                </c:pt>
                <c:pt idx="84">
                  <c:v>40299</c:v>
                </c:pt>
                <c:pt idx="85">
                  <c:v>40330</c:v>
                </c:pt>
                <c:pt idx="86">
                  <c:v>40360</c:v>
                </c:pt>
                <c:pt idx="87">
                  <c:v>40391</c:v>
                </c:pt>
                <c:pt idx="88">
                  <c:v>40422</c:v>
                </c:pt>
                <c:pt idx="89">
                  <c:v>40452</c:v>
                </c:pt>
                <c:pt idx="90">
                  <c:v>40483</c:v>
                </c:pt>
                <c:pt idx="91">
                  <c:v>40513</c:v>
                </c:pt>
                <c:pt idx="92">
                  <c:v>40544</c:v>
                </c:pt>
                <c:pt idx="93">
                  <c:v>40575</c:v>
                </c:pt>
                <c:pt idx="94">
                  <c:v>40603</c:v>
                </c:pt>
                <c:pt idx="95">
                  <c:v>40634</c:v>
                </c:pt>
                <c:pt idx="96">
                  <c:v>40664</c:v>
                </c:pt>
                <c:pt idx="97">
                  <c:v>40695</c:v>
                </c:pt>
                <c:pt idx="98">
                  <c:v>40725</c:v>
                </c:pt>
                <c:pt idx="99">
                  <c:v>40756</c:v>
                </c:pt>
                <c:pt idx="100">
                  <c:v>40787</c:v>
                </c:pt>
                <c:pt idx="101">
                  <c:v>40817</c:v>
                </c:pt>
                <c:pt idx="102">
                  <c:v>40848</c:v>
                </c:pt>
                <c:pt idx="103">
                  <c:v>40878</c:v>
                </c:pt>
                <c:pt idx="104">
                  <c:v>40909</c:v>
                </c:pt>
                <c:pt idx="105">
                  <c:v>40940</c:v>
                </c:pt>
                <c:pt idx="106">
                  <c:v>40969</c:v>
                </c:pt>
                <c:pt idx="107">
                  <c:v>41000</c:v>
                </c:pt>
                <c:pt idx="108">
                  <c:v>41030</c:v>
                </c:pt>
                <c:pt idx="109">
                  <c:v>41061</c:v>
                </c:pt>
                <c:pt idx="110">
                  <c:v>41091</c:v>
                </c:pt>
                <c:pt idx="111">
                  <c:v>41122</c:v>
                </c:pt>
                <c:pt idx="112">
                  <c:v>41153</c:v>
                </c:pt>
                <c:pt idx="113">
                  <c:v>41183</c:v>
                </c:pt>
                <c:pt idx="114">
                  <c:v>41214</c:v>
                </c:pt>
                <c:pt idx="115">
                  <c:v>41244</c:v>
                </c:pt>
                <c:pt idx="116">
                  <c:v>41275</c:v>
                </c:pt>
                <c:pt idx="117">
                  <c:v>41306</c:v>
                </c:pt>
                <c:pt idx="118">
                  <c:v>41334</c:v>
                </c:pt>
                <c:pt idx="119">
                  <c:v>41365</c:v>
                </c:pt>
                <c:pt idx="120">
                  <c:v>41395</c:v>
                </c:pt>
                <c:pt idx="121">
                  <c:v>41426</c:v>
                </c:pt>
                <c:pt idx="122">
                  <c:v>41456</c:v>
                </c:pt>
                <c:pt idx="123">
                  <c:v>41487</c:v>
                </c:pt>
                <c:pt idx="124">
                  <c:v>41518</c:v>
                </c:pt>
                <c:pt idx="125">
                  <c:v>41548</c:v>
                </c:pt>
                <c:pt idx="126">
                  <c:v>41579</c:v>
                </c:pt>
                <c:pt idx="127">
                  <c:v>41609</c:v>
                </c:pt>
                <c:pt idx="128">
                  <c:v>41640</c:v>
                </c:pt>
                <c:pt idx="129">
                  <c:v>41671</c:v>
                </c:pt>
                <c:pt idx="130">
                  <c:v>41699</c:v>
                </c:pt>
                <c:pt idx="131">
                  <c:v>41730</c:v>
                </c:pt>
                <c:pt idx="132">
                  <c:v>41760</c:v>
                </c:pt>
                <c:pt idx="133">
                  <c:v>41791</c:v>
                </c:pt>
                <c:pt idx="134">
                  <c:v>41821</c:v>
                </c:pt>
                <c:pt idx="135">
                  <c:v>41852</c:v>
                </c:pt>
                <c:pt idx="136">
                  <c:v>41883</c:v>
                </c:pt>
                <c:pt idx="137">
                  <c:v>41913</c:v>
                </c:pt>
                <c:pt idx="138">
                  <c:v>41944</c:v>
                </c:pt>
                <c:pt idx="139">
                  <c:v>41974</c:v>
                </c:pt>
                <c:pt idx="140">
                  <c:v>42005</c:v>
                </c:pt>
                <c:pt idx="141">
                  <c:v>42036</c:v>
                </c:pt>
                <c:pt idx="142">
                  <c:v>42064</c:v>
                </c:pt>
                <c:pt idx="143">
                  <c:v>42095</c:v>
                </c:pt>
                <c:pt idx="144">
                  <c:v>42125</c:v>
                </c:pt>
                <c:pt idx="145">
                  <c:v>42156</c:v>
                </c:pt>
                <c:pt idx="146">
                  <c:v>42186</c:v>
                </c:pt>
                <c:pt idx="147">
                  <c:v>42217</c:v>
                </c:pt>
                <c:pt idx="148">
                  <c:v>42248</c:v>
                </c:pt>
                <c:pt idx="149">
                  <c:v>42278</c:v>
                </c:pt>
                <c:pt idx="150">
                  <c:v>42309</c:v>
                </c:pt>
                <c:pt idx="151">
                  <c:v>42339</c:v>
                </c:pt>
                <c:pt idx="152">
                  <c:v>42370</c:v>
                </c:pt>
              </c:numCache>
            </c:numRef>
          </c:cat>
          <c:val>
            <c:numRef>
              <c:f>Sheet1!$B$2:$B$154</c:f>
              <c:numCache>
                <c:formatCode>General</c:formatCode>
                <c:ptCount val="153"/>
                <c:pt idx="0">
                  <c:v>112.55</c:v>
                </c:pt>
                <c:pt idx="1">
                  <c:v>112.38</c:v>
                </c:pt>
                <c:pt idx="2">
                  <c:v>112.37</c:v>
                </c:pt>
                <c:pt idx="3">
                  <c:v>112.37</c:v>
                </c:pt>
                <c:pt idx="4">
                  <c:v>112.36</c:v>
                </c:pt>
                <c:pt idx="5">
                  <c:v>112.95</c:v>
                </c:pt>
                <c:pt idx="6">
                  <c:v>113.54</c:v>
                </c:pt>
                <c:pt idx="7">
                  <c:v>114.12</c:v>
                </c:pt>
                <c:pt idx="8">
                  <c:v>114.16</c:v>
                </c:pt>
                <c:pt idx="9">
                  <c:v>114.21</c:v>
                </c:pt>
                <c:pt idx="10">
                  <c:v>114.25</c:v>
                </c:pt>
                <c:pt idx="11">
                  <c:v>114.53</c:v>
                </c:pt>
                <c:pt idx="12">
                  <c:v>114.8</c:v>
                </c:pt>
                <c:pt idx="13">
                  <c:v>115.07</c:v>
                </c:pt>
                <c:pt idx="14">
                  <c:v>115.77</c:v>
                </c:pt>
                <c:pt idx="15">
                  <c:v>116.46</c:v>
                </c:pt>
                <c:pt idx="16">
                  <c:v>117.15</c:v>
                </c:pt>
                <c:pt idx="17">
                  <c:v>117.42</c:v>
                </c:pt>
                <c:pt idx="18">
                  <c:v>117.69</c:v>
                </c:pt>
                <c:pt idx="19">
                  <c:v>117.96</c:v>
                </c:pt>
                <c:pt idx="20">
                  <c:v>118.39</c:v>
                </c:pt>
                <c:pt idx="21">
                  <c:v>118.81</c:v>
                </c:pt>
                <c:pt idx="22">
                  <c:v>119.23</c:v>
                </c:pt>
                <c:pt idx="23">
                  <c:v>120.01</c:v>
                </c:pt>
                <c:pt idx="24">
                  <c:v>120.79</c:v>
                </c:pt>
                <c:pt idx="25">
                  <c:v>121.56</c:v>
                </c:pt>
                <c:pt idx="26">
                  <c:v>122.15</c:v>
                </c:pt>
                <c:pt idx="27">
                  <c:v>122.75</c:v>
                </c:pt>
                <c:pt idx="28">
                  <c:v>123.33</c:v>
                </c:pt>
                <c:pt idx="29">
                  <c:v>123.1</c:v>
                </c:pt>
                <c:pt idx="30">
                  <c:v>122.88</c:v>
                </c:pt>
                <c:pt idx="31">
                  <c:v>122.66</c:v>
                </c:pt>
                <c:pt idx="32">
                  <c:v>122.67</c:v>
                </c:pt>
                <c:pt idx="33">
                  <c:v>122.69</c:v>
                </c:pt>
                <c:pt idx="34">
                  <c:v>122.7</c:v>
                </c:pt>
                <c:pt idx="35">
                  <c:v>122.13</c:v>
                </c:pt>
                <c:pt idx="36">
                  <c:v>121.57</c:v>
                </c:pt>
                <c:pt idx="37">
                  <c:v>121.02</c:v>
                </c:pt>
                <c:pt idx="38">
                  <c:v>119.83</c:v>
                </c:pt>
                <c:pt idx="39">
                  <c:v>118.67</c:v>
                </c:pt>
                <c:pt idx="40">
                  <c:v>117.54</c:v>
                </c:pt>
                <c:pt idx="41">
                  <c:v>117.11</c:v>
                </c:pt>
                <c:pt idx="42">
                  <c:v>116.68</c:v>
                </c:pt>
                <c:pt idx="43">
                  <c:v>116.26</c:v>
                </c:pt>
                <c:pt idx="44">
                  <c:v>115.52</c:v>
                </c:pt>
                <c:pt idx="45">
                  <c:v>114.78</c:v>
                </c:pt>
                <c:pt idx="46">
                  <c:v>114.06</c:v>
                </c:pt>
                <c:pt idx="47">
                  <c:v>112.84</c:v>
                </c:pt>
                <c:pt idx="48">
                  <c:v>111.64</c:v>
                </c:pt>
                <c:pt idx="49">
                  <c:v>110.46</c:v>
                </c:pt>
                <c:pt idx="50">
                  <c:v>108.96</c:v>
                </c:pt>
                <c:pt idx="51">
                  <c:v>107.49</c:v>
                </c:pt>
                <c:pt idx="52">
                  <c:v>106.05</c:v>
                </c:pt>
                <c:pt idx="53">
                  <c:v>105.16</c:v>
                </c:pt>
                <c:pt idx="54">
                  <c:v>104.28</c:v>
                </c:pt>
                <c:pt idx="55">
                  <c:v>103.41</c:v>
                </c:pt>
                <c:pt idx="56">
                  <c:v>102.62</c:v>
                </c:pt>
                <c:pt idx="57">
                  <c:v>101.84</c:v>
                </c:pt>
                <c:pt idx="58">
                  <c:v>101.07</c:v>
                </c:pt>
                <c:pt idx="59">
                  <c:v>99.89</c:v>
                </c:pt>
                <c:pt idx="60">
                  <c:v>98.73</c:v>
                </c:pt>
                <c:pt idx="61">
                  <c:v>97.57</c:v>
                </c:pt>
                <c:pt idx="62">
                  <c:v>96.28</c:v>
                </c:pt>
                <c:pt idx="63">
                  <c:v>95.01</c:v>
                </c:pt>
                <c:pt idx="64">
                  <c:v>93.74</c:v>
                </c:pt>
                <c:pt idx="65">
                  <c:v>93.15</c:v>
                </c:pt>
                <c:pt idx="66">
                  <c:v>92.55</c:v>
                </c:pt>
                <c:pt idx="67">
                  <c:v>91.97</c:v>
                </c:pt>
                <c:pt idx="68">
                  <c:v>92.08</c:v>
                </c:pt>
                <c:pt idx="69">
                  <c:v>92.19</c:v>
                </c:pt>
                <c:pt idx="70">
                  <c:v>92.31</c:v>
                </c:pt>
                <c:pt idx="71">
                  <c:v>91.51</c:v>
                </c:pt>
                <c:pt idx="72">
                  <c:v>90.71</c:v>
                </c:pt>
                <c:pt idx="73">
                  <c:v>89.92</c:v>
                </c:pt>
                <c:pt idx="74">
                  <c:v>89.45</c:v>
                </c:pt>
                <c:pt idx="75">
                  <c:v>88.99</c:v>
                </c:pt>
                <c:pt idx="76">
                  <c:v>88.52</c:v>
                </c:pt>
                <c:pt idx="77">
                  <c:v>88.39</c:v>
                </c:pt>
                <c:pt idx="78">
                  <c:v>88.26</c:v>
                </c:pt>
                <c:pt idx="79">
                  <c:v>88.13</c:v>
                </c:pt>
                <c:pt idx="80">
                  <c:v>87.98</c:v>
                </c:pt>
                <c:pt idx="81">
                  <c:v>87.84</c:v>
                </c:pt>
                <c:pt idx="82">
                  <c:v>87.69</c:v>
                </c:pt>
                <c:pt idx="83">
                  <c:v>88.16</c:v>
                </c:pt>
                <c:pt idx="84">
                  <c:v>88.63</c:v>
                </c:pt>
                <c:pt idx="85">
                  <c:v>89.12</c:v>
                </c:pt>
                <c:pt idx="86">
                  <c:v>90.35</c:v>
                </c:pt>
                <c:pt idx="87">
                  <c:v>91.6</c:v>
                </c:pt>
                <c:pt idx="88">
                  <c:v>92.88</c:v>
                </c:pt>
                <c:pt idx="89">
                  <c:v>92.93</c:v>
                </c:pt>
                <c:pt idx="90">
                  <c:v>92.99</c:v>
                </c:pt>
                <c:pt idx="91">
                  <c:v>93.04</c:v>
                </c:pt>
                <c:pt idx="92">
                  <c:v>91.96</c:v>
                </c:pt>
                <c:pt idx="93">
                  <c:v>90.88</c:v>
                </c:pt>
                <c:pt idx="94">
                  <c:v>89.81</c:v>
                </c:pt>
                <c:pt idx="95">
                  <c:v>90.1</c:v>
                </c:pt>
                <c:pt idx="96">
                  <c:v>90.4</c:v>
                </c:pt>
                <c:pt idx="97">
                  <c:v>90.7</c:v>
                </c:pt>
                <c:pt idx="98">
                  <c:v>91.74</c:v>
                </c:pt>
                <c:pt idx="99">
                  <c:v>92.81</c:v>
                </c:pt>
                <c:pt idx="100">
                  <c:v>93.89</c:v>
                </c:pt>
                <c:pt idx="101">
                  <c:v>94.26</c:v>
                </c:pt>
                <c:pt idx="102">
                  <c:v>94.63</c:v>
                </c:pt>
                <c:pt idx="103">
                  <c:v>95.01</c:v>
                </c:pt>
                <c:pt idx="104">
                  <c:v>95.06</c:v>
                </c:pt>
                <c:pt idx="105">
                  <c:v>95.12</c:v>
                </c:pt>
                <c:pt idx="106">
                  <c:v>95.17</c:v>
                </c:pt>
                <c:pt idx="107">
                  <c:v>95.34</c:v>
                </c:pt>
                <c:pt idx="108">
                  <c:v>95.5</c:v>
                </c:pt>
                <c:pt idx="109">
                  <c:v>95.67</c:v>
                </c:pt>
                <c:pt idx="110">
                  <c:v>95.77</c:v>
                </c:pt>
                <c:pt idx="111">
                  <c:v>95.88</c:v>
                </c:pt>
                <c:pt idx="112">
                  <c:v>95.98</c:v>
                </c:pt>
                <c:pt idx="113">
                  <c:v>96.47</c:v>
                </c:pt>
                <c:pt idx="114">
                  <c:v>96.97</c:v>
                </c:pt>
                <c:pt idx="115">
                  <c:v>97.47</c:v>
                </c:pt>
                <c:pt idx="116">
                  <c:v>98.55</c:v>
                </c:pt>
                <c:pt idx="117">
                  <c:v>99.64</c:v>
                </c:pt>
                <c:pt idx="118">
                  <c:v>100.76</c:v>
                </c:pt>
                <c:pt idx="119">
                  <c:v>101.88</c:v>
                </c:pt>
                <c:pt idx="120">
                  <c:v>103</c:v>
                </c:pt>
                <c:pt idx="121">
                  <c:v>104.14</c:v>
                </c:pt>
                <c:pt idx="122">
                  <c:v>104.44</c:v>
                </c:pt>
                <c:pt idx="123">
                  <c:v>104.74</c:v>
                </c:pt>
                <c:pt idx="124">
                  <c:v>105.03</c:v>
                </c:pt>
                <c:pt idx="125">
                  <c:v>105.2</c:v>
                </c:pt>
                <c:pt idx="126">
                  <c:v>105.38</c:v>
                </c:pt>
                <c:pt idx="127">
                  <c:v>105.55</c:v>
                </c:pt>
                <c:pt idx="128">
                  <c:v>106.24</c:v>
                </c:pt>
                <c:pt idx="129">
                  <c:v>106.93</c:v>
                </c:pt>
                <c:pt idx="130">
                  <c:v>107.63</c:v>
                </c:pt>
                <c:pt idx="131">
                  <c:v>108.51</c:v>
                </c:pt>
                <c:pt idx="132">
                  <c:v>109.39</c:v>
                </c:pt>
                <c:pt idx="133">
                  <c:v>110.28</c:v>
                </c:pt>
                <c:pt idx="134">
                  <c:v>110.37</c:v>
                </c:pt>
                <c:pt idx="135">
                  <c:v>110.47</c:v>
                </c:pt>
                <c:pt idx="136">
                  <c:v>110.56</c:v>
                </c:pt>
                <c:pt idx="137">
                  <c:v>110.58</c:v>
                </c:pt>
                <c:pt idx="138">
                  <c:v>110.61</c:v>
                </c:pt>
                <c:pt idx="139">
                  <c:v>110.63</c:v>
                </c:pt>
                <c:pt idx="140">
                  <c:v>110.78</c:v>
                </c:pt>
                <c:pt idx="141">
                  <c:v>110.93</c:v>
                </c:pt>
                <c:pt idx="142">
                  <c:v>111.08</c:v>
                </c:pt>
                <c:pt idx="143">
                  <c:v>111.22</c:v>
                </c:pt>
                <c:pt idx="144">
                  <c:v>111.36</c:v>
                </c:pt>
                <c:pt idx="145">
                  <c:v>111.49</c:v>
                </c:pt>
                <c:pt idx="146">
                  <c:v>111.53</c:v>
                </c:pt>
                <c:pt idx="147">
                  <c:v>111.56</c:v>
                </c:pt>
                <c:pt idx="148">
                  <c:v>111.6</c:v>
                </c:pt>
                <c:pt idx="149">
                  <c:v>111.52</c:v>
                </c:pt>
                <c:pt idx="150">
                  <c:v>111.45</c:v>
                </c:pt>
                <c:pt idx="151">
                  <c:v>111.37</c:v>
                </c:pt>
                <c:pt idx="152">
                  <c:v>111.31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6260992"/>
        <c:axId val="216258816"/>
      </c:lineChart>
      <c:dateAx>
        <c:axId val="216234624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crossAx val="216256896"/>
        <c:crosses val="autoZero"/>
        <c:auto val="1"/>
        <c:lblOffset val="100"/>
        <c:baseTimeUnit val="months"/>
        <c:majorUnit val="12"/>
        <c:majorTimeUnit val="months"/>
      </c:dateAx>
      <c:valAx>
        <c:axId val="216256896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MCAI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16234624"/>
        <c:crosses val="autoZero"/>
        <c:crossBetween val="between"/>
      </c:valAx>
      <c:valAx>
        <c:axId val="216258816"/>
        <c:scaling>
          <c:orientation val="minMax"/>
          <c:min val="80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HPA2Yr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16260992"/>
        <c:crosses val="max"/>
        <c:crossBetween val="between"/>
      </c:valAx>
      <c:dateAx>
        <c:axId val="216260992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16258816"/>
        <c:crosses val="autoZero"/>
        <c:auto val="1"/>
        <c:lblOffset val="100"/>
        <c:baseTimeUnit val="months"/>
      </c:date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 Tracking Error-ma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Sheet1!$A$2:$A$141</c:f>
              <c:numCache>
                <c:formatCode>m/d/yyyy</c:formatCode>
                <c:ptCount val="140"/>
                <c:pt idx="0">
                  <c:v>37895</c:v>
                </c:pt>
                <c:pt idx="1">
                  <c:v>37926</c:v>
                </c:pt>
                <c:pt idx="2">
                  <c:v>37956</c:v>
                </c:pt>
                <c:pt idx="3">
                  <c:v>37987</c:v>
                </c:pt>
                <c:pt idx="4">
                  <c:v>38018</c:v>
                </c:pt>
                <c:pt idx="5">
                  <c:v>38047</c:v>
                </c:pt>
                <c:pt idx="6">
                  <c:v>38078</c:v>
                </c:pt>
                <c:pt idx="7">
                  <c:v>38200</c:v>
                </c:pt>
                <c:pt idx="8">
                  <c:v>38231</c:v>
                </c:pt>
                <c:pt idx="9">
                  <c:v>38261</c:v>
                </c:pt>
                <c:pt idx="10">
                  <c:v>38292</c:v>
                </c:pt>
                <c:pt idx="11">
                  <c:v>38322</c:v>
                </c:pt>
                <c:pt idx="12">
                  <c:v>38353</c:v>
                </c:pt>
                <c:pt idx="13">
                  <c:v>38384</c:v>
                </c:pt>
                <c:pt idx="14">
                  <c:v>38412</c:v>
                </c:pt>
                <c:pt idx="15">
                  <c:v>38443</c:v>
                </c:pt>
                <c:pt idx="16">
                  <c:v>38473</c:v>
                </c:pt>
                <c:pt idx="17">
                  <c:v>38504</c:v>
                </c:pt>
                <c:pt idx="18">
                  <c:v>38534</c:v>
                </c:pt>
                <c:pt idx="19">
                  <c:v>38565</c:v>
                </c:pt>
                <c:pt idx="20">
                  <c:v>38596</c:v>
                </c:pt>
                <c:pt idx="21">
                  <c:v>38626</c:v>
                </c:pt>
                <c:pt idx="22">
                  <c:v>38657</c:v>
                </c:pt>
                <c:pt idx="23">
                  <c:v>38687</c:v>
                </c:pt>
                <c:pt idx="24">
                  <c:v>38718</c:v>
                </c:pt>
                <c:pt idx="25">
                  <c:v>38749</c:v>
                </c:pt>
                <c:pt idx="26">
                  <c:v>38777</c:v>
                </c:pt>
                <c:pt idx="27">
                  <c:v>38808</c:v>
                </c:pt>
                <c:pt idx="28">
                  <c:v>38838</c:v>
                </c:pt>
                <c:pt idx="29">
                  <c:v>38869</c:v>
                </c:pt>
                <c:pt idx="30">
                  <c:v>38899</c:v>
                </c:pt>
                <c:pt idx="31">
                  <c:v>38930</c:v>
                </c:pt>
                <c:pt idx="32">
                  <c:v>38961</c:v>
                </c:pt>
                <c:pt idx="33">
                  <c:v>38991</c:v>
                </c:pt>
                <c:pt idx="34">
                  <c:v>39022</c:v>
                </c:pt>
                <c:pt idx="35">
                  <c:v>39052</c:v>
                </c:pt>
                <c:pt idx="36">
                  <c:v>39083</c:v>
                </c:pt>
                <c:pt idx="37">
                  <c:v>39114</c:v>
                </c:pt>
                <c:pt idx="38">
                  <c:v>39142</c:v>
                </c:pt>
                <c:pt idx="39">
                  <c:v>39173</c:v>
                </c:pt>
                <c:pt idx="40">
                  <c:v>39203</c:v>
                </c:pt>
                <c:pt idx="41">
                  <c:v>39234</c:v>
                </c:pt>
                <c:pt idx="42">
                  <c:v>39264</c:v>
                </c:pt>
                <c:pt idx="43">
                  <c:v>39295</c:v>
                </c:pt>
                <c:pt idx="44">
                  <c:v>39326</c:v>
                </c:pt>
                <c:pt idx="45">
                  <c:v>39356</c:v>
                </c:pt>
                <c:pt idx="46">
                  <c:v>39387</c:v>
                </c:pt>
                <c:pt idx="47">
                  <c:v>39417</c:v>
                </c:pt>
                <c:pt idx="48">
                  <c:v>39448</c:v>
                </c:pt>
                <c:pt idx="49">
                  <c:v>39479</c:v>
                </c:pt>
                <c:pt idx="50">
                  <c:v>39508</c:v>
                </c:pt>
                <c:pt idx="51">
                  <c:v>39539</c:v>
                </c:pt>
                <c:pt idx="52">
                  <c:v>39569</c:v>
                </c:pt>
                <c:pt idx="53">
                  <c:v>39600</c:v>
                </c:pt>
                <c:pt idx="54">
                  <c:v>39630</c:v>
                </c:pt>
                <c:pt idx="55">
                  <c:v>39661</c:v>
                </c:pt>
                <c:pt idx="56">
                  <c:v>39692</c:v>
                </c:pt>
                <c:pt idx="57">
                  <c:v>39722</c:v>
                </c:pt>
                <c:pt idx="58">
                  <c:v>39753</c:v>
                </c:pt>
                <c:pt idx="59">
                  <c:v>39783</c:v>
                </c:pt>
                <c:pt idx="60">
                  <c:v>39814</c:v>
                </c:pt>
                <c:pt idx="61">
                  <c:v>39845</c:v>
                </c:pt>
                <c:pt idx="62">
                  <c:v>39873</c:v>
                </c:pt>
                <c:pt idx="63">
                  <c:v>39904</c:v>
                </c:pt>
                <c:pt idx="64">
                  <c:v>39934</c:v>
                </c:pt>
                <c:pt idx="65">
                  <c:v>39965</c:v>
                </c:pt>
                <c:pt idx="66">
                  <c:v>39995</c:v>
                </c:pt>
                <c:pt idx="67">
                  <c:v>40026</c:v>
                </c:pt>
                <c:pt idx="68">
                  <c:v>40057</c:v>
                </c:pt>
                <c:pt idx="69">
                  <c:v>40087</c:v>
                </c:pt>
                <c:pt idx="70">
                  <c:v>40118</c:v>
                </c:pt>
                <c:pt idx="71">
                  <c:v>40148</c:v>
                </c:pt>
                <c:pt idx="72">
                  <c:v>40179</c:v>
                </c:pt>
                <c:pt idx="73">
                  <c:v>40210</c:v>
                </c:pt>
                <c:pt idx="74">
                  <c:v>40238</c:v>
                </c:pt>
                <c:pt idx="75">
                  <c:v>40269</c:v>
                </c:pt>
                <c:pt idx="76">
                  <c:v>40299</c:v>
                </c:pt>
                <c:pt idx="77">
                  <c:v>40330</c:v>
                </c:pt>
                <c:pt idx="78">
                  <c:v>40360</c:v>
                </c:pt>
                <c:pt idx="79">
                  <c:v>40544</c:v>
                </c:pt>
                <c:pt idx="80">
                  <c:v>40575</c:v>
                </c:pt>
                <c:pt idx="81">
                  <c:v>40603</c:v>
                </c:pt>
                <c:pt idx="82">
                  <c:v>40634</c:v>
                </c:pt>
                <c:pt idx="83">
                  <c:v>40664</c:v>
                </c:pt>
                <c:pt idx="84">
                  <c:v>40695</c:v>
                </c:pt>
                <c:pt idx="85">
                  <c:v>40725</c:v>
                </c:pt>
                <c:pt idx="86">
                  <c:v>40756</c:v>
                </c:pt>
                <c:pt idx="87">
                  <c:v>40787</c:v>
                </c:pt>
                <c:pt idx="88">
                  <c:v>40817</c:v>
                </c:pt>
                <c:pt idx="89">
                  <c:v>40848</c:v>
                </c:pt>
                <c:pt idx="90">
                  <c:v>40878</c:v>
                </c:pt>
                <c:pt idx="91">
                  <c:v>40909</c:v>
                </c:pt>
                <c:pt idx="92">
                  <c:v>40940</c:v>
                </c:pt>
                <c:pt idx="93">
                  <c:v>40969</c:v>
                </c:pt>
                <c:pt idx="94">
                  <c:v>41000</c:v>
                </c:pt>
                <c:pt idx="95">
                  <c:v>41030</c:v>
                </c:pt>
                <c:pt idx="96">
                  <c:v>41061</c:v>
                </c:pt>
                <c:pt idx="97">
                  <c:v>41091</c:v>
                </c:pt>
                <c:pt idx="98">
                  <c:v>41122</c:v>
                </c:pt>
                <c:pt idx="99">
                  <c:v>41153</c:v>
                </c:pt>
                <c:pt idx="100">
                  <c:v>41183</c:v>
                </c:pt>
                <c:pt idx="101">
                  <c:v>41214</c:v>
                </c:pt>
                <c:pt idx="102">
                  <c:v>41244</c:v>
                </c:pt>
                <c:pt idx="103">
                  <c:v>41275</c:v>
                </c:pt>
                <c:pt idx="104">
                  <c:v>41306</c:v>
                </c:pt>
                <c:pt idx="105">
                  <c:v>41334</c:v>
                </c:pt>
                <c:pt idx="106">
                  <c:v>41365</c:v>
                </c:pt>
                <c:pt idx="107">
                  <c:v>41395</c:v>
                </c:pt>
                <c:pt idx="108">
                  <c:v>41426</c:v>
                </c:pt>
                <c:pt idx="109">
                  <c:v>41456</c:v>
                </c:pt>
                <c:pt idx="110">
                  <c:v>41487</c:v>
                </c:pt>
                <c:pt idx="111">
                  <c:v>41518</c:v>
                </c:pt>
                <c:pt idx="112">
                  <c:v>41548</c:v>
                </c:pt>
                <c:pt idx="113">
                  <c:v>41579</c:v>
                </c:pt>
                <c:pt idx="114">
                  <c:v>41609</c:v>
                </c:pt>
                <c:pt idx="115">
                  <c:v>41640</c:v>
                </c:pt>
                <c:pt idx="116">
                  <c:v>41671</c:v>
                </c:pt>
                <c:pt idx="117">
                  <c:v>41699</c:v>
                </c:pt>
                <c:pt idx="118">
                  <c:v>41730</c:v>
                </c:pt>
                <c:pt idx="119">
                  <c:v>41760</c:v>
                </c:pt>
                <c:pt idx="120">
                  <c:v>41791</c:v>
                </c:pt>
                <c:pt idx="121">
                  <c:v>41821</c:v>
                </c:pt>
                <c:pt idx="122">
                  <c:v>41852</c:v>
                </c:pt>
                <c:pt idx="123">
                  <c:v>41883</c:v>
                </c:pt>
                <c:pt idx="124">
                  <c:v>41913</c:v>
                </c:pt>
                <c:pt idx="125">
                  <c:v>41944</c:v>
                </c:pt>
                <c:pt idx="126">
                  <c:v>41974</c:v>
                </c:pt>
                <c:pt idx="127">
                  <c:v>42005</c:v>
                </c:pt>
                <c:pt idx="128">
                  <c:v>42036</c:v>
                </c:pt>
                <c:pt idx="129">
                  <c:v>42064</c:v>
                </c:pt>
                <c:pt idx="130">
                  <c:v>42095</c:v>
                </c:pt>
                <c:pt idx="131">
                  <c:v>42125</c:v>
                </c:pt>
                <c:pt idx="132">
                  <c:v>42156</c:v>
                </c:pt>
                <c:pt idx="133">
                  <c:v>42186</c:v>
                </c:pt>
                <c:pt idx="134">
                  <c:v>42217</c:v>
                </c:pt>
                <c:pt idx="135">
                  <c:v>42248</c:v>
                </c:pt>
                <c:pt idx="136">
                  <c:v>42278</c:v>
                </c:pt>
                <c:pt idx="137">
                  <c:v>42309</c:v>
                </c:pt>
                <c:pt idx="138">
                  <c:v>42339</c:v>
                </c:pt>
                <c:pt idx="139">
                  <c:v>42370</c:v>
                </c:pt>
              </c:numCache>
            </c:numRef>
          </c:cat>
          <c:val>
            <c:numRef>
              <c:f>Sheet1!$B$2:$B$141</c:f>
              <c:numCache>
                <c:formatCode>General</c:formatCode>
                <c:ptCount val="140"/>
                <c:pt idx="0">
                  <c:v>-0.31728596525216335</c:v>
                </c:pt>
                <c:pt idx="1">
                  <c:v>-0.59394187912888163</c:v>
                </c:pt>
                <c:pt idx="2">
                  <c:v>-1.0233888462536684</c:v>
                </c:pt>
                <c:pt idx="3">
                  <c:v>-1.2177003246725031</c:v>
                </c:pt>
                <c:pt idx="4">
                  <c:v>-1.0907421671697433</c:v>
                </c:pt>
                <c:pt idx="5">
                  <c:v>-0.16023211711856331</c:v>
                </c:pt>
                <c:pt idx="6">
                  <c:v>6.7271499136836679E-2</c:v>
                </c:pt>
                <c:pt idx="7">
                  <c:v>2.5237183096983675E-3</c:v>
                </c:pt>
                <c:pt idx="8">
                  <c:v>-0.11541585636516838</c:v>
                </c:pt>
                <c:pt idx="9">
                  <c:v>-4.1974625355050067E-2</c:v>
                </c:pt>
                <c:pt idx="10">
                  <c:v>-0.13320242133643015</c:v>
                </c:pt>
                <c:pt idx="11">
                  <c:v>-0.20291375859256666</c:v>
                </c:pt>
                <c:pt idx="12">
                  <c:v>-0.20941604456160171</c:v>
                </c:pt>
                <c:pt idx="13">
                  <c:v>-0.11379342343833176</c:v>
                </c:pt>
                <c:pt idx="14">
                  <c:v>-6.274357148166991E-2</c:v>
                </c:pt>
                <c:pt idx="15">
                  <c:v>-0.11758814218022495</c:v>
                </c:pt>
                <c:pt idx="16">
                  <c:v>-9.1150826846932986E-3</c:v>
                </c:pt>
                <c:pt idx="17">
                  <c:v>0.22988808077506842</c:v>
                </c:pt>
                <c:pt idx="18">
                  <c:v>0.44608119115507855</c:v>
                </c:pt>
                <c:pt idx="19">
                  <c:v>0.46878739054664847</c:v>
                </c:pt>
                <c:pt idx="20">
                  <c:v>0.51972827161112656</c:v>
                </c:pt>
                <c:pt idx="21">
                  <c:v>0.55718289589521142</c:v>
                </c:pt>
                <c:pt idx="22">
                  <c:v>0.38239861013024984</c:v>
                </c:pt>
                <c:pt idx="23">
                  <c:v>6.2935819758076342E-2</c:v>
                </c:pt>
                <c:pt idx="24">
                  <c:v>-0.28013984235851863</c:v>
                </c:pt>
                <c:pt idx="25">
                  <c:v>-0.30393333787802695</c:v>
                </c:pt>
                <c:pt idx="26">
                  <c:v>-0.36733502855006012</c:v>
                </c:pt>
                <c:pt idx="27">
                  <c:v>-0.19740622038198494</c:v>
                </c:pt>
                <c:pt idx="28">
                  <c:v>-6.6589842221141726E-2</c:v>
                </c:pt>
                <c:pt idx="29">
                  <c:v>0.20080908004330814</c:v>
                </c:pt>
                <c:pt idx="30">
                  <c:v>0.45052386384203819</c:v>
                </c:pt>
                <c:pt idx="31">
                  <c:v>0.45425817851361189</c:v>
                </c:pt>
                <c:pt idx="32">
                  <c:v>0.68789117174178205</c:v>
                </c:pt>
                <c:pt idx="33">
                  <c:v>0.51787646082362848</c:v>
                </c:pt>
                <c:pt idx="34">
                  <c:v>0.50442261624078688</c:v>
                </c:pt>
                <c:pt idx="35">
                  <c:v>0.44984190255982526</c:v>
                </c:pt>
                <c:pt idx="36">
                  <c:v>0.24190363093452674</c:v>
                </c:pt>
                <c:pt idx="37">
                  <c:v>0.14047277605903652</c:v>
                </c:pt>
                <c:pt idx="38">
                  <c:v>-6.1100781743718656E-2</c:v>
                </c:pt>
                <c:pt idx="39">
                  <c:v>1.4654882556001336E-2</c:v>
                </c:pt>
                <c:pt idx="40">
                  <c:v>-1.9160252993912035E-2</c:v>
                </c:pt>
                <c:pt idx="41">
                  <c:v>-7.6323234582558477E-2</c:v>
                </c:pt>
                <c:pt idx="42">
                  <c:v>-0.29252867644933334</c:v>
                </c:pt>
                <c:pt idx="43">
                  <c:v>-0.4650134949297467</c:v>
                </c:pt>
                <c:pt idx="44">
                  <c:v>-0.52099478524588505</c:v>
                </c:pt>
                <c:pt idx="45">
                  <c:v>-0.7912208570458733</c:v>
                </c:pt>
                <c:pt idx="46">
                  <c:v>-0.91212098485055326</c:v>
                </c:pt>
                <c:pt idx="47">
                  <c:v>-0.93525497738841834</c:v>
                </c:pt>
                <c:pt idx="48">
                  <c:v>-0.74893557739163008</c:v>
                </c:pt>
                <c:pt idx="49">
                  <c:v>-0.66760738457882673</c:v>
                </c:pt>
                <c:pt idx="50">
                  <c:v>-0.81020809148589512</c:v>
                </c:pt>
                <c:pt idx="51">
                  <c:v>-0.85063315986513677</c:v>
                </c:pt>
                <c:pt idx="52">
                  <c:v>-0.74830386283719008</c:v>
                </c:pt>
                <c:pt idx="53">
                  <c:v>-0.72154419287379168</c:v>
                </c:pt>
                <c:pt idx="54">
                  <c:v>-0.74647715826639682</c:v>
                </c:pt>
                <c:pt idx="55">
                  <c:v>-0.55359962912056193</c:v>
                </c:pt>
                <c:pt idx="56">
                  <c:v>-0.4059320092563235</c:v>
                </c:pt>
                <c:pt idx="57">
                  <c:v>-0.22051383740874675</c:v>
                </c:pt>
                <c:pt idx="58">
                  <c:v>-9.9140774845078328E-2</c:v>
                </c:pt>
                <c:pt idx="59">
                  <c:v>-0.19310137283892673</c:v>
                </c:pt>
                <c:pt idx="60">
                  <c:v>-1.9895102316691633E-2</c:v>
                </c:pt>
                <c:pt idx="61">
                  <c:v>-8.3083646063881592E-2</c:v>
                </c:pt>
                <c:pt idx="62">
                  <c:v>-6.8029168415824917E-2</c:v>
                </c:pt>
                <c:pt idx="63">
                  <c:v>-7.3615464728638544E-2</c:v>
                </c:pt>
                <c:pt idx="64">
                  <c:v>-4.8467462107350721E-2</c:v>
                </c:pt>
                <c:pt idx="65">
                  <c:v>0.17600596818961645</c:v>
                </c:pt>
                <c:pt idx="66">
                  <c:v>1.0927382901839755E-2</c:v>
                </c:pt>
                <c:pt idx="67">
                  <c:v>0.13355630893595977</c:v>
                </c:pt>
                <c:pt idx="68">
                  <c:v>0.28170492630575478</c:v>
                </c:pt>
                <c:pt idx="69">
                  <c:v>0.40634482208625161</c:v>
                </c:pt>
                <c:pt idx="70">
                  <c:v>0.43375371848459049</c:v>
                </c:pt>
                <c:pt idx="71">
                  <c:v>0.45158997381525839</c:v>
                </c:pt>
                <c:pt idx="72">
                  <c:v>0.65703354597666674</c:v>
                </c:pt>
                <c:pt idx="73">
                  <c:v>0.70960707171196347</c:v>
                </c:pt>
                <c:pt idx="74">
                  <c:v>0.78880874000412504</c:v>
                </c:pt>
                <c:pt idx="75">
                  <c:v>0.90016628412171507</c:v>
                </c:pt>
                <c:pt idx="76">
                  <c:v>0.93366230490800994</c:v>
                </c:pt>
                <c:pt idx="77">
                  <c:v>0.99957693715571161</c:v>
                </c:pt>
                <c:pt idx="78">
                  <c:v>1.0980750951134099</c:v>
                </c:pt>
                <c:pt idx="79">
                  <c:v>0.86756513390322254</c:v>
                </c:pt>
                <c:pt idx="80">
                  <c:v>0.70070708083949074</c:v>
                </c:pt>
                <c:pt idx="81">
                  <c:v>0.56085774947652256</c:v>
                </c:pt>
                <c:pt idx="82">
                  <c:v>0.5177205567519958</c:v>
                </c:pt>
                <c:pt idx="83">
                  <c:v>0.41826931247052085</c:v>
                </c:pt>
                <c:pt idx="84">
                  <c:v>0.24673039787928089</c:v>
                </c:pt>
                <c:pt idx="85">
                  <c:v>0.42073579196826677</c:v>
                </c:pt>
                <c:pt idx="86">
                  <c:v>0.53305835603400509</c:v>
                </c:pt>
                <c:pt idx="87">
                  <c:v>0.36931122763419832</c:v>
                </c:pt>
                <c:pt idx="88">
                  <c:v>5.5900445198560002E-2</c:v>
                </c:pt>
                <c:pt idx="89">
                  <c:v>-4.7390724215048384E-2</c:v>
                </c:pt>
                <c:pt idx="90">
                  <c:v>3.0937426807716755E-2</c:v>
                </c:pt>
                <c:pt idx="91">
                  <c:v>-0.10076131386711822</c:v>
                </c:pt>
                <c:pt idx="92">
                  <c:v>-0.26893781328711502</c:v>
                </c:pt>
                <c:pt idx="93">
                  <c:v>-0.34867488539003216</c:v>
                </c:pt>
                <c:pt idx="94">
                  <c:v>-0.21852759881835152</c:v>
                </c:pt>
                <c:pt idx="95">
                  <c:v>-0.34068469657677669</c:v>
                </c:pt>
                <c:pt idx="96">
                  <c:v>-0.60420044351273594</c:v>
                </c:pt>
                <c:pt idx="97">
                  <c:v>-0.6642827419162517</c:v>
                </c:pt>
                <c:pt idx="98">
                  <c:v>-0.75338893133965834</c:v>
                </c:pt>
                <c:pt idx="99">
                  <c:v>-0.68269419089088146</c:v>
                </c:pt>
                <c:pt idx="100">
                  <c:v>-0.71046661908745257</c:v>
                </c:pt>
                <c:pt idx="101">
                  <c:v>-0.68332689465247742</c:v>
                </c:pt>
                <c:pt idx="102">
                  <c:v>-0.64854227443003165</c:v>
                </c:pt>
                <c:pt idx="103">
                  <c:v>-0.58512907614387</c:v>
                </c:pt>
                <c:pt idx="104">
                  <c:v>-0.4633985494064185</c:v>
                </c:pt>
                <c:pt idx="105">
                  <c:v>-0.43786526138479731</c:v>
                </c:pt>
                <c:pt idx="106">
                  <c:v>-0.44132407243612409</c:v>
                </c:pt>
                <c:pt idx="107">
                  <c:v>-0.48924093265778829</c:v>
                </c:pt>
                <c:pt idx="108">
                  <c:v>-0.48475261671392533</c:v>
                </c:pt>
                <c:pt idx="109">
                  <c:v>-0.55377421627174817</c:v>
                </c:pt>
                <c:pt idx="110">
                  <c:v>-0.57795274560341114</c:v>
                </c:pt>
                <c:pt idx="111">
                  <c:v>-0.52810672891559862</c:v>
                </c:pt>
                <c:pt idx="112">
                  <c:v>-0.41982110619554319</c:v>
                </c:pt>
                <c:pt idx="113">
                  <c:v>-0.17955010570262905</c:v>
                </c:pt>
                <c:pt idx="114">
                  <c:v>2.9583840159854935E-2</c:v>
                </c:pt>
                <c:pt idx="115">
                  <c:v>0.28022290309963988</c:v>
                </c:pt>
                <c:pt idx="116">
                  <c:v>0.50079218038540829</c:v>
                </c:pt>
                <c:pt idx="117">
                  <c:v>0.74363343026032835</c:v>
                </c:pt>
                <c:pt idx="118">
                  <c:v>1.02642777077562</c:v>
                </c:pt>
                <c:pt idx="119">
                  <c:v>1.2153610381241335</c:v>
                </c:pt>
                <c:pt idx="120">
                  <c:v>1.4954904963526732</c:v>
                </c:pt>
                <c:pt idx="121">
                  <c:v>1.7621557718878984</c:v>
                </c:pt>
                <c:pt idx="122">
                  <c:v>2.120877387459343</c:v>
                </c:pt>
                <c:pt idx="123">
                  <c:v>2.3236351106925897</c:v>
                </c:pt>
                <c:pt idx="124">
                  <c:v>2.4325239671926333</c:v>
                </c:pt>
                <c:pt idx="125">
                  <c:v>2.6104164076129917</c:v>
                </c:pt>
                <c:pt idx="126">
                  <c:v>2.649153878896958</c:v>
                </c:pt>
                <c:pt idx="127">
                  <c:v>2.4873520386763417</c:v>
                </c:pt>
                <c:pt idx="128">
                  <c:v>2.0209404984634545</c:v>
                </c:pt>
                <c:pt idx="129">
                  <c:v>1.6372018448624563</c:v>
                </c:pt>
                <c:pt idx="130">
                  <c:v>1.3062406716453678</c:v>
                </c:pt>
                <c:pt idx="131">
                  <c:v>0.89686767878177287</c:v>
                </c:pt>
                <c:pt idx="132">
                  <c:v>0.55206629175842592</c:v>
                </c:pt>
                <c:pt idx="133">
                  <c:v>0.65214003645435759</c:v>
                </c:pt>
                <c:pt idx="134">
                  <c:v>1.0766607912170434</c:v>
                </c:pt>
                <c:pt idx="135">
                  <c:v>1.3337159794653735</c:v>
                </c:pt>
                <c:pt idx="136">
                  <c:v>1.5105962638491068</c:v>
                </c:pt>
                <c:pt idx="137">
                  <c:v>1.5581081162101686</c:v>
                </c:pt>
                <c:pt idx="138">
                  <c:v>1.8913521944357969</c:v>
                </c:pt>
                <c:pt idx="139">
                  <c:v>1.8900507743432602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7124864"/>
        <c:axId val="217126400"/>
      </c:lineChart>
      <c:dateAx>
        <c:axId val="217124864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217126400"/>
        <c:crosses val="autoZero"/>
        <c:auto val="1"/>
        <c:lblOffset val="100"/>
        <c:baseTimeUnit val="months"/>
        <c:majorUnit val="12"/>
        <c:majorTimeUnit val="months"/>
      </c:dateAx>
      <c:valAx>
        <c:axId val="217126400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Model Tracking Error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17124864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HPA 2Yr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Sheet1!$A$2:$A$322</c:f>
              <c:numCache>
                <c:formatCode>m/d/yyyy</c:formatCode>
                <c:ptCount val="321"/>
                <c:pt idx="0">
                  <c:v>32874</c:v>
                </c:pt>
                <c:pt idx="1">
                  <c:v>32905</c:v>
                </c:pt>
                <c:pt idx="2">
                  <c:v>32933</c:v>
                </c:pt>
                <c:pt idx="3">
                  <c:v>32964</c:v>
                </c:pt>
                <c:pt idx="4">
                  <c:v>32994</c:v>
                </c:pt>
                <c:pt idx="5">
                  <c:v>33025</c:v>
                </c:pt>
                <c:pt idx="6">
                  <c:v>33055</c:v>
                </c:pt>
                <c:pt idx="7">
                  <c:v>33086</c:v>
                </c:pt>
                <c:pt idx="8">
                  <c:v>33117</c:v>
                </c:pt>
                <c:pt idx="9">
                  <c:v>33147</c:v>
                </c:pt>
                <c:pt idx="10">
                  <c:v>33178</c:v>
                </c:pt>
                <c:pt idx="11">
                  <c:v>33208</c:v>
                </c:pt>
                <c:pt idx="12">
                  <c:v>33239</c:v>
                </c:pt>
                <c:pt idx="13">
                  <c:v>33270</c:v>
                </c:pt>
                <c:pt idx="14">
                  <c:v>33298</c:v>
                </c:pt>
                <c:pt idx="15">
                  <c:v>33329</c:v>
                </c:pt>
                <c:pt idx="16">
                  <c:v>33359</c:v>
                </c:pt>
                <c:pt idx="17">
                  <c:v>33390</c:v>
                </c:pt>
                <c:pt idx="18">
                  <c:v>33420</c:v>
                </c:pt>
                <c:pt idx="19">
                  <c:v>33451</c:v>
                </c:pt>
                <c:pt idx="20">
                  <c:v>33482</c:v>
                </c:pt>
                <c:pt idx="21">
                  <c:v>33512</c:v>
                </c:pt>
                <c:pt idx="22">
                  <c:v>33543</c:v>
                </c:pt>
                <c:pt idx="23">
                  <c:v>33573</c:v>
                </c:pt>
                <c:pt idx="24">
                  <c:v>33604</c:v>
                </c:pt>
                <c:pt idx="25">
                  <c:v>33635</c:v>
                </c:pt>
                <c:pt idx="26">
                  <c:v>33664</c:v>
                </c:pt>
                <c:pt idx="27">
                  <c:v>33695</c:v>
                </c:pt>
                <c:pt idx="28">
                  <c:v>33725</c:v>
                </c:pt>
                <c:pt idx="29">
                  <c:v>33756</c:v>
                </c:pt>
                <c:pt idx="30">
                  <c:v>33786</c:v>
                </c:pt>
                <c:pt idx="31">
                  <c:v>33817</c:v>
                </c:pt>
                <c:pt idx="32">
                  <c:v>33848</c:v>
                </c:pt>
                <c:pt idx="33">
                  <c:v>33878</c:v>
                </c:pt>
                <c:pt idx="34">
                  <c:v>33909</c:v>
                </c:pt>
                <c:pt idx="35">
                  <c:v>33939</c:v>
                </c:pt>
                <c:pt idx="36">
                  <c:v>33970</c:v>
                </c:pt>
                <c:pt idx="37">
                  <c:v>34001</c:v>
                </c:pt>
                <c:pt idx="38">
                  <c:v>34029</c:v>
                </c:pt>
                <c:pt idx="39">
                  <c:v>34060</c:v>
                </c:pt>
                <c:pt idx="40">
                  <c:v>34090</c:v>
                </c:pt>
                <c:pt idx="41">
                  <c:v>34121</c:v>
                </c:pt>
                <c:pt idx="42">
                  <c:v>34151</c:v>
                </c:pt>
                <c:pt idx="43">
                  <c:v>34182</c:v>
                </c:pt>
                <c:pt idx="44">
                  <c:v>34213</c:v>
                </c:pt>
                <c:pt idx="45">
                  <c:v>34243</c:v>
                </c:pt>
                <c:pt idx="46">
                  <c:v>34274</c:v>
                </c:pt>
                <c:pt idx="47">
                  <c:v>34304</c:v>
                </c:pt>
                <c:pt idx="48">
                  <c:v>34335</c:v>
                </c:pt>
                <c:pt idx="49">
                  <c:v>34366</c:v>
                </c:pt>
                <c:pt idx="50">
                  <c:v>34394</c:v>
                </c:pt>
                <c:pt idx="51">
                  <c:v>34425</c:v>
                </c:pt>
                <c:pt idx="52">
                  <c:v>34455</c:v>
                </c:pt>
                <c:pt idx="53">
                  <c:v>34486</c:v>
                </c:pt>
                <c:pt idx="54">
                  <c:v>34516</c:v>
                </c:pt>
                <c:pt idx="55">
                  <c:v>34547</c:v>
                </c:pt>
                <c:pt idx="56">
                  <c:v>34578</c:v>
                </c:pt>
                <c:pt idx="57">
                  <c:v>34608</c:v>
                </c:pt>
                <c:pt idx="58">
                  <c:v>34639</c:v>
                </c:pt>
                <c:pt idx="59">
                  <c:v>34669</c:v>
                </c:pt>
                <c:pt idx="60">
                  <c:v>34700</c:v>
                </c:pt>
                <c:pt idx="61">
                  <c:v>34731</c:v>
                </c:pt>
                <c:pt idx="62">
                  <c:v>34759</c:v>
                </c:pt>
                <c:pt idx="63">
                  <c:v>34790</c:v>
                </c:pt>
                <c:pt idx="64">
                  <c:v>34820</c:v>
                </c:pt>
                <c:pt idx="65">
                  <c:v>34851</c:v>
                </c:pt>
                <c:pt idx="66">
                  <c:v>34881</c:v>
                </c:pt>
                <c:pt idx="67">
                  <c:v>34912</c:v>
                </c:pt>
                <c:pt idx="68">
                  <c:v>34943</c:v>
                </c:pt>
                <c:pt idx="69">
                  <c:v>34973</c:v>
                </c:pt>
                <c:pt idx="70">
                  <c:v>35004</c:v>
                </c:pt>
                <c:pt idx="71">
                  <c:v>35034</c:v>
                </c:pt>
                <c:pt idx="72">
                  <c:v>35065</c:v>
                </c:pt>
                <c:pt idx="73">
                  <c:v>35096</c:v>
                </c:pt>
                <c:pt idx="74">
                  <c:v>35125</c:v>
                </c:pt>
                <c:pt idx="75">
                  <c:v>35156</c:v>
                </c:pt>
                <c:pt idx="76">
                  <c:v>35186</c:v>
                </c:pt>
                <c:pt idx="77">
                  <c:v>35217</c:v>
                </c:pt>
                <c:pt idx="78">
                  <c:v>35247</c:v>
                </c:pt>
                <c:pt idx="79">
                  <c:v>35278</c:v>
                </c:pt>
                <c:pt idx="80">
                  <c:v>35309</c:v>
                </c:pt>
                <c:pt idx="81">
                  <c:v>35339</c:v>
                </c:pt>
                <c:pt idx="82">
                  <c:v>35370</c:v>
                </c:pt>
                <c:pt idx="83">
                  <c:v>35400</c:v>
                </c:pt>
                <c:pt idx="84">
                  <c:v>35431</c:v>
                </c:pt>
                <c:pt idx="85">
                  <c:v>35462</c:v>
                </c:pt>
                <c:pt idx="86">
                  <c:v>35490</c:v>
                </c:pt>
                <c:pt idx="87">
                  <c:v>35521</c:v>
                </c:pt>
                <c:pt idx="88">
                  <c:v>35551</c:v>
                </c:pt>
                <c:pt idx="89">
                  <c:v>35582</c:v>
                </c:pt>
                <c:pt idx="90">
                  <c:v>35612</c:v>
                </c:pt>
                <c:pt idx="91">
                  <c:v>35643</c:v>
                </c:pt>
                <c:pt idx="92">
                  <c:v>35674</c:v>
                </c:pt>
                <c:pt idx="93">
                  <c:v>35704</c:v>
                </c:pt>
                <c:pt idx="94">
                  <c:v>35735</c:v>
                </c:pt>
                <c:pt idx="95">
                  <c:v>35765</c:v>
                </c:pt>
                <c:pt idx="96">
                  <c:v>35796</c:v>
                </c:pt>
                <c:pt idx="97">
                  <c:v>35827</c:v>
                </c:pt>
                <c:pt idx="98">
                  <c:v>35855</c:v>
                </c:pt>
                <c:pt idx="99">
                  <c:v>35886</c:v>
                </c:pt>
                <c:pt idx="100">
                  <c:v>35916</c:v>
                </c:pt>
                <c:pt idx="101">
                  <c:v>35947</c:v>
                </c:pt>
                <c:pt idx="102">
                  <c:v>35977</c:v>
                </c:pt>
                <c:pt idx="103">
                  <c:v>36008</c:v>
                </c:pt>
                <c:pt idx="104">
                  <c:v>36039</c:v>
                </c:pt>
                <c:pt idx="105">
                  <c:v>36069</c:v>
                </c:pt>
                <c:pt idx="106">
                  <c:v>36100</c:v>
                </c:pt>
                <c:pt idx="107">
                  <c:v>36130</c:v>
                </c:pt>
                <c:pt idx="108">
                  <c:v>36161</c:v>
                </c:pt>
                <c:pt idx="109">
                  <c:v>36192</c:v>
                </c:pt>
                <c:pt idx="110">
                  <c:v>36220</c:v>
                </c:pt>
                <c:pt idx="111">
                  <c:v>36251</c:v>
                </c:pt>
                <c:pt idx="112">
                  <c:v>36281</c:v>
                </c:pt>
                <c:pt idx="113">
                  <c:v>36312</c:v>
                </c:pt>
                <c:pt idx="114">
                  <c:v>36342</c:v>
                </c:pt>
                <c:pt idx="115">
                  <c:v>36373</c:v>
                </c:pt>
                <c:pt idx="116">
                  <c:v>36404</c:v>
                </c:pt>
                <c:pt idx="117">
                  <c:v>36434</c:v>
                </c:pt>
                <c:pt idx="118">
                  <c:v>36465</c:v>
                </c:pt>
                <c:pt idx="119">
                  <c:v>36495</c:v>
                </c:pt>
                <c:pt idx="120">
                  <c:v>36526</c:v>
                </c:pt>
                <c:pt idx="121">
                  <c:v>36557</c:v>
                </c:pt>
                <c:pt idx="122">
                  <c:v>36586</c:v>
                </c:pt>
                <c:pt idx="123">
                  <c:v>36617</c:v>
                </c:pt>
                <c:pt idx="124">
                  <c:v>36647</c:v>
                </c:pt>
                <c:pt idx="125">
                  <c:v>36678</c:v>
                </c:pt>
                <c:pt idx="126">
                  <c:v>36708</c:v>
                </c:pt>
                <c:pt idx="127">
                  <c:v>36739</c:v>
                </c:pt>
                <c:pt idx="128">
                  <c:v>36770</c:v>
                </c:pt>
                <c:pt idx="129">
                  <c:v>36800</c:v>
                </c:pt>
                <c:pt idx="130">
                  <c:v>36831</c:v>
                </c:pt>
                <c:pt idx="131">
                  <c:v>36861</c:v>
                </c:pt>
                <c:pt idx="132">
                  <c:v>36892</c:v>
                </c:pt>
                <c:pt idx="133">
                  <c:v>36923</c:v>
                </c:pt>
                <c:pt idx="134">
                  <c:v>36951</c:v>
                </c:pt>
                <c:pt idx="135">
                  <c:v>36982</c:v>
                </c:pt>
                <c:pt idx="136">
                  <c:v>37012</c:v>
                </c:pt>
                <c:pt idx="137">
                  <c:v>37043</c:v>
                </c:pt>
                <c:pt idx="138">
                  <c:v>37073</c:v>
                </c:pt>
                <c:pt idx="139">
                  <c:v>37104</c:v>
                </c:pt>
                <c:pt idx="140">
                  <c:v>37135</c:v>
                </c:pt>
                <c:pt idx="141">
                  <c:v>37165</c:v>
                </c:pt>
                <c:pt idx="142">
                  <c:v>37196</c:v>
                </c:pt>
                <c:pt idx="143">
                  <c:v>37226</c:v>
                </c:pt>
                <c:pt idx="144">
                  <c:v>37257</c:v>
                </c:pt>
                <c:pt idx="145">
                  <c:v>37288</c:v>
                </c:pt>
                <c:pt idx="146">
                  <c:v>37316</c:v>
                </c:pt>
                <c:pt idx="147">
                  <c:v>37347</c:v>
                </c:pt>
                <c:pt idx="148">
                  <c:v>37377</c:v>
                </c:pt>
                <c:pt idx="149">
                  <c:v>37408</c:v>
                </c:pt>
                <c:pt idx="150">
                  <c:v>37438</c:v>
                </c:pt>
                <c:pt idx="151">
                  <c:v>37469</c:v>
                </c:pt>
                <c:pt idx="152">
                  <c:v>37500</c:v>
                </c:pt>
                <c:pt idx="153">
                  <c:v>37530</c:v>
                </c:pt>
                <c:pt idx="154">
                  <c:v>37561</c:v>
                </c:pt>
                <c:pt idx="155">
                  <c:v>37591</c:v>
                </c:pt>
                <c:pt idx="156">
                  <c:v>37622</c:v>
                </c:pt>
                <c:pt idx="157">
                  <c:v>37653</c:v>
                </c:pt>
                <c:pt idx="158">
                  <c:v>37681</c:v>
                </c:pt>
                <c:pt idx="159">
                  <c:v>37712</c:v>
                </c:pt>
                <c:pt idx="160">
                  <c:v>37742</c:v>
                </c:pt>
                <c:pt idx="161">
                  <c:v>37773</c:v>
                </c:pt>
                <c:pt idx="162">
                  <c:v>37803</c:v>
                </c:pt>
                <c:pt idx="163">
                  <c:v>37834</c:v>
                </c:pt>
                <c:pt idx="164">
                  <c:v>37865</c:v>
                </c:pt>
                <c:pt idx="165">
                  <c:v>37895</c:v>
                </c:pt>
                <c:pt idx="166">
                  <c:v>37926</c:v>
                </c:pt>
                <c:pt idx="167">
                  <c:v>37956</c:v>
                </c:pt>
                <c:pt idx="168">
                  <c:v>37987</c:v>
                </c:pt>
                <c:pt idx="169">
                  <c:v>38018</c:v>
                </c:pt>
                <c:pt idx="170">
                  <c:v>38047</c:v>
                </c:pt>
                <c:pt idx="171">
                  <c:v>38078</c:v>
                </c:pt>
                <c:pt idx="172">
                  <c:v>38108</c:v>
                </c:pt>
                <c:pt idx="173">
                  <c:v>38139</c:v>
                </c:pt>
                <c:pt idx="174">
                  <c:v>38169</c:v>
                </c:pt>
                <c:pt idx="175">
                  <c:v>38200</c:v>
                </c:pt>
                <c:pt idx="176">
                  <c:v>38231</c:v>
                </c:pt>
                <c:pt idx="177">
                  <c:v>38261</c:v>
                </c:pt>
                <c:pt idx="178">
                  <c:v>38292</c:v>
                </c:pt>
                <c:pt idx="179">
                  <c:v>38322</c:v>
                </c:pt>
                <c:pt idx="180">
                  <c:v>38353</c:v>
                </c:pt>
                <c:pt idx="181">
                  <c:v>38384</c:v>
                </c:pt>
                <c:pt idx="182">
                  <c:v>38412</c:v>
                </c:pt>
                <c:pt idx="183">
                  <c:v>38443</c:v>
                </c:pt>
                <c:pt idx="184">
                  <c:v>38473</c:v>
                </c:pt>
                <c:pt idx="185">
                  <c:v>38504</c:v>
                </c:pt>
                <c:pt idx="186">
                  <c:v>38534</c:v>
                </c:pt>
                <c:pt idx="187">
                  <c:v>38565</c:v>
                </c:pt>
                <c:pt idx="188">
                  <c:v>38596</c:v>
                </c:pt>
                <c:pt idx="189">
                  <c:v>38626</c:v>
                </c:pt>
                <c:pt idx="190">
                  <c:v>38657</c:v>
                </c:pt>
                <c:pt idx="191">
                  <c:v>38687</c:v>
                </c:pt>
                <c:pt idx="192">
                  <c:v>38718</c:v>
                </c:pt>
                <c:pt idx="193">
                  <c:v>38749</c:v>
                </c:pt>
                <c:pt idx="194">
                  <c:v>38777</c:v>
                </c:pt>
                <c:pt idx="195">
                  <c:v>38808</c:v>
                </c:pt>
                <c:pt idx="196">
                  <c:v>38838</c:v>
                </c:pt>
                <c:pt idx="197">
                  <c:v>38869</c:v>
                </c:pt>
                <c:pt idx="198">
                  <c:v>38899</c:v>
                </c:pt>
                <c:pt idx="199">
                  <c:v>38930</c:v>
                </c:pt>
                <c:pt idx="200">
                  <c:v>38961</c:v>
                </c:pt>
                <c:pt idx="201">
                  <c:v>38991</c:v>
                </c:pt>
                <c:pt idx="202">
                  <c:v>39022</c:v>
                </c:pt>
                <c:pt idx="203">
                  <c:v>39052</c:v>
                </c:pt>
                <c:pt idx="204">
                  <c:v>39083</c:v>
                </c:pt>
                <c:pt idx="205">
                  <c:v>39114</c:v>
                </c:pt>
                <c:pt idx="206">
                  <c:v>39142</c:v>
                </c:pt>
                <c:pt idx="207">
                  <c:v>39173</c:v>
                </c:pt>
                <c:pt idx="208">
                  <c:v>39203</c:v>
                </c:pt>
                <c:pt idx="209">
                  <c:v>39234</c:v>
                </c:pt>
                <c:pt idx="210">
                  <c:v>39264</c:v>
                </c:pt>
                <c:pt idx="211">
                  <c:v>39295</c:v>
                </c:pt>
                <c:pt idx="212">
                  <c:v>39326</c:v>
                </c:pt>
                <c:pt idx="213">
                  <c:v>39356</c:v>
                </c:pt>
                <c:pt idx="214">
                  <c:v>39387</c:v>
                </c:pt>
                <c:pt idx="215">
                  <c:v>39417</c:v>
                </c:pt>
                <c:pt idx="216">
                  <c:v>39448</c:v>
                </c:pt>
                <c:pt idx="217">
                  <c:v>39479</c:v>
                </c:pt>
                <c:pt idx="218">
                  <c:v>39508</c:v>
                </c:pt>
                <c:pt idx="219">
                  <c:v>39539</c:v>
                </c:pt>
                <c:pt idx="220">
                  <c:v>39569</c:v>
                </c:pt>
                <c:pt idx="221">
                  <c:v>39600</c:v>
                </c:pt>
                <c:pt idx="222">
                  <c:v>39630</c:v>
                </c:pt>
                <c:pt idx="223">
                  <c:v>39661</c:v>
                </c:pt>
                <c:pt idx="224">
                  <c:v>39692</c:v>
                </c:pt>
                <c:pt idx="225">
                  <c:v>39722</c:v>
                </c:pt>
                <c:pt idx="226">
                  <c:v>39753</c:v>
                </c:pt>
                <c:pt idx="227">
                  <c:v>39783</c:v>
                </c:pt>
                <c:pt idx="228">
                  <c:v>39814</c:v>
                </c:pt>
                <c:pt idx="229">
                  <c:v>39845</c:v>
                </c:pt>
                <c:pt idx="230">
                  <c:v>39873</c:v>
                </c:pt>
                <c:pt idx="231">
                  <c:v>39904</c:v>
                </c:pt>
                <c:pt idx="232">
                  <c:v>39934</c:v>
                </c:pt>
                <c:pt idx="233">
                  <c:v>39965</c:v>
                </c:pt>
                <c:pt idx="234">
                  <c:v>39995</c:v>
                </c:pt>
                <c:pt idx="235">
                  <c:v>40026</c:v>
                </c:pt>
                <c:pt idx="236">
                  <c:v>40057</c:v>
                </c:pt>
                <c:pt idx="237">
                  <c:v>40087</c:v>
                </c:pt>
                <c:pt idx="238">
                  <c:v>40118</c:v>
                </c:pt>
                <c:pt idx="239">
                  <c:v>40148</c:v>
                </c:pt>
                <c:pt idx="240">
                  <c:v>40179</c:v>
                </c:pt>
                <c:pt idx="241">
                  <c:v>40210</c:v>
                </c:pt>
                <c:pt idx="242">
                  <c:v>40238</c:v>
                </c:pt>
                <c:pt idx="243">
                  <c:v>40269</c:v>
                </c:pt>
                <c:pt idx="244">
                  <c:v>40299</c:v>
                </c:pt>
                <c:pt idx="245">
                  <c:v>40330</c:v>
                </c:pt>
                <c:pt idx="246">
                  <c:v>40360</c:v>
                </c:pt>
                <c:pt idx="247">
                  <c:v>40391</c:v>
                </c:pt>
                <c:pt idx="248">
                  <c:v>40422</c:v>
                </c:pt>
                <c:pt idx="249">
                  <c:v>40452</c:v>
                </c:pt>
                <c:pt idx="250">
                  <c:v>40483</c:v>
                </c:pt>
                <c:pt idx="251">
                  <c:v>40513</c:v>
                </c:pt>
                <c:pt idx="252">
                  <c:v>40544</c:v>
                </c:pt>
                <c:pt idx="253">
                  <c:v>40575</c:v>
                </c:pt>
                <c:pt idx="254">
                  <c:v>40603</c:v>
                </c:pt>
                <c:pt idx="255">
                  <c:v>40634</c:v>
                </c:pt>
                <c:pt idx="256">
                  <c:v>40664</c:v>
                </c:pt>
                <c:pt idx="257">
                  <c:v>40695</c:v>
                </c:pt>
                <c:pt idx="258">
                  <c:v>40725</c:v>
                </c:pt>
                <c:pt idx="259">
                  <c:v>40756</c:v>
                </c:pt>
                <c:pt idx="260">
                  <c:v>40787</c:v>
                </c:pt>
                <c:pt idx="261">
                  <c:v>40817</c:v>
                </c:pt>
                <c:pt idx="262">
                  <c:v>40848</c:v>
                </c:pt>
                <c:pt idx="263">
                  <c:v>40878</c:v>
                </c:pt>
                <c:pt idx="264">
                  <c:v>40909</c:v>
                </c:pt>
                <c:pt idx="265">
                  <c:v>40940</c:v>
                </c:pt>
                <c:pt idx="266">
                  <c:v>40969</c:v>
                </c:pt>
                <c:pt idx="267">
                  <c:v>41000</c:v>
                </c:pt>
                <c:pt idx="268">
                  <c:v>41030</c:v>
                </c:pt>
                <c:pt idx="269">
                  <c:v>41061</c:v>
                </c:pt>
                <c:pt idx="270">
                  <c:v>41091</c:v>
                </c:pt>
                <c:pt idx="271">
                  <c:v>41122</c:v>
                </c:pt>
                <c:pt idx="272">
                  <c:v>41153</c:v>
                </c:pt>
                <c:pt idx="273">
                  <c:v>41183</c:v>
                </c:pt>
                <c:pt idx="274">
                  <c:v>41214</c:v>
                </c:pt>
                <c:pt idx="275">
                  <c:v>41244</c:v>
                </c:pt>
                <c:pt idx="276">
                  <c:v>41275</c:v>
                </c:pt>
                <c:pt idx="277">
                  <c:v>41306</c:v>
                </c:pt>
                <c:pt idx="278">
                  <c:v>41334</c:v>
                </c:pt>
                <c:pt idx="279">
                  <c:v>41365</c:v>
                </c:pt>
                <c:pt idx="280">
                  <c:v>41395</c:v>
                </c:pt>
                <c:pt idx="281">
                  <c:v>41426</c:v>
                </c:pt>
                <c:pt idx="282">
                  <c:v>41456</c:v>
                </c:pt>
                <c:pt idx="283">
                  <c:v>41487</c:v>
                </c:pt>
                <c:pt idx="284">
                  <c:v>41518</c:v>
                </c:pt>
                <c:pt idx="285">
                  <c:v>41548</c:v>
                </c:pt>
                <c:pt idx="286">
                  <c:v>41579</c:v>
                </c:pt>
                <c:pt idx="287">
                  <c:v>41609</c:v>
                </c:pt>
                <c:pt idx="288">
                  <c:v>41640</c:v>
                </c:pt>
                <c:pt idx="289">
                  <c:v>41671</c:v>
                </c:pt>
                <c:pt idx="290">
                  <c:v>41699</c:v>
                </c:pt>
                <c:pt idx="291">
                  <c:v>41730</c:v>
                </c:pt>
                <c:pt idx="292">
                  <c:v>41760</c:v>
                </c:pt>
                <c:pt idx="293">
                  <c:v>41791</c:v>
                </c:pt>
                <c:pt idx="294">
                  <c:v>41821</c:v>
                </c:pt>
                <c:pt idx="295">
                  <c:v>41852</c:v>
                </c:pt>
                <c:pt idx="296">
                  <c:v>41883</c:v>
                </c:pt>
                <c:pt idx="297">
                  <c:v>41913</c:v>
                </c:pt>
                <c:pt idx="298">
                  <c:v>41944</c:v>
                </c:pt>
                <c:pt idx="299">
                  <c:v>41974</c:v>
                </c:pt>
                <c:pt idx="300">
                  <c:v>42005</c:v>
                </c:pt>
                <c:pt idx="301">
                  <c:v>42036</c:v>
                </c:pt>
                <c:pt idx="302">
                  <c:v>42064</c:v>
                </c:pt>
                <c:pt idx="303">
                  <c:v>42095</c:v>
                </c:pt>
                <c:pt idx="304">
                  <c:v>42125</c:v>
                </c:pt>
                <c:pt idx="305">
                  <c:v>42156</c:v>
                </c:pt>
                <c:pt idx="306">
                  <c:v>42186</c:v>
                </c:pt>
                <c:pt idx="307">
                  <c:v>42217</c:v>
                </c:pt>
                <c:pt idx="308">
                  <c:v>42248</c:v>
                </c:pt>
                <c:pt idx="309">
                  <c:v>42278</c:v>
                </c:pt>
                <c:pt idx="310">
                  <c:v>42309</c:v>
                </c:pt>
                <c:pt idx="311">
                  <c:v>42339</c:v>
                </c:pt>
                <c:pt idx="312">
                  <c:v>42370</c:v>
                </c:pt>
                <c:pt idx="313">
                  <c:v>42401</c:v>
                </c:pt>
                <c:pt idx="314">
                  <c:v>42430</c:v>
                </c:pt>
                <c:pt idx="315">
                  <c:v>42461</c:v>
                </c:pt>
                <c:pt idx="316">
                  <c:v>42491</c:v>
                </c:pt>
                <c:pt idx="317">
                  <c:v>42522</c:v>
                </c:pt>
                <c:pt idx="318">
                  <c:v>42552</c:v>
                </c:pt>
                <c:pt idx="319">
                  <c:v>42583</c:v>
                </c:pt>
                <c:pt idx="320">
                  <c:v>42614</c:v>
                </c:pt>
              </c:numCache>
            </c:numRef>
          </c:cat>
          <c:val>
            <c:numRef>
              <c:f>Sheet1!$C$2:$C$322</c:f>
              <c:numCache>
                <c:formatCode>0.00</c:formatCode>
                <c:ptCount val="321"/>
                <c:pt idx="0">
                  <c:v>1.11175537938845</c:v>
                </c:pt>
                <c:pt idx="1">
                  <c:v>1.10804416403785</c:v>
                </c:pt>
                <c:pt idx="2">
                  <c:v>1.1043712172158699</c:v>
                </c:pt>
                <c:pt idx="3">
                  <c:v>1.0985837081904399</c:v>
                </c:pt>
                <c:pt idx="4">
                  <c:v>1.0928719968142899</c:v>
                </c:pt>
                <c:pt idx="5">
                  <c:v>1.0872346037188401</c:v>
                </c:pt>
                <c:pt idx="6">
                  <c:v>1.0856861241923099</c:v>
                </c:pt>
                <c:pt idx="7">
                  <c:v>1.0841482580983099</c:v>
                </c:pt>
                <c:pt idx="8">
                  <c:v>1.0826208966912401</c:v>
                </c:pt>
                <c:pt idx="9">
                  <c:v>1.07785392088828</c:v>
                </c:pt>
                <c:pt idx="10">
                  <c:v>1.0731164198465</c:v>
                </c:pt>
                <c:pt idx="11">
                  <c:v>1.0684081210396901</c:v>
                </c:pt>
                <c:pt idx="12">
                  <c:v>1.06735517670803</c:v>
                </c:pt>
                <c:pt idx="13">
                  <c:v>1.0663101604278</c:v>
                </c:pt>
                <c:pt idx="14">
                  <c:v>1.0652729829945</c:v>
                </c:pt>
                <c:pt idx="15">
                  <c:v>1.0627001802948299</c:v>
                </c:pt>
                <c:pt idx="16">
                  <c:v>1.0601511696647199</c:v>
                </c:pt>
                <c:pt idx="17">
                  <c:v>1.0576256225963001</c:v>
                </c:pt>
                <c:pt idx="18">
                  <c:v>1.05081597729454</c:v>
                </c:pt>
                <c:pt idx="19">
                  <c:v>1.04410088491907</c:v>
                </c:pt>
                <c:pt idx="20">
                  <c:v>1.0374783897258499</c:v>
                </c:pt>
                <c:pt idx="21">
                  <c:v>1.03946801305338</c:v>
                </c:pt>
                <c:pt idx="22">
                  <c:v>1.04144664128699</c:v>
                </c:pt>
                <c:pt idx="23">
                  <c:v>1.0434143653174901</c:v>
                </c:pt>
                <c:pt idx="24">
                  <c:v>1.04416917936598</c:v>
                </c:pt>
                <c:pt idx="25">
                  <c:v>1.0449211997966401</c:v>
                </c:pt>
                <c:pt idx="26">
                  <c:v>1.0456704420898699</c:v>
                </c:pt>
                <c:pt idx="27">
                  <c:v>1.0441894877668101</c:v>
                </c:pt>
                <c:pt idx="28">
                  <c:v>1.0427125506072901</c:v>
                </c:pt>
                <c:pt idx="29">
                  <c:v>1.04123961428831</c:v>
                </c:pt>
                <c:pt idx="30">
                  <c:v>1.0430730122864</c:v>
                </c:pt>
                <c:pt idx="31">
                  <c:v>1.0448990275233001</c:v>
                </c:pt>
                <c:pt idx="32">
                  <c:v>1.0467177045029801</c:v>
                </c:pt>
                <c:pt idx="33">
                  <c:v>1.0498772685203701</c:v>
                </c:pt>
                <c:pt idx="34">
                  <c:v>1.0530451074803</c:v>
                </c:pt>
                <c:pt idx="35">
                  <c:v>1.0562212539336699</c:v>
                </c:pt>
                <c:pt idx="36">
                  <c:v>1.0533885860272301</c:v>
                </c:pt>
                <c:pt idx="37">
                  <c:v>1.0505717151454399</c:v>
                </c:pt>
                <c:pt idx="38">
                  <c:v>1.0477705095120899</c:v>
                </c:pt>
                <c:pt idx="39">
                  <c:v>1.0487415420849799</c:v>
                </c:pt>
                <c:pt idx="40">
                  <c:v>1.0497082428853</c:v>
                </c:pt>
                <c:pt idx="41">
                  <c:v>1.0506706408345701</c:v>
                </c:pt>
                <c:pt idx="42">
                  <c:v>1.0529064802494299</c:v>
                </c:pt>
                <c:pt idx="43">
                  <c:v>1.0551398344614</c:v>
                </c:pt>
                <c:pt idx="44">
                  <c:v>1.05737070761173</c:v>
                </c:pt>
                <c:pt idx="45">
                  <c:v>1.05530545354025</c:v>
                </c:pt>
                <c:pt idx="46">
                  <c:v>1.0532594383192699</c:v>
                </c:pt>
                <c:pt idx="47">
                  <c:v>1.0512323943661901</c:v>
                </c:pt>
                <c:pt idx="48">
                  <c:v>1.0507687504877801</c:v>
                </c:pt>
                <c:pt idx="49">
                  <c:v>1.05030748871243</c:v>
                </c:pt>
                <c:pt idx="50">
                  <c:v>1.04984859072909</c:v>
                </c:pt>
                <c:pt idx="51">
                  <c:v>1.05204511482538</c:v>
                </c:pt>
                <c:pt idx="52">
                  <c:v>1.0542418947777099</c:v>
                </c:pt>
                <c:pt idx="53">
                  <c:v>1.05643893063078</c:v>
                </c:pt>
                <c:pt idx="54">
                  <c:v>1.05390507137054</c:v>
                </c:pt>
                <c:pt idx="55">
                  <c:v>1.05139025377189</c:v>
                </c:pt>
                <c:pt idx="56">
                  <c:v>1.0488942639944701</c:v>
                </c:pt>
                <c:pt idx="57">
                  <c:v>1.0467794791207601</c:v>
                </c:pt>
                <c:pt idx="58">
                  <c:v>1.0446718959250001</c:v>
                </c:pt>
                <c:pt idx="59">
                  <c:v>1.04257147768291</c:v>
                </c:pt>
                <c:pt idx="60">
                  <c:v>1.0443234985200001</c:v>
                </c:pt>
                <c:pt idx="61">
                  <c:v>1.04607511790876</c:v>
                </c:pt>
                <c:pt idx="62">
                  <c:v>1.04782633598716</c:v>
                </c:pt>
                <c:pt idx="63">
                  <c:v>1.0501874655044401</c:v>
                </c:pt>
                <c:pt idx="64">
                  <c:v>1.05253372289362</c:v>
                </c:pt>
                <c:pt idx="65">
                  <c:v>1.05486524822695</c:v>
                </c:pt>
                <c:pt idx="66">
                  <c:v>1.0574155459569501</c:v>
                </c:pt>
                <c:pt idx="67">
                  <c:v>1.0599522188152499</c:v>
                </c:pt>
                <c:pt idx="68">
                  <c:v>1.06247537569651</c:v>
                </c:pt>
                <c:pt idx="69">
                  <c:v>1.0623608434523899</c:v>
                </c:pt>
                <c:pt idx="70">
                  <c:v>1.06224693523407</c:v>
                </c:pt>
                <c:pt idx="71">
                  <c:v>1.06213364595545</c:v>
                </c:pt>
                <c:pt idx="72">
                  <c:v>1.06385783785791</c:v>
                </c:pt>
                <c:pt idx="73">
                  <c:v>1.06557468176175</c:v>
                </c:pt>
                <c:pt idx="74">
                  <c:v>1.0672842245395999</c:v>
                </c:pt>
                <c:pt idx="75">
                  <c:v>1.0657083810015799</c:v>
                </c:pt>
                <c:pt idx="76">
                  <c:v>1.0641389216263899</c:v>
                </c:pt>
                <c:pt idx="77">
                  <c:v>1.0625758076965399</c:v>
                </c:pt>
                <c:pt idx="78">
                  <c:v>1.0627282570794001</c:v>
                </c:pt>
                <c:pt idx="79">
                  <c:v>1.06288028736895</c:v>
                </c:pt>
                <c:pt idx="80">
                  <c:v>1.063031900291</c:v>
                </c:pt>
                <c:pt idx="81">
                  <c:v>1.06609058621067</c:v>
                </c:pt>
                <c:pt idx="82">
                  <c:v>1.06915117663217</c:v>
                </c:pt>
                <c:pt idx="83">
                  <c:v>1.07221367333479</c:v>
                </c:pt>
                <c:pt idx="84">
                  <c:v>1.0732728669129199</c:v>
                </c:pt>
                <c:pt idx="85">
                  <c:v>1.07432827102803</c:v>
                </c:pt>
                <c:pt idx="86">
                  <c:v>1.0753799059800999</c:v>
                </c:pt>
                <c:pt idx="87">
                  <c:v>1.0725625226531299</c:v>
                </c:pt>
                <c:pt idx="88">
                  <c:v>1.0697754064674301</c:v>
                </c:pt>
                <c:pt idx="89">
                  <c:v>1.06701807228915</c:v>
                </c:pt>
                <c:pt idx="90">
                  <c:v>1.0664811544567501</c:v>
                </c:pt>
                <c:pt idx="91">
                  <c:v>1.06594966812195</c:v>
                </c:pt>
                <c:pt idx="92">
                  <c:v>1.06542353128145</c:v>
                </c:pt>
                <c:pt idx="93">
                  <c:v>1.06720676294469</c:v>
                </c:pt>
                <c:pt idx="94">
                  <c:v>1.0689806601205001</c:v>
                </c:pt>
                <c:pt idx="95">
                  <c:v>1.0707452959108501</c:v>
                </c:pt>
                <c:pt idx="96">
                  <c:v>1.0720332326811299</c:v>
                </c:pt>
                <c:pt idx="97">
                  <c:v>1.0733115392640999</c:v>
                </c:pt>
                <c:pt idx="98">
                  <c:v>1.07458032326802</c:v>
                </c:pt>
                <c:pt idx="99">
                  <c:v>1.07720543675872</c:v>
                </c:pt>
                <c:pt idx="100">
                  <c:v>1.0798276428954601</c:v>
                </c:pt>
                <c:pt idx="101">
                  <c:v>1.08244694650547</c:v>
                </c:pt>
                <c:pt idx="102">
                  <c:v>1.0858272747681601</c:v>
                </c:pt>
                <c:pt idx="103">
                  <c:v>1.08919734459867</c:v>
                </c:pt>
                <c:pt idx="104">
                  <c:v>1.0925572026238299</c:v>
                </c:pt>
                <c:pt idx="105">
                  <c:v>1.0940719879104199</c:v>
                </c:pt>
                <c:pt idx="106">
                  <c:v>1.0955790411263899</c:v>
                </c:pt>
                <c:pt idx="107">
                  <c:v>1.0970784213223901</c:v>
                </c:pt>
                <c:pt idx="108">
                  <c:v>1.0978822006031299</c:v>
                </c:pt>
                <c:pt idx="109">
                  <c:v>1.09868152779665</c:v>
                </c:pt>
                <c:pt idx="110">
                  <c:v>1.0994764397905701</c:v>
                </c:pt>
                <c:pt idx="111">
                  <c:v>1.10131116517977</c:v>
                </c:pt>
                <c:pt idx="112">
                  <c:v>1.1031356888911299</c:v>
                </c:pt>
                <c:pt idx="113">
                  <c:v>1.1049500957757801</c:v>
                </c:pt>
                <c:pt idx="114">
                  <c:v>1.1050712517562</c:v>
                </c:pt>
                <c:pt idx="115">
                  <c:v>1.1051913023209301</c:v>
                </c:pt>
                <c:pt idx="116">
                  <c:v>1.1053102625298299</c:v>
                </c:pt>
                <c:pt idx="117">
                  <c:v>1.10436332431183</c:v>
                </c:pt>
                <c:pt idx="118">
                  <c:v>1.10342447745497</c:v>
                </c:pt>
                <c:pt idx="119">
                  <c:v>1.10249361869232</c:v>
                </c:pt>
                <c:pt idx="120">
                  <c:v>1.1040214913708899</c:v>
                </c:pt>
                <c:pt idx="121">
                  <c:v>1.1055343140431599</c:v>
                </c:pt>
                <c:pt idx="122">
                  <c:v>1.10703230798994</c:v>
                </c:pt>
                <c:pt idx="123">
                  <c:v>1.1097180698878</c:v>
                </c:pt>
                <c:pt idx="124">
                  <c:v>1.1123878205128099</c:v>
                </c:pt>
                <c:pt idx="125">
                  <c:v>1.1150417026171899</c:v>
                </c:pt>
                <c:pt idx="126">
                  <c:v>1.11660861682332</c:v>
                </c:pt>
                <c:pt idx="127">
                  <c:v>1.11816109422492</c:v>
                </c:pt>
                <c:pt idx="128">
                  <c:v>1.11969933342788</c:v>
                </c:pt>
                <c:pt idx="129">
                  <c:v>1.1210171087741301</c:v>
                </c:pt>
                <c:pt idx="130">
                  <c:v>1.1223245415174801</c:v>
                </c:pt>
                <c:pt idx="131">
                  <c:v>1.1236217529433701</c:v>
                </c:pt>
                <c:pt idx="132">
                  <c:v>1.12888357801297</c:v>
                </c:pt>
                <c:pt idx="133">
                  <c:v>1.134108623036</c:v>
                </c:pt>
                <c:pt idx="134">
                  <c:v>1.1392972723069801</c:v>
                </c:pt>
                <c:pt idx="135">
                  <c:v>1.14056459036514</c:v>
                </c:pt>
                <c:pt idx="136">
                  <c:v>1.14182068122804</c:v>
                </c:pt>
                <c:pt idx="137">
                  <c:v>1.14306569343065</c:v>
                </c:pt>
                <c:pt idx="138">
                  <c:v>1.1435749962161299</c:v>
                </c:pt>
                <c:pt idx="139">
                  <c:v>1.1440795420307299</c:v>
                </c:pt>
                <c:pt idx="140">
                  <c:v>1.1445793972109699</c:v>
                </c:pt>
                <c:pt idx="141">
                  <c:v>1.14535265989241</c:v>
                </c:pt>
                <c:pt idx="142">
                  <c:v>1.14612062546537</c:v>
                </c:pt>
                <c:pt idx="143">
                  <c:v>1.14688334817453</c:v>
                </c:pt>
                <c:pt idx="144">
                  <c:v>1.1450987332064999</c:v>
                </c:pt>
                <c:pt idx="145">
                  <c:v>1.14333655734341</c:v>
                </c:pt>
                <c:pt idx="146">
                  <c:v>1.1415964000174701</c:v>
                </c:pt>
                <c:pt idx="147">
                  <c:v>1.1418453070683601</c:v>
                </c:pt>
                <c:pt idx="148">
                  <c:v>1.1420915390488799</c:v>
                </c:pt>
                <c:pt idx="149">
                  <c:v>1.14233513885306</c:v>
                </c:pt>
                <c:pt idx="150">
                  <c:v>1.14297312310387</c:v>
                </c:pt>
                <c:pt idx="151">
                  <c:v>1.14360346585117</c:v>
                </c:pt>
                <c:pt idx="152">
                  <c:v>1.1442263035676501</c:v>
                </c:pt>
                <c:pt idx="153">
                  <c:v>1.14376925231027</c:v>
                </c:pt>
                <c:pt idx="154">
                  <c:v>1.1433168489238601</c:v>
                </c:pt>
                <c:pt idx="155">
                  <c:v>1.1428690228690199</c:v>
                </c:pt>
                <c:pt idx="156">
                  <c:v>1.1381576234139299</c:v>
                </c:pt>
                <c:pt idx="157">
                  <c:v>1.1335224173666401</c:v>
                </c:pt>
                <c:pt idx="158">
                  <c:v>1.12896157123726</c:v>
                </c:pt>
                <c:pt idx="159">
                  <c:v>1.12723628635226</c:v>
                </c:pt>
                <c:pt idx="160">
                  <c:v>1.1255300648786</c:v>
                </c:pt>
                <c:pt idx="161">
                  <c:v>1.1238425925925899</c:v>
                </c:pt>
                <c:pt idx="162">
                  <c:v>1.1237757424956301</c:v>
                </c:pt>
                <c:pt idx="163">
                  <c:v>1.1237095754766599</c:v>
                </c:pt>
                <c:pt idx="164">
                  <c:v>1.12364408111932</c:v>
                </c:pt>
                <c:pt idx="165">
                  <c:v>1.1295549727973599</c:v>
                </c:pt>
                <c:pt idx="166">
                  <c:v>1.1354174787557401</c:v>
                </c:pt>
                <c:pt idx="167">
                  <c:v>1.14123219069063</c:v>
                </c:pt>
                <c:pt idx="168">
                  <c:v>1.1416907067793101</c:v>
                </c:pt>
                <c:pt idx="169">
                  <c:v>1.14214486214896</c:v>
                </c:pt>
                <c:pt idx="170">
                  <c:v>1.1425947187141201</c:v>
                </c:pt>
                <c:pt idx="171">
                  <c:v>1.1453579084901</c:v>
                </c:pt>
                <c:pt idx="172">
                  <c:v>1.1480902164589499</c:v>
                </c:pt>
                <c:pt idx="173">
                  <c:v>1.15079215745305</c:v>
                </c:pt>
                <c:pt idx="174">
                  <c:v>1.1578002915996799</c:v>
                </c:pt>
                <c:pt idx="175">
                  <c:v>1.16471680594243</c:v>
                </c:pt>
                <c:pt idx="176">
                  <c:v>1.17154348548024</c:v>
                </c:pt>
                <c:pt idx="177">
                  <c:v>1.1742850847125601</c:v>
                </c:pt>
                <c:pt idx="178">
                  <c:v>1.17700096255772</c:v>
                </c:pt>
                <c:pt idx="179">
                  <c:v>1.17969147929855</c:v>
                </c:pt>
                <c:pt idx="180">
                  <c:v>1.18392859299699</c:v>
                </c:pt>
                <c:pt idx="181">
                  <c:v>1.1881315561543599</c:v>
                </c:pt>
                <c:pt idx="182">
                  <c:v>1.1923007799863401</c:v>
                </c:pt>
                <c:pt idx="183">
                  <c:v>1.2001408097755399</c:v>
                </c:pt>
                <c:pt idx="184">
                  <c:v>1.20791785022403</c:v>
                </c:pt>
                <c:pt idx="185">
                  <c:v>1.2156326574097001</c:v>
                </c:pt>
                <c:pt idx="186">
                  <c:v>1.2216163376831399</c:v>
                </c:pt>
                <c:pt idx="187">
                  <c:v>1.22753957744993</c:v>
                </c:pt>
                <c:pt idx="188">
                  <c:v>1.23340328786288</c:v>
                </c:pt>
                <c:pt idx="189">
                  <c:v>1.23111218914954</c:v>
                </c:pt>
                <c:pt idx="190">
                  <c:v>1.2288634074887801</c:v>
                </c:pt>
                <c:pt idx="191">
                  <c:v>1.2266557812021599</c:v>
                </c:pt>
                <c:pt idx="192">
                  <c:v>1.2268020304568501</c:v>
                </c:pt>
                <c:pt idx="193">
                  <c:v>1.22694677305322</c:v>
                </c:pt>
                <c:pt idx="194">
                  <c:v>1.2270900321543401</c:v>
                </c:pt>
                <c:pt idx="195">
                  <c:v>1.221381739246</c:v>
                </c:pt>
                <c:pt idx="196">
                  <c:v>1.21576426122879</c:v>
                </c:pt>
                <c:pt idx="197">
                  <c:v>1.21023544800523</c:v>
                </c:pt>
                <c:pt idx="198">
                  <c:v>1.1983424819717901</c:v>
                </c:pt>
                <c:pt idx="199">
                  <c:v>1.18674532312925</c:v>
                </c:pt>
                <c:pt idx="200">
                  <c:v>1.17543307086614</c:v>
                </c:pt>
                <c:pt idx="201">
                  <c:v>1.1711024237685601</c:v>
                </c:pt>
                <c:pt idx="202">
                  <c:v>1.1668322981366399</c:v>
                </c:pt>
                <c:pt idx="203">
                  <c:v>1.16262143407864</c:v>
                </c:pt>
                <c:pt idx="204">
                  <c:v>1.1552014364268799</c:v>
                </c:pt>
                <c:pt idx="205">
                  <c:v>1.14789352719025</c:v>
                </c:pt>
                <c:pt idx="206">
                  <c:v>1.14069518555364</c:v>
                </c:pt>
                <c:pt idx="207">
                  <c:v>1.12843407276306</c:v>
                </c:pt>
                <c:pt idx="208">
                  <c:v>1.1164287190184301</c:v>
                </c:pt>
                <c:pt idx="209">
                  <c:v>1.1046712044637901</c:v>
                </c:pt>
                <c:pt idx="210">
                  <c:v>1.0896505181971501</c:v>
                </c:pt>
                <c:pt idx="211">
                  <c:v>1.0749257806160899</c:v>
                </c:pt>
                <c:pt idx="212">
                  <c:v>1.0604883305447601</c:v>
                </c:pt>
                <c:pt idx="213">
                  <c:v>1.0515452310810001</c:v>
                </c:pt>
                <c:pt idx="214">
                  <c:v>1.04273488354767</c:v>
                </c:pt>
                <c:pt idx="215">
                  <c:v>1.03405435385468</c:v>
                </c:pt>
                <c:pt idx="216">
                  <c:v>1.0261686711537701</c:v>
                </c:pt>
                <c:pt idx="217">
                  <c:v>1.01836607763509</c:v>
                </c:pt>
                <c:pt idx="218">
                  <c:v>1.0106452669505399</c:v>
                </c:pt>
                <c:pt idx="219">
                  <c:v>0.99888466734977199</c:v>
                </c:pt>
                <c:pt idx="220">
                  <c:v>0.98720335460082997</c:v>
                </c:pt>
                <c:pt idx="221">
                  <c:v>0.97560052960090704</c:v>
                </c:pt>
                <c:pt idx="222">
                  <c:v>0.96275305825504598</c:v>
                </c:pt>
                <c:pt idx="223">
                  <c:v>0.94997716056570303</c:v>
                </c:pt>
                <c:pt idx="224">
                  <c:v>0.93727224008574395</c:v>
                </c:pt>
                <c:pt idx="225">
                  <c:v>0.93132332781427596</c:v>
                </c:pt>
                <c:pt idx="226">
                  <c:v>0.92541431562511101</c:v>
                </c:pt>
                <c:pt idx="227">
                  <c:v>0.91954480343784795</c:v>
                </c:pt>
                <c:pt idx="228">
                  <c:v>0.92067753501598404</c:v>
                </c:pt>
                <c:pt idx="229">
                  <c:v>0.92180746908462197</c:v>
                </c:pt>
                <c:pt idx="230">
                  <c:v>0.92293461599450199</c:v>
                </c:pt>
                <c:pt idx="231">
                  <c:v>0.914970481980793</c:v>
                </c:pt>
                <c:pt idx="232">
                  <c:v>0.90700297886591597</c:v>
                </c:pt>
                <c:pt idx="233">
                  <c:v>0.89903210451155602</c:v>
                </c:pt>
                <c:pt idx="234">
                  <c:v>0.894411806342015</c:v>
                </c:pt>
                <c:pt idx="235">
                  <c:v>0.88975720654316803</c:v>
                </c:pt>
                <c:pt idx="236">
                  <c:v>0.88506792170285498</c:v>
                </c:pt>
                <c:pt idx="237">
                  <c:v>0.88377944325481705</c:v>
                </c:pt>
                <c:pt idx="238">
                  <c:v>0.88248847926267204</c:v>
                </c:pt>
                <c:pt idx="239">
                  <c:v>0.88119502252735404</c:v>
                </c:pt>
                <c:pt idx="240">
                  <c:v>0.87973333811221999</c:v>
                </c:pt>
                <c:pt idx="241">
                  <c:v>0.878264774564397</c:v>
                </c:pt>
                <c:pt idx="242">
                  <c:v>0.87678928320639504</c:v>
                </c:pt>
                <c:pt idx="243">
                  <c:v>0.88148840756004898</c:v>
                </c:pt>
                <c:pt idx="244">
                  <c:v>0.88626668375473805</c:v>
                </c:pt>
                <c:pt idx="245">
                  <c:v>0.89112612862128104</c:v>
                </c:pt>
                <c:pt idx="246">
                  <c:v>0.90338741125653899</c:v>
                </c:pt>
                <c:pt idx="247">
                  <c:v>0.91590926233217396</c:v>
                </c:pt>
                <c:pt idx="248">
                  <c:v>0.92870007718917003</c:v>
                </c:pt>
                <c:pt idx="249">
                  <c:v>0.92926029649312303</c:v>
                </c:pt>
                <c:pt idx="250">
                  <c:v>0.92982388863856402</c:v>
                </c:pt>
                <c:pt idx="251">
                  <c:v>0.93039088417712301</c:v>
                </c:pt>
                <c:pt idx="252">
                  <c:v>0.91957948048958404</c:v>
                </c:pt>
                <c:pt idx="253">
                  <c:v>0.90882124984451096</c:v>
                </c:pt>
                <c:pt idx="254">
                  <c:v>0.89811580092778098</c:v>
                </c:pt>
                <c:pt idx="255">
                  <c:v>0.90100154083204798</c:v>
                </c:pt>
                <c:pt idx="256">
                  <c:v>0.90393921138037603</c:v>
                </c:pt>
                <c:pt idx="257">
                  <c:v>0.90693022708553905</c:v>
                </c:pt>
                <c:pt idx="258">
                  <c:v>0.91736076763280106</c:v>
                </c:pt>
                <c:pt idx="259">
                  <c:v>0.92797828169913499</c:v>
                </c:pt>
                <c:pt idx="260">
                  <c:v>0.938787842165689</c:v>
                </c:pt>
                <c:pt idx="261">
                  <c:v>0.942496012276131</c:v>
                </c:pt>
                <c:pt idx="262">
                  <c:v>0.94622219523549</c:v>
                </c:pt>
                <c:pt idx="263">
                  <c:v>0.94996652261245296</c:v>
                </c:pt>
                <c:pt idx="264">
                  <c:v>0.95049908331635702</c:v>
                </c:pt>
                <c:pt idx="265">
                  <c:v>0.95103593561450495</c:v>
                </c:pt>
                <c:pt idx="266">
                  <c:v>0.95157713159191704</c:v>
                </c:pt>
                <c:pt idx="267">
                  <c:v>0.95323522445238396</c:v>
                </c:pt>
                <c:pt idx="268">
                  <c:v>0.95490321647695298</c:v>
                </c:pt>
                <c:pt idx="269">
                  <c:v>0.956581196581196</c:v>
                </c:pt>
                <c:pt idx="270">
                  <c:v>0.95761862962771704</c:v>
                </c:pt>
                <c:pt idx="271">
                  <c:v>0.95864944155643605</c:v>
                </c:pt>
                <c:pt idx="272">
                  <c:v>0.95967369555179305</c:v>
                </c:pt>
                <c:pt idx="273">
                  <c:v>0.96462734771964898</c:v>
                </c:pt>
                <c:pt idx="274">
                  <c:v>0.96960480054439002</c:v>
                </c:pt>
                <c:pt idx="275">
                  <c:v>0.97460622597048197</c:v>
                </c:pt>
                <c:pt idx="276">
                  <c:v>0.98535486293653696</c:v>
                </c:pt>
                <c:pt idx="277">
                  <c:v>0.99630448515476899</c:v>
                </c:pt>
                <c:pt idx="278">
                  <c:v>1.0074607830633799</c:v>
                </c:pt>
                <c:pt idx="279">
                  <c:v>1.01861906797776</c:v>
                </c:pt>
                <c:pt idx="280">
                  <c:v>1.0299049748462701</c:v>
                </c:pt>
                <c:pt idx="281">
                  <c:v>1.0413207057602401</c:v>
                </c:pt>
                <c:pt idx="282">
                  <c:v>1.04425465838509</c:v>
                </c:pt>
                <c:pt idx="283">
                  <c:v>1.0471734641197701</c:v>
                </c:pt>
                <c:pt idx="284">
                  <c:v>1.0500772399588001</c:v>
                </c:pt>
                <c:pt idx="285">
                  <c:v>1.0517684611923901</c:v>
                </c:pt>
                <c:pt idx="286">
                  <c:v>1.0534545454545401</c:v>
                </c:pt>
                <c:pt idx="287">
                  <c:v>1.0551355161145599</c:v>
                </c:pt>
                <c:pt idx="288">
                  <c:v>1.0619909987141001</c:v>
                </c:pt>
                <c:pt idx="289">
                  <c:v>1.0688939547087</c:v>
                </c:pt>
                <c:pt idx="290">
                  <c:v>1.0758448789330499</c:v>
                </c:pt>
                <c:pt idx="291">
                  <c:v>1.08452712776301</c:v>
                </c:pt>
                <c:pt idx="292">
                  <c:v>1.0932307892004101</c:v>
                </c:pt>
                <c:pt idx="293">
                  <c:v>1.1019559425563701</c:v>
                </c:pt>
                <c:pt idx="294">
                  <c:v>1.10286743376001</c:v>
                </c:pt>
                <c:pt idx="295">
                  <c:v>1.10377115368095</c:v>
                </c:pt>
                <c:pt idx="296">
                  <c:v>1.1046672012830701</c:v>
                </c:pt>
                <c:pt idx="297">
                  <c:v>1.10485908960046</c:v>
                </c:pt>
                <c:pt idx="298">
                  <c:v>1.10504992503269</c:v>
                </c:pt>
                <c:pt idx="299">
                  <c:v>1.1052397162218</c:v>
                </c:pt>
                <c:pt idx="300">
                  <c:v>1.10686610772357</c:v>
                </c:pt>
                <c:pt idx="301">
                  <c:v>1.1084868275053099</c:v>
                </c:pt>
                <c:pt idx="302">
                  <c:v>1.1101019051838701</c:v>
                </c:pt>
                <c:pt idx="303">
                  <c:v>1.1114981847180501</c:v>
                </c:pt>
                <c:pt idx="304">
                  <c:v>1.11287965765577</c:v>
                </c:pt>
                <c:pt idx="305">
                  <c:v>1.11424655827571</c:v>
                </c:pt>
                <c:pt idx="306">
                  <c:v>1.11458075175547</c:v>
                </c:pt>
                <c:pt idx="307">
                  <c:v>1.1149113617222299</c:v>
                </c:pt>
                <c:pt idx="308">
                  <c:v>1.11523844550692</c:v>
                </c:pt>
                <c:pt idx="309">
                  <c:v>1.11478648755995</c:v>
                </c:pt>
                <c:pt idx="310">
                  <c:v>1.1143373469511999</c:v>
                </c:pt>
                <c:pt idx="311">
                  <c:v>1.11389099741915</c:v>
                </c:pt>
                <c:pt idx="312">
                  <c:v>1.1133545229806701</c:v>
                </c:pt>
                <c:pt idx="313">
                  <c:v>1.11282128665559</c:v>
                </c:pt>
                <c:pt idx="314">
                  <c:v>1.1122912592146801</c:v>
                </c:pt>
                <c:pt idx="315">
                  <c:v>1.1074770076743701</c:v>
                </c:pt>
                <c:pt idx="316">
                  <c:v>1.1027276339932901</c:v>
                </c:pt>
                <c:pt idx="317">
                  <c:v>1.09804183548767</c:v>
                </c:pt>
                <c:pt idx="318">
                  <c:v>1.0951381757452801</c:v>
                </c:pt>
                <c:pt idx="319">
                  <c:v>1.0922640068267899</c:v>
                </c:pt>
                <c:pt idx="320">
                  <c:v>1.0894188817199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1394560"/>
        <c:axId val="176017408"/>
      </c:line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HPI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Sheet1!$A$2:$A$322</c:f>
              <c:numCache>
                <c:formatCode>m/d/yyyy</c:formatCode>
                <c:ptCount val="321"/>
                <c:pt idx="0">
                  <c:v>32874</c:v>
                </c:pt>
                <c:pt idx="1">
                  <c:v>32905</c:v>
                </c:pt>
                <c:pt idx="2">
                  <c:v>32933</c:v>
                </c:pt>
                <c:pt idx="3">
                  <c:v>32964</c:v>
                </c:pt>
                <c:pt idx="4">
                  <c:v>32994</c:v>
                </c:pt>
                <c:pt idx="5">
                  <c:v>33025</c:v>
                </c:pt>
                <c:pt idx="6">
                  <c:v>33055</c:v>
                </c:pt>
                <c:pt idx="7">
                  <c:v>33086</c:v>
                </c:pt>
                <c:pt idx="8">
                  <c:v>33117</c:v>
                </c:pt>
                <c:pt idx="9">
                  <c:v>33147</c:v>
                </c:pt>
                <c:pt idx="10">
                  <c:v>33178</c:v>
                </c:pt>
                <c:pt idx="11">
                  <c:v>33208</c:v>
                </c:pt>
                <c:pt idx="12">
                  <c:v>33239</c:v>
                </c:pt>
                <c:pt idx="13">
                  <c:v>33270</c:v>
                </c:pt>
                <c:pt idx="14">
                  <c:v>33298</c:v>
                </c:pt>
                <c:pt idx="15">
                  <c:v>33329</c:v>
                </c:pt>
                <c:pt idx="16">
                  <c:v>33359</c:v>
                </c:pt>
                <c:pt idx="17">
                  <c:v>33390</c:v>
                </c:pt>
                <c:pt idx="18">
                  <c:v>33420</c:v>
                </c:pt>
                <c:pt idx="19">
                  <c:v>33451</c:v>
                </c:pt>
                <c:pt idx="20">
                  <c:v>33482</c:v>
                </c:pt>
                <c:pt idx="21">
                  <c:v>33512</c:v>
                </c:pt>
                <c:pt idx="22">
                  <c:v>33543</c:v>
                </c:pt>
                <c:pt idx="23">
                  <c:v>33573</c:v>
                </c:pt>
                <c:pt idx="24">
                  <c:v>33604</c:v>
                </c:pt>
                <c:pt idx="25">
                  <c:v>33635</c:v>
                </c:pt>
                <c:pt idx="26">
                  <c:v>33664</c:v>
                </c:pt>
                <c:pt idx="27">
                  <c:v>33695</c:v>
                </c:pt>
                <c:pt idx="28">
                  <c:v>33725</c:v>
                </c:pt>
                <c:pt idx="29">
                  <c:v>33756</c:v>
                </c:pt>
                <c:pt idx="30">
                  <c:v>33786</c:v>
                </c:pt>
                <c:pt idx="31">
                  <c:v>33817</c:v>
                </c:pt>
                <c:pt idx="32">
                  <c:v>33848</c:v>
                </c:pt>
                <c:pt idx="33">
                  <c:v>33878</c:v>
                </c:pt>
                <c:pt idx="34">
                  <c:v>33909</c:v>
                </c:pt>
                <c:pt idx="35">
                  <c:v>33939</c:v>
                </c:pt>
                <c:pt idx="36">
                  <c:v>33970</c:v>
                </c:pt>
                <c:pt idx="37">
                  <c:v>34001</c:v>
                </c:pt>
                <c:pt idx="38">
                  <c:v>34029</c:v>
                </c:pt>
                <c:pt idx="39">
                  <c:v>34060</c:v>
                </c:pt>
                <c:pt idx="40">
                  <c:v>34090</c:v>
                </c:pt>
                <c:pt idx="41">
                  <c:v>34121</c:v>
                </c:pt>
                <c:pt idx="42">
                  <c:v>34151</c:v>
                </c:pt>
                <c:pt idx="43">
                  <c:v>34182</c:v>
                </c:pt>
                <c:pt idx="44">
                  <c:v>34213</c:v>
                </c:pt>
                <c:pt idx="45">
                  <c:v>34243</c:v>
                </c:pt>
                <c:pt idx="46">
                  <c:v>34274</c:v>
                </c:pt>
                <c:pt idx="47">
                  <c:v>34304</c:v>
                </c:pt>
                <c:pt idx="48">
                  <c:v>34335</c:v>
                </c:pt>
                <c:pt idx="49">
                  <c:v>34366</c:v>
                </c:pt>
                <c:pt idx="50">
                  <c:v>34394</c:v>
                </c:pt>
                <c:pt idx="51">
                  <c:v>34425</c:v>
                </c:pt>
                <c:pt idx="52">
                  <c:v>34455</c:v>
                </c:pt>
                <c:pt idx="53">
                  <c:v>34486</c:v>
                </c:pt>
                <c:pt idx="54">
                  <c:v>34516</c:v>
                </c:pt>
                <c:pt idx="55">
                  <c:v>34547</c:v>
                </c:pt>
                <c:pt idx="56">
                  <c:v>34578</c:v>
                </c:pt>
                <c:pt idx="57">
                  <c:v>34608</c:v>
                </c:pt>
                <c:pt idx="58">
                  <c:v>34639</c:v>
                </c:pt>
                <c:pt idx="59">
                  <c:v>34669</c:v>
                </c:pt>
                <c:pt idx="60">
                  <c:v>34700</c:v>
                </c:pt>
                <c:pt idx="61">
                  <c:v>34731</c:v>
                </c:pt>
                <c:pt idx="62">
                  <c:v>34759</c:v>
                </c:pt>
                <c:pt idx="63">
                  <c:v>34790</c:v>
                </c:pt>
                <c:pt idx="64">
                  <c:v>34820</c:v>
                </c:pt>
                <c:pt idx="65">
                  <c:v>34851</c:v>
                </c:pt>
                <c:pt idx="66">
                  <c:v>34881</c:v>
                </c:pt>
                <c:pt idx="67">
                  <c:v>34912</c:v>
                </c:pt>
                <c:pt idx="68">
                  <c:v>34943</c:v>
                </c:pt>
                <c:pt idx="69">
                  <c:v>34973</c:v>
                </c:pt>
                <c:pt idx="70">
                  <c:v>35004</c:v>
                </c:pt>
                <c:pt idx="71">
                  <c:v>35034</c:v>
                </c:pt>
                <c:pt idx="72">
                  <c:v>35065</c:v>
                </c:pt>
                <c:pt idx="73">
                  <c:v>35096</c:v>
                </c:pt>
                <c:pt idx="74">
                  <c:v>35125</c:v>
                </c:pt>
                <c:pt idx="75">
                  <c:v>35156</c:v>
                </c:pt>
                <c:pt idx="76">
                  <c:v>35186</c:v>
                </c:pt>
                <c:pt idx="77">
                  <c:v>35217</c:v>
                </c:pt>
                <c:pt idx="78">
                  <c:v>35247</c:v>
                </c:pt>
                <c:pt idx="79">
                  <c:v>35278</c:v>
                </c:pt>
                <c:pt idx="80">
                  <c:v>35309</c:v>
                </c:pt>
                <c:pt idx="81">
                  <c:v>35339</c:v>
                </c:pt>
                <c:pt idx="82">
                  <c:v>35370</c:v>
                </c:pt>
                <c:pt idx="83">
                  <c:v>35400</c:v>
                </c:pt>
                <c:pt idx="84">
                  <c:v>35431</c:v>
                </c:pt>
                <c:pt idx="85">
                  <c:v>35462</c:v>
                </c:pt>
                <c:pt idx="86">
                  <c:v>35490</c:v>
                </c:pt>
                <c:pt idx="87">
                  <c:v>35521</c:v>
                </c:pt>
                <c:pt idx="88">
                  <c:v>35551</c:v>
                </c:pt>
                <c:pt idx="89">
                  <c:v>35582</c:v>
                </c:pt>
                <c:pt idx="90">
                  <c:v>35612</c:v>
                </c:pt>
                <c:pt idx="91">
                  <c:v>35643</c:v>
                </c:pt>
                <c:pt idx="92">
                  <c:v>35674</c:v>
                </c:pt>
                <c:pt idx="93">
                  <c:v>35704</c:v>
                </c:pt>
                <c:pt idx="94">
                  <c:v>35735</c:v>
                </c:pt>
                <c:pt idx="95">
                  <c:v>35765</c:v>
                </c:pt>
                <c:pt idx="96">
                  <c:v>35796</c:v>
                </c:pt>
                <c:pt idx="97">
                  <c:v>35827</c:v>
                </c:pt>
                <c:pt idx="98">
                  <c:v>35855</c:v>
                </c:pt>
                <c:pt idx="99">
                  <c:v>35886</c:v>
                </c:pt>
                <c:pt idx="100">
                  <c:v>35916</c:v>
                </c:pt>
                <c:pt idx="101">
                  <c:v>35947</c:v>
                </c:pt>
                <c:pt idx="102">
                  <c:v>35977</c:v>
                </c:pt>
                <c:pt idx="103">
                  <c:v>36008</c:v>
                </c:pt>
                <c:pt idx="104">
                  <c:v>36039</c:v>
                </c:pt>
                <c:pt idx="105">
                  <c:v>36069</c:v>
                </c:pt>
                <c:pt idx="106">
                  <c:v>36100</c:v>
                </c:pt>
                <c:pt idx="107">
                  <c:v>36130</c:v>
                </c:pt>
                <c:pt idx="108">
                  <c:v>36161</c:v>
                </c:pt>
                <c:pt idx="109">
                  <c:v>36192</c:v>
                </c:pt>
                <c:pt idx="110">
                  <c:v>36220</c:v>
                </c:pt>
                <c:pt idx="111">
                  <c:v>36251</c:v>
                </c:pt>
                <c:pt idx="112">
                  <c:v>36281</c:v>
                </c:pt>
                <c:pt idx="113">
                  <c:v>36312</c:v>
                </c:pt>
                <c:pt idx="114">
                  <c:v>36342</c:v>
                </c:pt>
                <c:pt idx="115">
                  <c:v>36373</c:v>
                </c:pt>
                <c:pt idx="116">
                  <c:v>36404</c:v>
                </c:pt>
                <c:pt idx="117">
                  <c:v>36434</c:v>
                </c:pt>
                <c:pt idx="118">
                  <c:v>36465</c:v>
                </c:pt>
                <c:pt idx="119">
                  <c:v>36495</c:v>
                </c:pt>
                <c:pt idx="120">
                  <c:v>36526</c:v>
                </c:pt>
                <c:pt idx="121">
                  <c:v>36557</c:v>
                </c:pt>
                <c:pt idx="122">
                  <c:v>36586</c:v>
                </c:pt>
                <c:pt idx="123">
                  <c:v>36617</c:v>
                </c:pt>
                <c:pt idx="124">
                  <c:v>36647</c:v>
                </c:pt>
                <c:pt idx="125">
                  <c:v>36678</c:v>
                </c:pt>
                <c:pt idx="126">
                  <c:v>36708</c:v>
                </c:pt>
                <c:pt idx="127">
                  <c:v>36739</c:v>
                </c:pt>
                <c:pt idx="128">
                  <c:v>36770</c:v>
                </c:pt>
                <c:pt idx="129">
                  <c:v>36800</c:v>
                </c:pt>
                <c:pt idx="130">
                  <c:v>36831</c:v>
                </c:pt>
                <c:pt idx="131">
                  <c:v>36861</c:v>
                </c:pt>
                <c:pt idx="132">
                  <c:v>36892</c:v>
                </c:pt>
                <c:pt idx="133">
                  <c:v>36923</c:v>
                </c:pt>
                <c:pt idx="134">
                  <c:v>36951</c:v>
                </c:pt>
                <c:pt idx="135">
                  <c:v>36982</c:v>
                </c:pt>
                <c:pt idx="136">
                  <c:v>37012</c:v>
                </c:pt>
                <c:pt idx="137">
                  <c:v>37043</c:v>
                </c:pt>
                <c:pt idx="138">
                  <c:v>37073</c:v>
                </c:pt>
                <c:pt idx="139">
                  <c:v>37104</c:v>
                </c:pt>
                <c:pt idx="140">
                  <c:v>37135</c:v>
                </c:pt>
                <c:pt idx="141">
                  <c:v>37165</c:v>
                </c:pt>
                <c:pt idx="142">
                  <c:v>37196</c:v>
                </c:pt>
                <c:pt idx="143">
                  <c:v>37226</c:v>
                </c:pt>
                <c:pt idx="144">
                  <c:v>37257</c:v>
                </c:pt>
                <c:pt idx="145">
                  <c:v>37288</c:v>
                </c:pt>
                <c:pt idx="146">
                  <c:v>37316</c:v>
                </c:pt>
                <c:pt idx="147">
                  <c:v>37347</c:v>
                </c:pt>
                <c:pt idx="148">
                  <c:v>37377</c:v>
                </c:pt>
                <c:pt idx="149">
                  <c:v>37408</c:v>
                </c:pt>
                <c:pt idx="150">
                  <c:v>37438</c:v>
                </c:pt>
                <c:pt idx="151">
                  <c:v>37469</c:v>
                </c:pt>
                <c:pt idx="152">
                  <c:v>37500</c:v>
                </c:pt>
                <c:pt idx="153">
                  <c:v>37530</c:v>
                </c:pt>
                <c:pt idx="154">
                  <c:v>37561</c:v>
                </c:pt>
                <c:pt idx="155">
                  <c:v>37591</c:v>
                </c:pt>
                <c:pt idx="156">
                  <c:v>37622</c:v>
                </c:pt>
                <c:pt idx="157">
                  <c:v>37653</c:v>
                </c:pt>
                <c:pt idx="158">
                  <c:v>37681</c:v>
                </c:pt>
                <c:pt idx="159">
                  <c:v>37712</c:v>
                </c:pt>
                <c:pt idx="160">
                  <c:v>37742</c:v>
                </c:pt>
                <c:pt idx="161">
                  <c:v>37773</c:v>
                </c:pt>
                <c:pt idx="162">
                  <c:v>37803</c:v>
                </c:pt>
                <c:pt idx="163">
                  <c:v>37834</c:v>
                </c:pt>
                <c:pt idx="164">
                  <c:v>37865</c:v>
                </c:pt>
                <c:pt idx="165">
                  <c:v>37895</c:v>
                </c:pt>
                <c:pt idx="166">
                  <c:v>37926</c:v>
                </c:pt>
                <c:pt idx="167">
                  <c:v>37956</c:v>
                </c:pt>
                <c:pt idx="168">
                  <c:v>37987</c:v>
                </c:pt>
                <c:pt idx="169">
                  <c:v>38018</c:v>
                </c:pt>
                <c:pt idx="170">
                  <c:v>38047</c:v>
                </c:pt>
                <c:pt idx="171">
                  <c:v>38078</c:v>
                </c:pt>
                <c:pt idx="172">
                  <c:v>38108</c:v>
                </c:pt>
                <c:pt idx="173">
                  <c:v>38139</c:v>
                </c:pt>
                <c:pt idx="174">
                  <c:v>38169</c:v>
                </c:pt>
                <c:pt idx="175">
                  <c:v>38200</c:v>
                </c:pt>
                <c:pt idx="176">
                  <c:v>38231</c:v>
                </c:pt>
                <c:pt idx="177">
                  <c:v>38261</c:v>
                </c:pt>
                <c:pt idx="178">
                  <c:v>38292</c:v>
                </c:pt>
                <c:pt idx="179">
                  <c:v>38322</c:v>
                </c:pt>
                <c:pt idx="180">
                  <c:v>38353</c:v>
                </c:pt>
                <c:pt idx="181">
                  <c:v>38384</c:v>
                </c:pt>
                <c:pt idx="182">
                  <c:v>38412</c:v>
                </c:pt>
                <c:pt idx="183">
                  <c:v>38443</c:v>
                </c:pt>
                <c:pt idx="184">
                  <c:v>38473</c:v>
                </c:pt>
                <c:pt idx="185">
                  <c:v>38504</c:v>
                </c:pt>
                <c:pt idx="186">
                  <c:v>38534</c:v>
                </c:pt>
                <c:pt idx="187">
                  <c:v>38565</c:v>
                </c:pt>
                <c:pt idx="188">
                  <c:v>38596</c:v>
                </c:pt>
                <c:pt idx="189">
                  <c:v>38626</c:v>
                </c:pt>
                <c:pt idx="190">
                  <c:v>38657</c:v>
                </c:pt>
                <c:pt idx="191">
                  <c:v>38687</c:v>
                </c:pt>
                <c:pt idx="192">
                  <c:v>38718</c:v>
                </c:pt>
                <c:pt idx="193">
                  <c:v>38749</c:v>
                </c:pt>
                <c:pt idx="194">
                  <c:v>38777</c:v>
                </c:pt>
                <c:pt idx="195">
                  <c:v>38808</c:v>
                </c:pt>
                <c:pt idx="196">
                  <c:v>38838</c:v>
                </c:pt>
                <c:pt idx="197">
                  <c:v>38869</c:v>
                </c:pt>
                <c:pt idx="198">
                  <c:v>38899</c:v>
                </c:pt>
                <c:pt idx="199">
                  <c:v>38930</c:v>
                </c:pt>
                <c:pt idx="200">
                  <c:v>38961</c:v>
                </c:pt>
                <c:pt idx="201">
                  <c:v>38991</c:v>
                </c:pt>
                <c:pt idx="202">
                  <c:v>39022</c:v>
                </c:pt>
                <c:pt idx="203">
                  <c:v>39052</c:v>
                </c:pt>
                <c:pt idx="204">
                  <c:v>39083</c:v>
                </c:pt>
                <c:pt idx="205">
                  <c:v>39114</c:v>
                </c:pt>
                <c:pt idx="206">
                  <c:v>39142</c:v>
                </c:pt>
                <c:pt idx="207">
                  <c:v>39173</c:v>
                </c:pt>
                <c:pt idx="208">
                  <c:v>39203</c:v>
                </c:pt>
                <c:pt idx="209">
                  <c:v>39234</c:v>
                </c:pt>
                <c:pt idx="210">
                  <c:v>39264</c:v>
                </c:pt>
                <c:pt idx="211">
                  <c:v>39295</c:v>
                </c:pt>
                <c:pt idx="212">
                  <c:v>39326</c:v>
                </c:pt>
                <c:pt idx="213">
                  <c:v>39356</c:v>
                </c:pt>
                <c:pt idx="214">
                  <c:v>39387</c:v>
                </c:pt>
                <c:pt idx="215">
                  <c:v>39417</c:v>
                </c:pt>
                <c:pt idx="216">
                  <c:v>39448</c:v>
                </c:pt>
                <c:pt idx="217">
                  <c:v>39479</c:v>
                </c:pt>
                <c:pt idx="218">
                  <c:v>39508</c:v>
                </c:pt>
                <c:pt idx="219">
                  <c:v>39539</c:v>
                </c:pt>
                <c:pt idx="220">
                  <c:v>39569</c:v>
                </c:pt>
                <c:pt idx="221">
                  <c:v>39600</c:v>
                </c:pt>
                <c:pt idx="222">
                  <c:v>39630</c:v>
                </c:pt>
                <c:pt idx="223">
                  <c:v>39661</c:v>
                </c:pt>
                <c:pt idx="224">
                  <c:v>39692</c:v>
                </c:pt>
                <c:pt idx="225">
                  <c:v>39722</c:v>
                </c:pt>
                <c:pt idx="226">
                  <c:v>39753</c:v>
                </c:pt>
                <c:pt idx="227">
                  <c:v>39783</c:v>
                </c:pt>
                <c:pt idx="228">
                  <c:v>39814</c:v>
                </c:pt>
                <c:pt idx="229">
                  <c:v>39845</c:v>
                </c:pt>
                <c:pt idx="230">
                  <c:v>39873</c:v>
                </c:pt>
                <c:pt idx="231">
                  <c:v>39904</c:v>
                </c:pt>
                <c:pt idx="232">
                  <c:v>39934</c:v>
                </c:pt>
                <c:pt idx="233">
                  <c:v>39965</c:v>
                </c:pt>
                <c:pt idx="234">
                  <c:v>39995</c:v>
                </c:pt>
                <c:pt idx="235">
                  <c:v>40026</c:v>
                </c:pt>
                <c:pt idx="236">
                  <c:v>40057</c:v>
                </c:pt>
                <c:pt idx="237">
                  <c:v>40087</c:v>
                </c:pt>
                <c:pt idx="238">
                  <c:v>40118</c:v>
                </c:pt>
                <c:pt idx="239">
                  <c:v>40148</c:v>
                </c:pt>
                <c:pt idx="240">
                  <c:v>40179</c:v>
                </c:pt>
                <c:pt idx="241">
                  <c:v>40210</c:v>
                </c:pt>
                <c:pt idx="242">
                  <c:v>40238</c:v>
                </c:pt>
                <c:pt idx="243">
                  <c:v>40269</c:v>
                </c:pt>
                <c:pt idx="244">
                  <c:v>40299</c:v>
                </c:pt>
                <c:pt idx="245">
                  <c:v>40330</c:v>
                </c:pt>
                <c:pt idx="246">
                  <c:v>40360</c:v>
                </c:pt>
                <c:pt idx="247">
                  <c:v>40391</c:v>
                </c:pt>
                <c:pt idx="248">
                  <c:v>40422</c:v>
                </c:pt>
                <c:pt idx="249">
                  <c:v>40452</c:v>
                </c:pt>
                <c:pt idx="250">
                  <c:v>40483</c:v>
                </c:pt>
                <c:pt idx="251">
                  <c:v>40513</c:v>
                </c:pt>
                <c:pt idx="252">
                  <c:v>40544</c:v>
                </c:pt>
                <c:pt idx="253">
                  <c:v>40575</c:v>
                </c:pt>
                <c:pt idx="254">
                  <c:v>40603</c:v>
                </c:pt>
                <c:pt idx="255">
                  <c:v>40634</c:v>
                </c:pt>
                <c:pt idx="256">
                  <c:v>40664</c:v>
                </c:pt>
                <c:pt idx="257">
                  <c:v>40695</c:v>
                </c:pt>
                <c:pt idx="258">
                  <c:v>40725</c:v>
                </c:pt>
                <c:pt idx="259">
                  <c:v>40756</c:v>
                </c:pt>
                <c:pt idx="260">
                  <c:v>40787</c:v>
                </c:pt>
                <c:pt idx="261">
                  <c:v>40817</c:v>
                </c:pt>
                <c:pt idx="262">
                  <c:v>40848</c:v>
                </c:pt>
                <c:pt idx="263">
                  <c:v>40878</c:v>
                </c:pt>
                <c:pt idx="264">
                  <c:v>40909</c:v>
                </c:pt>
                <c:pt idx="265">
                  <c:v>40940</c:v>
                </c:pt>
                <c:pt idx="266">
                  <c:v>40969</c:v>
                </c:pt>
                <c:pt idx="267">
                  <c:v>41000</c:v>
                </c:pt>
                <c:pt idx="268">
                  <c:v>41030</c:v>
                </c:pt>
                <c:pt idx="269">
                  <c:v>41061</c:v>
                </c:pt>
                <c:pt idx="270">
                  <c:v>41091</c:v>
                </c:pt>
                <c:pt idx="271">
                  <c:v>41122</c:v>
                </c:pt>
                <c:pt idx="272">
                  <c:v>41153</c:v>
                </c:pt>
                <c:pt idx="273">
                  <c:v>41183</c:v>
                </c:pt>
                <c:pt idx="274">
                  <c:v>41214</c:v>
                </c:pt>
                <c:pt idx="275">
                  <c:v>41244</c:v>
                </c:pt>
                <c:pt idx="276">
                  <c:v>41275</c:v>
                </c:pt>
                <c:pt idx="277">
                  <c:v>41306</c:v>
                </c:pt>
                <c:pt idx="278">
                  <c:v>41334</c:v>
                </c:pt>
                <c:pt idx="279">
                  <c:v>41365</c:v>
                </c:pt>
                <c:pt idx="280">
                  <c:v>41395</c:v>
                </c:pt>
                <c:pt idx="281">
                  <c:v>41426</c:v>
                </c:pt>
                <c:pt idx="282">
                  <c:v>41456</c:v>
                </c:pt>
                <c:pt idx="283">
                  <c:v>41487</c:v>
                </c:pt>
                <c:pt idx="284">
                  <c:v>41518</c:v>
                </c:pt>
                <c:pt idx="285">
                  <c:v>41548</c:v>
                </c:pt>
                <c:pt idx="286">
                  <c:v>41579</c:v>
                </c:pt>
                <c:pt idx="287">
                  <c:v>41609</c:v>
                </c:pt>
                <c:pt idx="288">
                  <c:v>41640</c:v>
                </c:pt>
                <c:pt idx="289">
                  <c:v>41671</c:v>
                </c:pt>
                <c:pt idx="290">
                  <c:v>41699</c:v>
                </c:pt>
                <c:pt idx="291">
                  <c:v>41730</c:v>
                </c:pt>
                <c:pt idx="292">
                  <c:v>41760</c:v>
                </c:pt>
                <c:pt idx="293">
                  <c:v>41791</c:v>
                </c:pt>
                <c:pt idx="294">
                  <c:v>41821</c:v>
                </c:pt>
                <c:pt idx="295">
                  <c:v>41852</c:v>
                </c:pt>
                <c:pt idx="296">
                  <c:v>41883</c:v>
                </c:pt>
                <c:pt idx="297">
                  <c:v>41913</c:v>
                </c:pt>
                <c:pt idx="298">
                  <c:v>41944</c:v>
                </c:pt>
                <c:pt idx="299">
                  <c:v>41974</c:v>
                </c:pt>
                <c:pt idx="300">
                  <c:v>42005</c:v>
                </c:pt>
                <c:pt idx="301">
                  <c:v>42036</c:v>
                </c:pt>
                <c:pt idx="302">
                  <c:v>42064</c:v>
                </c:pt>
                <c:pt idx="303">
                  <c:v>42095</c:v>
                </c:pt>
                <c:pt idx="304">
                  <c:v>42125</c:v>
                </c:pt>
                <c:pt idx="305">
                  <c:v>42156</c:v>
                </c:pt>
                <c:pt idx="306">
                  <c:v>42186</c:v>
                </c:pt>
                <c:pt idx="307">
                  <c:v>42217</c:v>
                </c:pt>
                <c:pt idx="308">
                  <c:v>42248</c:v>
                </c:pt>
                <c:pt idx="309">
                  <c:v>42278</c:v>
                </c:pt>
                <c:pt idx="310">
                  <c:v>42309</c:v>
                </c:pt>
                <c:pt idx="311">
                  <c:v>42339</c:v>
                </c:pt>
                <c:pt idx="312">
                  <c:v>42370</c:v>
                </c:pt>
                <c:pt idx="313">
                  <c:v>42401</c:v>
                </c:pt>
                <c:pt idx="314">
                  <c:v>42430</c:v>
                </c:pt>
                <c:pt idx="315">
                  <c:v>42461</c:v>
                </c:pt>
                <c:pt idx="316">
                  <c:v>42491</c:v>
                </c:pt>
                <c:pt idx="317">
                  <c:v>42522</c:v>
                </c:pt>
                <c:pt idx="318">
                  <c:v>42552</c:v>
                </c:pt>
                <c:pt idx="319">
                  <c:v>42583</c:v>
                </c:pt>
                <c:pt idx="320">
                  <c:v>42614</c:v>
                </c:pt>
              </c:numCache>
            </c:numRef>
          </c:cat>
          <c:val>
            <c:numRef>
              <c:f>Sheet1!$B$2:$B$322</c:f>
              <c:numCache>
                <c:formatCode>0.00</c:formatCode>
                <c:ptCount val="321"/>
                <c:pt idx="0">
                  <c:v>163.613333333333</c:v>
                </c:pt>
                <c:pt idx="1">
                  <c:v>163.916666666666</c:v>
                </c:pt>
                <c:pt idx="2">
                  <c:v>164.22</c:v>
                </c:pt>
                <c:pt idx="3">
                  <c:v>164.44333333333299</c:v>
                </c:pt>
                <c:pt idx="4">
                  <c:v>164.666666666666</c:v>
                </c:pt>
                <c:pt idx="5">
                  <c:v>164.89</c:v>
                </c:pt>
                <c:pt idx="6">
                  <c:v>165.22333333333299</c:v>
                </c:pt>
                <c:pt idx="7">
                  <c:v>165.55666666666599</c:v>
                </c:pt>
                <c:pt idx="8">
                  <c:v>165.89</c:v>
                </c:pt>
                <c:pt idx="9">
                  <c:v>165.673333333334</c:v>
                </c:pt>
                <c:pt idx="10">
                  <c:v>165.45666666666699</c:v>
                </c:pt>
                <c:pt idx="11">
                  <c:v>165.24</c:v>
                </c:pt>
                <c:pt idx="12">
                  <c:v>165.70333333333301</c:v>
                </c:pt>
                <c:pt idx="13">
                  <c:v>166.166666666666</c:v>
                </c:pt>
                <c:pt idx="14">
                  <c:v>166.63</c:v>
                </c:pt>
                <c:pt idx="15">
                  <c:v>167.00333333333299</c:v>
                </c:pt>
                <c:pt idx="16">
                  <c:v>167.37666666666601</c:v>
                </c:pt>
                <c:pt idx="17">
                  <c:v>167.75</c:v>
                </c:pt>
                <c:pt idx="18">
                  <c:v>167.84333333333299</c:v>
                </c:pt>
                <c:pt idx="19">
                  <c:v>167.93666666666601</c:v>
                </c:pt>
                <c:pt idx="20">
                  <c:v>168.03</c:v>
                </c:pt>
                <c:pt idx="21">
                  <c:v>168.82</c:v>
                </c:pt>
                <c:pt idx="22">
                  <c:v>169.61</c:v>
                </c:pt>
                <c:pt idx="23">
                  <c:v>170.4</c:v>
                </c:pt>
                <c:pt idx="24">
                  <c:v>170.84</c:v>
                </c:pt>
                <c:pt idx="25">
                  <c:v>171.28</c:v>
                </c:pt>
                <c:pt idx="26">
                  <c:v>171.72</c:v>
                </c:pt>
                <c:pt idx="27">
                  <c:v>171.71</c:v>
                </c:pt>
                <c:pt idx="28">
                  <c:v>171.7</c:v>
                </c:pt>
                <c:pt idx="29">
                  <c:v>171.69</c:v>
                </c:pt>
                <c:pt idx="30">
                  <c:v>172.34</c:v>
                </c:pt>
                <c:pt idx="31">
                  <c:v>172.99</c:v>
                </c:pt>
                <c:pt idx="32">
                  <c:v>173.64</c:v>
                </c:pt>
                <c:pt idx="33">
                  <c:v>173.93666666666601</c:v>
                </c:pt>
                <c:pt idx="34">
                  <c:v>174.23333333333301</c:v>
                </c:pt>
                <c:pt idx="35">
                  <c:v>174.53</c:v>
                </c:pt>
                <c:pt idx="36">
                  <c:v>174.55</c:v>
                </c:pt>
                <c:pt idx="37">
                  <c:v>174.57</c:v>
                </c:pt>
                <c:pt idx="38">
                  <c:v>174.59</c:v>
                </c:pt>
                <c:pt idx="39">
                  <c:v>175.143333333333</c:v>
                </c:pt>
                <c:pt idx="40">
                  <c:v>175.696666666666</c:v>
                </c:pt>
                <c:pt idx="41">
                  <c:v>176.25</c:v>
                </c:pt>
                <c:pt idx="42">
                  <c:v>176.72333333333299</c:v>
                </c:pt>
                <c:pt idx="43">
                  <c:v>177.196666666666</c:v>
                </c:pt>
                <c:pt idx="44">
                  <c:v>177.67</c:v>
                </c:pt>
                <c:pt idx="45">
                  <c:v>178.15666666666601</c:v>
                </c:pt>
                <c:pt idx="46">
                  <c:v>178.643333333333</c:v>
                </c:pt>
                <c:pt idx="47">
                  <c:v>179.13</c:v>
                </c:pt>
                <c:pt idx="48">
                  <c:v>179.51333333333301</c:v>
                </c:pt>
                <c:pt idx="49">
                  <c:v>179.89666666666599</c:v>
                </c:pt>
                <c:pt idx="50">
                  <c:v>180.28</c:v>
                </c:pt>
                <c:pt idx="51">
                  <c:v>180.64666666666599</c:v>
                </c:pt>
                <c:pt idx="52">
                  <c:v>181.01333333333301</c:v>
                </c:pt>
                <c:pt idx="53">
                  <c:v>181.38</c:v>
                </c:pt>
                <c:pt idx="54">
                  <c:v>181.63</c:v>
                </c:pt>
                <c:pt idx="55">
                  <c:v>181.88</c:v>
                </c:pt>
                <c:pt idx="56">
                  <c:v>182.13</c:v>
                </c:pt>
                <c:pt idx="57">
                  <c:v>182.07333333333401</c:v>
                </c:pt>
                <c:pt idx="58">
                  <c:v>182.01666666666699</c:v>
                </c:pt>
                <c:pt idx="59">
                  <c:v>181.96</c:v>
                </c:pt>
                <c:pt idx="60">
                  <c:v>182.28666666666601</c:v>
                </c:pt>
                <c:pt idx="61">
                  <c:v>182.613333333333</c:v>
                </c:pt>
                <c:pt idx="62">
                  <c:v>182.94</c:v>
                </c:pt>
                <c:pt idx="63">
                  <c:v>183.933333333333</c:v>
                </c:pt>
                <c:pt idx="64">
                  <c:v>184.92666666666599</c:v>
                </c:pt>
                <c:pt idx="65">
                  <c:v>185.92</c:v>
                </c:pt>
                <c:pt idx="66">
                  <c:v>186.87</c:v>
                </c:pt>
                <c:pt idx="67">
                  <c:v>187.82</c:v>
                </c:pt>
                <c:pt idx="68">
                  <c:v>188.77</c:v>
                </c:pt>
                <c:pt idx="69">
                  <c:v>189.266666666666</c:v>
                </c:pt>
                <c:pt idx="70">
                  <c:v>189.76333333333301</c:v>
                </c:pt>
                <c:pt idx="71">
                  <c:v>190.26</c:v>
                </c:pt>
                <c:pt idx="72">
                  <c:v>190.97666666666601</c:v>
                </c:pt>
                <c:pt idx="73">
                  <c:v>191.69333333333299</c:v>
                </c:pt>
                <c:pt idx="74">
                  <c:v>192.41</c:v>
                </c:pt>
                <c:pt idx="75">
                  <c:v>192.516666666666</c:v>
                </c:pt>
                <c:pt idx="76">
                  <c:v>192.62333333333299</c:v>
                </c:pt>
                <c:pt idx="77">
                  <c:v>192.73</c:v>
                </c:pt>
                <c:pt idx="78">
                  <c:v>193.023333333333</c:v>
                </c:pt>
                <c:pt idx="79">
                  <c:v>193.31666666666601</c:v>
                </c:pt>
                <c:pt idx="80">
                  <c:v>193.61</c:v>
                </c:pt>
                <c:pt idx="81">
                  <c:v>194.106666666666</c:v>
                </c:pt>
                <c:pt idx="82">
                  <c:v>194.60333333333301</c:v>
                </c:pt>
                <c:pt idx="83">
                  <c:v>195.1</c:v>
                </c:pt>
                <c:pt idx="84">
                  <c:v>195.643333333333</c:v>
                </c:pt>
                <c:pt idx="85">
                  <c:v>196.18666666666601</c:v>
                </c:pt>
                <c:pt idx="86">
                  <c:v>196.73</c:v>
                </c:pt>
                <c:pt idx="87">
                  <c:v>197.28</c:v>
                </c:pt>
                <c:pt idx="88">
                  <c:v>197.83</c:v>
                </c:pt>
                <c:pt idx="89">
                  <c:v>198.38</c:v>
                </c:pt>
                <c:pt idx="90">
                  <c:v>199.29333333333301</c:v>
                </c:pt>
                <c:pt idx="91">
                  <c:v>200.206666666666</c:v>
                </c:pt>
                <c:pt idx="92">
                  <c:v>201.12</c:v>
                </c:pt>
                <c:pt idx="93">
                  <c:v>201.986666666666</c:v>
                </c:pt>
                <c:pt idx="94">
                  <c:v>202.85333333333301</c:v>
                </c:pt>
                <c:pt idx="95">
                  <c:v>203.72</c:v>
                </c:pt>
                <c:pt idx="96">
                  <c:v>204.73333333333301</c:v>
                </c:pt>
                <c:pt idx="97">
                  <c:v>205.74666666666599</c:v>
                </c:pt>
                <c:pt idx="98">
                  <c:v>206.76</c:v>
                </c:pt>
                <c:pt idx="99">
                  <c:v>207.38</c:v>
                </c:pt>
                <c:pt idx="100">
                  <c:v>208</c:v>
                </c:pt>
                <c:pt idx="101">
                  <c:v>208.62</c:v>
                </c:pt>
                <c:pt idx="102">
                  <c:v>209.59</c:v>
                </c:pt>
                <c:pt idx="103">
                  <c:v>210.56</c:v>
                </c:pt>
                <c:pt idx="104">
                  <c:v>211.53</c:v>
                </c:pt>
                <c:pt idx="105">
                  <c:v>212.36666666666599</c:v>
                </c:pt>
                <c:pt idx="106">
                  <c:v>213.20333333333301</c:v>
                </c:pt>
                <c:pt idx="107">
                  <c:v>214.04</c:v>
                </c:pt>
                <c:pt idx="108">
                  <c:v>214.79333333333301</c:v>
                </c:pt>
                <c:pt idx="109">
                  <c:v>215.546666666666</c:v>
                </c:pt>
                <c:pt idx="110">
                  <c:v>216.3</c:v>
                </c:pt>
                <c:pt idx="111">
                  <c:v>217.266666666666</c:v>
                </c:pt>
                <c:pt idx="112">
                  <c:v>218.23333333333301</c:v>
                </c:pt>
                <c:pt idx="113">
                  <c:v>219.2</c:v>
                </c:pt>
                <c:pt idx="114">
                  <c:v>220.23333333333301</c:v>
                </c:pt>
                <c:pt idx="115">
                  <c:v>221.266666666666</c:v>
                </c:pt>
                <c:pt idx="116">
                  <c:v>222.3</c:v>
                </c:pt>
                <c:pt idx="117">
                  <c:v>223.06666666666601</c:v>
                </c:pt>
                <c:pt idx="118">
                  <c:v>223.833333333333</c:v>
                </c:pt>
                <c:pt idx="119">
                  <c:v>224.6</c:v>
                </c:pt>
                <c:pt idx="120">
                  <c:v>226.03</c:v>
                </c:pt>
                <c:pt idx="121">
                  <c:v>227.46</c:v>
                </c:pt>
                <c:pt idx="122">
                  <c:v>228.89</c:v>
                </c:pt>
                <c:pt idx="123">
                  <c:v>230.13333333333301</c:v>
                </c:pt>
                <c:pt idx="124">
                  <c:v>231.37666666666601</c:v>
                </c:pt>
                <c:pt idx="125">
                  <c:v>232.62</c:v>
                </c:pt>
                <c:pt idx="126">
                  <c:v>234.03</c:v>
                </c:pt>
                <c:pt idx="127">
                  <c:v>235.44</c:v>
                </c:pt>
                <c:pt idx="128">
                  <c:v>236.85</c:v>
                </c:pt>
                <c:pt idx="129">
                  <c:v>238.06666666666601</c:v>
                </c:pt>
                <c:pt idx="130">
                  <c:v>239.28333333333299</c:v>
                </c:pt>
                <c:pt idx="131">
                  <c:v>240.5</c:v>
                </c:pt>
                <c:pt idx="132">
                  <c:v>242.47666666666601</c:v>
                </c:pt>
                <c:pt idx="133">
                  <c:v>244.45333333333301</c:v>
                </c:pt>
                <c:pt idx="134">
                  <c:v>246.43</c:v>
                </c:pt>
                <c:pt idx="135">
                  <c:v>247.80666666666599</c:v>
                </c:pt>
                <c:pt idx="136">
                  <c:v>249.183333333333</c:v>
                </c:pt>
                <c:pt idx="137">
                  <c:v>250.56</c:v>
                </c:pt>
                <c:pt idx="138">
                  <c:v>251.85333333333301</c:v>
                </c:pt>
                <c:pt idx="139">
                  <c:v>253.14666666666599</c:v>
                </c:pt>
                <c:pt idx="140">
                  <c:v>254.44</c:v>
                </c:pt>
                <c:pt idx="141">
                  <c:v>255.49</c:v>
                </c:pt>
                <c:pt idx="142">
                  <c:v>256.54000000000002</c:v>
                </c:pt>
                <c:pt idx="143">
                  <c:v>257.58999999999997</c:v>
                </c:pt>
                <c:pt idx="144">
                  <c:v>258.82666666666597</c:v>
                </c:pt>
                <c:pt idx="145">
                  <c:v>260.06333333333299</c:v>
                </c:pt>
                <c:pt idx="146">
                  <c:v>261.3</c:v>
                </c:pt>
                <c:pt idx="147">
                  <c:v>262.77666666666602</c:v>
                </c:pt>
                <c:pt idx="148">
                  <c:v>264.25333333333299</c:v>
                </c:pt>
                <c:pt idx="149">
                  <c:v>265.73</c:v>
                </c:pt>
                <c:pt idx="150">
                  <c:v>267.49</c:v>
                </c:pt>
                <c:pt idx="151">
                  <c:v>269.25</c:v>
                </c:pt>
                <c:pt idx="152">
                  <c:v>271.01</c:v>
                </c:pt>
                <c:pt idx="153">
                  <c:v>272.29333333333301</c:v>
                </c:pt>
                <c:pt idx="154">
                  <c:v>273.57666666666597</c:v>
                </c:pt>
                <c:pt idx="155">
                  <c:v>274.86</c:v>
                </c:pt>
                <c:pt idx="156">
                  <c:v>275.97666666666601</c:v>
                </c:pt>
                <c:pt idx="157">
                  <c:v>277.09333333333302</c:v>
                </c:pt>
                <c:pt idx="158">
                  <c:v>278.20999999999998</c:v>
                </c:pt>
                <c:pt idx="159">
                  <c:v>279.33666666666602</c:v>
                </c:pt>
                <c:pt idx="160">
                  <c:v>280.46333333333303</c:v>
                </c:pt>
                <c:pt idx="161">
                  <c:v>281.58999999999997</c:v>
                </c:pt>
                <c:pt idx="162">
                  <c:v>283.02666666666602</c:v>
                </c:pt>
                <c:pt idx="163">
                  <c:v>284.46333333333303</c:v>
                </c:pt>
                <c:pt idx="164">
                  <c:v>285.89999999999998</c:v>
                </c:pt>
                <c:pt idx="165">
                  <c:v>288.58999999999997</c:v>
                </c:pt>
                <c:pt idx="166">
                  <c:v>291.27999999999997</c:v>
                </c:pt>
                <c:pt idx="167">
                  <c:v>293.97000000000003</c:v>
                </c:pt>
                <c:pt idx="168">
                  <c:v>295.5</c:v>
                </c:pt>
                <c:pt idx="169">
                  <c:v>297.02999999999997</c:v>
                </c:pt>
                <c:pt idx="170">
                  <c:v>298.56</c:v>
                </c:pt>
                <c:pt idx="171">
                  <c:v>300.97333333333302</c:v>
                </c:pt>
                <c:pt idx="172">
                  <c:v>303.38666666666597</c:v>
                </c:pt>
                <c:pt idx="173">
                  <c:v>305.8</c:v>
                </c:pt>
                <c:pt idx="174">
                  <c:v>309.7</c:v>
                </c:pt>
                <c:pt idx="175">
                  <c:v>313.60000000000002</c:v>
                </c:pt>
                <c:pt idx="176">
                  <c:v>317.5</c:v>
                </c:pt>
                <c:pt idx="177">
                  <c:v>319.75</c:v>
                </c:pt>
                <c:pt idx="178">
                  <c:v>322</c:v>
                </c:pt>
                <c:pt idx="179">
                  <c:v>324.25</c:v>
                </c:pt>
                <c:pt idx="180">
                  <c:v>326.736666666666</c:v>
                </c:pt>
                <c:pt idx="181">
                  <c:v>329.22333333333302</c:v>
                </c:pt>
                <c:pt idx="182">
                  <c:v>331.71</c:v>
                </c:pt>
                <c:pt idx="183">
                  <c:v>335.243333333333</c:v>
                </c:pt>
                <c:pt idx="184">
                  <c:v>338.77666666666602</c:v>
                </c:pt>
                <c:pt idx="185">
                  <c:v>342.31</c:v>
                </c:pt>
                <c:pt idx="186">
                  <c:v>345.75</c:v>
                </c:pt>
                <c:pt idx="187">
                  <c:v>349.19</c:v>
                </c:pt>
                <c:pt idx="188">
                  <c:v>352.63</c:v>
                </c:pt>
                <c:pt idx="189">
                  <c:v>355.28666666666601</c:v>
                </c:pt>
                <c:pt idx="190">
                  <c:v>357.94333333333299</c:v>
                </c:pt>
                <c:pt idx="191">
                  <c:v>360.6</c:v>
                </c:pt>
                <c:pt idx="192">
                  <c:v>362.52</c:v>
                </c:pt>
                <c:pt idx="193">
                  <c:v>364.44</c:v>
                </c:pt>
                <c:pt idx="194">
                  <c:v>366.36</c:v>
                </c:pt>
                <c:pt idx="195">
                  <c:v>367.60333333333301</c:v>
                </c:pt>
                <c:pt idx="196">
                  <c:v>368.84666666666601</c:v>
                </c:pt>
                <c:pt idx="197">
                  <c:v>370.09</c:v>
                </c:pt>
                <c:pt idx="198">
                  <c:v>371.12666666666598</c:v>
                </c:pt>
                <c:pt idx="199">
                  <c:v>372.16333333333301</c:v>
                </c:pt>
                <c:pt idx="200">
                  <c:v>373.2</c:v>
                </c:pt>
                <c:pt idx="201">
                  <c:v>374.46</c:v>
                </c:pt>
                <c:pt idx="202">
                  <c:v>375.72</c:v>
                </c:pt>
                <c:pt idx="203">
                  <c:v>376.98</c:v>
                </c:pt>
                <c:pt idx="204">
                  <c:v>377.44666666666598</c:v>
                </c:pt>
                <c:pt idx="205">
                  <c:v>377.91333333333301</c:v>
                </c:pt>
                <c:pt idx="206">
                  <c:v>378.38</c:v>
                </c:pt>
                <c:pt idx="207">
                  <c:v>378.3</c:v>
                </c:pt>
                <c:pt idx="208">
                  <c:v>378.22</c:v>
                </c:pt>
                <c:pt idx="209">
                  <c:v>378.14</c:v>
                </c:pt>
                <c:pt idx="210">
                  <c:v>376.74666666666701</c:v>
                </c:pt>
                <c:pt idx="211">
                  <c:v>375.35333333333398</c:v>
                </c:pt>
                <c:pt idx="212">
                  <c:v>373.96</c:v>
                </c:pt>
                <c:pt idx="213">
                  <c:v>373.6</c:v>
                </c:pt>
                <c:pt idx="214">
                  <c:v>373.24</c:v>
                </c:pt>
                <c:pt idx="215">
                  <c:v>372.88</c:v>
                </c:pt>
                <c:pt idx="216">
                  <c:v>372.006666666667</c:v>
                </c:pt>
                <c:pt idx="217">
                  <c:v>371.13333333333401</c:v>
                </c:pt>
                <c:pt idx="218">
                  <c:v>370.26</c:v>
                </c:pt>
                <c:pt idx="219">
                  <c:v>367.19333333333401</c:v>
                </c:pt>
                <c:pt idx="220">
                  <c:v>364.12666666666701</c:v>
                </c:pt>
                <c:pt idx="221">
                  <c:v>361.06</c:v>
                </c:pt>
                <c:pt idx="222">
                  <c:v>357.30333333333402</c:v>
                </c:pt>
                <c:pt idx="223">
                  <c:v>353.54666666666702</c:v>
                </c:pt>
                <c:pt idx="224">
                  <c:v>349.79</c:v>
                </c:pt>
                <c:pt idx="225">
                  <c:v>348.74333333333402</c:v>
                </c:pt>
                <c:pt idx="226">
                  <c:v>347.696666666667</c:v>
                </c:pt>
                <c:pt idx="227">
                  <c:v>346.65</c:v>
                </c:pt>
                <c:pt idx="228">
                  <c:v>347.50666666666598</c:v>
                </c:pt>
                <c:pt idx="229">
                  <c:v>348.363333333333</c:v>
                </c:pt>
                <c:pt idx="230">
                  <c:v>349.22</c:v>
                </c:pt>
                <c:pt idx="231">
                  <c:v>346.13333333333401</c:v>
                </c:pt>
                <c:pt idx="232">
                  <c:v>343.04666666666702</c:v>
                </c:pt>
                <c:pt idx="233">
                  <c:v>339.96</c:v>
                </c:pt>
                <c:pt idx="234">
                  <c:v>336.96666666666698</c:v>
                </c:pt>
                <c:pt idx="235">
                  <c:v>333.97333333333398</c:v>
                </c:pt>
                <c:pt idx="236">
                  <c:v>330.98</c:v>
                </c:pt>
                <c:pt idx="237">
                  <c:v>330.18</c:v>
                </c:pt>
                <c:pt idx="238">
                  <c:v>329.38</c:v>
                </c:pt>
                <c:pt idx="239">
                  <c:v>328.58</c:v>
                </c:pt>
                <c:pt idx="240">
                  <c:v>327.26666666666699</c:v>
                </c:pt>
                <c:pt idx="241">
                  <c:v>325.953333333334</c:v>
                </c:pt>
                <c:pt idx="242">
                  <c:v>324.64</c:v>
                </c:pt>
                <c:pt idx="243">
                  <c:v>323.67666666666702</c:v>
                </c:pt>
                <c:pt idx="244">
                  <c:v>322.71333333333399</c:v>
                </c:pt>
                <c:pt idx="245">
                  <c:v>321.75</c:v>
                </c:pt>
                <c:pt idx="246">
                  <c:v>322.78333333333302</c:v>
                </c:pt>
                <c:pt idx="247">
                  <c:v>323.81666666666598</c:v>
                </c:pt>
                <c:pt idx="248">
                  <c:v>324.85000000000002</c:v>
                </c:pt>
                <c:pt idx="249">
                  <c:v>324.07333333333401</c:v>
                </c:pt>
                <c:pt idx="250">
                  <c:v>323.29666666666702</c:v>
                </c:pt>
                <c:pt idx="251">
                  <c:v>322.52</c:v>
                </c:pt>
                <c:pt idx="252">
                  <c:v>319.56</c:v>
                </c:pt>
                <c:pt idx="253">
                  <c:v>316.60000000000002</c:v>
                </c:pt>
                <c:pt idx="254">
                  <c:v>313.64</c:v>
                </c:pt>
                <c:pt idx="255">
                  <c:v>311.86666666666702</c:v>
                </c:pt>
                <c:pt idx="256">
                  <c:v>310.09333333333399</c:v>
                </c:pt>
                <c:pt idx="257">
                  <c:v>308.32</c:v>
                </c:pt>
                <c:pt idx="258">
                  <c:v>309.12</c:v>
                </c:pt>
                <c:pt idx="259">
                  <c:v>309.92</c:v>
                </c:pt>
                <c:pt idx="260">
                  <c:v>310.72000000000003</c:v>
                </c:pt>
                <c:pt idx="261">
                  <c:v>311.19333333333299</c:v>
                </c:pt>
                <c:pt idx="262">
                  <c:v>311.666666666666</c:v>
                </c:pt>
                <c:pt idx="263">
                  <c:v>312.14</c:v>
                </c:pt>
                <c:pt idx="264">
                  <c:v>311.066666666667</c:v>
                </c:pt>
                <c:pt idx="265">
                  <c:v>309.99333333333402</c:v>
                </c:pt>
                <c:pt idx="266">
                  <c:v>308.92</c:v>
                </c:pt>
                <c:pt idx="267">
                  <c:v>308.54000000000002</c:v>
                </c:pt>
                <c:pt idx="268">
                  <c:v>308.16000000000003</c:v>
                </c:pt>
                <c:pt idx="269">
                  <c:v>307.77999999999997</c:v>
                </c:pt>
                <c:pt idx="270">
                  <c:v>309.10333333333301</c:v>
                </c:pt>
                <c:pt idx="271">
                  <c:v>310.42666666666599</c:v>
                </c:pt>
                <c:pt idx="272">
                  <c:v>311.75</c:v>
                </c:pt>
                <c:pt idx="273">
                  <c:v>312.61</c:v>
                </c:pt>
                <c:pt idx="274">
                  <c:v>313.47000000000003</c:v>
                </c:pt>
                <c:pt idx="275">
                  <c:v>314.33</c:v>
                </c:pt>
                <c:pt idx="276">
                  <c:v>314.88</c:v>
                </c:pt>
                <c:pt idx="277">
                  <c:v>315.43</c:v>
                </c:pt>
                <c:pt idx="278">
                  <c:v>315.98</c:v>
                </c:pt>
                <c:pt idx="279">
                  <c:v>317.67333333333301</c:v>
                </c:pt>
                <c:pt idx="280">
                  <c:v>319.36666666666599</c:v>
                </c:pt>
                <c:pt idx="281">
                  <c:v>321.06</c:v>
                </c:pt>
                <c:pt idx="282">
                  <c:v>322.8</c:v>
                </c:pt>
                <c:pt idx="283">
                  <c:v>324.54000000000002</c:v>
                </c:pt>
                <c:pt idx="284">
                  <c:v>326.27999999999997</c:v>
                </c:pt>
                <c:pt idx="285">
                  <c:v>327.303333333333</c:v>
                </c:pt>
                <c:pt idx="286">
                  <c:v>328.32666666666597</c:v>
                </c:pt>
                <c:pt idx="287">
                  <c:v>329.35</c:v>
                </c:pt>
                <c:pt idx="288">
                  <c:v>330.35</c:v>
                </c:pt>
                <c:pt idx="289">
                  <c:v>331.35</c:v>
                </c:pt>
                <c:pt idx="290">
                  <c:v>332.35</c:v>
                </c:pt>
                <c:pt idx="291">
                  <c:v>334.62</c:v>
                </c:pt>
                <c:pt idx="292">
                  <c:v>336.89</c:v>
                </c:pt>
                <c:pt idx="293">
                  <c:v>339.16</c:v>
                </c:pt>
                <c:pt idx="294">
                  <c:v>340.9</c:v>
                </c:pt>
                <c:pt idx="295">
                  <c:v>342.64</c:v>
                </c:pt>
                <c:pt idx="296">
                  <c:v>344.38</c:v>
                </c:pt>
                <c:pt idx="297">
                  <c:v>345.39</c:v>
                </c:pt>
                <c:pt idx="298">
                  <c:v>346.4</c:v>
                </c:pt>
                <c:pt idx="299">
                  <c:v>347.41</c:v>
                </c:pt>
                <c:pt idx="300">
                  <c:v>348.53</c:v>
                </c:pt>
                <c:pt idx="301">
                  <c:v>349.65</c:v>
                </c:pt>
                <c:pt idx="302">
                  <c:v>350.77</c:v>
                </c:pt>
                <c:pt idx="303">
                  <c:v>353.09333333333302</c:v>
                </c:pt>
                <c:pt idx="304">
                  <c:v>355.416666666666</c:v>
                </c:pt>
                <c:pt idx="305">
                  <c:v>357.74</c:v>
                </c:pt>
                <c:pt idx="306">
                  <c:v>359.78666666666601</c:v>
                </c:pt>
                <c:pt idx="307">
                  <c:v>361.83333333333297</c:v>
                </c:pt>
                <c:pt idx="308">
                  <c:v>363.88</c:v>
                </c:pt>
                <c:pt idx="309">
                  <c:v>364.87333333333299</c:v>
                </c:pt>
                <c:pt idx="310">
                  <c:v>365.86666666666599</c:v>
                </c:pt>
                <c:pt idx="311">
                  <c:v>366.86</c:v>
                </c:pt>
                <c:pt idx="312">
                  <c:v>367.796666666666</c:v>
                </c:pt>
                <c:pt idx="313">
                  <c:v>368.73333333333301</c:v>
                </c:pt>
                <c:pt idx="314">
                  <c:v>369.67</c:v>
                </c:pt>
                <c:pt idx="315">
                  <c:v>370.58395630799998</c:v>
                </c:pt>
                <c:pt idx="316">
                  <c:v>371.49791261600001</c:v>
                </c:pt>
                <c:pt idx="317">
                  <c:v>372.41186892399998</c:v>
                </c:pt>
                <c:pt idx="318">
                  <c:v>373.33260411156601</c:v>
                </c:pt>
                <c:pt idx="319">
                  <c:v>374.25333929913302</c:v>
                </c:pt>
                <c:pt idx="320">
                  <c:v>375.17407448670002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7644416"/>
        <c:axId val="147301504"/>
      </c:lineChart>
      <c:dateAx>
        <c:axId val="151394560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176017408"/>
        <c:crosses val="autoZero"/>
        <c:auto val="1"/>
        <c:lblOffset val="100"/>
        <c:baseTimeUnit val="months"/>
        <c:majorUnit val="24"/>
        <c:majorTimeUnit val="months"/>
      </c:dateAx>
      <c:valAx>
        <c:axId val="176017408"/>
        <c:scaling>
          <c:orientation val="minMax"/>
          <c:min val="0.60000000000000009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HPA</a:t>
                </a:r>
                <a:r>
                  <a:rPr lang="en-US" baseline="0" dirty="0" smtClean="0"/>
                  <a:t> 2Yr</a:t>
                </a:r>
                <a:endParaRPr lang="en-US" dirty="0"/>
              </a:p>
            </c:rich>
          </c:tx>
          <c:layout/>
          <c:overlay val="0"/>
        </c:title>
        <c:numFmt formatCode="0.00" sourceLinked="1"/>
        <c:majorTickMark val="out"/>
        <c:minorTickMark val="none"/>
        <c:tickLblPos val="nextTo"/>
        <c:crossAx val="151394560"/>
        <c:crosses val="autoZero"/>
        <c:crossBetween val="between"/>
      </c:valAx>
      <c:valAx>
        <c:axId val="147301504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HPI</a:t>
                </a:r>
                <a:endParaRPr lang="en-US" dirty="0"/>
              </a:p>
            </c:rich>
          </c:tx>
          <c:layout/>
          <c:overlay val="0"/>
        </c:title>
        <c:numFmt formatCode="0.00" sourceLinked="1"/>
        <c:majorTickMark val="out"/>
        <c:minorTickMark val="none"/>
        <c:tickLblPos val="nextTo"/>
        <c:crossAx val="147644416"/>
        <c:crosses val="max"/>
        <c:crossBetween val="between"/>
      </c:valAx>
      <c:dateAx>
        <c:axId val="147644416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47301504"/>
        <c:auto val="1"/>
        <c:lblOffset val="100"/>
        <c:baseTimeUnit val="months"/>
      </c:date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MCAI</c:v>
                </c:pt>
              </c:strCache>
            </c:strRef>
          </c:tx>
          <c:marker>
            <c:symbol val="none"/>
          </c:marker>
          <c:cat>
            <c:numRef>
              <c:f>Sheet1!$A$2:$A$144</c:f>
              <c:numCache>
                <c:formatCode>m/d/yyyy</c:formatCode>
                <c:ptCount val="143"/>
                <c:pt idx="0">
                  <c:v>38139</c:v>
                </c:pt>
                <c:pt idx="1">
                  <c:v>38169</c:v>
                </c:pt>
                <c:pt idx="2">
                  <c:v>38200</c:v>
                </c:pt>
                <c:pt idx="3">
                  <c:v>38231</c:v>
                </c:pt>
                <c:pt idx="4">
                  <c:v>38261</c:v>
                </c:pt>
                <c:pt idx="5">
                  <c:v>38292</c:v>
                </c:pt>
                <c:pt idx="6">
                  <c:v>38322</c:v>
                </c:pt>
                <c:pt idx="7">
                  <c:v>38353</c:v>
                </c:pt>
                <c:pt idx="8">
                  <c:v>38384</c:v>
                </c:pt>
                <c:pt idx="9">
                  <c:v>38412</c:v>
                </c:pt>
                <c:pt idx="10">
                  <c:v>38443</c:v>
                </c:pt>
                <c:pt idx="11">
                  <c:v>38473</c:v>
                </c:pt>
                <c:pt idx="12">
                  <c:v>38504</c:v>
                </c:pt>
                <c:pt idx="13">
                  <c:v>38534</c:v>
                </c:pt>
                <c:pt idx="14">
                  <c:v>38565</c:v>
                </c:pt>
                <c:pt idx="15">
                  <c:v>38596</c:v>
                </c:pt>
                <c:pt idx="16">
                  <c:v>38626</c:v>
                </c:pt>
                <c:pt idx="17">
                  <c:v>38657</c:v>
                </c:pt>
                <c:pt idx="18">
                  <c:v>38687</c:v>
                </c:pt>
                <c:pt idx="19">
                  <c:v>38718</c:v>
                </c:pt>
                <c:pt idx="20">
                  <c:v>38749</c:v>
                </c:pt>
                <c:pt idx="21">
                  <c:v>38777</c:v>
                </c:pt>
                <c:pt idx="22">
                  <c:v>38808</c:v>
                </c:pt>
                <c:pt idx="23">
                  <c:v>38838</c:v>
                </c:pt>
                <c:pt idx="24">
                  <c:v>38869</c:v>
                </c:pt>
                <c:pt idx="25">
                  <c:v>38899</c:v>
                </c:pt>
                <c:pt idx="26">
                  <c:v>38930</c:v>
                </c:pt>
                <c:pt idx="27">
                  <c:v>38961</c:v>
                </c:pt>
                <c:pt idx="28">
                  <c:v>38991</c:v>
                </c:pt>
                <c:pt idx="29">
                  <c:v>39022</c:v>
                </c:pt>
                <c:pt idx="30">
                  <c:v>39052</c:v>
                </c:pt>
                <c:pt idx="31">
                  <c:v>39083</c:v>
                </c:pt>
                <c:pt idx="32">
                  <c:v>39114</c:v>
                </c:pt>
                <c:pt idx="33">
                  <c:v>39142</c:v>
                </c:pt>
                <c:pt idx="34">
                  <c:v>39173</c:v>
                </c:pt>
                <c:pt idx="35">
                  <c:v>39203</c:v>
                </c:pt>
                <c:pt idx="36">
                  <c:v>39234</c:v>
                </c:pt>
                <c:pt idx="37">
                  <c:v>39264</c:v>
                </c:pt>
                <c:pt idx="38">
                  <c:v>39295</c:v>
                </c:pt>
                <c:pt idx="39">
                  <c:v>39326</c:v>
                </c:pt>
                <c:pt idx="40">
                  <c:v>39356</c:v>
                </c:pt>
                <c:pt idx="41">
                  <c:v>39387</c:v>
                </c:pt>
                <c:pt idx="42">
                  <c:v>39417</c:v>
                </c:pt>
                <c:pt idx="43">
                  <c:v>39448</c:v>
                </c:pt>
                <c:pt idx="44">
                  <c:v>39479</c:v>
                </c:pt>
                <c:pt idx="45">
                  <c:v>39508</c:v>
                </c:pt>
                <c:pt idx="46">
                  <c:v>39539</c:v>
                </c:pt>
                <c:pt idx="47">
                  <c:v>39569</c:v>
                </c:pt>
                <c:pt idx="48">
                  <c:v>39600</c:v>
                </c:pt>
                <c:pt idx="49">
                  <c:v>39630</c:v>
                </c:pt>
                <c:pt idx="50">
                  <c:v>39661</c:v>
                </c:pt>
                <c:pt idx="51">
                  <c:v>39692</c:v>
                </c:pt>
                <c:pt idx="52">
                  <c:v>39722</c:v>
                </c:pt>
                <c:pt idx="53">
                  <c:v>39753</c:v>
                </c:pt>
                <c:pt idx="54">
                  <c:v>39783</c:v>
                </c:pt>
                <c:pt idx="55">
                  <c:v>39814</c:v>
                </c:pt>
                <c:pt idx="56">
                  <c:v>39845</c:v>
                </c:pt>
                <c:pt idx="57">
                  <c:v>39873</c:v>
                </c:pt>
                <c:pt idx="58">
                  <c:v>39904</c:v>
                </c:pt>
                <c:pt idx="59">
                  <c:v>39934</c:v>
                </c:pt>
                <c:pt idx="60">
                  <c:v>39965</c:v>
                </c:pt>
                <c:pt idx="61">
                  <c:v>39995</c:v>
                </c:pt>
                <c:pt idx="62">
                  <c:v>40026</c:v>
                </c:pt>
                <c:pt idx="63">
                  <c:v>40057</c:v>
                </c:pt>
                <c:pt idx="64">
                  <c:v>40087</c:v>
                </c:pt>
                <c:pt idx="65">
                  <c:v>40118</c:v>
                </c:pt>
                <c:pt idx="66">
                  <c:v>40148</c:v>
                </c:pt>
                <c:pt idx="67">
                  <c:v>40179</c:v>
                </c:pt>
                <c:pt idx="68">
                  <c:v>40210</c:v>
                </c:pt>
                <c:pt idx="69">
                  <c:v>40238</c:v>
                </c:pt>
                <c:pt idx="70">
                  <c:v>40269</c:v>
                </c:pt>
                <c:pt idx="71">
                  <c:v>40299</c:v>
                </c:pt>
                <c:pt idx="72">
                  <c:v>40330</c:v>
                </c:pt>
                <c:pt idx="73">
                  <c:v>40360</c:v>
                </c:pt>
                <c:pt idx="74">
                  <c:v>40391</c:v>
                </c:pt>
                <c:pt idx="75">
                  <c:v>40422</c:v>
                </c:pt>
                <c:pt idx="76">
                  <c:v>40452</c:v>
                </c:pt>
                <c:pt idx="77">
                  <c:v>40483</c:v>
                </c:pt>
                <c:pt idx="78">
                  <c:v>40513</c:v>
                </c:pt>
                <c:pt idx="79">
                  <c:v>40544</c:v>
                </c:pt>
                <c:pt idx="80">
                  <c:v>40575</c:v>
                </c:pt>
                <c:pt idx="81">
                  <c:v>40603</c:v>
                </c:pt>
                <c:pt idx="82">
                  <c:v>40634</c:v>
                </c:pt>
                <c:pt idx="83">
                  <c:v>40664</c:v>
                </c:pt>
                <c:pt idx="84">
                  <c:v>40695</c:v>
                </c:pt>
                <c:pt idx="85">
                  <c:v>40725</c:v>
                </c:pt>
                <c:pt idx="86">
                  <c:v>40756</c:v>
                </c:pt>
                <c:pt idx="87">
                  <c:v>40787</c:v>
                </c:pt>
                <c:pt idx="88">
                  <c:v>40817</c:v>
                </c:pt>
                <c:pt idx="89">
                  <c:v>40848</c:v>
                </c:pt>
                <c:pt idx="90">
                  <c:v>40878</c:v>
                </c:pt>
                <c:pt idx="91">
                  <c:v>40909</c:v>
                </c:pt>
                <c:pt idx="92">
                  <c:v>40940</c:v>
                </c:pt>
                <c:pt idx="93">
                  <c:v>40969</c:v>
                </c:pt>
                <c:pt idx="94">
                  <c:v>41000</c:v>
                </c:pt>
                <c:pt idx="95">
                  <c:v>41030</c:v>
                </c:pt>
                <c:pt idx="96">
                  <c:v>41061</c:v>
                </c:pt>
                <c:pt idx="97">
                  <c:v>41091</c:v>
                </c:pt>
                <c:pt idx="98">
                  <c:v>41122</c:v>
                </c:pt>
                <c:pt idx="99">
                  <c:v>41153</c:v>
                </c:pt>
                <c:pt idx="100">
                  <c:v>41183</c:v>
                </c:pt>
                <c:pt idx="101">
                  <c:v>41214</c:v>
                </c:pt>
                <c:pt idx="102">
                  <c:v>41244</c:v>
                </c:pt>
                <c:pt idx="103">
                  <c:v>41275</c:v>
                </c:pt>
                <c:pt idx="104">
                  <c:v>41306</c:v>
                </c:pt>
                <c:pt idx="105">
                  <c:v>41334</c:v>
                </c:pt>
                <c:pt idx="106">
                  <c:v>41365</c:v>
                </c:pt>
                <c:pt idx="107">
                  <c:v>41395</c:v>
                </c:pt>
                <c:pt idx="108">
                  <c:v>41426</c:v>
                </c:pt>
                <c:pt idx="109">
                  <c:v>41456</c:v>
                </c:pt>
                <c:pt idx="110">
                  <c:v>41487</c:v>
                </c:pt>
                <c:pt idx="111">
                  <c:v>41518</c:v>
                </c:pt>
                <c:pt idx="112">
                  <c:v>41548</c:v>
                </c:pt>
                <c:pt idx="113">
                  <c:v>41579</c:v>
                </c:pt>
                <c:pt idx="114">
                  <c:v>41609</c:v>
                </c:pt>
                <c:pt idx="115">
                  <c:v>41640</c:v>
                </c:pt>
                <c:pt idx="116">
                  <c:v>41671</c:v>
                </c:pt>
                <c:pt idx="117">
                  <c:v>41699</c:v>
                </c:pt>
                <c:pt idx="118">
                  <c:v>41730</c:v>
                </c:pt>
                <c:pt idx="119">
                  <c:v>41760</c:v>
                </c:pt>
                <c:pt idx="120">
                  <c:v>41791</c:v>
                </c:pt>
                <c:pt idx="121">
                  <c:v>41821</c:v>
                </c:pt>
                <c:pt idx="122">
                  <c:v>41852</c:v>
                </c:pt>
                <c:pt idx="123">
                  <c:v>41883</c:v>
                </c:pt>
                <c:pt idx="124">
                  <c:v>41913</c:v>
                </c:pt>
                <c:pt idx="125">
                  <c:v>41944</c:v>
                </c:pt>
                <c:pt idx="126">
                  <c:v>41974</c:v>
                </c:pt>
                <c:pt idx="127">
                  <c:v>42005</c:v>
                </c:pt>
                <c:pt idx="128">
                  <c:v>42036</c:v>
                </c:pt>
                <c:pt idx="129">
                  <c:v>42064</c:v>
                </c:pt>
                <c:pt idx="130">
                  <c:v>42095</c:v>
                </c:pt>
                <c:pt idx="131">
                  <c:v>42125</c:v>
                </c:pt>
                <c:pt idx="132">
                  <c:v>42156</c:v>
                </c:pt>
                <c:pt idx="133">
                  <c:v>42186</c:v>
                </c:pt>
                <c:pt idx="134">
                  <c:v>42217</c:v>
                </c:pt>
                <c:pt idx="135">
                  <c:v>42248</c:v>
                </c:pt>
                <c:pt idx="136">
                  <c:v>42278</c:v>
                </c:pt>
                <c:pt idx="137">
                  <c:v>42309</c:v>
                </c:pt>
                <c:pt idx="138">
                  <c:v>42339</c:v>
                </c:pt>
                <c:pt idx="139">
                  <c:v>42370</c:v>
                </c:pt>
                <c:pt idx="140">
                  <c:v>42401</c:v>
                </c:pt>
                <c:pt idx="141">
                  <c:v>42430</c:v>
                </c:pt>
                <c:pt idx="142">
                  <c:v>42461</c:v>
                </c:pt>
              </c:numCache>
            </c:numRef>
          </c:cat>
          <c:val>
            <c:numRef>
              <c:f>Sheet1!$B$2:$B$144</c:f>
              <c:numCache>
                <c:formatCode>0.0</c:formatCode>
                <c:ptCount val="143"/>
                <c:pt idx="0">
                  <c:v>377</c:v>
                </c:pt>
                <c:pt idx="1">
                  <c:v>383.5</c:v>
                </c:pt>
                <c:pt idx="2">
                  <c:v>390</c:v>
                </c:pt>
                <c:pt idx="3">
                  <c:v>396.5</c:v>
                </c:pt>
                <c:pt idx="4">
                  <c:v>403</c:v>
                </c:pt>
                <c:pt idx="5">
                  <c:v>409.5</c:v>
                </c:pt>
                <c:pt idx="6">
                  <c:v>416</c:v>
                </c:pt>
                <c:pt idx="7">
                  <c:v>480.83333333333331</c:v>
                </c:pt>
                <c:pt idx="8">
                  <c:v>545.66666666666663</c:v>
                </c:pt>
                <c:pt idx="9">
                  <c:v>610.5</c:v>
                </c:pt>
                <c:pt idx="10">
                  <c:v>675.33333333333337</c:v>
                </c:pt>
                <c:pt idx="11">
                  <c:v>740.16666666666674</c:v>
                </c:pt>
                <c:pt idx="12">
                  <c:v>805</c:v>
                </c:pt>
                <c:pt idx="13">
                  <c:v>812.16666666666663</c:v>
                </c:pt>
                <c:pt idx="14">
                  <c:v>819.33333333333326</c:v>
                </c:pt>
                <c:pt idx="15">
                  <c:v>826.49999999999989</c:v>
                </c:pt>
                <c:pt idx="16">
                  <c:v>833.66666666666652</c:v>
                </c:pt>
                <c:pt idx="17">
                  <c:v>840.83333333333314</c:v>
                </c:pt>
                <c:pt idx="18">
                  <c:v>848</c:v>
                </c:pt>
                <c:pt idx="19">
                  <c:v>851.83333333333337</c:v>
                </c:pt>
                <c:pt idx="20">
                  <c:v>855.66666666666674</c:v>
                </c:pt>
                <c:pt idx="21">
                  <c:v>859.50000000000011</c:v>
                </c:pt>
                <c:pt idx="22">
                  <c:v>863.33333333333348</c:v>
                </c:pt>
                <c:pt idx="23">
                  <c:v>867.16666666666686</c:v>
                </c:pt>
                <c:pt idx="24">
                  <c:v>871</c:v>
                </c:pt>
                <c:pt idx="25">
                  <c:v>846.83333333333337</c:v>
                </c:pt>
                <c:pt idx="26">
                  <c:v>822.66666666666674</c:v>
                </c:pt>
                <c:pt idx="27">
                  <c:v>798.50000000000011</c:v>
                </c:pt>
                <c:pt idx="28">
                  <c:v>774.33333333333348</c:v>
                </c:pt>
                <c:pt idx="29">
                  <c:v>750.16666666666686</c:v>
                </c:pt>
                <c:pt idx="30">
                  <c:v>726</c:v>
                </c:pt>
                <c:pt idx="31">
                  <c:v>696.33333333333337</c:v>
                </c:pt>
                <c:pt idx="32">
                  <c:v>666.66666666666674</c:v>
                </c:pt>
                <c:pt idx="33">
                  <c:v>637.00000000000011</c:v>
                </c:pt>
                <c:pt idx="34">
                  <c:v>607.33333333333348</c:v>
                </c:pt>
                <c:pt idx="35">
                  <c:v>577.66666666666686</c:v>
                </c:pt>
                <c:pt idx="36">
                  <c:v>548</c:v>
                </c:pt>
                <c:pt idx="37">
                  <c:v>509.5</c:v>
                </c:pt>
                <c:pt idx="38">
                  <c:v>471</c:v>
                </c:pt>
                <c:pt idx="39">
                  <c:v>432.5</c:v>
                </c:pt>
                <c:pt idx="40">
                  <c:v>394</c:v>
                </c:pt>
                <c:pt idx="41">
                  <c:v>355.5</c:v>
                </c:pt>
                <c:pt idx="42">
                  <c:v>317</c:v>
                </c:pt>
                <c:pt idx="43">
                  <c:v>283.83333333333331</c:v>
                </c:pt>
                <c:pt idx="44">
                  <c:v>250.66666666666666</c:v>
                </c:pt>
                <c:pt idx="45">
                  <c:v>217.5</c:v>
                </c:pt>
                <c:pt idx="46">
                  <c:v>184.33333333333334</c:v>
                </c:pt>
                <c:pt idx="47">
                  <c:v>151.16666666666669</c:v>
                </c:pt>
                <c:pt idx="48">
                  <c:v>118</c:v>
                </c:pt>
                <c:pt idx="49">
                  <c:v>112.33333333333333</c:v>
                </c:pt>
                <c:pt idx="50">
                  <c:v>106.66666666666666</c:v>
                </c:pt>
                <c:pt idx="51">
                  <c:v>100.99999999999999</c:v>
                </c:pt>
                <c:pt idx="52">
                  <c:v>95.333333333333314</c:v>
                </c:pt>
                <c:pt idx="53">
                  <c:v>89.666666666666643</c:v>
                </c:pt>
                <c:pt idx="54">
                  <c:v>84</c:v>
                </c:pt>
                <c:pt idx="55">
                  <c:v>91.166666666666671</c:v>
                </c:pt>
                <c:pt idx="56">
                  <c:v>98.333333333333343</c:v>
                </c:pt>
                <c:pt idx="57">
                  <c:v>105.50000000000001</c:v>
                </c:pt>
                <c:pt idx="58">
                  <c:v>112.66666666666669</c:v>
                </c:pt>
                <c:pt idx="59">
                  <c:v>119.83333333333336</c:v>
                </c:pt>
                <c:pt idx="60">
                  <c:v>127</c:v>
                </c:pt>
                <c:pt idx="61">
                  <c:v>121.5</c:v>
                </c:pt>
                <c:pt idx="62">
                  <c:v>116</c:v>
                </c:pt>
                <c:pt idx="63">
                  <c:v>110.5</c:v>
                </c:pt>
                <c:pt idx="64">
                  <c:v>105</c:v>
                </c:pt>
                <c:pt idx="65">
                  <c:v>99.5</c:v>
                </c:pt>
                <c:pt idx="66">
                  <c:v>94</c:v>
                </c:pt>
                <c:pt idx="67">
                  <c:v>94.666666666666671</c:v>
                </c:pt>
                <c:pt idx="68">
                  <c:v>95.333333333333343</c:v>
                </c:pt>
                <c:pt idx="69">
                  <c:v>96.000000000000014</c:v>
                </c:pt>
                <c:pt idx="70">
                  <c:v>96.666666666666686</c:v>
                </c:pt>
                <c:pt idx="71">
                  <c:v>97.333333333333357</c:v>
                </c:pt>
                <c:pt idx="72">
                  <c:v>98</c:v>
                </c:pt>
                <c:pt idx="73">
                  <c:v>101.16666666666667</c:v>
                </c:pt>
                <c:pt idx="74">
                  <c:v>104.33333333333334</c:v>
                </c:pt>
                <c:pt idx="75">
                  <c:v>107.50000000000001</c:v>
                </c:pt>
                <c:pt idx="76">
                  <c:v>110.66666666666669</c:v>
                </c:pt>
                <c:pt idx="77">
                  <c:v>113.83333333333336</c:v>
                </c:pt>
                <c:pt idx="78">
                  <c:v>117</c:v>
                </c:pt>
                <c:pt idx="79">
                  <c:v>115.83333333333333</c:v>
                </c:pt>
                <c:pt idx="80">
                  <c:v>114.66666666666666</c:v>
                </c:pt>
                <c:pt idx="81">
                  <c:v>112.08</c:v>
                </c:pt>
                <c:pt idx="82">
                  <c:v>107.04</c:v>
                </c:pt>
                <c:pt idx="83">
                  <c:v>109.28</c:v>
                </c:pt>
                <c:pt idx="84">
                  <c:v>110.55</c:v>
                </c:pt>
                <c:pt idx="85">
                  <c:v>109.95</c:v>
                </c:pt>
                <c:pt idx="86">
                  <c:v>107.75</c:v>
                </c:pt>
                <c:pt idx="87">
                  <c:v>111.19</c:v>
                </c:pt>
                <c:pt idx="88">
                  <c:v>107.1</c:v>
                </c:pt>
                <c:pt idx="89">
                  <c:v>106.28</c:v>
                </c:pt>
                <c:pt idx="90">
                  <c:v>104.92</c:v>
                </c:pt>
                <c:pt idx="91">
                  <c:v>102.38</c:v>
                </c:pt>
                <c:pt idx="92">
                  <c:v>99.04</c:v>
                </c:pt>
                <c:pt idx="93">
                  <c:v>100</c:v>
                </c:pt>
                <c:pt idx="94">
                  <c:v>101.71</c:v>
                </c:pt>
                <c:pt idx="95">
                  <c:v>101.55</c:v>
                </c:pt>
                <c:pt idx="96">
                  <c:v>103.01</c:v>
                </c:pt>
                <c:pt idx="97">
                  <c:v>99.67</c:v>
                </c:pt>
                <c:pt idx="98">
                  <c:v>103.93</c:v>
                </c:pt>
                <c:pt idx="99">
                  <c:v>103.92</c:v>
                </c:pt>
                <c:pt idx="100">
                  <c:v>101.4</c:v>
                </c:pt>
                <c:pt idx="101">
                  <c:v>105.95</c:v>
                </c:pt>
                <c:pt idx="102">
                  <c:v>108.16</c:v>
                </c:pt>
                <c:pt idx="103">
                  <c:v>108.21</c:v>
                </c:pt>
                <c:pt idx="104">
                  <c:v>109.13</c:v>
                </c:pt>
                <c:pt idx="105">
                  <c:v>108.01</c:v>
                </c:pt>
                <c:pt idx="106">
                  <c:v>108.56</c:v>
                </c:pt>
                <c:pt idx="107">
                  <c:v>108.87</c:v>
                </c:pt>
                <c:pt idx="108">
                  <c:v>109.81</c:v>
                </c:pt>
                <c:pt idx="109">
                  <c:v>112.3</c:v>
                </c:pt>
                <c:pt idx="110">
                  <c:v>111.5</c:v>
                </c:pt>
                <c:pt idx="111">
                  <c:v>110.7</c:v>
                </c:pt>
                <c:pt idx="112">
                  <c:v>111.5</c:v>
                </c:pt>
                <c:pt idx="113">
                  <c:v>110.2</c:v>
                </c:pt>
                <c:pt idx="114">
                  <c:v>110.9</c:v>
                </c:pt>
                <c:pt idx="115">
                  <c:v>113</c:v>
                </c:pt>
                <c:pt idx="116">
                  <c:v>113.5</c:v>
                </c:pt>
                <c:pt idx="117">
                  <c:v>114</c:v>
                </c:pt>
                <c:pt idx="118">
                  <c:v>113.8</c:v>
                </c:pt>
                <c:pt idx="119">
                  <c:v>115.1</c:v>
                </c:pt>
                <c:pt idx="120">
                  <c:v>115.8</c:v>
                </c:pt>
                <c:pt idx="121">
                  <c:v>116.4</c:v>
                </c:pt>
                <c:pt idx="122">
                  <c:v>116.1</c:v>
                </c:pt>
                <c:pt idx="123">
                  <c:v>116.1</c:v>
                </c:pt>
                <c:pt idx="124">
                  <c:v>113.2</c:v>
                </c:pt>
                <c:pt idx="125">
                  <c:v>114.6</c:v>
                </c:pt>
                <c:pt idx="126">
                  <c:v>115.7</c:v>
                </c:pt>
                <c:pt idx="127">
                  <c:v>117.8</c:v>
                </c:pt>
                <c:pt idx="128">
                  <c:v>118.6</c:v>
                </c:pt>
                <c:pt idx="129">
                  <c:v>121.35899999999999</c:v>
                </c:pt>
                <c:pt idx="130">
                  <c:v>122</c:v>
                </c:pt>
                <c:pt idx="131">
                  <c:v>122.6</c:v>
                </c:pt>
                <c:pt idx="132">
                  <c:v>122</c:v>
                </c:pt>
                <c:pt idx="133">
                  <c:v>125.5</c:v>
                </c:pt>
                <c:pt idx="134">
                  <c:v>126.1</c:v>
                </c:pt>
                <c:pt idx="135">
                  <c:v>126.5</c:v>
                </c:pt>
                <c:pt idx="136">
                  <c:v>128.4</c:v>
                </c:pt>
                <c:pt idx="137">
                  <c:v>127.4</c:v>
                </c:pt>
                <c:pt idx="138">
                  <c:v>124.346</c:v>
                </c:pt>
                <c:pt idx="139">
                  <c:v>123.8</c:v>
                </c:pt>
                <c:pt idx="140">
                  <c:v>123.8</c:v>
                </c:pt>
                <c:pt idx="141">
                  <c:v>123.5</c:v>
                </c:pt>
                <c:pt idx="142">
                  <c:v>122.4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7647488"/>
        <c:axId val="152239104"/>
      </c:lineChart>
      <c:dateAx>
        <c:axId val="14764748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152239104"/>
        <c:crosses val="autoZero"/>
        <c:auto val="1"/>
        <c:lblOffset val="100"/>
        <c:baseTimeUnit val="months"/>
        <c:majorUnit val="12"/>
        <c:majorTimeUnit val="months"/>
      </c:dateAx>
      <c:valAx>
        <c:axId val="152239104"/>
        <c:scaling>
          <c:orientation val="minMax"/>
        </c:scaling>
        <c:delete val="0"/>
        <c:axPos val="l"/>
        <c:numFmt formatCode="0.0" sourceLinked="1"/>
        <c:majorTickMark val="out"/>
        <c:minorTickMark val="none"/>
        <c:tickLblPos val="nextTo"/>
        <c:crossAx val="147647488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MCAI</c:v>
                </c:pt>
              </c:strCache>
            </c:strRef>
          </c:tx>
          <c:marker>
            <c:symbol val="none"/>
          </c:marker>
          <c:cat>
            <c:numRef>
              <c:f>Sheet1!$A$2:$A$144</c:f>
              <c:numCache>
                <c:formatCode>m/d/yyyy</c:formatCode>
                <c:ptCount val="143"/>
                <c:pt idx="0">
                  <c:v>38139</c:v>
                </c:pt>
                <c:pt idx="1">
                  <c:v>38169</c:v>
                </c:pt>
                <c:pt idx="2">
                  <c:v>38200</c:v>
                </c:pt>
                <c:pt idx="3">
                  <c:v>38231</c:v>
                </c:pt>
                <c:pt idx="4">
                  <c:v>38261</c:v>
                </c:pt>
                <c:pt idx="5">
                  <c:v>38292</c:v>
                </c:pt>
                <c:pt idx="6">
                  <c:v>38322</c:v>
                </c:pt>
                <c:pt idx="7">
                  <c:v>38353</c:v>
                </c:pt>
                <c:pt idx="8">
                  <c:v>38384</c:v>
                </c:pt>
                <c:pt idx="9">
                  <c:v>38412</c:v>
                </c:pt>
                <c:pt idx="10">
                  <c:v>38443</c:v>
                </c:pt>
                <c:pt idx="11">
                  <c:v>38473</c:v>
                </c:pt>
                <c:pt idx="12">
                  <c:v>38504</c:v>
                </c:pt>
                <c:pt idx="13">
                  <c:v>38534</c:v>
                </c:pt>
                <c:pt idx="14">
                  <c:v>38565</c:v>
                </c:pt>
                <c:pt idx="15">
                  <c:v>38596</c:v>
                </c:pt>
                <c:pt idx="16">
                  <c:v>38626</c:v>
                </c:pt>
                <c:pt idx="17">
                  <c:v>38657</c:v>
                </c:pt>
                <c:pt idx="18">
                  <c:v>38687</c:v>
                </c:pt>
                <c:pt idx="19">
                  <c:v>38718</c:v>
                </c:pt>
                <c:pt idx="20">
                  <c:v>38749</c:v>
                </c:pt>
                <c:pt idx="21">
                  <c:v>38777</c:v>
                </c:pt>
                <c:pt idx="22">
                  <c:v>38808</c:v>
                </c:pt>
                <c:pt idx="23">
                  <c:v>38838</c:v>
                </c:pt>
                <c:pt idx="24">
                  <c:v>38869</c:v>
                </c:pt>
                <c:pt idx="25">
                  <c:v>38899</c:v>
                </c:pt>
                <c:pt idx="26">
                  <c:v>38930</c:v>
                </c:pt>
                <c:pt idx="27">
                  <c:v>38961</c:v>
                </c:pt>
                <c:pt idx="28">
                  <c:v>38991</c:v>
                </c:pt>
                <c:pt idx="29">
                  <c:v>39022</c:v>
                </c:pt>
                <c:pt idx="30">
                  <c:v>39052</c:v>
                </c:pt>
                <c:pt idx="31">
                  <c:v>39083</c:v>
                </c:pt>
                <c:pt idx="32">
                  <c:v>39114</c:v>
                </c:pt>
                <c:pt idx="33">
                  <c:v>39142</c:v>
                </c:pt>
                <c:pt idx="34">
                  <c:v>39173</c:v>
                </c:pt>
                <c:pt idx="35">
                  <c:v>39203</c:v>
                </c:pt>
                <c:pt idx="36">
                  <c:v>39234</c:v>
                </c:pt>
                <c:pt idx="37">
                  <c:v>39264</c:v>
                </c:pt>
                <c:pt idx="38">
                  <c:v>39295</c:v>
                </c:pt>
                <c:pt idx="39">
                  <c:v>39326</c:v>
                </c:pt>
                <c:pt idx="40">
                  <c:v>39356</c:v>
                </c:pt>
                <c:pt idx="41">
                  <c:v>39387</c:v>
                </c:pt>
                <c:pt idx="42">
                  <c:v>39417</c:v>
                </c:pt>
                <c:pt idx="43">
                  <c:v>39448</c:v>
                </c:pt>
                <c:pt idx="44">
                  <c:v>39479</c:v>
                </c:pt>
                <c:pt idx="45">
                  <c:v>39508</c:v>
                </c:pt>
                <c:pt idx="46">
                  <c:v>39539</c:v>
                </c:pt>
                <c:pt idx="47">
                  <c:v>39569</c:v>
                </c:pt>
                <c:pt idx="48">
                  <c:v>39600</c:v>
                </c:pt>
                <c:pt idx="49">
                  <c:v>39630</c:v>
                </c:pt>
                <c:pt idx="50">
                  <c:v>39661</c:v>
                </c:pt>
                <c:pt idx="51">
                  <c:v>39692</c:v>
                </c:pt>
                <c:pt idx="52">
                  <c:v>39722</c:v>
                </c:pt>
                <c:pt idx="53">
                  <c:v>39753</c:v>
                </c:pt>
                <c:pt idx="54">
                  <c:v>39783</c:v>
                </c:pt>
                <c:pt idx="55">
                  <c:v>39814</c:v>
                </c:pt>
                <c:pt idx="56">
                  <c:v>39845</c:v>
                </c:pt>
                <c:pt idx="57">
                  <c:v>39873</c:v>
                </c:pt>
                <c:pt idx="58">
                  <c:v>39904</c:v>
                </c:pt>
                <c:pt idx="59">
                  <c:v>39934</c:v>
                </c:pt>
                <c:pt idx="60">
                  <c:v>39965</c:v>
                </c:pt>
                <c:pt idx="61">
                  <c:v>39995</c:v>
                </c:pt>
                <c:pt idx="62">
                  <c:v>40026</c:v>
                </c:pt>
                <c:pt idx="63">
                  <c:v>40057</c:v>
                </c:pt>
                <c:pt idx="64">
                  <c:v>40087</c:v>
                </c:pt>
                <c:pt idx="65">
                  <c:v>40118</c:v>
                </c:pt>
                <c:pt idx="66">
                  <c:v>40148</c:v>
                </c:pt>
                <c:pt idx="67">
                  <c:v>40179</c:v>
                </c:pt>
                <c:pt idx="68">
                  <c:v>40210</c:v>
                </c:pt>
                <c:pt idx="69">
                  <c:v>40238</c:v>
                </c:pt>
                <c:pt idx="70">
                  <c:v>40269</c:v>
                </c:pt>
                <c:pt idx="71">
                  <c:v>40299</c:v>
                </c:pt>
                <c:pt idx="72">
                  <c:v>40330</c:v>
                </c:pt>
                <c:pt idx="73">
                  <c:v>40360</c:v>
                </c:pt>
                <c:pt idx="74">
                  <c:v>40391</c:v>
                </c:pt>
                <c:pt idx="75">
                  <c:v>40422</c:v>
                </c:pt>
                <c:pt idx="76">
                  <c:v>40452</c:v>
                </c:pt>
                <c:pt idx="77">
                  <c:v>40483</c:v>
                </c:pt>
                <c:pt idx="78">
                  <c:v>40513</c:v>
                </c:pt>
                <c:pt idx="79">
                  <c:v>40544</c:v>
                </c:pt>
                <c:pt idx="80">
                  <c:v>40575</c:v>
                </c:pt>
                <c:pt idx="81">
                  <c:v>40603</c:v>
                </c:pt>
                <c:pt idx="82">
                  <c:v>40634</c:v>
                </c:pt>
                <c:pt idx="83">
                  <c:v>40664</c:v>
                </c:pt>
                <c:pt idx="84">
                  <c:v>40695</c:v>
                </c:pt>
                <c:pt idx="85">
                  <c:v>40725</c:v>
                </c:pt>
                <c:pt idx="86">
                  <c:v>40756</c:v>
                </c:pt>
                <c:pt idx="87">
                  <c:v>40787</c:v>
                </c:pt>
                <c:pt idx="88">
                  <c:v>40817</c:v>
                </c:pt>
                <c:pt idx="89">
                  <c:v>40848</c:v>
                </c:pt>
                <c:pt idx="90">
                  <c:v>40878</c:v>
                </c:pt>
                <c:pt idx="91">
                  <c:v>40909</c:v>
                </c:pt>
                <c:pt idx="92">
                  <c:v>40940</c:v>
                </c:pt>
                <c:pt idx="93">
                  <c:v>40969</c:v>
                </c:pt>
                <c:pt idx="94">
                  <c:v>41000</c:v>
                </c:pt>
                <c:pt idx="95">
                  <c:v>41030</c:v>
                </c:pt>
                <c:pt idx="96">
                  <c:v>41061</c:v>
                </c:pt>
                <c:pt idx="97">
                  <c:v>41091</c:v>
                </c:pt>
                <c:pt idx="98">
                  <c:v>41122</c:v>
                </c:pt>
                <c:pt idx="99">
                  <c:v>41153</c:v>
                </c:pt>
                <c:pt idx="100">
                  <c:v>41183</c:v>
                </c:pt>
                <c:pt idx="101">
                  <c:v>41214</c:v>
                </c:pt>
                <c:pt idx="102">
                  <c:v>41244</c:v>
                </c:pt>
                <c:pt idx="103">
                  <c:v>41275</c:v>
                </c:pt>
                <c:pt idx="104">
                  <c:v>41306</c:v>
                </c:pt>
                <c:pt idx="105">
                  <c:v>41334</c:v>
                </c:pt>
                <c:pt idx="106">
                  <c:v>41365</c:v>
                </c:pt>
                <c:pt idx="107">
                  <c:v>41395</c:v>
                </c:pt>
                <c:pt idx="108">
                  <c:v>41426</c:v>
                </c:pt>
                <c:pt idx="109">
                  <c:v>41456</c:v>
                </c:pt>
                <c:pt idx="110">
                  <c:v>41487</c:v>
                </c:pt>
                <c:pt idx="111">
                  <c:v>41518</c:v>
                </c:pt>
                <c:pt idx="112">
                  <c:v>41548</c:v>
                </c:pt>
                <c:pt idx="113">
                  <c:v>41579</c:v>
                </c:pt>
                <c:pt idx="114">
                  <c:v>41609</c:v>
                </c:pt>
                <c:pt idx="115">
                  <c:v>41640</c:v>
                </c:pt>
                <c:pt idx="116">
                  <c:v>41671</c:v>
                </c:pt>
                <c:pt idx="117">
                  <c:v>41699</c:v>
                </c:pt>
                <c:pt idx="118">
                  <c:v>41730</c:v>
                </c:pt>
                <c:pt idx="119">
                  <c:v>41760</c:v>
                </c:pt>
                <c:pt idx="120">
                  <c:v>41791</c:v>
                </c:pt>
                <c:pt idx="121">
                  <c:v>41821</c:v>
                </c:pt>
                <c:pt idx="122">
                  <c:v>41852</c:v>
                </c:pt>
                <c:pt idx="123">
                  <c:v>41883</c:v>
                </c:pt>
                <c:pt idx="124">
                  <c:v>41913</c:v>
                </c:pt>
                <c:pt idx="125">
                  <c:v>41944</c:v>
                </c:pt>
                <c:pt idx="126">
                  <c:v>41974</c:v>
                </c:pt>
                <c:pt idx="127">
                  <c:v>42005</c:v>
                </c:pt>
                <c:pt idx="128">
                  <c:v>42036</c:v>
                </c:pt>
                <c:pt idx="129">
                  <c:v>42064</c:v>
                </c:pt>
                <c:pt idx="130">
                  <c:v>42095</c:v>
                </c:pt>
                <c:pt idx="131">
                  <c:v>42125</c:v>
                </c:pt>
                <c:pt idx="132">
                  <c:v>42156</c:v>
                </c:pt>
                <c:pt idx="133">
                  <c:v>42186</c:v>
                </c:pt>
                <c:pt idx="134">
                  <c:v>42217</c:v>
                </c:pt>
                <c:pt idx="135">
                  <c:v>42248</c:v>
                </c:pt>
                <c:pt idx="136">
                  <c:v>42278</c:v>
                </c:pt>
                <c:pt idx="137">
                  <c:v>42309</c:v>
                </c:pt>
                <c:pt idx="138">
                  <c:v>42339</c:v>
                </c:pt>
                <c:pt idx="139">
                  <c:v>42370</c:v>
                </c:pt>
                <c:pt idx="140">
                  <c:v>42401</c:v>
                </c:pt>
                <c:pt idx="141">
                  <c:v>42430</c:v>
                </c:pt>
                <c:pt idx="142">
                  <c:v>42461</c:v>
                </c:pt>
              </c:numCache>
            </c:numRef>
          </c:cat>
          <c:val>
            <c:numRef>
              <c:f>Sheet1!$B$2:$B$144</c:f>
              <c:numCache>
                <c:formatCode>0.0</c:formatCode>
                <c:ptCount val="143"/>
                <c:pt idx="0">
                  <c:v>377</c:v>
                </c:pt>
                <c:pt idx="1">
                  <c:v>383.5</c:v>
                </c:pt>
                <c:pt idx="2">
                  <c:v>390</c:v>
                </c:pt>
                <c:pt idx="3">
                  <c:v>396.5</c:v>
                </c:pt>
                <c:pt idx="4">
                  <c:v>403</c:v>
                </c:pt>
                <c:pt idx="5">
                  <c:v>409.5</c:v>
                </c:pt>
                <c:pt idx="6">
                  <c:v>416</c:v>
                </c:pt>
                <c:pt idx="7">
                  <c:v>480.83333333333331</c:v>
                </c:pt>
                <c:pt idx="8">
                  <c:v>545.66666666666663</c:v>
                </c:pt>
                <c:pt idx="9">
                  <c:v>610.5</c:v>
                </c:pt>
                <c:pt idx="10">
                  <c:v>675.33333333333337</c:v>
                </c:pt>
                <c:pt idx="11">
                  <c:v>740.16666666666674</c:v>
                </c:pt>
                <c:pt idx="12">
                  <c:v>805</c:v>
                </c:pt>
                <c:pt idx="13">
                  <c:v>812.16666666666663</c:v>
                </c:pt>
                <c:pt idx="14">
                  <c:v>819.33333333333326</c:v>
                </c:pt>
                <c:pt idx="15">
                  <c:v>826.49999999999989</c:v>
                </c:pt>
                <c:pt idx="16">
                  <c:v>833.66666666666652</c:v>
                </c:pt>
                <c:pt idx="17">
                  <c:v>840.83333333333314</c:v>
                </c:pt>
                <c:pt idx="18">
                  <c:v>848</c:v>
                </c:pt>
                <c:pt idx="19">
                  <c:v>851.83333333333337</c:v>
                </c:pt>
                <c:pt idx="20">
                  <c:v>855.66666666666674</c:v>
                </c:pt>
                <c:pt idx="21">
                  <c:v>859.50000000000011</c:v>
                </c:pt>
                <c:pt idx="22">
                  <c:v>863.33333333333348</c:v>
                </c:pt>
                <c:pt idx="23">
                  <c:v>867.16666666666686</c:v>
                </c:pt>
                <c:pt idx="24">
                  <c:v>871</c:v>
                </c:pt>
                <c:pt idx="25">
                  <c:v>846.83333333333337</c:v>
                </c:pt>
                <c:pt idx="26">
                  <c:v>822.66666666666674</c:v>
                </c:pt>
                <c:pt idx="27">
                  <c:v>798.50000000000011</c:v>
                </c:pt>
                <c:pt idx="28">
                  <c:v>774.33333333333348</c:v>
                </c:pt>
                <c:pt idx="29">
                  <c:v>750.16666666666686</c:v>
                </c:pt>
                <c:pt idx="30">
                  <c:v>726</c:v>
                </c:pt>
                <c:pt idx="31">
                  <c:v>696.33333333333337</c:v>
                </c:pt>
                <c:pt idx="32">
                  <c:v>666.66666666666674</c:v>
                </c:pt>
                <c:pt idx="33">
                  <c:v>637.00000000000011</c:v>
                </c:pt>
                <c:pt idx="34">
                  <c:v>607.33333333333348</c:v>
                </c:pt>
                <c:pt idx="35">
                  <c:v>577.66666666666686</c:v>
                </c:pt>
                <c:pt idx="36">
                  <c:v>548</c:v>
                </c:pt>
                <c:pt idx="37">
                  <c:v>509.5</c:v>
                </c:pt>
                <c:pt idx="38">
                  <c:v>471</c:v>
                </c:pt>
                <c:pt idx="39">
                  <c:v>432.5</c:v>
                </c:pt>
                <c:pt idx="40">
                  <c:v>394</c:v>
                </c:pt>
                <c:pt idx="41">
                  <c:v>355.5</c:v>
                </c:pt>
                <c:pt idx="42">
                  <c:v>317</c:v>
                </c:pt>
                <c:pt idx="43">
                  <c:v>283.83333333333331</c:v>
                </c:pt>
                <c:pt idx="44">
                  <c:v>250.66666666666666</c:v>
                </c:pt>
                <c:pt idx="45">
                  <c:v>217.5</c:v>
                </c:pt>
                <c:pt idx="46">
                  <c:v>184.33333333333334</c:v>
                </c:pt>
                <c:pt idx="47">
                  <c:v>151.16666666666669</c:v>
                </c:pt>
                <c:pt idx="48">
                  <c:v>118</c:v>
                </c:pt>
                <c:pt idx="49">
                  <c:v>112.33333333333333</c:v>
                </c:pt>
                <c:pt idx="50">
                  <c:v>106.66666666666666</c:v>
                </c:pt>
                <c:pt idx="51">
                  <c:v>100.99999999999999</c:v>
                </c:pt>
                <c:pt idx="52">
                  <c:v>95.333333333333314</c:v>
                </c:pt>
                <c:pt idx="53">
                  <c:v>89.666666666666643</c:v>
                </c:pt>
                <c:pt idx="54">
                  <c:v>84</c:v>
                </c:pt>
                <c:pt idx="55">
                  <c:v>91.166666666666671</c:v>
                </c:pt>
                <c:pt idx="56">
                  <c:v>98.333333333333343</c:v>
                </c:pt>
                <c:pt idx="57">
                  <c:v>105.50000000000001</c:v>
                </c:pt>
                <c:pt idx="58">
                  <c:v>112.66666666666669</c:v>
                </c:pt>
                <c:pt idx="59">
                  <c:v>119.83333333333336</c:v>
                </c:pt>
                <c:pt idx="60">
                  <c:v>127</c:v>
                </c:pt>
                <c:pt idx="61">
                  <c:v>121.5</c:v>
                </c:pt>
                <c:pt idx="62">
                  <c:v>116</c:v>
                </c:pt>
                <c:pt idx="63">
                  <c:v>110.5</c:v>
                </c:pt>
                <c:pt idx="64">
                  <c:v>105</c:v>
                </c:pt>
                <c:pt idx="65">
                  <c:v>99.5</c:v>
                </c:pt>
                <c:pt idx="66">
                  <c:v>94</c:v>
                </c:pt>
                <c:pt idx="67">
                  <c:v>94.666666666666671</c:v>
                </c:pt>
                <c:pt idx="68">
                  <c:v>95.333333333333343</c:v>
                </c:pt>
                <c:pt idx="69">
                  <c:v>96.000000000000014</c:v>
                </c:pt>
                <c:pt idx="70">
                  <c:v>96.666666666666686</c:v>
                </c:pt>
                <c:pt idx="71">
                  <c:v>97.333333333333357</c:v>
                </c:pt>
                <c:pt idx="72">
                  <c:v>98</c:v>
                </c:pt>
                <c:pt idx="73">
                  <c:v>101.16666666666667</c:v>
                </c:pt>
                <c:pt idx="74">
                  <c:v>104.33333333333334</c:v>
                </c:pt>
                <c:pt idx="75">
                  <c:v>107.50000000000001</c:v>
                </c:pt>
                <c:pt idx="76">
                  <c:v>110.66666666666669</c:v>
                </c:pt>
                <c:pt idx="77">
                  <c:v>113.83333333333336</c:v>
                </c:pt>
                <c:pt idx="78">
                  <c:v>117</c:v>
                </c:pt>
                <c:pt idx="79">
                  <c:v>115.83333333333333</c:v>
                </c:pt>
                <c:pt idx="80">
                  <c:v>114.66666666666666</c:v>
                </c:pt>
                <c:pt idx="81">
                  <c:v>112.08</c:v>
                </c:pt>
                <c:pt idx="82">
                  <c:v>107.04</c:v>
                </c:pt>
                <c:pt idx="83">
                  <c:v>109.28</c:v>
                </c:pt>
                <c:pt idx="84">
                  <c:v>110.55</c:v>
                </c:pt>
                <c:pt idx="85">
                  <c:v>109.95</c:v>
                </c:pt>
                <c:pt idx="86">
                  <c:v>107.75</c:v>
                </c:pt>
                <c:pt idx="87">
                  <c:v>111.19</c:v>
                </c:pt>
                <c:pt idx="88">
                  <c:v>107.1</c:v>
                </c:pt>
                <c:pt idx="89">
                  <c:v>106.28</c:v>
                </c:pt>
                <c:pt idx="90">
                  <c:v>104.92</c:v>
                </c:pt>
                <c:pt idx="91">
                  <c:v>102.38</c:v>
                </c:pt>
                <c:pt idx="92">
                  <c:v>99.04</c:v>
                </c:pt>
                <c:pt idx="93">
                  <c:v>100</c:v>
                </c:pt>
                <c:pt idx="94">
                  <c:v>101.71</c:v>
                </c:pt>
                <c:pt idx="95">
                  <c:v>101.55</c:v>
                </c:pt>
                <c:pt idx="96">
                  <c:v>103.01</c:v>
                </c:pt>
                <c:pt idx="97">
                  <c:v>99.67</c:v>
                </c:pt>
                <c:pt idx="98">
                  <c:v>103.93</c:v>
                </c:pt>
                <c:pt idx="99">
                  <c:v>103.92</c:v>
                </c:pt>
                <c:pt idx="100">
                  <c:v>101.4</c:v>
                </c:pt>
                <c:pt idx="101">
                  <c:v>105.95</c:v>
                </c:pt>
                <c:pt idx="102">
                  <c:v>108.16</c:v>
                </c:pt>
                <c:pt idx="103">
                  <c:v>108.21</c:v>
                </c:pt>
                <c:pt idx="104">
                  <c:v>109.13</c:v>
                </c:pt>
                <c:pt idx="105">
                  <c:v>108.01</c:v>
                </c:pt>
                <c:pt idx="106">
                  <c:v>108.56</c:v>
                </c:pt>
                <c:pt idx="107">
                  <c:v>108.87</c:v>
                </c:pt>
                <c:pt idx="108">
                  <c:v>109.81</c:v>
                </c:pt>
                <c:pt idx="109">
                  <c:v>112.3</c:v>
                </c:pt>
                <c:pt idx="110">
                  <c:v>111.5</c:v>
                </c:pt>
                <c:pt idx="111">
                  <c:v>110.7</c:v>
                </c:pt>
                <c:pt idx="112">
                  <c:v>111.5</c:v>
                </c:pt>
                <c:pt idx="113">
                  <c:v>110.2</c:v>
                </c:pt>
                <c:pt idx="114">
                  <c:v>110.9</c:v>
                </c:pt>
                <c:pt idx="115">
                  <c:v>113</c:v>
                </c:pt>
                <c:pt idx="116">
                  <c:v>113.5</c:v>
                </c:pt>
                <c:pt idx="117">
                  <c:v>114</c:v>
                </c:pt>
                <c:pt idx="118">
                  <c:v>113.8</c:v>
                </c:pt>
                <c:pt idx="119">
                  <c:v>115.1</c:v>
                </c:pt>
                <c:pt idx="120">
                  <c:v>115.8</c:v>
                </c:pt>
                <c:pt idx="121">
                  <c:v>116.4</c:v>
                </c:pt>
                <c:pt idx="122">
                  <c:v>116.1</c:v>
                </c:pt>
                <c:pt idx="123">
                  <c:v>116.1</c:v>
                </c:pt>
                <c:pt idx="124">
                  <c:v>113.2</c:v>
                </c:pt>
                <c:pt idx="125">
                  <c:v>114.6</c:v>
                </c:pt>
                <c:pt idx="126">
                  <c:v>115.7</c:v>
                </c:pt>
                <c:pt idx="127">
                  <c:v>117.8</c:v>
                </c:pt>
                <c:pt idx="128">
                  <c:v>118.6</c:v>
                </c:pt>
                <c:pt idx="129">
                  <c:v>121.35899999999999</c:v>
                </c:pt>
                <c:pt idx="130">
                  <c:v>122</c:v>
                </c:pt>
                <c:pt idx="131">
                  <c:v>122.6</c:v>
                </c:pt>
                <c:pt idx="132">
                  <c:v>122</c:v>
                </c:pt>
                <c:pt idx="133">
                  <c:v>125.5</c:v>
                </c:pt>
                <c:pt idx="134">
                  <c:v>126.1</c:v>
                </c:pt>
                <c:pt idx="135">
                  <c:v>126.5</c:v>
                </c:pt>
                <c:pt idx="136">
                  <c:v>128.4</c:v>
                </c:pt>
                <c:pt idx="137">
                  <c:v>127.4</c:v>
                </c:pt>
                <c:pt idx="138">
                  <c:v>124.346</c:v>
                </c:pt>
                <c:pt idx="139">
                  <c:v>123.8</c:v>
                </c:pt>
                <c:pt idx="140">
                  <c:v>123.8</c:v>
                </c:pt>
                <c:pt idx="141">
                  <c:v>123.5</c:v>
                </c:pt>
                <c:pt idx="142">
                  <c:v>122.4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2008064"/>
        <c:axId val="182870016"/>
      </c:lineChart>
      <c:dateAx>
        <c:axId val="182008064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182870016"/>
        <c:crosses val="autoZero"/>
        <c:auto val="1"/>
        <c:lblOffset val="100"/>
        <c:baseTimeUnit val="months"/>
        <c:majorUnit val="12"/>
        <c:majorTimeUnit val="months"/>
      </c:dateAx>
      <c:valAx>
        <c:axId val="182870016"/>
        <c:scaling>
          <c:orientation val="minMax"/>
        </c:scaling>
        <c:delete val="0"/>
        <c:axPos val="l"/>
        <c:numFmt formatCode="0.0" sourceLinked="1"/>
        <c:majorTickMark val="out"/>
        <c:minorTickMark val="none"/>
        <c:tickLblPos val="nextTo"/>
        <c:crossAx val="182008064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27481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27481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fld id="{BDCE5F9F-0CCF-4CAC-B31C-496A1DC306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46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7481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30313" y="692150"/>
            <a:ext cx="4473575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3739" y="4380236"/>
            <a:ext cx="5546725" cy="4147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1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7481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fld id="{993BEEDA-D9FC-4A9F-BB3F-83B0CB9409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655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1pPr>
    <a:lvl2pPr marL="507526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2pPr>
    <a:lvl3pPr marL="101681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3pPr>
    <a:lvl4pPr marL="1526111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4pPr>
    <a:lvl5pPr marL="203540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5pPr>
    <a:lvl6pPr marL="2546180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541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4653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7388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088" indent="-234895">
              <a:defRPr sz="1200">
                <a:latin typeface="+mn-lt"/>
              </a:defRPr>
            </a:lvl4pPr>
            <a:lvl5pPr marL="1025285" indent="-222198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1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1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35" indent="0">
              <a:buNone/>
              <a:defRPr sz="2000"/>
            </a:lvl2pPr>
            <a:lvl3pPr marL="1018472" indent="0">
              <a:buNone/>
              <a:defRPr sz="1800"/>
            </a:lvl3pPr>
            <a:lvl4pPr marL="1527709" indent="0">
              <a:buNone/>
              <a:defRPr sz="1600"/>
            </a:lvl4pPr>
            <a:lvl5pPr marL="2036945" indent="0">
              <a:buNone/>
              <a:defRPr sz="1600"/>
            </a:lvl5pPr>
            <a:lvl6pPr marL="2546180" indent="0">
              <a:buNone/>
              <a:defRPr sz="1600"/>
            </a:lvl6pPr>
            <a:lvl7pPr marL="3055417" indent="0">
              <a:buNone/>
              <a:defRPr sz="1600"/>
            </a:lvl7pPr>
            <a:lvl8pPr marL="3564653" indent="0">
              <a:buNone/>
              <a:defRPr sz="1600"/>
            </a:lvl8pPr>
            <a:lvl9pPr marL="4073887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8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8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43183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  <a:prstGeom prst="rect">
            <a:avLst/>
          </a:prstGeom>
        </p:spPr>
        <p:txBody>
          <a:bodyPr lIns="101847" tIns="50923" rIns="101847" bIns="50923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47" tIns="50923" rIns="101847" bIns="50923"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101858" tIns="50929" rIns="101858" bIns="50929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58" tIns="50929" rIns="101858" bIns="50929"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176176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27" y="6521118"/>
            <a:ext cx="9454198" cy="915732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813563"/>
            <a:ext cx="9052560" cy="5129425"/>
          </a:xfrm>
          <a:prstGeom prst="rect">
            <a:avLst/>
          </a:prstGeom>
        </p:spPr>
        <p:txBody>
          <a:bodyPr lIns="101858" tIns="50929" rIns="101858" bIns="5092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5" indent="0" algn="ctr">
              <a:buNone/>
              <a:defRPr/>
            </a:lvl2pPr>
            <a:lvl3pPr marL="1018592" indent="0" algn="ctr">
              <a:buNone/>
              <a:defRPr/>
            </a:lvl3pPr>
            <a:lvl4pPr marL="1527887" indent="0" algn="ctr">
              <a:buNone/>
              <a:defRPr/>
            </a:lvl4pPr>
            <a:lvl5pPr marL="2037183" indent="0" algn="ctr">
              <a:buNone/>
              <a:defRPr/>
            </a:lvl5pPr>
            <a:lvl6pPr marL="2546478" indent="0" algn="ctr">
              <a:buNone/>
              <a:defRPr/>
            </a:lvl6pPr>
            <a:lvl7pPr marL="3055774" indent="0" algn="ctr">
              <a:buNone/>
              <a:defRPr/>
            </a:lvl7pPr>
            <a:lvl8pPr marL="3565070" indent="0" algn="ctr">
              <a:buNone/>
              <a:defRPr/>
            </a:lvl8pPr>
            <a:lvl9pPr marL="407436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2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2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181" indent="-234922">
              <a:defRPr sz="1200">
                <a:latin typeface="+mn-lt"/>
              </a:defRPr>
            </a:lvl4pPr>
            <a:lvl5pPr marL="1025405" indent="-222224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8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0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0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95" indent="0">
              <a:buNone/>
              <a:defRPr sz="2000"/>
            </a:lvl2pPr>
            <a:lvl3pPr marL="1018592" indent="0">
              <a:buNone/>
              <a:defRPr sz="1800"/>
            </a:lvl3pPr>
            <a:lvl4pPr marL="1527887" indent="0">
              <a:buNone/>
              <a:defRPr sz="1600"/>
            </a:lvl4pPr>
            <a:lvl5pPr marL="2037183" indent="0">
              <a:buNone/>
              <a:defRPr sz="1600"/>
            </a:lvl5pPr>
            <a:lvl6pPr marL="2546478" indent="0">
              <a:buNone/>
              <a:defRPr sz="1600"/>
            </a:lvl6pPr>
            <a:lvl7pPr marL="3055774" indent="0">
              <a:buNone/>
              <a:defRPr sz="1600"/>
            </a:lvl7pPr>
            <a:lvl8pPr marL="3565070" indent="0">
              <a:buNone/>
              <a:defRPr sz="1600"/>
            </a:lvl8pPr>
            <a:lvl9pPr marL="4074364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5483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7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7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34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1207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8463" indent="0" algn="ctr">
              <a:buNone/>
              <a:defRPr/>
            </a:lvl2pPr>
            <a:lvl3pPr marL="1016925" indent="0" algn="ctr">
              <a:buNone/>
              <a:defRPr/>
            </a:lvl3pPr>
            <a:lvl4pPr marL="1525388" indent="0" algn="ctr">
              <a:buNone/>
              <a:defRPr/>
            </a:lvl4pPr>
            <a:lvl5pPr marL="2033851" indent="0" algn="ctr">
              <a:buNone/>
              <a:defRPr/>
            </a:lvl5pPr>
            <a:lvl6pPr marL="2542312" indent="0" algn="ctr">
              <a:buNone/>
              <a:defRPr/>
            </a:lvl6pPr>
            <a:lvl7pPr marL="3050775" indent="0" algn="ctr">
              <a:buNone/>
              <a:defRPr/>
            </a:lvl7pPr>
            <a:lvl8pPr marL="3559239" indent="0" algn="ctr">
              <a:buNone/>
              <a:defRPr/>
            </a:lvl8pPr>
            <a:lvl9pPr marL="4067698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28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1869" indent="-234537">
              <a:defRPr sz="1200">
                <a:latin typeface="+mn-lt"/>
              </a:defRPr>
            </a:lvl4pPr>
            <a:lvl5pPr marL="1023730" indent="-221860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11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505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8463" indent="0">
              <a:buNone/>
              <a:defRPr sz="2000"/>
            </a:lvl2pPr>
            <a:lvl3pPr marL="1016925" indent="0">
              <a:buNone/>
              <a:defRPr sz="1800"/>
            </a:lvl3pPr>
            <a:lvl4pPr marL="1525388" indent="0">
              <a:buNone/>
              <a:defRPr sz="1600"/>
            </a:lvl4pPr>
            <a:lvl5pPr marL="2033851" indent="0">
              <a:buNone/>
              <a:defRPr sz="1600"/>
            </a:lvl5pPr>
            <a:lvl6pPr marL="2542312" indent="0">
              <a:buNone/>
              <a:defRPr sz="1600"/>
            </a:lvl6pPr>
            <a:lvl7pPr marL="3050775" indent="0">
              <a:buNone/>
              <a:defRPr sz="1600"/>
            </a:lvl7pPr>
            <a:lvl8pPr marL="3559239" indent="0">
              <a:buNone/>
              <a:defRPr sz="1600"/>
            </a:lvl8pPr>
            <a:lvl9pPr marL="4067698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57715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92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92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1410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02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3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4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5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e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theme" Target="../theme/theme13.xml"/><Relationship Id="rId4" Type="http://schemas.openxmlformats.org/officeDocument/2006/relationships/image" Target="../media/image4.gif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1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9" r:id="rId2"/>
    <p:sldLayoutId id="2147483668" r:id="rId3"/>
    <p:sldLayoutId id="2147483667" r:id="rId4"/>
    <p:sldLayoutId id="2147483664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87124" y="1829756"/>
            <a:ext cx="749315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55039" name="Line 31"/>
          <p:cNvSpPr>
            <a:spLocks noChangeShapeType="1"/>
          </p:cNvSpPr>
          <p:nvPr/>
        </p:nvSpPr>
        <p:spPr bwMode="auto">
          <a:xfrm>
            <a:off x="2305050" y="1887328"/>
            <a:ext cx="0" cy="536691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56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 txBox="1">
            <a:spLocks noChangeArrowheads="1"/>
          </p:cNvSpPr>
          <p:nvPr userDrawn="1"/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1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</a:p>
        </p:txBody>
      </p:sp>
      <p:pic>
        <p:nvPicPr>
          <p:cNvPr id="37" name="Picture 20" descr="Cello_LOGO_Horizontal_Short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0" r:id="rId2"/>
    <p:sldLayoutId id="2147483676" r:id="rId3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0501" y="1168402"/>
            <a:ext cx="7539782" cy="581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2302546" y="1265239"/>
            <a:ext cx="0" cy="596868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50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3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897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0" name="Rectangle 29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rgbClr val="EFEB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39" name="Picture 38" descr="GUGG_logo_262.gif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43" r:id="rId2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fontAlgn="base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fontAlgn="base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fontAlgn="base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5640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588" y="5157198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18111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grpSp>
        <p:nvGrpSpPr>
          <p:cNvPr id="50185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7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2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3" cstate="print"/>
          <a:srcRect t="88849"/>
          <a:stretch>
            <a:fillRect/>
          </a:stretch>
        </p:blipFill>
        <p:spPr bwMode="auto">
          <a:xfrm>
            <a:off x="228600" y="4687169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2478" name="Group 33"/>
          <p:cNvGrpSpPr>
            <a:grpSpLocks/>
          </p:cNvGrpSpPr>
          <p:nvPr userDrawn="1"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50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1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2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3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4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5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6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7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8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9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7" name="Rectangle 20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9pPr>
    </p:titleStyle>
    <p:bodyStyle>
      <a:lvl1pPr marL="381970" indent="-381970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601" indent="-318309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3233" indent="-254646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2525" indent="-254646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1819" indent="-254646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111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406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698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99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14830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4761" name="Group 19"/>
          <p:cNvGrpSpPr>
            <a:grpSpLocks/>
          </p:cNvGrpSpPr>
          <p:nvPr/>
        </p:nvGrpSpPr>
        <p:grpSpPr bwMode="auto">
          <a:xfrm>
            <a:off x="4498340" y="4332396"/>
            <a:ext cx="1068705" cy="1417743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2" y="3620"/>
              <a:ext cx="279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3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7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299" y="3620"/>
              <a:ext cx="310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2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8" cy="1393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7" y="2105"/>
              <a:ext cx="784" cy="1393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4" cy="1393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74762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493294" y="6160168"/>
            <a:ext cx="9071812" cy="987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8" tIns="50929" rIns="101858" bIns="5092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6" name="Rectangle 20"/>
          <p:cNvSpPr>
            <a:spLocks noChangeArrowheads="1"/>
          </p:cNvSpPr>
          <p:nvPr userDrawn="1"/>
        </p:nvSpPr>
        <p:spPr bwMode="auto">
          <a:xfrm>
            <a:off x="228600" y="231774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09115" y="1313395"/>
            <a:ext cx="807116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1789907" y="1394357"/>
            <a:ext cx="0" cy="5849725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2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49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0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1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4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5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6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7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8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9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0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1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2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3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1" y="1567075"/>
            <a:ext cx="9372600" cy="537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20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1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36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8" name="Picture 27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697402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rgbClr val="DAD6D3"/>
            </a:solidFill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75395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7" name="Picture 26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1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59" tIns="50929" rIns="101859" bIns="50929" anchor="ctr"/>
          <a:lstStyle/>
          <a:p>
            <a:pPr defTabSz="1018824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4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1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8824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8824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04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5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887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718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70" indent="-187470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709" indent="-185703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948" indent="-18570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966" indent="-252909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319" indent="-252909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1126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42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717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901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5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92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87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83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78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7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7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6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692" tIns="50847" rIns="101692" bIns="50847" anchor="ctr"/>
          <a:lstStyle/>
          <a:p>
            <a:pPr defTabSz="1017157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17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7157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7157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6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846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692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5388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3851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164" indent="-187164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093" indent="-185400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023" indent="-1854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78054" indent="-2525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86573" indent="-2525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6545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500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3470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192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463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92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538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3851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2312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077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9239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69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04657" y="5582952"/>
            <a:ext cx="4310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>
                <a:solidFill>
                  <a:schemeClr val="accent1"/>
                </a:solidFill>
                <a:latin typeface="Calibri" panose="020F0502020204030204" pitchFamily="34" charset="0"/>
              </a:rPr>
              <a:t>Horse Race for Credit Availability Indices</a:t>
            </a:r>
            <a:endParaRPr lang="en-US" dirty="0">
              <a:solidFill>
                <a:schemeClr val="accent1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4657" y="6115097"/>
            <a:ext cx="4310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>
                <a:solidFill>
                  <a:schemeClr val="accent1"/>
                </a:solidFill>
                <a:latin typeface="Calibri" panose="020F0502020204030204" pitchFamily="34" charset="0"/>
              </a:rPr>
              <a:t>June 2016</a:t>
            </a:r>
            <a:endParaRPr lang="en-US" dirty="0">
              <a:solidFill>
                <a:schemeClr val="accent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4040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536836" y="2216487"/>
            <a:ext cx="832713" cy="1894637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430828" y="2216488"/>
            <a:ext cx="753465" cy="1894637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Problem We </a:t>
            </a:r>
            <a:r>
              <a:rPr lang="en-US" sz="1600" dirty="0">
                <a:latin typeface="+mn-lt"/>
              </a:rPr>
              <a:t>A</a:t>
            </a:r>
            <a:r>
              <a:rPr lang="en-US" sz="1600" dirty="0" smtClean="0">
                <a:latin typeface="+mn-lt"/>
              </a:rPr>
              <a:t>re </a:t>
            </a:r>
            <a:r>
              <a:rPr lang="en-US" sz="1600" dirty="0">
                <a:latin typeface="+mn-lt"/>
              </a:rPr>
              <a:t>T</a:t>
            </a:r>
            <a:r>
              <a:rPr lang="en-US" sz="1600" dirty="0" smtClean="0">
                <a:latin typeface="+mn-lt"/>
              </a:rPr>
              <a:t>rying to Fix:</a:t>
            </a:r>
            <a:br>
              <a:rPr lang="en-US" sz="1600" dirty="0" smtClean="0">
                <a:latin typeface="+mn-lt"/>
              </a:rPr>
            </a:br>
            <a:r>
              <a:rPr lang="en-US" sz="1600" dirty="0" smtClean="0">
                <a:latin typeface="+mn-lt"/>
              </a:rPr>
              <a:t>Dispersion </a:t>
            </a:r>
            <a:r>
              <a:rPr lang="en-US" sz="1600" dirty="0">
                <a:latin typeface="+mn-lt"/>
              </a:rPr>
              <a:t>Between MCAI and HPA2Yr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3862763710"/>
              </p:ext>
            </p:extLst>
          </p:nvPr>
        </p:nvGraphicFramePr>
        <p:xfrm>
          <a:off x="627887" y="2089896"/>
          <a:ext cx="4207459" cy="2855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4252908408"/>
              </p:ext>
            </p:extLst>
          </p:nvPr>
        </p:nvGraphicFramePr>
        <p:xfrm>
          <a:off x="5308396" y="2126472"/>
          <a:ext cx="4207459" cy="2855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0" name="Straight Connector 9"/>
          <p:cNvCxnSpPr/>
          <p:nvPr/>
        </p:nvCxnSpPr>
        <p:spPr>
          <a:xfrm>
            <a:off x="5991149" y="3021163"/>
            <a:ext cx="3378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991149" y="3853875"/>
            <a:ext cx="3378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741018" y="1609331"/>
            <a:ext cx="637153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130905" y="1419137"/>
            <a:ext cx="373075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Dispersion Between MCAI and HPA2Yr</a:t>
            </a:r>
            <a:endParaRPr lang="en-US" dirty="0">
              <a:latin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94385" y="5450837"/>
            <a:ext cx="900379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In our current model, we use HPA two-year moving average as a measure of market credit availability. However, comparing the Mortgage Credit Availability Index and HPA2Yr curves, we can see a dispersion between them after 2013. At the same time, our model tracking error goes up. </a:t>
            </a:r>
          </a:p>
          <a:p>
            <a:endParaRPr lang="en-US" sz="1200" dirty="0">
              <a:latin typeface="+mn-lt"/>
            </a:endParaRPr>
          </a:p>
          <a:p>
            <a:r>
              <a:rPr lang="en-US" sz="1200" dirty="0" smtClean="0">
                <a:latin typeface="+mn-lt"/>
              </a:rPr>
              <a:t>We might want to change the credit availability measure in our future version of model. MCAI would be a choice. In that case, since the MCAI is calculated by the origination information of all kinds of loan products(including non-agency products), we need to actively maintain the market share of different products.</a:t>
            </a:r>
            <a:endParaRPr lang="en-US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99847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Credit Availability </a:t>
            </a:r>
            <a:r>
              <a:rPr lang="en-US" sz="1600" dirty="0" smtClean="0">
                <a:latin typeface="+mn-lt"/>
              </a:rPr>
              <a:t>Indices for The Horse Race</a:t>
            </a:r>
            <a:br>
              <a:rPr lang="en-US" sz="1600" dirty="0" smtClean="0">
                <a:latin typeface="+mn-lt"/>
              </a:rPr>
            </a:br>
            <a:r>
              <a:rPr lang="en-US" sz="1600" dirty="0" smtClean="0">
                <a:latin typeface="+mn-lt"/>
              </a:rPr>
              <a:t>1. HPA 2Yr</a:t>
            </a:r>
            <a:endParaRPr lang="en-US" dirty="0">
              <a:latin typeface="+mn-l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94384" y="1044115"/>
            <a:ext cx="90037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The HPA 2Yr index is calculated based on HPI changes. We use the relative change between current month and two-year before. For example the HPA 2Yr for 2016/06 is: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3264794" y="1505780"/>
                <a:ext cx="2031454" cy="4989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/>
                            </a:rPr>
                            <m:t>𝐻𝑃𝐴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200" i="1">
                              <a:latin typeface="Cambria Math"/>
                            </a:rPr>
                            <m:t>2</m:t>
                          </m:r>
                          <m:r>
                            <a:rPr lang="en-US" sz="1200" i="1">
                              <a:latin typeface="Cambria Math"/>
                            </a:rPr>
                            <m:t>𝑌𝑟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/>
                            </a:rPr>
                            <m:t>2016/6</m:t>
                          </m:r>
                        </m:sub>
                      </m:sSub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2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/>
                                </a:rPr>
                                <m:t>𝐻𝑃𝐼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/>
                                </a:rPr>
                                <m:t>2016/6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2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/>
                                </a:rPr>
                                <m:t>𝐻𝑃𝐼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/>
                                </a:rPr>
                                <m:t>201</m:t>
                              </m:r>
                              <m:r>
                                <a:rPr lang="en-US" sz="1200" b="0" i="1" smtClean="0">
                                  <a:latin typeface="Cambria Math"/>
                                </a:rPr>
                                <m:t>4</m:t>
                              </m:r>
                              <m:r>
                                <a:rPr lang="en-US" sz="1200" i="1">
                                  <a:latin typeface="Cambria Math"/>
                                </a:rPr>
                                <m:t>/6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4794" y="1505780"/>
                <a:ext cx="2031454" cy="498983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2760989736"/>
              </p:ext>
            </p:extLst>
          </p:nvPr>
        </p:nvGraphicFramePr>
        <p:xfrm>
          <a:off x="1676400" y="2372217"/>
          <a:ext cx="6705600" cy="447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717418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Credit Availability </a:t>
            </a:r>
            <a:r>
              <a:rPr lang="en-US" sz="1600" dirty="0" smtClean="0">
                <a:latin typeface="+mn-lt"/>
              </a:rPr>
              <a:t>Indices for The Horse Race</a:t>
            </a:r>
            <a:br>
              <a:rPr lang="en-US" sz="1600" dirty="0" smtClean="0">
                <a:latin typeface="+mn-lt"/>
              </a:rPr>
            </a:br>
            <a:r>
              <a:rPr lang="en-US" sz="1600" dirty="0" smtClean="0">
                <a:latin typeface="+mn-lt"/>
              </a:rPr>
              <a:t>2. MBA Credit Availability Index</a:t>
            </a:r>
            <a:endParaRPr lang="en-US" dirty="0">
              <a:latin typeface="+mn-l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94384" y="1044115"/>
            <a:ext cx="900379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+mn-lt"/>
              </a:rPr>
              <a:t>Mortgage Bankers Association (MBA) </a:t>
            </a:r>
            <a:r>
              <a:rPr lang="en-US" sz="1200" dirty="0" smtClean="0">
                <a:latin typeface="+mn-lt"/>
              </a:rPr>
              <a:t>provides an MCAI that has </a:t>
            </a:r>
            <a:r>
              <a:rPr lang="en-US" sz="1200" dirty="0">
                <a:latin typeface="+mn-lt"/>
              </a:rPr>
              <a:t>an expanded historical series which gives perspective on credit availability going back approximately 10-years (expanded historical series does not include Conventional, Government, Conforming, or Jumbo MCAI).  </a:t>
            </a:r>
            <a:endParaRPr lang="en-US" sz="1200" dirty="0" smtClean="0">
              <a:latin typeface="+mn-lt"/>
            </a:endParaRPr>
          </a:p>
          <a:p>
            <a:endParaRPr lang="en-US" sz="1200" dirty="0" smtClean="0">
              <a:latin typeface="+mn-lt"/>
            </a:endParaRPr>
          </a:p>
          <a:p>
            <a:r>
              <a:rPr lang="en-US" sz="1200" dirty="0">
                <a:latin typeface="+mn-lt"/>
              </a:rPr>
              <a:t>The MCAI is calculated using several factors related to borrower eligibility (credit score, loan type, loan-to-value ratio, etc.). These metrics and underwriting criteria for over 95 lenders/investors are combined by MBA using data made available via the </a:t>
            </a:r>
            <a:r>
              <a:rPr lang="en-US" sz="1200" dirty="0" err="1">
                <a:latin typeface="+mn-lt"/>
              </a:rPr>
              <a:t>AllRegs</a:t>
            </a:r>
            <a:r>
              <a:rPr lang="en-US" sz="1200" dirty="0">
                <a:latin typeface="+mn-lt"/>
              </a:rPr>
              <a:t>® Market Clarity® product and a proprietary formula derived by MBA to calculate the MCAI, a summary measure which indicates the availability of mortgage credit at a point in time</a:t>
            </a:r>
            <a:r>
              <a:rPr lang="en-US" sz="1200" dirty="0" smtClean="0">
                <a:latin typeface="+mn-lt"/>
              </a:rPr>
              <a:t>.</a:t>
            </a:r>
            <a:endParaRPr lang="en-US" sz="1200" dirty="0">
              <a:latin typeface="+mn-lt"/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3375245000"/>
              </p:ext>
            </p:extLst>
          </p:nvPr>
        </p:nvGraphicFramePr>
        <p:xfrm>
          <a:off x="1811628" y="2513885"/>
          <a:ext cx="6705600" cy="447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14451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Credit Availability </a:t>
            </a:r>
            <a:r>
              <a:rPr lang="en-US" sz="1600" dirty="0" smtClean="0">
                <a:latin typeface="+mn-lt"/>
              </a:rPr>
              <a:t>Indices for The Horse Race</a:t>
            </a:r>
            <a:br>
              <a:rPr lang="en-US" sz="1600" dirty="0" smtClean="0">
                <a:latin typeface="+mn-lt"/>
              </a:rPr>
            </a:br>
            <a:r>
              <a:rPr lang="en-US" sz="1600" dirty="0" smtClean="0">
                <a:latin typeface="+mn-lt"/>
              </a:rPr>
              <a:t>2. MBA Credit Availability Index</a:t>
            </a:r>
            <a:endParaRPr lang="en-US" dirty="0">
              <a:latin typeface="+mn-l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94384" y="1044115"/>
            <a:ext cx="900379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+mn-lt"/>
              </a:rPr>
              <a:t>Mortgage Bankers Association (MBA) </a:t>
            </a:r>
            <a:r>
              <a:rPr lang="en-US" sz="1200" dirty="0" smtClean="0">
                <a:latin typeface="+mn-lt"/>
              </a:rPr>
              <a:t>provides an MCAI that has </a:t>
            </a:r>
            <a:r>
              <a:rPr lang="en-US" sz="1200" dirty="0">
                <a:latin typeface="+mn-lt"/>
              </a:rPr>
              <a:t>an expanded historical series which gives perspective on credit availability going back approximately 10-years (expanded historical series does not include Conventional, Government, Conforming, or Jumbo MCAI).  </a:t>
            </a:r>
            <a:endParaRPr lang="en-US" sz="1200" dirty="0" smtClean="0">
              <a:latin typeface="+mn-lt"/>
            </a:endParaRPr>
          </a:p>
          <a:p>
            <a:endParaRPr lang="en-US" sz="1200" dirty="0" smtClean="0">
              <a:latin typeface="+mn-lt"/>
            </a:endParaRPr>
          </a:p>
          <a:p>
            <a:r>
              <a:rPr lang="en-US" sz="1200" dirty="0">
                <a:latin typeface="+mn-lt"/>
              </a:rPr>
              <a:t>The MCAI is calculated using several factors related to borrower eligibility (credit score, loan type, loan-to-value ratio, etc.). These metrics and underwriting criteria for over 95 lenders/investors are combined by MBA using data made available via the </a:t>
            </a:r>
            <a:r>
              <a:rPr lang="en-US" sz="1200" dirty="0" err="1">
                <a:latin typeface="+mn-lt"/>
              </a:rPr>
              <a:t>AllRegs</a:t>
            </a:r>
            <a:r>
              <a:rPr lang="en-US" sz="1200" dirty="0">
                <a:latin typeface="+mn-lt"/>
              </a:rPr>
              <a:t>® Market Clarity® product and a proprietary formula derived by MBA to calculate the MCAI, a summary measure which indicates the availability of mortgage credit at a point in time</a:t>
            </a:r>
            <a:r>
              <a:rPr lang="en-US" sz="1200" dirty="0" smtClean="0">
                <a:latin typeface="+mn-lt"/>
              </a:rPr>
              <a:t>.</a:t>
            </a:r>
            <a:endParaRPr lang="en-US" sz="1200" dirty="0">
              <a:latin typeface="+mn-lt"/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1836804610"/>
              </p:ext>
            </p:extLst>
          </p:nvPr>
        </p:nvGraphicFramePr>
        <p:xfrm>
          <a:off x="1811628" y="2513885"/>
          <a:ext cx="6705600" cy="447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39069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Custom Design">
  <a:themeElements>
    <a:clrScheme name="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5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5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6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7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6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7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91154</TotalTime>
  <Words>441</Words>
  <Application>Microsoft Office PowerPoint</Application>
  <PresentationFormat>Custom</PresentationFormat>
  <Paragraphs>23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15</vt:i4>
      </vt:variant>
      <vt:variant>
        <vt:lpstr>Slide Titles</vt:lpstr>
      </vt:variant>
      <vt:variant>
        <vt:i4>5</vt:i4>
      </vt:variant>
    </vt:vector>
  </HeadingPairs>
  <TitlesOfParts>
    <vt:vector size="20" baseType="lpstr">
      <vt:lpstr>Custom Design</vt:lpstr>
      <vt:lpstr>1_Custom Design</vt:lpstr>
      <vt:lpstr>2_Custom Design</vt:lpstr>
      <vt:lpstr>1_Default Design</vt:lpstr>
      <vt:lpstr>4_Default Design</vt:lpstr>
      <vt:lpstr>3_Default Design</vt:lpstr>
      <vt:lpstr>3_Custom Design</vt:lpstr>
      <vt:lpstr>2_Default Design</vt:lpstr>
      <vt:lpstr>4_Custom Design</vt:lpstr>
      <vt:lpstr>5_Default Design</vt:lpstr>
      <vt:lpstr>5_Custom Design</vt:lpstr>
      <vt:lpstr>6_Default Design</vt:lpstr>
      <vt:lpstr>7_Default Design</vt:lpstr>
      <vt:lpstr>6_Custom Design</vt:lpstr>
      <vt:lpstr>7_Custom Design</vt:lpstr>
      <vt:lpstr>PowerPoint Presentation</vt:lpstr>
      <vt:lpstr>Problem We Are Trying to Fix: Dispersion Between MCAI and HPA2Yr</vt:lpstr>
      <vt:lpstr>Credit Availability Indices for The Horse Race 1. HPA 2Yr</vt:lpstr>
      <vt:lpstr>Credit Availability Indices for The Horse Race 2. MBA Credit Availability Index</vt:lpstr>
      <vt:lpstr>Credit Availability Indices for The Horse Race 2. MBA Credit Availability Index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William Gates</dc:creator>
  <cp:lastModifiedBy>Lien Chen</cp:lastModifiedBy>
  <cp:revision>2155</cp:revision>
  <cp:lastPrinted>2016-03-29T19:25:13Z</cp:lastPrinted>
  <dcterms:created xsi:type="dcterms:W3CDTF">2011-07-07T12:37:32Z</dcterms:created>
  <dcterms:modified xsi:type="dcterms:W3CDTF">2016-06-28T19:56:47Z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-1471813815</vt:i4>
  </property>
  <property fmtid="{D5CDD505-2E9C-101B-9397-08002B2CF9AE}" pid="3" name="_NewReviewCycle">
    <vt:lpwstr/>
  </property>
  <property fmtid="{D5CDD505-2E9C-101B-9397-08002B2CF9AE}" pid="4" name="_EmailSubject">
    <vt:lpwstr>FW: 2012 05 15 cello presentation.pptx</vt:lpwstr>
  </property>
  <property fmtid="{D5CDD505-2E9C-101B-9397-08002B2CF9AE}" pid="5" name="_AuthorEmail">
    <vt:lpwstr>Marisa.Goldberg@guggenheimpartners.com</vt:lpwstr>
  </property>
  <property fmtid="{D5CDD505-2E9C-101B-9397-08002B2CF9AE}" pid="6" name="_AuthorEmailDisplayName">
    <vt:lpwstr>Goldberg, Marisa</vt:lpwstr>
  </property>
  <property fmtid="{D5CDD505-2E9C-101B-9397-08002B2CF9AE}" pid="7" name="_PreviousAdHocReviewCycleID">
    <vt:i4>-274319563</vt:i4>
  </property>
</Properties>
</file>