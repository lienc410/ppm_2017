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0" d="100"/>
          <a:sy n="170" d="100"/>
        </p:scale>
        <p:origin x="-36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8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1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9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8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6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3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9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3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4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49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36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4E44E-B874-42DC-8162-E8DFEFA28354}" type="datetimeFigureOut">
              <a:rPr lang="en-US" smtClean="0"/>
              <a:t>9/9/2015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224A3-4DC1-4261-AE1F-609F3F9C6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6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49"/>
          <p:cNvSpPr txBox="1">
            <a:spLocks noChangeArrowheads="1"/>
          </p:cNvSpPr>
          <p:nvPr/>
        </p:nvSpPr>
        <p:spPr bwMode="auto">
          <a:xfrm>
            <a:off x="679478" y="2811515"/>
            <a:ext cx="598199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685 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4" name="Text Box 50"/>
          <p:cNvSpPr txBox="1">
            <a:spLocks noChangeArrowheads="1"/>
          </p:cNvSpPr>
          <p:nvPr/>
        </p:nvSpPr>
        <p:spPr bwMode="auto">
          <a:xfrm>
            <a:off x="1044427" y="2811515"/>
            <a:ext cx="598198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643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5" name="Text Box 51"/>
          <p:cNvSpPr txBox="1">
            <a:spLocks noChangeArrowheads="1"/>
          </p:cNvSpPr>
          <p:nvPr/>
        </p:nvSpPr>
        <p:spPr bwMode="auto">
          <a:xfrm>
            <a:off x="1875875" y="2811515"/>
            <a:ext cx="596612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427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6" name="Text Box 52"/>
          <p:cNvSpPr txBox="1">
            <a:spLocks noChangeArrowheads="1"/>
          </p:cNvSpPr>
          <p:nvPr/>
        </p:nvSpPr>
        <p:spPr bwMode="auto">
          <a:xfrm>
            <a:off x="2117892" y="2811515"/>
            <a:ext cx="598199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347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7" name="Text Box 53"/>
          <p:cNvSpPr txBox="1">
            <a:spLocks noChangeArrowheads="1"/>
          </p:cNvSpPr>
          <p:nvPr/>
        </p:nvSpPr>
        <p:spPr bwMode="auto">
          <a:xfrm>
            <a:off x="2713850" y="2811514"/>
            <a:ext cx="598198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250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8" name="Text Box 54"/>
          <p:cNvSpPr txBox="1">
            <a:spLocks noChangeArrowheads="1"/>
          </p:cNvSpPr>
          <p:nvPr/>
        </p:nvSpPr>
        <p:spPr bwMode="auto">
          <a:xfrm>
            <a:off x="3067646" y="2816671"/>
            <a:ext cx="596612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238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9" name="Text Box 55"/>
          <p:cNvSpPr txBox="1">
            <a:spLocks noChangeArrowheads="1"/>
          </p:cNvSpPr>
          <p:nvPr/>
        </p:nvSpPr>
        <p:spPr bwMode="auto">
          <a:xfrm>
            <a:off x="3573019" y="2816671"/>
            <a:ext cx="598199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30BC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0" name="Text Box 57"/>
          <p:cNvSpPr txBox="1">
            <a:spLocks noChangeArrowheads="1"/>
          </p:cNvSpPr>
          <p:nvPr/>
        </p:nvSpPr>
        <p:spPr bwMode="auto">
          <a:xfrm>
            <a:off x="4923331" y="2811515"/>
            <a:ext cx="599785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476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1" name="Text Box 58"/>
          <p:cNvSpPr txBox="1">
            <a:spLocks noChangeArrowheads="1"/>
          </p:cNvSpPr>
          <p:nvPr/>
        </p:nvSpPr>
        <p:spPr bwMode="auto">
          <a:xfrm>
            <a:off x="4533831" y="2811060"/>
            <a:ext cx="596612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300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2" name="Text Box 59"/>
          <p:cNvSpPr txBox="1">
            <a:spLocks noChangeArrowheads="1"/>
          </p:cNvSpPr>
          <p:nvPr/>
        </p:nvSpPr>
        <p:spPr bwMode="auto">
          <a:xfrm>
            <a:off x="6656706" y="2811515"/>
            <a:ext cx="596612" cy="2339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</a:t>
            </a:r>
            <a:r>
              <a:rPr lang="en-US" sz="800" baseline="300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nd</a:t>
            </a: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Half of 12</a:t>
            </a:r>
            <a:r>
              <a:rPr lang="en-US" sz="800" baseline="300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th</a:t>
            </a: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Century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3" name="Freeform 60"/>
          <p:cNvSpPr>
            <a:spLocks/>
          </p:cNvSpPr>
          <p:nvPr/>
        </p:nvSpPr>
        <p:spPr bwMode="auto">
          <a:xfrm>
            <a:off x="679478" y="3098852"/>
            <a:ext cx="7419975" cy="144463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19050">
            <a:solidFill>
              <a:schemeClr val="accent5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>
              <a:defRPr/>
            </a:pP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0" name="Oval 68"/>
          <p:cNvSpPr>
            <a:spLocks noChangeArrowheads="1"/>
          </p:cNvSpPr>
          <p:nvPr/>
        </p:nvSpPr>
        <p:spPr bwMode="auto">
          <a:xfrm>
            <a:off x="5158775" y="3033969"/>
            <a:ext cx="131699" cy="14287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defRPr/>
            </a:pP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1" name="Oval 69"/>
          <p:cNvSpPr>
            <a:spLocks noChangeArrowheads="1"/>
          </p:cNvSpPr>
          <p:nvPr/>
        </p:nvSpPr>
        <p:spPr bwMode="auto">
          <a:xfrm>
            <a:off x="4766287" y="3033968"/>
            <a:ext cx="131699" cy="14287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defRPr/>
            </a:pP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2" name="Oval 70"/>
          <p:cNvSpPr>
            <a:spLocks noChangeArrowheads="1"/>
          </p:cNvSpPr>
          <p:nvPr/>
        </p:nvSpPr>
        <p:spPr bwMode="auto">
          <a:xfrm>
            <a:off x="6876346" y="3026905"/>
            <a:ext cx="131698" cy="14287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defRPr/>
            </a:pP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3" name="Oval 71"/>
          <p:cNvSpPr>
            <a:spLocks noChangeArrowheads="1"/>
          </p:cNvSpPr>
          <p:nvPr/>
        </p:nvSpPr>
        <p:spPr bwMode="auto">
          <a:xfrm>
            <a:off x="3806270" y="3027415"/>
            <a:ext cx="131698" cy="14287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defRPr/>
            </a:pP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31853" y="2478385"/>
            <a:ext cx="11739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Duke </a:t>
            </a:r>
            <a:r>
              <a:rPr lang="en-US" sz="1100" dirty="0" err="1"/>
              <a:t>Huan</a:t>
            </a:r>
            <a:r>
              <a:rPr lang="en-US" sz="1100" dirty="0"/>
              <a:t> of Qi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92499" y="3382232"/>
            <a:ext cx="6301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Plato</a:t>
            </a:r>
          </a:p>
          <a:p>
            <a:pPr algn="ctr"/>
            <a:r>
              <a:rPr lang="en-US" sz="1100" dirty="0" smtClean="0"/>
              <a:t>Ancient Greek</a:t>
            </a:r>
            <a:endParaRPr lang="en-US" sz="1100" dirty="0"/>
          </a:p>
        </p:txBody>
      </p:sp>
      <p:sp>
        <p:nvSpPr>
          <p:cNvPr id="66" name="TextBox 65"/>
          <p:cNvSpPr txBox="1"/>
          <p:nvPr/>
        </p:nvSpPr>
        <p:spPr>
          <a:xfrm>
            <a:off x="2721340" y="2309108"/>
            <a:ext cx="9775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/>
              <a:t>JiXia</a:t>
            </a:r>
            <a:r>
              <a:rPr lang="en-US" sz="1100" dirty="0"/>
              <a:t> Academy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83365" y="3382232"/>
            <a:ext cx="9775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Rome</a:t>
            </a:r>
          </a:p>
          <a:p>
            <a:pPr algn="ctr"/>
            <a:r>
              <a:rPr lang="en-US" sz="1100" dirty="0" smtClean="0"/>
              <a:t>Empire </a:t>
            </a:r>
            <a:r>
              <a:rPr lang="en-US" sz="1100" dirty="0"/>
              <a:t>established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34470" y="3382232"/>
            <a:ext cx="9775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Fall of Western Empire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43383" y="1970554"/>
            <a:ext cx="9775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Bankers </a:t>
            </a:r>
            <a:r>
              <a:rPr lang="en-US" sz="1100" dirty="0"/>
              <a:t>disappear from the record</a:t>
            </a:r>
          </a:p>
        </p:txBody>
      </p:sp>
      <p:sp>
        <p:nvSpPr>
          <p:cNvPr id="70" name="Oval 70"/>
          <p:cNvSpPr>
            <a:spLocks noChangeArrowheads="1"/>
          </p:cNvSpPr>
          <p:nvPr/>
        </p:nvSpPr>
        <p:spPr bwMode="auto">
          <a:xfrm>
            <a:off x="7718453" y="3028208"/>
            <a:ext cx="131698" cy="14287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defRPr/>
            </a:pP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1" name="Text Box 59"/>
          <p:cNvSpPr txBox="1">
            <a:spLocks noChangeArrowheads="1"/>
          </p:cNvSpPr>
          <p:nvPr/>
        </p:nvSpPr>
        <p:spPr bwMode="auto">
          <a:xfrm>
            <a:off x="7485996" y="2819210"/>
            <a:ext cx="596612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2001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21381" y="2139831"/>
            <a:ext cx="9775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Europe’s Monetary renaissance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55037" y="2139831"/>
            <a:ext cx="9775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Economic crisis in Argentina</a:t>
            </a:r>
          </a:p>
        </p:txBody>
      </p:sp>
      <p:sp>
        <p:nvSpPr>
          <p:cNvPr id="74" name="Oval 70"/>
          <p:cNvSpPr>
            <a:spLocks noChangeArrowheads="1"/>
          </p:cNvSpPr>
          <p:nvPr/>
        </p:nvSpPr>
        <p:spPr bwMode="auto">
          <a:xfrm>
            <a:off x="7292230" y="3028208"/>
            <a:ext cx="131698" cy="142875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>
              <a:defRPr/>
            </a:pP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5" name="Text Box 59"/>
          <p:cNvSpPr txBox="1">
            <a:spLocks noChangeArrowheads="1"/>
          </p:cNvSpPr>
          <p:nvPr/>
        </p:nvSpPr>
        <p:spPr bwMode="auto">
          <a:xfrm>
            <a:off x="7059773" y="3246551"/>
            <a:ext cx="596612" cy="11695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800" dirty="0" smtClean="0">
                <a:solidFill>
                  <a:schemeClr val="tx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1363</a:t>
            </a:r>
            <a:endParaRPr lang="en-US" sz="800" dirty="0">
              <a:solidFill>
                <a:schemeClr val="tx2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876345" y="3382232"/>
            <a:ext cx="9775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House of </a:t>
            </a:r>
            <a:r>
              <a:rPr lang="en-US" sz="1100" dirty="0" smtClean="0"/>
              <a:t>Valois in France</a:t>
            </a:r>
            <a:endParaRPr lang="en-US" sz="1100" dirty="0"/>
          </a:p>
        </p:txBody>
      </p:sp>
      <p:sp>
        <p:nvSpPr>
          <p:cNvPr id="77" name="Minus 76"/>
          <p:cNvSpPr/>
          <p:nvPr/>
        </p:nvSpPr>
        <p:spPr>
          <a:xfrm>
            <a:off x="877953" y="2983751"/>
            <a:ext cx="594891" cy="234918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Minus 77"/>
          <p:cNvSpPr/>
          <p:nvPr/>
        </p:nvSpPr>
        <p:spPr>
          <a:xfrm>
            <a:off x="1992499" y="2987948"/>
            <a:ext cx="594891" cy="234918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Minus 79"/>
          <p:cNvSpPr/>
          <p:nvPr/>
        </p:nvSpPr>
        <p:spPr>
          <a:xfrm>
            <a:off x="2884130" y="2981391"/>
            <a:ext cx="594891" cy="234918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Minus 80"/>
          <p:cNvSpPr/>
          <p:nvPr/>
        </p:nvSpPr>
        <p:spPr>
          <a:xfrm>
            <a:off x="3664258" y="2982186"/>
            <a:ext cx="1793008" cy="234918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02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49</Words>
  <Application>Microsoft Office PowerPoint</Application>
  <PresentationFormat>On-screen Show (4:3)</PresentationFormat>
  <Paragraphs>23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Lien Chen</dc:creator>
  <cp:lastModifiedBy>Lien Chen</cp:lastModifiedBy>
  <cp:revision>3</cp:revision>
  <cp:lastPrinted>2015-09-09T19:06:19Z</cp:lastPrinted>
  <dcterms:created xsi:type="dcterms:W3CDTF">2015-09-09T18:46:33Z</dcterms:created>
  <dcterms:modified xsi:type="dcterms:W3CDTF">2015-09-09T19:12:31Z</dcterms:modified>
</cp:coreProperties>
</file>