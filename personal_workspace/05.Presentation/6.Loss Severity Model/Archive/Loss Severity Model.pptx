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43"/>
  </p:notesMasterIdLst>
  <p:handoutMasterIdLst>
    <p:handoutMasterId r:id="rId44"/>
  </p:handoutMasterIdLst>
  <p:sldIdLst>
    <p:sldId id="433" r:id="rId16"/>
    <p:sldId id="602" r:id="rId17"/>
    <p:sldId id="603" r:id="rId18"/>
    <p:sldId id="605" r:id="rId19"/>
    <p:sldId id="606" r:id="rId20"/>
    <p:sldId id="604" r:id="rId21"/>
    <p:sldId id="607" r:id="rId22"/>
    <p:sldId id="608" r:id="rId23"/>
    <p:sldId id="609" r:id="rId24"/>
    <p:sldId id="610" r:id="rId25"/>
    <p:sldId id="611" r:id="rId26"/>
    <p:sldId id="613" r:id="rId27"/>
    <p:sldId id="614" r:id="rId28"/>
    <p:sldId id="612" r:id="rId29"/>
    <p:sldId id="615" r:id="rId30"/>
    <p:sldId id="616" r:id="rId31"/>
    <p:sldId id="617" r:id="rId32"/>
    <p:sldId id="618" r:id="rId33"/>
    <p:sldId id="619" r:id="rId34"/>
    <p:sldId id="620" r:id="rId35"/>
    <p:sldId id="621" r:id="rId36"/>
    <p:sldId id="622" r:id="rId37"/>
    <p:sldId id="623" r:id="rId38"/>
    <p:sldId id="624" r:id="rId39"/>
    <p:sldId id="626" r:id="rId40"/>
    <p:sldId id="628" r:id="rId41"/>
    <p:sldId id="627" r:id="rId42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AD275C"/>
    <a:srgbClr val="2E398A"/>
    <a:srgbClr val="F6D6E3"/>
    <a:srgbClr val="C3EBD9"/>
    <a:srgbClr val="CDD1EF"/>
    <a:srgbClr val="996633"/>
    <a:srgbClr val="8C2B18"/>
    <a:srgbClr val="968880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5" d="100"/>
          <a:sy n="125" d="100"/>
        </p:scale>
        <p:origin x="-438" y="-83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FNMA%20Data%20Set%20Check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5.Presentation\6.Loss%20Severity%20Model\Base%20Loss%20Components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127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tx2"/>
              </a:solidFill>
              <a:ln w="1270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  <a:ln w="1270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3"/>
              </a:solidFill>
              <a:ln w="12700"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chemeClr val="accent4"/>
              </a:solidFill>
              <a:ln w="12700">
                <a:solidFill>
                  <a:schemeClr val="bg1"/>
                </a:solidFill>
              </a:ln>
            </c:spPr>
          </c:dPt>
          <c:dLbls>
            <c:dLbl>
              <c:idx val="0"/>
              <c:layout>
                <c:manualLayout>
                  <c:x val="-0.16538035034752976"/>
                  <c:y val="0.25738926895307179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.19673706470849583"/>
                  <c:y val="-0.17408808000770754"/>
                </c:manualLayout>
              </c:layout>
              <c:spPr/>
              <c:txPr>
                <a:bodyPr/>
                <a:lstStyle/>
                <a:p>
                  <a:pPr>
                    <a:defRPr sz="1100"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Loss</c:v>
                </c:pt>
                <c:pt idx="1">
                  <c:v>Perf.</c:v>
                </c:pt>
              </c:strCache>
            </c:strRef>
          </c:cat>
          <c:val>
            <c:numRef>
              <c:f>Sheet1!$B$2:$B$3</c:f>
              <c:numCache>
                <c:formatCode>_(* #,##0_);_(* \(#,##0\);_(* "-"??_);_(@_)</c:formatCode>
                <c:ptCount val="2"/>
                <c:pt idx="0" formatCode="General">
                  <c:v>909</c:v>
                </c:pt>
                <c:pt idx="1">
                  <c:v>39377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44"/>
      </c:pieChart>
    </c:plotArea>
    <c:plotVisOnly val="1"/>
    <c:dispBlanksAs val="zero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8132611673218177"/>
          <c:y val="4.6153842659460646E-2"/>
          <c:w val="0.80078506780673275"/>
          <c:h val="0.866927705411288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153</c:v>
                </c:pt>
                <c:pt idx="1">
                  <c:v>286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FNM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FC</c:v>
                </c:pt>
                <c:pt idx="1">
                  <c:v>REO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120</c:v>
                </c:pt>
                <c:pt idx="1">
                  <c:v>350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74018304"/>
        <c:axId val="274019840"/>
      </c:barChart>
      <c:catAx>
        <c:axId val="27401830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274019840"/>
        <c:crosses val="autoZero"/>
        <c:auto val="1"/>
        <c:lblAlgn val="ctr"/>
        <c:lblOffset val="100"/>
        <c:noMultiLvlLbl val="0"/>
      </c:catAx>
      <c:valAx>
        <c:axId val="27401984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Thousands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6194168029852507E-3"/>
              <c:y val="0.38072200629196995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274018304"/>
        <c:crosses val="autoZero"/>
        <c:crossBetween val="between"/>
      </c:valAx>
      <c:spPr>
        <a:ln>
          <a:solidFill>
            <a:schemeClr val="bg1"/>
          </a:solidFill>
        </a:ln>
      </c:spPr>
    </c:plotArea>
    <c:legend>
      <c:legendPos val="b"/>
      <c:layout>
        <c:manualLayout>
          <c:xMode val="edge"/>
          <c:yMode val="edge"/>
          <c:x val="0.19176903483261243"/>
          <c:y val="2.8485844563118843E-2"/>
          <c:w val="0.28738740959698739"/>
          <c:h val="7.74687281301350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Combined!$AA$2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Combined!$AA$3:$AA$165</c:f>
              <c:numCache>
                <c:formatCode>0%</c:formatCode>
                <c:ptCount val="163"/>
                <c:pt idx="0">
                  <c:v>3.6380462945255598E-2</c:v>
                </c:pt>
                <c:pt idx="1">
                  <c:v>3.34029122610714E-2</c:v>
                </c:pt>
                <c:pt idx="2">
                  <c:v>4.26619836268647E-2</c:v>
                </c:pt>
                <c:pt idx="3">
                  <c:v>2.2597554884542501E-2</c:v>
                </c:pt>
                <c:pt idx="4">
                  <c:v>1.19238873015247E-2</c:v>
                </c:pt>
                <c:pt idx="5">
                  <c:v>2.1925472924689202E-2</c:v>
                </c:pt>
                <c:pt idx="6">
                  <c:v>6.7293689851821506E-2</c:v>
                </c:pt>
                <c:pt idx="7">
                  <c:v>6.1930282270194502E-2</c:v>
                </c:pt>
                <c:pt idx="8">
                  <c:v>5.4134332503399399E-2</c:v>
                </c:pt>
                <c:pt idx="9">
                  <c:v>6.3367515620354406E-2</c:v>
                </c:pt>
                <c:pt idx="10">
                  <c:v>9.0237870764117004E-2</c:v>
                </c:pt>
                <c:pt idx="11">
                  <c:v>7.3543568946068394E-2</c:v>
                </c:pt>
                <c:pt idx="12">
                  <c:v>7.1226648566513298E-2</c:v>
                </c:pt>
                <c:pt idx="13">
                  <c:v>6.3859885513273595E-2</c:v>
                </c:pt>
                <c:pt idx="14">
                  <c:v>6.2534381308589307E-2</c:v>
                </c:pt>
                <c:pt idx="15">
                  <c:v>6.3005403673622104E-2</c:v>
                </c:pt>
                <c:pt idx="16">
                  <c:v>8.0618539325873095E-2</c:v>
                </c:pt>
                <c:pt idx="17">
                  <c:v>5.7851494985326601E-2</c:v>
                </c:pt>
                <c:pt idx="18">
                  <c:v>7.5196223926076E-2</c:v>
                </c:pt>
                <c:pt idx="19">
                  <c:v>8.3452543301422794E-2</c:v>
                </c:pt>
                <c:pt idx="20">
                  <c:v>7.4983754664951205E-2</c:v>
                </c:pt>
                <c:pt idx="21">
                  <c:v>9.6411121167592095E-2</c:v>
                </c:pt>
                <c:pt idx="22">
                  <c:v>8.4777921856008603E-2</c:v>
                </c:pt>
                <c:pt idx="23">
                  <c:v>8.8327093489043898E-2</c:v>
                </c:pt>
                <c:pt idx="24">
                  <c:v>0.10205334144254299</c:v>
                </c:pt>
                <c:pt idx="25">
                  <c:v>7.6544021105789006E-2</c:v>
                </c:pt>
                <c:pt idx="26">
                  <c:v>8.1043877046003202E-2</c:v>
                </c:pt>
                <c:pt idx="27">
                  <c:v>7.9694273285452297E-2</c:v>
                </c:pt>
                <c:pt idx="28">
                  <c:v>7.2973305763976204E-2</c:v>
                </c:pt>
                <c:pt idx="29">
                  <c:v>7.1852749244112904E-2</c:v>
                </c:pt>
                <c:pt idx="30">
                  <c:v>7.8783280598977698E-2</c:v>
                </c:pt>
                <c:pt idx="31">
                  <c:v>8.9446524020438498E-2</c:v>
                </c:pt>
                <c:pt idx="32">
                  <c:v>9.6701435317356393E-2</c:v>
                </c:pt>
                <c:pt idx="33">
                  <c:v>0.104204483196514</c:v>
                </c:pt>
                <c:pt idx="34">
                  <c:v>0.11346640332565</c:v>
                </c:pt>
                <c:pt idx="35">
                  <c:v>0.100986207028109</c:v>
                </c:pt>
                <c:pt idx="36">
                  <c:v>0.11534897911467901</c:v>
                </c:pt>
                <c:pt idx="37">
                  <c:v>0.108211708685444</c:v>
                </c:pt>
                <c:pt idx="38">
                  <c:v>9.8655298723853105E-2</c:v>
                </c:pt>
                <c:pt idx="39">
                  <c:v>0.1212731160656</c:v>
                </c:pt>
                <c:pt idx="40">
                  <c:v>0.115960326126979</c:v>
                </c:pt>
                <c:pt idx="41">
                  <c:v>0.118355808205522</c:v>
                </c:pt>
                <c:pt idx="42">
                  <c:v>0.118140332822079</c:v>
                </c:pt>
                <c:pt idx="43">
                  <c:v>0.119729588533524</c:v>
                </c:pt>
                <c:pt idx="44">
                  <c:v>0.12761566896701099</c:v>
                </c:pt>
                <c:pt idx="45">
                  <c:v>0.113475993815848</c:v>
                </c:pt>
                <c:pt idx="46">
                  <c:v>0.102529610435</c:v>
                </c:pt>
                <c:pt idx="47">
                  <c:v>0.124184868071389</c:v>
                </c:pt>
                <c:pt idx="48">
                  <c:v>0.13711982119148999</c:v>
                </c:pt>
                <c:pt idx="49">
                  <c:v>0.14265768410028801</c:v>
                </c:pt>
                <c:pt idx="50">
                  <c:v>0.15834876532164799</c:v>
                </c:pt>
                <c:pt idx="51">
                  <c:v>0.14962090431887001</c:v>
                </c:pt>
                <c:pt idx="52">
                  <c:v>0.14450737908221301</c:v>
                </c:pt>
                <c:pt idx="53">
                  <c:v>0.15284686723885499</c:v>
                </c:pt>
                <c:pt idx="54">
                  <c:v>0.16159383514133599</c:v>
                </c:pt>
                <c:pt idx="55">
                  <c:v>0.153396994367337</c:v>
                </c:pt>
                <c:pt idx="56">
                  <c:v>0.17182987729452701</c:v>
                </c:pt>
                <c:pt idx="57">
                  <c:v>0.171693259818998</c:v>
                </c:pt>
                <c:pt idx="58">
                  <c:v>0.17063559329712299</c:v>
                </c:pt>
                <c:pt idx="59">
                  <c:v>0.176342462176651</c:v>
                </c:pt>
                <c:pt idx="60">
                  <c:v>0.17412232819013199</c:v>
                </c:pt>
                <c:pt idx="61">
                  <c:v>0.19161199902188</c:v>
                </c:pt>
                <c:pt idx="62">
                  <c:v>0.17936510382555099</c:v>
                </c:pt>
                <c:pt idx="63">
                  <c:v>0.16225788593125001</c:v>
                </c:pt>
                <c:pt idx="64">
                  <c:v>0.18840934173101101</c:v>
                </c:pt>
                <c:pt idx="65">
                  <c:v>0.15670948010290101</c:v>
                </c:pt>
                <c:pt idx="66">
                  <c:v>0.19576276807359</c:v>
                </c:pt>
                <c:pt idx="67">
                  <c:v>0.180199943136955</c:v>
                </c:pt>
                <c:pt idx="68">
                  <c:v>0.20581101383825201</c:v>
                </c:pt>
                <c:pt idx="69">
                  <c:v>0.19531502680593199</c:v>
                </c:pt>
                <c:pt idx="70">
                  <c:v>0.21193079702902501</c:v>
                </c:pt>
                <c:pt idx="71">
                  <c:v>0.16963282564703899</c:v>
                </c:pt>
                <c:pt idx="72">
                  <c:v>0.16635428445355799</c:v>
                </c:pt>
                <c:pt idx="73">
                  <c:v>0.189853579303814</c:v>
                </c:pt>
                <c:pt idx="74">
                  <c:v>0.19519771772748001</c:v>
                </c:pt>
                <c:pt idx="75">
                  <c:v>0.20156229686126501</c:v>
                </c:pt>
                <c:pt idx="76">
                  <c:v>0.16607278666948899</c:v>
                </c:pt>
                <c:pt idx="77">
                  <c:v>0.18087568462998699</c:v>
                </c:pt>
                <c:pt idx="78">
                  <c:v>0.18270231399016301</c:v>
                </c:pt>
                <c:pt idx="79">
                  <c:v>0.19862004042443901</c:v>
                </c:pt>
                <c:pt idx="80">
                  <c:v>0.23109791153122</c:v>
                </c:pt>
                <c:pt idx="81">
                  <c:v>0.210867035591875</c:v>
                </c:pt>
                <c:pt idx="82">
                  <c:v>0.23143418683580799</c:v>
                </c:pt>
                <c:pt idx="83">
                  <c:v>0.226828633565786</c:v>
                </c:pt>
                <c:pt idx="84">
                  <c:v>0.22201092389946001</c:v>
                </c:pt>
                <c:pt idx="85">
                  <c:v>0.21308090396566101</c:v>
                </c:pt>
                <c:pt idx="86">
                  <c:v>0.22602179155449001</c:v>
                </c:pt>
                <c:pt idx="87">
                  <c:v>0.24761041545259699</c:v>
                </c:pt>
                <c:pt idx="88">
                  <c:v>0.24365932772718699</c:v>
                </c:pt>
                <c:pt idx="89">
                  <c:v>0.25059349400914899</c:v>
                </c:pt>
                <c:pt idx="90">
                  <c:v>0.24132792104103601</c:v>
                </c:pt>
                <c:pt idx="91">
                  <c:v>0.252827612928815</c:v>
                </c:pt>
                <c:pt idx="92">
                  <c:v>0.25218912982534403</c:v>
                </c:pt>
                <c:pt idx="93">
                  <c:v>0.26204568471977602</c:v>
                </c:pt>
                <c:pt idx="94">
                  <c:v>0.27737033255159399</c:v>
                </c:pt>
                <c:pt idx="95">
                  <c:v>0.30567044564816598</c:v>
                </c:pt>
                <c:pt idx="96">
                  <c:v>0.30828548076795798</c:v>
                </c:pt>
                <c:pt idx="97">
                  <c:v>0.32303203103545403</c:v>
                </c:pt>
                <c:pt idx="98">
                  <c:v>0.33843423649273502</c:v>
                </c:pt>
                <c:pt idx="99">
                  <c:v>0.33728791439053302</c:v>
                </c:pt>
                <c:pt idx="100">
                  <c:v>0.33994544918901298</c:v>
                </c:pt>
                <c:pt idx="101">
                  <c:v>0.35569922453914399</c:v>
                </c:pt>
                <c:pt idx="102">
                  <c:v>0.335423880411924</c:v>
                </c:pt>
                <c:pt idx="103">
                  <c:v>0.347001916359373</c:v>
                </c:pt>
                <c:pt idx="104">
                  <c:v>0.36756495512579201</c:v>
                </c:pt>
                <c:pt idx="105">
                  <c:v>0.36794843344073502</c:v>
                </c:pt>
                <c:pt idx="106">
                  <c:v>0.34693260420951</c:v>
                </c:pt>
                <c:pt idx="107">
                  <c:v>0.36532536018498901</c:v>
                </c:pt>
                <c:pt idx="108">
                  <c:v>0.37966962187328002</c:v>
                </c:pt>
                <c:pt idx="109">
                  <c:v>0.382598401378415</c:v>
                </c:pt>
                <c:pt idx="110">
                  <c:v>0.39029739439168698</c:v>
                </c:pt>
                <c:pt idx="111">
                  <c:v>0.396590801734305</c:v>
                </c:pt>
                <c:pt idx="112">
                  <c:v>0.38845049711444801</c:v>
                </c:pt>
                <c:pt idx="113">
                  <c:v>0.399156610856508</c:v>
                </c:pt>
                <c:pt idx="114">
                  <c:v>0.42147411222743297</c:v>
                </c:pt>
                <c:pt idx="115">
                  <c:v>0.42234806292080801</c:v>
                </c:pt>
                <c:pt idx="116">
                  <c:v>0.43602040107240198</c:v>
                </c:pt>
                <c:pt idx="117">
                  <c:v>0.42339472979671899</c:v>
                </c:pt>
                <c:pt idx="118">
                  <c:v>0.43325679224739999</c:v>
                </c:pt>
                <c:pt idx="119">
                  <c:v>0.44452730799893703</c:v>
                </c:pt>
                <c:pt idx="120">
                  <c:v>0.46306147384580798</c:v>
                </c:pt>
                <c:pt idx="121">
                  <c:v>0.46860040214888399</c:v>
                </c:pt>
                <c:pt idx="122">
                  <c:v>0.47511675009799997</c:v>
                </c:pt>
                <c:pt idx="123">
                  <c:v>0.46535339197076803</c:v>
                </c:pt>
                <c:pt idx="124">
                  <c:v>0.46811843937081898</c:v>
                </c:pt>
                <c:pt idx="125">
                  <c:v>0.46749424452865301</c:v>
                </c:pt>
                <c:pt idx="126">
                  <c:v>0.47649703530200799</c:v>
                </c:pt>
                <c:pt idx="127">
                  <c:v>0.47846384086626098</c:v>
                </c:pt>
                <c:pt idx="128">
                  <c:v>0.47619814495488599</c:v>
                </c:pt>
                <c:pt idx="129">
                  <c:v>0.47897892754515198</c:v>
                </c:pt>
                <c:pt idx="130">
                  <c:v>0.48503913417529598</c:v>
                </c:pt>
                <c:pt idx="131">
                  <c:v>0.47584101664762801</c:v>
                </c:pt>
                <c:pt idx="132">
                  <c:v>0.49644920746958898</c:v>
                </c:pt>
                <c:pt idx="133">
                  <c:v>0.48596985776559998</c:v>
                </c:pt>
                <c:pt idx="134">
                  <c:v>0.48072014735215901</c:v>
                </c:pt>
                <c:pt idx="135">
                  <c:v>0.46778128993937901</c:v>
                </c:pt>
                <c:pt idx="136">
                  <c:v>0.46175415215648402</c:v>
                </c:pt>
                <c:pt idx="137">
                  <c:v>0.46728803828988003</c:v>
                </c:pt>
                <c:pt idx="138">
                  <c:v>0.46196610051605602</c:v>
                </c:pt>
                <c:pt idx="139">
                  <c:v>0.456333113838788</c:v>
                </c:pt>
                <c:pt idx="140">
                  <c:v>0.45406034427370401</c:v>
                </c:pt>
                <c:pt idx="141">
                  <c:v>0.46090012654950002</c:v>
                </c:pt>
                <c:pt idx="142">
                  <c:v>0.44812781787611899</c:v>
                </c:pt>
                <c:pt idx="143">
                  <c:v>0.445303801018189</c:v>
                </c:pt>
                <c:pt idx="144">
                  <c:v>0.46657080135757301</c:v>
                </c:pt>
                <c:pt idx="145">
                  <c:v>0.45664467742201498</c:v>
                </c:pt>
                <c:pt idx="146">
                  <c:v>0.45530763990856199</c:v>
                </c:pt>
                <c:pt idx="147">
                  <c:v>0.45771173519590402</c:v>
                </c:pt>
                <c:pt idx="148">
                  <c:v>0.45856559145152898</c:v>
                </c:pt>
                <c:pt idx="149">
                  <c:v>0.45206413699043901</c:v>
                </c:pt>
                <c:pt idx="150">
                  <c:v>0.45222303007822301</c:v>
                </c:pt>
                <c:pt idx="151">
                  <c:v>0.46082789042621503</c:v>
                </c:pt>
                <c:pt idx="152">
                  <c:v>0.47113094272475098</c:v>
                </c:pt>
                <c:pt idx="153">
                  <c:v>0.49656148203537098</c:v>
                </c:pt>
                <c:pt idx="154">
                  <c:v>0.48949267907654997</c:v>
                </c:pt>
                <c:pt idx="155">
                  <c:v>0.50404425657948904</c:v>
                </c:pt>
                <c:pt idx="156">
                  <c:v>0.52747635785932301</c:v>
                </c:pt>
                <c:pt idx="157">
                  <c:v>0.53553656133998695</c:v>
                </c:pt>
                <c:pt idx="158">
                  <c:v>0.52405095464905604</c:v>
                </c:pt>
                <c:pt idx="159">
                  <c:v>0.52912773488002995</c:v>
                </c:pt>
                <c:pt idx="160">
                  <c:v>0.53332721084174395</c:v>
                </c:pt>
                <c:pt idx="161">
                  <c:v>0.55945875963153402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Combined!$AB$2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trendline>
            <c:spPr>
              <a:ln w="22225">
                <a:solidFill>
                  <a:srgbClr val="C00000"/>
                </a:solidFill>
              </a:ln>
            </c:spPr>
            <c:trendlineType val="linear"/>
            <c:dispRSqr val="0"/>
            <c:dispEq val="0"/>
          </c:trendline>
          <c:cat>
            <c:numRef>
              <c:f>Combined!$Z$3:$Z$165</c:f>
              <c:numCache>
                <c:formatCode>m/d/yyyy</c:formatCode>
                <c:ptCount val="163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Combined!$AB$3:$AB$165</c:f>
              <c:numCache>
                <c:formatCode>0%</c:formatCode>
                <c:ptCount val="163"/>
                <c:pt idx="0">
                  <c:v>-2.3576944924120991E-2</c:v>
                </c:pt>
                <c:pt idx="1">
                  <c:v>-5.2127162451560016E-2</c:v>
                </c:pt>
                <c:pt idx="2">
                  <c:v>-3.9531037850833783E-2</c:v>
                </c:pt>
                <c:pt idx="3">
                  <c:v>-3.5846426858633373E-2</c:v>
                </c:pt>
                <c:pt idx="4">
                  <c:v>4.0167458363387309E-2</c:v>
                </c:pt>
                <c:pt idx="5">
                  <c:v>3.1706849869110876E-3</c:v>
                </c:pt>
                <c:pt idx="6">
                  <c:v>8.364034327874581E-3</c:v>
                </c:pt>
                <c:pt idx="7">
                  <c:v>-2.0748190803093758E-2</c:v>
                </c:pt>
                <c:pt idx="8">
                  <c:v>-9.6492159644911979E-5</c:v>
                </c:pt>
                <c:pt idx="9">
                  <c:v>2.8326589206941311E-2</c:v>
                </c:pt>
                <c:pt idx="10">
                  <c:v>-1.9875817772325499E-2</c:v>
                </c:pt>
                <c:pt idx="11">
                  <c:v>3.5839587108689175E-2</c:v>
                </c:pt>
                <c:pt idx="12">
                  <c:v>4.7426674428183491E-2</c:v>
                </c:pt>
                <c:pt idx="13">
                  <c:v>5.2908802413303091E-2</c:v>
                </c:pt>
                <c:pt idx="14">
                  <c:v>4.9342956039177821E-3</c:v>
                </c:pt>
                <c:pt idx="15">
                  <c:v>1.7885785777987051E-2</c:v>
                </c:pt>
                <c:pt idx="16">
                  <c:v>2.8002867495969141E-2</c:v>
                </c:pt>
                <c:pt idx="17">
                  <c:v>1.9565472696266406E-2</c:v>
                </c:pt>
                <c:pt idx="18">
                  <c:v>3.0052514116986284E-2</c:v>
                </c:pt>
                <c:pt idx="19">
                  <c:v>3.9145086839343701E-2</c:v>
                </c:pt>
                <c:pt idx="20">
                  <c:v>3.7133879675778747E-2</c:v>
                </c:pt>
                <c:pt idx="21">
                  <c:v>3.5744479207114432E-2</c:v>
                </c:pt>
                <c:pt idx="22">
                  <c:v>5.1618273924292524E-2</c:v>
                </c:pt>
                <c:pt idx="23">
                  <c:v>3.7482021473084659E-2</c:v>
                </c:pt>
                <c:pt idx="24">
                  <c:v>5.3979631154242647E-2</c:v>
                </c:pt>
                <c:pt idx="25">
                  <c:v>4.9018446196279264E-2</c:v>
                </c:pt>
                <c:pt idx="26">
                  <c:v>4.6200685474430569E-2</c:v>
                </c:pt>
                <c:pt idx="27">
                  <c:v>6.2914487663834562E-2</c:v>
                </c:pt>
                <c:pt idx="28">
                  <c:v>6.6951580557632839E-2</c:v>
                </c:pt>
                <c:pt idx="29">
                  <c:v>6.3319899305979588E-2</c:v>
                </c:pt>
                <c:pt idx="30">
                  <c:v>7.1685593290724103E-2</c:v>
                </c:pt>
                <c:pt idx="31">
                  <c:v>6.8020021113101903E-2</c:v>
                </c:pt>
                <c:pt idx="32">
                  <c:v>6.4849369662374867E-2</c:v>
                </c:pt>
                <c:pt idx="33">
                  <c:v>7.0809143955734788E-2</c:v>
                </c:pt>
                <c:pt idx="34">
                  <c:v>7.4315517457249625E-2</c:v>
                </c:pt>
                <c:pt idx="35">
                  <c:v>7.8714369362599124E-2</c:v>
                </c:pt>
                <c:pt idx="36">
                  <c:v>6.8608016809258876E-2</c:v>
                </c:pt>
                <c:pt idx="37">
                  <c:v>6.1965097482676423E-2</c:v>
                </c:pt>
                <c:pt idx="38">
                  <c:v>6.0293667976521137E-2</c:v>
                </c:pt>
                <c:pt idx="39">
                  <c:v>7.7233679861284488E-2</c:v>
                </c:pt>
                <c:pt idx="40">
                  <c:v>7.8428010018596783E-2</c:v>
                </c:pt>
                <c:pt idx="41">
                  <c:v>7.9413640120363116E-2</c:v>
                </c:pt>
                <c:pt idx="42">
                  <c:v>8.7241837077778106E-2</c:v>
                </c:pt>
                <c:pt idx="43">
                  <c:v>8.0920835991820761E-2</c:v>
                </c:pt>
                <c:pt idx="44">
                  <c:v>7.0586302739144235E-2</c:v>
                </c:pt>
                <c:pt idx="45">
                  <c:v>8.5221352400789652E-2</c:v>
                </c:pt>
                <c:pt idx="46">
                  <c:v>8.2831000820708045E-2</c:v>
                </c:pt>
                <c:pt idx="47">
                  <c:v>9.8812811973876258E-2</c:v>
                </c:pt>
                <c:pt idx="48">
                  <c:v>9.9175489417113516E-2</c:v>
                </c:pt>
                <c:pt idx="49">
                  <c:v>0.11729421732565526</c:v>
                </c:pt>
                <c:pt idx="50">
                  <c:v>0.10593283331782311</c:v>
                </c:pt>
                <c:pt idx="51">
                  <c:v>0.10640200639182806</c:v>
                </c:pt>
                <c:pt idx="52">
                  <c:v>0.1197229365547412</c:v>
                </c:pt>
                <c:pt idx="53">
                  <c:v>0.11322477836263367</c:v>
                </c:pt>
                <c:pt idx="54">
                  <c:v>0.11822227189540246</c:v>
                </c:pt>
                <c:pt idx="55">
                  <c:v>0.13231412401664455</c:v>
                </c:pt>
                <c:pt idx="56">
                  <c:v>0.14227951271815908</c:v>
                </c:pt>
                <c:pt idx="57">
                  <c:v>0.13046150612588736</c:v>
                </c:pt>
                <c:pt idx="58">
                  <c:v>0.13493888889124839</c:v>
                </c:pt>
                <c:pt idx="59">
                  <c:v>0.15225396316589102</c:v>
                </c:pt>
                <c:pt idx="60">
                  <c:v>0.14064616498169324</c:v>
                </c:pt>
                <c:pt idx="61">
                  <c:v>0.16508464938924372</c:v>
                </c:pt>
                <c:pt idx="62">
                  <c:v>0.17004358498600713</c:v>
                </c:pt>
                <c:pt idx="63">
                  <c:v>0.1645283484577218</c:v>
                </c:pt>
                <c:pt idx="64">
                  <c:v>0.17042558082607817</c:v>
                </c:pt>
                <c:pt idx="65">
                  <c:v>0.18560191418507599</c:v>
                </c:pt>
                <c:pt idx="66">
                  <c:v>0.19672847929598913</c:v>
                </c:pt>
                <c:pt idx="67">
                  <c:v>0.18765131299231208</c:v>
                </c:pt>
                <c:pt idx="68">
                  <c:v>0.17491084705476578</c:v>
                </c:pt>
                <c:pt idx="69">
                  <c:v>0.20706523470162108</c:v>
                </c:pt>
                <c:pt idx="70">
                  <c:v>0.18382549096473788</c:v>
                </c:pt>
                <c:pt idx="71">
                  <c:v>0.20710505535630663</c:v>
                </c:pt>
                <c:pt idx="72">
                  <c:v>0.21371797687212801</c:v>
                </c:pt>
                <c:pt idx="73">
                  <c:v>0.1996754683392461</c:v>
                </c:pt>
                <c:pt idx="74">
                  <c:v>0.22129288139015435</c:v>
                </c:pt>
                <c:pt idx="75">
                  <c:v>0.21951091024487623</c:v>
                </c:pt>
                <c:pt idx="76">
                  <c:v>0.23330140483948358</c:v>
                </c:pt>
                <c:pt idx="77">
                  <c:v>0.2505815985836225</c:v>
                </c:pt>
                <c:pt idx="78">
                  <c:v>0.24814720251995326</c:v>
                </c:pt>
                <c:pt idx="79">
                  <c:v>0.25176955414803448</c:v>
                </c:pt>
                <c:pt idx="80">
                  <c:v>0.24866509566807582</c:v>
                </c:pt>
                <c:pt idx="81">
                  <c:v>0.25271259449157324</c:v>
                </c:pt>
                <c:pt idx="82">
                  <c:v>0.25427613726952736</c:v>
                </c:pt>
                <c:pt idx="83">
                  <c:v>0.30604716573915647</c:v>
                </c:pt>
                <c:pt idx="84">
                  <c:v>0.28499509643757204</c:v>
                </c:pt>
                <c:pt idx="85">
                  <c:v>0.25590628913769953</c:v>
                </c:pt>
                <c:pt idx="86">
                  <c:v>0.29376563020249369</c:v>
                </c:pt>
                <c:pt idx="87">
                  <c:v>0.27212398520023673</c:v>
                </c:pt>
                <c:pt idx="88">
                  <c:v>0.30589263242996489</c:v>
                </c:pt>
                <c:pt idx="89">
                  <c:v>0.29570901479817058</c:v>
                </c:pt>
                <c:pt idx="90">
                  <c:v>0.3151252634624041</c:v>
                </c:pt>
                <c:pt idx="91">
                  <c:v>0.32662593053546496</c:v>
                </c:pt>
                <c:pt idx="92">
                  <c:v>0.313571019882385</c:v>
                </c:pt>
                <c:pt idx="93">
                  <c:v>0.32862786804981692</c:v>
                </c:pt>
                <c:pt idx="94">
                  <c:v>0.33713442993734388</c:v>
                </c:pt>
                <c:pt idx="95">
                  <c:v>0.3260458258278266</c:v>
                </c:pt>
                <c:pt idx="96">
                  <c:v>0.31006826958488343</c:v>
                </c:pt>
                <c:pt idx="97">
                  <c:v>0.30284162439135986</c:v>
                </c:pt>
                <c:pt idx="98">
                  <c:v>0.29822036794381912</c:v>
                </c:pt>
                <c:pt idx="99">
                  <c:v>0.31750099479594041</c:v>
                </c:pt>
                <c:pt idx="100">
                  <c:v>0.28046279845679367</c:v>
                </c:pt>
                <c:pt idx="101">
                  <c:v>0.29349742782924348</c:v>
                </c:pt>
                <c:pt idx="102">
                  <c:v>0.30486800004992265</c:v>
                </c:pt>
                <c:pt idx="103">
                  <c:v>0.31493742327309993</c:v>
                </c:pt>
                <c:pt idx="104">
                  <c:v>0.30249771148659443</c:v>
                </c:pt>
                <c:pt idx="105">
                  <c:v>0.30643354334552841</c:v>
                </c:pt>
                <c:pt idx="106">
                  <c:v>0.32014397077969847</c:v>
                </c:pt>
                <c:pt idx="107">
                  <c:v>0.33610035326090848</c:v>
                </c:pt>
                <c:pt idx="108">
                  <c:v>0.31417105314243732</c:v>
                </c:pt>
                <c:pt idx="109">
                  <c:v>0.34458346940744178</c:v>
                </c:pt>
                <c:pt idx="110">
                  <c:v>0.33049287869182165</c:v>
                </c:pt>
                <c:pt idx="111">
                  <c:v>0.3473899964292273</c:v>
                </c:pt>
                <c:pt idx="112">
                  <c:v>0.35489687034210993</c:v>
                </c:pt>
                <c:pt idx="113">
                  <c:v>0.35380912736044678</c:v>
                </c:pt>
                <c:pt idx="114">
                  <c:v>0.34416714855492969</c:v>
                </c:pt>
                <c:pt idx="115">
                  <c:v>0.35896914264979018</c:v>
                </c:pt>
                <c:pt idx="116">
                  <c:v>0.36566196102849624</c:v>
                </c:pt>
                <c:pt idx="117">
                  <c:v>0.36756144364814325</c:v>
                </c:pt>
                <c:pt idx="118">
                  <c:v>0.36629791838696579</c:v>
                </c:pt>
                <c:pt idx="119">
                  <c:v>0.37608750937319324</c:v>
                </c:pt>
                <c:pt idx="120">
                  <c:v>0.38555356602069035</c:v>
                </c:pt>
                <c:pt idx="121">
                  <c:v>0.40451481581468629</c:v>
                </c:pt>
                <c:pt idx="122">
                  <c:v>0.41159596678698696</c:v>
                </c:pt>
                <c:pt idx="123">
                  <c:v>0.40920215540348215</c:v>
                </c:pt>
                <c:pt idx="124">
                  <c:v>0.43115708133498476</c:v>
                </c:pt>
                <c:pt idx="125">
                  <c:v>0.42121593878168107</c:v>
                </c:pt>
                <c:pt idx="126">
                  <c:v>0.41416961342243086</c:v>
                </c:pt>
                <c:pt idx="127">
                  <c:v>0.41167502548148338</c:v>
                </c:pt>
                <c:pt idx="128">
                  <c:v>0.41527342400166989</c:v>
                </c:pt>
                <c:pt idx="129">
                  <c:v>0.40242622840358433</c:v>
                </c:pt>
                <c:pt idx="130">
                  <c:v>0.39721202340130901</c:v>
                </c:pt>
                <c:pt idx="131">
                  <c:v>0.40422393439047988</c:v>
                </c:pt>
                <c:pt idx="132">
                  <c:v>0.40572565179474773</c:v>
                </c:pt>
                <c:pt idx="133">
                  <c:v>0.42404849433996794</c:v>
                </c:pt>
                <c:pt idx="134">
                  <c:v>0.40327536118676888</c:v>
                </c:pt>
                <c:pt idx="135">
                  <c:v>0.40332977928635727</c:v>
                </c:pt>
                <c:pt idx="136">
                  <c:v>0.3982655259938952</c:v>
                </c:pt>
                <c:pt idx="137">
                  <c:v>0.3974426452623937</c:v>
                </c:pt>
                <c:pt idx="138">
                  <c:v>0.40152378731281724</c:v>
                </c:pt>
                <c:pt idx="139">
                  <c:v>0.3953535024117415</c:v>
                </c:pt>
                <c:pt idx="140">
                  <c:v>0.4001359784587647</c:v>
                </c:pt>
                <c:pt idx="141">
                  <c:v>0.39768555296226549</c:v>
                </c:pt>
                <c:pt idx="142">
                  <c:v>0.40331524363136029</c:v>
                </c:pt>
                <c:pt idx="143">
                  <c:v>0.40276380994651895</c:v>
                </c:pt>
                <c:pt idx="144">
                  <c:v>0.39697676591808695</c:v>
                </c:pt>
                <c:pt idx="145">
                  <c:v>0.40978241432245699</c:v>
                </c:pt>
                <c:pt idx="146">
                  <c:v>0.40142136236969805</c:v>
                </c:pt>
                <c:pt idx="147">
                  <c:v>0.39257987665452698</c:v>
                </c:pt>
                <c:pt idx="148">
                  <c:v>0.39661743101590707</c:v>
                </c:pt>
                <c:pt idx="149">
                  <c:v>0.40197049679757091</c:v>
                </c:pt>
                <c:pt idx="150">
                  <c:v>0.42360744719699495</c:v>
                </c:pt>
                <c:pt idx="151">
                  <c:v>0.41626548130900509</c:v>
                </c:pt>
                <c:pt idx="152">
                  <c:v>0.426656236325055</c:v>
                </c:pt>
                <c:pt idx="153">
                  <c:v>0.42070922804492195</c:v>
                </c:pt>
                <c:pt idx="154">
                  <c:v>0.42573725335665702</c:v>
                </c:pt>
                <c:pt idx="155">
                  <c:v>0.43079800502950194</c:v>
                </c:pt>
                <c:pt idx="156">
                  <c:v>0.4246689965423891</c:v>
                </c:pt>
                <c:pt idx="157">
                  <c:v>0.41918064473449812</c:v>
                </c:pt>
                <c:pt idx="158">
                  <c:v>0.43061916385107502</c:v>
                </c:pt>
                <c:pt idx="159">
                  <c:v>0.42343611583551188</c:v>
                </c:pt>
                <c:pt idx="160">
                  <c:v>0.43617623256514615</c:v>
                </c:pt>
                <c:pt idx="161">
                  <c:v>0.44850284746749114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7746816"/>
        <c:axId val="218773376"/>
      </c:lineChart>
      <c:dateAx>
        <c:axId val="2177468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18773376"/>
        <c:crosses val="autoZero"/>
        <c:auto val="1"/>
        <c:lblOffset val="100"/>
        <c:baseTimeUnit val="months"/>
        <c:majorUnit val="12"/>
        <c:majorTimeUnit val="months"/>
      </c:dateAx>
      <c:valAx>
        <c:axId val="218773376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Total Severity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17746816"/>
        <c:crosses val="autoZero"/>
        <c:crossBetween val="between"/>
      </c:valAx>
      <c:spPr>
        <a:ln>
          <a:solidFill>
            <a:schemeClr val="tx2"/>
          </a:solidFill>
        </a:ln>
      </c:spPr>
    </c:plotArea>
    <c:legend>
      <c:legendPos val="r"/>
      <c:legendEntry>
        <c:idx val="2"/>
        <c:delete val="1"/>
      </c:legendEntry>
      <c:layout>
        <c:manualLayout>
          <c:xMode val="edge"/>
          <c:yMode val="edge"/>
          <c:x val="0.91243504364058325"/>
          <c:y val="3.6653178769320505E-2"/>
          <c:w val="7.797202414439422E-2"/>
          <c:h val="0.19726155443188995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Combined!$AE$2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Combined!$AE$3:$AE$164</c:f>
              <c:numCache>
                <c:formatCode>0%</c:formatCode>
                <c:ptCount val="162"/>
                <c:pt idx="0">
                  <c:v>0.28110755373933893</c:v>
                </c:pt>
                <c:pt idx="1">
                  <c:v>0.22382822227597907</c:v>
                </c:pt>
                <c:pt idx="2">
                  <c:v>0.32900705444633399</c:v>
                </c:pt>
                <c:pt idx="3">
                  <c:v>0.24327483840480424</c:v>
                </c:pt>
                <c:pt idx="4">
                  <c:v>0.28717756133130595</c:v>
                </c:pt>
                <c:pt idx="5">
                  <c:v>0.2010372991667623</c:v>
                </c:pt>
                <c:pt idx="6">
                  <c:v>0.21432566132593489</c:v>
                </c:pt>
                <c:pt idx="7">
                  <c:v>0.22740466815315896</c:v>
                </c:pt>
                <c:pt idx="8">
                  <c:v>0.16826406277334305</c:v>
                </c:pt>
                <c:pt idx="9">
                  <c:v>0.19523620776589939</c:v>
                </c:pt>
                <c:pt idx="10">
                  <c:v>0.17694789257884957</c:v>
                </c:pt>
                <c:pt idx="11">
                  <c:v>0.19325116027531725</c:v>
                </c:pt>
                <c:pt idx="12">
                  <c:v>0.15295874075416821</c:v>
                </c:pt>
                <c:pt idx="13">
                  <c:v>0.19161771419334858</c:v>
                </c:pt>
                <c:pt idx="14">
                  <c:v>0.25827012157118739</c:v>
                </c:pt>
                <c:pt idx="15">
                  <c:v>0.20993668500378351</c:v>
                </c:pt>
                <c:pt idx="16">
                  <c:v>0.30063399687720682</c:v>
                </c:pt>
                <c:pt idx="17">
                  <c:v>0.1601907541007678</c:v>
                </c:pt>
                <c:pt idx="18">
                  <c:v>0.22278613707769529</c:v>
                </c:pt>
                <c:pt idx="19">
                  <c:v>0.25024299157968855</c:v>
                </c:pt>
                <c:pt idx="20">
                  <c:v>0.25295537923979039</c:v>
                </c:pt>
                <c:pt idx="21">
                  <c:v>0.22425834745402609</c:v>
                </c:pt>
                <c:pt idx="22">
                  <c:v>0.25296307920234273</c:v>
                </c:pt>
                <c:pt idx="23">
                  <c:v>0.25834756173444784</c:v>
                </c:pt>
                <c:pt idx="24">
                  <c:v>0.22084211906982881</c:v>
                </c:pt>
                <c:pt idx="25">
                  <c:v>0.24633131961666732</c:v>
                </c:pt>
                <c:pt idx="26">
                  <c:v>0.20738978859707011</c:v>
                </c:pt>
                <c:pt idx="27">
                  <c:v>0.19757092395823156</c:v>
                </c:pt>
                <c:pt idx="28">
                  <c:v>0.2279467211717065</c:v>
                </c:pt>
                <c:pt idx="29">
                  <c:v>0.17105755815753731</c:v>
                </c:pt>
                <c:pt idx="30">
                  <c:v>0.21729831585886711</c:v>
                </c:pt>
                <c:pt idx="31">
                  <c:v>0.19249253221695334</c:v>
                </c:pt>
                <c:pt idx="32">
                  <c:v>0.24433612446446129</c:v>
                </c:pt>
                <c:pt idx="33">
                  <c:v>0.21858733038940092</c:v>
                </c:pt>
                <c:pt idx="34">
                  <c:v>0.24745039223963744</c:v>
                </c:pt>
                <c:pt idx="35">
                  <c:v>0.22552655473478886</c:v>
                </c:pt>
                <c:pt idx="36">
                  <c:v>0.231122160813338</c:v>
                </c:pt>
                <c:pt idx="37">
                  <c:v>0.25774140529704009</c:v>
                </c:pt>
                <c:pt idx="38">
                  <c:v>0.21099256469964528</c:v>
                </c:pt>
                <c:pt idx="39">
                  <c:v>0.23617155433911063</c:v>
                </c:pt>
                <c:pt idx="40">
                  <c:v>0.26338125898557457</c:v>
                </c:pt>
                <c:pt idx="41">
                  <c:v>0.26281003455876184</c:v>
                </c:pt>
                <c:pt idx="42">
                  <c:v>0.21247053659142434</c:v>
                </c:pt>
                <c:pt idx="43">
                  <c:v>0.24591432442821459</c:v>
                </c:pt>
                <c:pt idx="44">
                  <c:v>0.27626811967731246</c:v>
                </c:pt>
                <c:pt idx="45">
                  <c:v>0.23769581941755588</c:v>
                </c:pt>
                <c:pt idx="46">
                  <c:v>0.25068593069850964</c:v>
                </c:pt>
                <c:pt idx="47">
                  <c:v>0.2625809495691227</c:v>
                </c:pt>
                <c:pt idx="48">
                  <c:v>0.19784871737602006</c:v>
                </c:pt>
                <c:pt idx="49">
                  <c:v>0.23071082566508569</c:v>
                </c:pt>
                <c:pt idx="50">
                  <c:v>0.23703099452314555</c:v>
                </c:pt>
                <c:pt idx="51">
                  <c:v>0.22586991688259495</c:v>
                </c:pt>
                <c:pt idx="52">
                  <c:v>0.22748196195929449</c:v>
                </c:pt>
                <c:pt idx="53">
                  <c:v>0.20184241297411604</c:v>
                </c:pt>
                <c:pt idx="54">
                  <c:v>0.23643124552768446</c:v>
                </c:pt>
                <c:pt idx="55">
                  <c:v>0.21972389409820525</c:v>
                </c:pt>
                <c:pt idx="56">
                  <c:v>0.24388988744350254</c:v>
                </c:pt>
                <c:pt idx="57">
                  <c:v>0.23014517457805184</c:v>
                </c:pt>
                <c:pt idx="58">
                  <c:v>0.24463427741159477</c:v>
                </c:pt>
                <c:pt idx="59">
                  <c:v>0.23041691867227238</c:v>
                </c:pt>
                <c:pt idx="60">
                  <c:v>0.23932789950205202</c:v>
                </c:pt>
                <c:pt idx="61">
                  <c:v>0.25419244100832061</c:v>
                </c:pt>
                <c:pt idx="62">
                  <c:v>0.25679704320163244</c:v>
                </c:pt>
                <c:pt idx="63">
                  <c:v>0.21324045319572615</c:v>
                </c:pt>
                <c:pt idx="64">
                  <c:v>0.2539084579556723</c:v>
                </c:pt>
                <c:pt idx="65">
                  <c:v>0.21533852092011846</c:v>
                </c:pt>
                <c:pt idx="66">
                  <c:v>0.23454765457771731</c:v>
                </c:pt>
                <c:pt idx="67">
                  <c:v>0.23331252491157431</c:v>
                </c:pt>
                <c:pt idx="68">
                  <c:v>0.25768772911331406</c:v>
                </c:pt>
                <c:pt idx="69">
                  <c:v>0.27565390328067413</c:v>
                </c:pt>
                <c:pt idx="70">
                  <c:v>0.27478881680107425</c:v>
                </c:pt>
                <c:pt idx="71">
                  <c:v>0.22311467752588077</c:v>
                </c:pt>
                <c:pt idx="72">
                  <c:v>0.2046566057052564</c:v>
                </c:pt>
                <c:pt idx="73">
                  <c:v>0.23016101409878031</c:v>
                </c:pt>
                <c:pt idx="74">
                  <c:v>0.24304712603332682</c:v>
                </c:pt>
                <c:pt idx="75">
                  <c:v>0.255614534998309</c:v>
                </c:pt>
                <c:pt idx="76">
                  <c:v>0.19552926559819589</c:v>
                </c:pt>
                <c:pt idx="77">
                  <c:v>0.23785385355003655</c:v>
                </c:pt>
                <c:pt idx="78">
                  <c:v>0.24007827263451903</c:v>
                </c:pt>
                <c:pt idx="79">
                  <c:v>0.25081547340565413</c:v>
                </c:pt>
                <c:pt idx="80">
                  <c:v>0.28858707497577696</c:v>
                </c:pt>
                <c:pt idx="81">
                  <c:v>0.27008799578455284</c:v>
                </c:pt>
                <c:pt idx="82">
                  <c:v>0.28350202367097349</c:v>
                </c:pt>
                <c:pt idx="83">
                  <c:v>0.27712444925222757</c:v>
                </c:pt>
                <c:pt idx="84">
                  <c:v>0.27921999896800481</c:v>
                </c:pt>
                <c:pt idx="85">
                  <c:v>0.30146509162497026</c:v>
                </c:pt>
                <c:pt idx="86">
                  <c:v>0.29908380324164757</c:v>
                </c:pt>
                <c:pt idx="87">
                  <c:v>0.31456505682406927</c:v>
                </c:pt>
                <c:pt idx="88">
                  <c:v>0.30938559586560621</c:v>
                </c:pt>
                <c:pt idx="89">
                  <c:v>0.31414512616901791</c:v>
                </c:pt>
                <c:pt idx="90">
                  <c:v>0.30336003893491748</c:v>
                </c:pt>
                <c:pt idx="91">
                  <c:v>0.31660924194541351</c:v>
                </c:pt>
                <c:pt idx="92">
                  <c:v>0.29556357477654299</c:v>
                </c:pt>
                <c:pt idx="93">
                  <c:v>0.30116237652370931</c:v>
                </c:pt>
                <c:pt idx="94">
                  <c:v>0.32972491381133839</c:v>
                </c:pt>
                <c:pt idx="95">
                  <c:v>0.35180250729947382</c:v>
                </c:pt>
                <c:pt idx="96">
                  <c:v>0.35201614604064557</c:v>
                </c:pt>
                <c:pt idx="97">
                  <c:v>0.3544719432027687</c:v>
                </c:pt>
                <c:pt idx="98">
                  <c:v>0.36339889404918979</c:v>
                </c:pt>
                <c:pt idx="99">
                  <c:v>0.35558430560554866</c:v>
                </c:pt>
                <c:pt idx="100">
                  <c:v>0.36651246263543602</c:v>
                </c:pt>
                <c:pt idx="101">
                  <c:v>0.37788993126497328</c:v>
                </c:pt>
                <c:pt idx="102">
                  <c:v>0.35096565676574926</c:v>
                </c:pt>
                <c:pt idx="103">
                  <c:v>0.36688474492555234</c:v>
                </c:pt>
                <c:pt idx="104">
                  <c:v>0.38317030544284192</c:v>
                </c:pt>
                <c:pt idx="105">
                  <c:v>0.37694505569648395</c:v>
                </c:pt>
                <c:pt idx="106">
                  <c:v>0.36452152292345735</c:v>
                </c:pt>
                <c:pt idx="107">
                  <c:v>0.37321123692905067</c:v>
                </c:pt>
                <c:pt idx="108">
                  <c:v>0.38208151394736573</c:v>
                </c:pt>
                <c:pt idx="109">
                  <c:v>0.3889748530456093</c:v>
                </c:pt>
                <c:pt idx="110">
                  <c:v>0.38841949357522865</c:v>
                </c:pt>
                <c:pt idx="111">
                  <c:v>0.39548784159933231</c:v>
                </c:pt>
                <c:pt idx="112">
                  <c:v>0.38372799588695178</c:v>
                </c:pt>
                <c:pt idx="113">
                  <c:v>0.39782569318184685</c:v>
                </c:pt>
                <c:pt idx="114">
                  <c:v>0.40525390097821268</c:v>
                </c:pt>
                <c:pt idx="115">
                  <c:v>0.40627395491280038</c:v>
                </c:pt>
                <c:pt idx="116">
                  <c:v>0.41450825019009852</c:v>
                </c:pt>
                <c:pt idx="117">
                  <c:v>0.40850552507901511</c:v>
                </c:pt>
                <c:pt idx="118">
                  <c:v>0.41732980449924123</c:v>
                </c:pt>
                <c:pt idx="119">
                  <c:v>0.42968871192436703</c:v>
                </c:pt>
                <c:pt idx="120">
                  <c:v>0.43819053948940434</c:v>
                </c:pt>
                <c:pt idx="121">
                  <c:v>0.44396708342370683</c:v>
                </c:pt>
                <c:pt idx="122">
                  <c:v>0.44403647140480274</c:v>
                </c:pt>
                <c:pt idx="123">
                  <c:v>0.43066271669676548</c:v>
                </c:pt>
                <c:pt idx="124">
                  <c:v>0.43030579524352031</c:v>
                </c:pt>
                <c:pt idx="125">
                  <c:v>0.43357312317128749</c:v>
                </c:pt>
                <c:pt idx="126">
                  <c:v>0.43535547153476339</c:v>
                </c:pt>
                <c:pt idx="127">
                  <c:v>0.43568318332762546</c:v>
                </c:pt>
                <c:pt idx="128">
                  <c:v>0.4362276097049082</c:v>
                </c:pt>
                <c:pt idx="129">
                  <c:v>0.4336321506129866</c:v>
                </c:pt>
                <c:pt idx="130">
                  <c:v>0.43378002679778171</c:v>
                </c:pt>
                <c:pt idx="131">
                  <c:v>0.42691458848914116</c:v>
                </c:pt>
                <c:pt idx="132">
                  <c:v>0.43668453159398679</c:v>
                </c:pt>
                <c:pt idx="133">
                  <c:v>0.43452422707655913</c:v>
                </c:pt>
                <c:pt idx="134">
                  <c:v>0.42092117432988163</c:v>
                </c:pt>
                <c:pt idx="135">
                  <c:v>0.41438554056820437</c:v>
                </c:pt>
                <c:pt idx="136">
                  <c:v>0.39545430667037429</c:v>
                </c:pt>
                <c:pt idx="137">
                  <c:v>0.398758627976882</c:v>
                </c:pt>
                <c:pt idx="138">
                  <c:v>0.39579661122341098</c:v>
                </c:pt>
                <c:pt idx="139">
                  <c:v>0.39493687020702939</c:v>
                </c:pt>
                <c:pt idx="140">
                  <c:v>0.38831967318877902</c:v>
                </c:pt>
                <c:pt idx="141">
                  <c:v>0.39166695895604009</c:v>
                </c:pt>
                <c:pt idx="142">
                  <c:v>0.3807044669398929</c:v>
                </c:pt>
                <c:pt idx="143">
                  <c:v>0.38418680083517109</c:v>
                </c:pt>
                <c:pt idx="144">
                  <c:v>0.38623580925558221</c:v>
                </c:pt>
                <c:pt idx="145">
                  <c:v>0.38035542214256196</c:v>
                </c:pt>
                <c:pt idx="146">
                  <c:v>0.36908918287835535</c:v>
                </c:pt>
                <c:pt idx="147">
                  <c:v>0.36754778249664977</c:v>
                </c:pt>
                <c:pt idx="148">
                  <c:v>0.35598832322613472</c:v>
                </c:pt>
                <c:pt idx="149">
                  <c:v>0.33933305454754142</c:v>
                </c:pt>
                <c:pt idx="150">
                  <c:v>0.33366307071996326</c:v>
                </c:pt>
                <c:pt idx="151">
                  <c:v>0.33095643771834549</c:v>
                </c:pt>
                <c:pt idx="152">
                  <c:v>0.33982028580989737</c:v>
                </c:pt>
                <c:pt idx="153">
                  <c:v>0.34266152486473977</c:v>
                </c:pt>
                <c:pt idx="154">
                  <c:v>0.34388199095420757</c:v>
                </c:pt>
                <c:pt idx="155">
                  <c:v>0.33538794296052304</c:v>
                </c:pt>
                <c:pt idx="156">
                  <c:v>0.32580370155255201</c:v>
                </c:pt>
                <c:pt idx="157">
                  <c:v>0.34194429237718671</c:v>
                </c:pt>
                <c:pt idx="158">
                  <c:v>0.31706347269192514</c:v>
                </c:pt>
                <c:pt idx="159">
                  <c:v>0.32160033066772753</c:v>
                </c:pt>
                <c:pt idx="160">
                  <c:v>0.32139364870774145</c:v>
                </c:pt>
                <c:pt idx="161">
                  <c:v>0.35726867127087092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Combined!$AF$2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Combined!$AD$3:$AD$164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Combined!$AF$3:$AF$164</c:f>
              <c:numCache>
                <c:formatCode>0%</c:formatCode>
                <c:ptCount val="162"/>
                <c:pt idx="0">
                  <c:v>8.8511410233552912E-2</c:v>
                </c:pt>
                <c:pt idx="1">
                  <c:v>0.16793537046331189</c:v>
                </c:pt>
                <c:pt idx="2">
                  <c:v>0.14156525916043705</c:v>
                </c:pt>
                <c:pt idx="3">
                  <c:v>0.26820907297801327</c:v>
                </c:pt>
                <c:pt idx="4">
                  <c:v>0.17712674109945642</c:v>
                </c:pt>
                <c:pt idx="5">
                  <c:v>0.21169116135596369</c:v>
                </c:pt>
                <c:pt idx="6">
                  <c:v>0.22884767614929657</c:v>
                </c:pt>
                <c:pt idx="7">
                  <c:v>0.19681551675570805</c:v>
                </c:pt>
                <c:pt idx="8">
                  <c:v>0.20390528107491371</c:v>
                </c:pt>
                <c:pt idx="9">
                  <c:v>0.2909260850567279</c:v>
                </c:pt>
                <c:pt idx="10">
                  <c:v>0.20817491842988839</c:v>
                </c:pt>
                <c:pt idx="11">
                  <c:v>0.23285532571395848</c:v>
                </c:pt>
                <c:pt idx="12">
                  <c:v>0.31222955038861089</c:v>
                </c:pt>
                <c:pt idx="13">
                  <c:v>0.22293174238663077</c:v>
                </c:pt>
                <c:pt idx="14">
                  <c:v>0.17996828903596163</c:v>
                </c:pt>
                <c:pt idx="15">
                  <c:v>0.22168151549833931</c:v>
                </c:pt>
                <c:pt idx="16">
                  <c:v>0.18097693120684882</c:v>
                </c:pt>
                <c:pt idx="17">
                  <c:v>0.19382970039934549</c:v>
                </c:pt>
                <c:pt idx="18">
                  <c:v>0.1985998689627764</c:v>
                </c:pt>
                <c:pt idx="19">
                  <c:v>0.2024454877362753</c:v>
                </c:pt>
                <c:pt idx="20">
                  <c:v>0.16710968024290246</c:v>
                </c:pt>
                <c:pt idx="21">
                  <c:v>0.20453797496422227</c:v>
                </c:pt>
                <c:pt idx="22">
                  <c:v>0.25161430457615647</c:v>
                </c:pt>
                <c:pt idx="23">
                  <c:v>0.18874302357819817</c:v>
                </c:pt>
                <c:pt idx="24">
                  <c:v>0.24674021431471616</c:v>
                </c:pt>
                <c:pt idx="25">
                  <c:v>0.20362774495577057</c:v>
                </c:pt>
                <c:pt idx="26">
                  <c:v>0.20442350269518333</c:v>
                </c:pt>
                <c:pt idx="27">
                  <c:v>0.23630209434406946</c:v>
                </c:pt>
                <c:pt idx="28">
                  <c:v>0.21813088405387529</c:v>
                </c:pt>
                <c:pt idx="29">
                  <c:v>0.22918280428523333</c:v>
                </c:pt>
                <c:pt idx="30">
                  <c:v>0.22566279585172841</c:v>
                </c:pt>
                <c:pt idx="31">
                  <c:v>0.25163897660099349</c:v>
                </c:pt>
                <c:pt idx="32">
                  <c:v>0.26384762743209328</c:v>
                </c:pt>
                <c:pt idx="33">
                  <c:v>0.25696103786877794</c:v>
                </c:pt>
                <c:pt idx="34">
                  <c:v>0.25679474074532527</c:v>
                </c:pt>
                <c:pt idx="35">
                  <c:v>0.26361874958783021</c:v>
                </c:pt>
                <c:pt idx="36">
                  <c:v>0.2411149640567995</c:v>
                </c:pt>
                <c:pt idx="37">
                  <c:v>0.23921426622928688</c:v>
                </c:pt>
                <c:pt idx="38">
                  <c:v>0.22781913565116249</c:v>
                </c:pt>
                <c:pt idx="39">
                  <c:v>0.22835129659710729</c:v>
                </c:pt>
                <c:pt idx="40">
                  <c:v>0.21200444952260816</c:v>
                </c:pt>
                <c:pt idx="41">
                  <c:v>0.23469426366753227</c:v>
                </c:pt>
                <c:pt idx="42">
                  <c:v>0.22456004365001958</c:v>
                </c:pt>
                <c:pt idx="43">
                  <c:v>0.22884743381917277</c:v>
                </c:pt>
                <c:pt idx="44">
                  <c:v>0.21893873131000274</c:v>
                </c:pt>
                <c:pt idx="45">
                  <c:v>0.23213842132339912</c:v>
                </c:pt>
                <c:pt idx="46">
                  <c:v>0.21163173611334982</c:v>
                </c:pt>
                <c:pt idx="47">
                  <c:v>0.22250205936970513</c:v>
                </c:pt>
                <c:pt idx="48">
                  <c:v>0.23439004894855001</c:v>
                </c:pt>
                <c:pt idx="49">
                  <c:v>0.25892121525435735</c:v>
                </c:pt>
                <c:pt idx="50">
                  <c:v>0.19598926881213063</c:v>
                </c:pt>
                <c:pt idx="51">
                  <c:v>0.20036508014023546</c:v>
                </c:pt>
                <c:pt idx="52">
                  <c:v>0.23888390291038658</c:v>
                </c:pt>
                <c:pt idx="53">
                  <c:v>0.21742756028928178</c:v>
                </c:pt>
                <c:pt idx="54">
                  <c:v>0.2023251262252149</c:v>
                </c:pt>
                <c:pt idx="55">
                  <c:v>0.23981383461792499</c:v>
                </c:pt>
                <c:pt idx="56">
                  <c:v>0.23362148240787375</c:v>
                </c:pt>
                <c:pt idx="57">
                  <c:v>0.22957020318052801</c:v>
                </c:pt>
                <c:pt idx="58">
                  <c:v>0.22786467339109989</c:v>
                </c:pt>
                <c:pt idx="59">
                  <c:v>0.23821836273089358</c:v>
                </c:pt>
                <c:pt idx="60">
                  <c:v>0.28857898803451271</c:v>
                </c:pt>
                <c:pt idx="61">
                  <c:v>0.23541114456509937</c:v>
                </c:pt>
                <c:pt idx="62">
                  <c:v>0.25575865540375281</c:v>
                </c:pt>
                <c:pt idx="63">
                  <c:v>0.22172328819273074</c:v>
                </c:pt>
                <c:pt idx="64">
                  <c:v>0.22954031451573753</c:v>
                </c:pt>
                <c:pt idx="65">
                  <c:v>0.25339786299560813</c:v>
                </c:pt>
                <c:pt idx="66">
                  <c:v>0.27453253052330867</c:v>
                </c:pt>
                <c:pt idx="67">
                  <c:v>0.23199900456358105</c:v>
                </c:pt>
                <c:pt idx="68">
                  <c:v>0.2414558870599107</c:v>
                </c:pt>
                <c:pt idx="69">
                  <c:v>0.2743130321396765</c:v>
                </c:pt>
                <c:pt idx="70">
                  <c:v>0.23038565866872077</c:v>
                </c:pt>
                <c:pt idx="71">
                  <c:v>0.26214313969773273</c:v>
                </c:pt>
                <c:pt idx="72">
                  <c:v>0.24398133313029954</c:v>
                </c:pt>
                <c:pt idx="73">
                  <c:v>0.23853973076831969</c:v>
                </c:pt>
                <c:pt idx="74">
                  <c:v>0.25725711616439806</c:v>
                </c:pt>
                <c:pt idx="75">
                  <c:v>0.2671055355580052</c:v>
                </c:pt>
                <c:pt idx="76">
                  <c:v>0.29308504656069195</c:v>
                </c:pt>
                <c:pt idx="77">
                  <c:v>0.27296086205545661</c:v>
                </c:pt>
                <c:pt idx="78">
                  <c:v>0.289713241697447</c:v>
                </c:pt>
                <c:pt idx="79">
                  <c:v>0.29234360740603349</c:v>
                </c:pt>
                <c:pt idx="80">
                  <c:v>0.30142280086365936</c:v>
                </c:pt>
                <c:pt idx="81">
                  <c:v>0.29297693859553342</c:v>
                </c:pt>
                <c:pt idx="82">
                  <c:v>0.28109336226232678</c:v>
                </c:pt>
                <c:pt idx="83">
                  <c:v>0.35691878250517234</c:v>
                </c:pt>
                <c:pt idx="84">
                  <c:v>0.31537832349133932</c:v>
                </c:pt>
                <c:pt idx="85">
                  <c:v>0.28173481269353151</c:v>
                </c:pt>
                <c:pt idx="86">
                  <c:v>0.31172316557224605</c:v>
                </c:pt>
                <c:pt idx="87">
                  <c:v>0.2773424377672945</c:v>
                </c:pt>
                <c:pt idx="88">
                  <c:v>0.32145647938467253</c:v>
                </c:pt>
                <c:pt idx="89">
                  <c:v>0.32485620787054048</c:v>
                </c:pt>
                <c:pt idx="90">
                  <c:v>0.32998198644814331</c:v>
                </c:pt>
                <c:pt idx="91">
                  <c:v>0.34679433964347056</c:v>
                </c:pt>
                <c:pt idx="92">
                  <c:v>0.33064936316951443</c:v>
                </c:pt>
                <c:pt idx="93">
                  <c:v>0.33264689289193228</c:v>
                </c:pt>
                <c:pt idx="94">
                  <c:v>0.3714946350842655</c:v>
                </c:pt>
                <c:pt idx="95">
                  <c:v>0.35329867661631031</c:v>
                </c:pt>
                <c:pt idx="96">
                  <c:v>0.35328479864312395</c:v>
                </c:pt>
                <c:pt idx="97">
                  <c:v>0.33983352320079102</c:v>
                </c:pt>
                <c:pt idx="98">
                  <c:v>0.33911364855398257</c:v>
                </c:pt>
                <c:pt idx="99">
                  <c:v>0.35807416795230496</c:v>
                </c:pt>
                <c:pt idx="100">
                  <c:v>0.33535531782944111</c:v>
                </c:pt>
                <c:pt idx="101">
                  <c:v>0.34556068431381731</c:v>
                </c:pt>
                <c:pt idx="102">
                  <c:v>0.36016512816997531</c:v>
                </c:pt>
                <c:pt idx="103">
                  <c:v>0.36491597555995109</c:v>
                </c:pt>
                <c:pt idx="104">
                  <c:v>0.34576819409316606</c:v>
                </c:pt>
                <c:pt idx="105">
                  <c:v>0.35635370324888604</c:v>
                </c:pt>
                <c:pt idx="106">
                  <c:v>0.3818421551461777</c:v>
                </c:pt>
                <c:pt idx="107">
                  <c:v>0.38573610721999907</c:v>
                </c:pt>
                <c:pt idx="108">
                  <c:v>0.35067094902956708</c:v>
                </c:pt>
                <c:pt idx="109">
                  <c:v>0.38522206927123376</c:v>
                </c:pt>
                <c:pt idx="110">
                  <c:v>0.37263992852009414</c:v>
                </c:pt>
                <c:pt idx="111">
                  <c:v>0.38338877416655126</c:v>
                </c:pt>
                <c:pt idx="112">
                  <c:v>0.39282432443073501</c:v>
                </c:pt>
                <c:pt idx="113">
                  <c:v>0.38819207421537461</c:v>
                </c:pt>
                <c:pt idx="114">
                  <c:v>0.36604286459735702</c:v>
                </c:pt>
                <c:pt idx="115">
                  <c:v>0.38654680984003736</c:v>
                </c:pt>
                <c:pt idx="116">
                  <c:v>0.39274112955069002</c:v>
                </c:pt>
                <c:pt idx="117">
                  <c:v>0.39927336149550458</c:v>
                </c:pt>
                <c:pt idx="118">
                  <c:v>0.39901320030831977</c:v>
                </c:pt>
                <c:pt idx="119">
                  <c:v>0.39626213361638513</c:v>
                </c:pt>
                <c:pt idx="120">
                  <c:v>0.400987016262983</c:v>
                </c:pt>
                <c:pt idx="121">
                  <c:v>0.41402129212758909</c:v>
                </c:pt>
                <c:pt idx="122">
                  <c:v>0.40957222315052333</c:v>
                </c:pt>
                <c:pt idx="123">
                  <c:v>0.40484177122672615</c:v>
                </c:pt>
                <c:pt idx="124">
                  <c:v>0.43032746140693606</c:v>
                </c:pt>
                <c:pt idx="125">
                  <c:v>0.42286739710197441</c:v>
                </c:pt>
                <c:pt idx="126">
                  <c:v>0.41283947899660922</c:v>
                </c:pt>
                <c:pt idx="127">
                  <c:v>0.41273482249328142</c:v>
                </c:pt>
                <c:pt idx="128">
                  <c:v>0.41871772625574682</c:v>
                </c:pt>
                <c:pt idx="129">
                  <c:v>0.39513233449708629</c:v>
                </c:pt>
                <c:pt idx="130">
                  <c:v>0.38797590794195341</c:v>
                </c:pt>
                <c:pt idx="131">
                  <c:v>0.38401215104036712</c:v>
                </c:pt>
                <c:pt idx="132">
                  <c:v>0.38343950247208092</c:v>
                </c:pt>
                <c:pt idx="133">
                  <c:v>0.38928913422323674</c:v>
                </c:pt>
                <c:pt idx="134">
                  <c:v>0.36944426820412524</c:v>
                </c:pt>
                <c:pt idx="135">
                  <c:v>0.3660335179020644</c:v>
                </c:pt>
                <c:pt idx="136">
                  <c:v>0.35654548757460824</c:v>
                </c:pt>
                <c:pt idx="137">
                  <c:v>0.35493666218577313</c:v>
                </c:pt>
                <c:pt idx="138">
                  <c:v>0.34797047059399411</c:v>
                </c:pt>
                <c:pt idx="139">
                  <c:v>0.34808725140619456</c:v>
                </c:pt>
                <c:pt idx="140">
                  <c:v>0.34387955154622774</c:v>
                </c:pt>
                <c:pt idx="141">
                  <c:v>0.33720998075375874</c:v>
                </c:pt>
                <c:pt idx="142">
                  <c:v>0.32059564147553443</c:v>
                </c:pt>
                <c:pt idx="143">
                  <c:v>0.3204997680622339</c:v>
                </c:pt>
                <c:pt idx="144">
                  <c:v>0.30896661860922209</c:v>
                </c:pt>
                <c:pt idx="145">
                  <c:v>0.31150930108411479</c:v>
                </c:pt>
                <c:pt idx="146">
                  <c:v>0.29795392164803769</c:v>
                </c:pt>
                <c:pt idx="147">
                  <c:v>0.29516444040966106</c:v>
                </c:pt>
                <c:pt idx="148">
                  <c:v>0.28631663945539199</c:v>
                </c:pt>
                <c:pt idx="149">
                  <c:v>0.29264771018860641</c:v>
                </c:pt>
                <c:pt idx="150">
                  <c:v>0.30196015424123995</c:v>
                </c:pt>
                <c:pt idx="151">
                  <c:v>0.28753034196364774</c:v>
                </c:pt>
                <c:pt idx="152">
                  <c:v>0.29090903171203958</c:v>
                </c:pt>
                <c:pt idx="153">
                  <c:v>0.27588750264839978</c:v>
                </c:pt>
                <c:pt idx="154">
                  <c:v>0.27299171658776827</c:v>
                </c:pt>
                <c:pt idx="155">
                  <c:v>0.26828091213903482</c:v>
                </c:pt>
                <c:pt idx="156">
                  <c:v>0.25962646458211425</c:v>
                </c:pt>
                <c:pt idx="157">
                  <c:v>0.25044375511612271</c:v>
                </c:pt>
                <c:pt idx="158">
                  <c:v>0.25450654639109233</c:v>
                </c:pt>
                <c:pt idx="159">
                  <c:v>0.24314392593652243</c:v>
                </c:pt>
                <c:pt idx="160">
                  <c:v>0.2435298367443558</c:v>
                </c:pt>
                <c:pt idx="161">
                  <c:v>0.24874723414155778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1739136"/>
        <c:axId val="271874688"/>
      </c:lineChart>
      <c:dateAx>
        <c:axId val="27173913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71874688"/>
        <c:crosses val="autoZero"/>
        <c:auto val="1"/>
        <c:lblOffset val="100"/>
        <c:baseTimeUnit val="months"/>
        <c:majorUnit val="24"/>
        <c:majorTimeUnit val="months"/>
      </c:dateAx>
      <c:valAx>
        <c:axId val="271874688"/>
        <c:scaling>
          <c:orientation val="minMax"/>
          <c:min val="0.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Base Loss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71739136"/>
        <c:crosses val="autoZero"/>
        <c:crossBetween val="between"/>
        <c:majorUnit val="0.1"/>
      </c:valAx>
      <c:spPr>
        <a:noFill/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Combined!$K$2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Combined!$K$3:$K$164</c:f>
              <c:numCache>
                <c:formatCode>0%</c:formatCode>
                <c:ptCount val="162"/>
                <c:pt idx="0">
                  <c:v>6.7081483180755602E-2</c:v>
                </c:pt>
                <c:pt idx="1">
                  <c:v>6.8468820324213503E-2</c:v>
                </c:pt>
                <c:pt idx="2">
                  <c:v>7.2709305314335296E-2</c:v>
                </c:pt>
                <c:pt idx="3">
                  <c:v>7.6695836037831394E-2</c:v>
                </c:pt>
                <c:pt idx="4">
                  <c:v>7.3919830034256007E-2</c:v>
                </c:pt>
                <c:pt idx="5">
                  <c:v>7.3619747583270195E-2</c:v>
                </c:pt>
                <c:pt idx="6">
                  <c:v>7.3445000352882803E-2</c:v>
                </c:pt>
                <c:pt idx="7">
                  <c:v>7.7184686219406606E-2</c:v>
                </c:pt>
                <c:pt idx="8">
                  <c:v>8.0731526210056304E-2</c:v>
                </c:pt>
                <c:pt idx="9">
                  <c:v>7.9637129911231105E-2</c:v>
                </c:pt>
                <c:pt idx="10">
                  <c:v>8.4809797833393305E-2</c:v>
                </c:pt>
                <c:pt idx="11">
                  <c:v>8.4472033767165194E-2</c:v>
                </c:pt>
                <c:pt idx="12">
                  <c:v>7.7748797166420899E-2</c:v>
                </c:pt>
                <c:pt idx="13">
                  <c:v>7.9845920663198094E-2</c:v>
                </c:pt>
                <c:pt idx="14">
                  <c:v>8.0036927062429999E-2</c:v>
                </c:pt>
                <c:pt idx="15">
                  <c:v>8.1298021814066201E-2</c:v>
                </c:pt>
                <c:pt idx="16">
                  <c:v>8.2450983989635407E-2</c:v>
                </c:pt>
                <c:pt idx="17">
                  <c:v>8.2499162032790396E-2</c:v>
                </c:pt>
                <c:pt idx="18">
                  <c:v>8.7685065712248295E-2</c:v>
                </c:pt>
                <c:pt idx="19">
                  <c:v>8.7914238445349194E-2</c:v>
                </c:pt>
                <c:pt idx="20">
                  <c:v>8.7924287412398994E-2</c:v>
                </c:pt>
                <c:pt idx="21">
                  <c:v>8.6858761558677694E-2</c:v>
                </c:pt>
                <c:pt idx="22">
                  <c:v>8.7410540204885395E-2</c:v>
                </c:pt>
                <c:pt idx="23">
                  <c:v>8.7623867104085804E-2</c:v>
                </c:pt>
                <c:pt idx="24">
                  <c:v>8.7384288949877806E-2</c:v>
                </c:pt>
                <c:pt idx="25">
                  <c:v>8.8620746491372901E-2</c:v>
                </c:pt>
                <c:pt idx="26">
                  <c:v>8.9228726618628795E-2</c:v>
                </c:pt>
                <c:pt idx="27">
                  <c:v>8.8770040067370298E-2</c:v>
                </c:pt>
                <c:pt idx="28">
                  <c:v>8.5763399262746898E-2</c:v>
                </c:pt>
                <c:pt idx="29">
                  <c:v>8.7687362926509305E-2</c:v>
                </c:pt>
                <c:pt idx="30">
                  <c:v>8.5968865795660196E-2</c:v>
                </c:pt>
                <c:pt idx="31">
                  <c:v>8.6379970793136002E-2</c:v>
                </c:pt>
                <c:pt idx="32">
                  <c:v>8.7868288122384397E-2</c:v>
                </c:pt>
                <c:pt idx="33">
                  <c:v>8.8726217403564095E-2</c:v>
                </c:pt>
                <c:pt idx="34">
                  <c:v>9.0423627278118604E-2</c:v>
                </c:pt>
                <c:pt idx="35">
                  <c:v>8.7757124983331797E-2</c:v>
                </c:pt>
                <c:pt idx="36">
                  <c:v>9.0019953595711397E-2</c:v>
                </c:pt>
                <c:pt idx="37">
                  <c:v>8.8321416255549498E-2</c:v>
                </c:pt>
                <c:pt idx="38">
                  <c:v>8.8812241742765405E-2</c:v>
                </c:pt>
                <c:pt idx="39">
                  <c:v>8.9065438704836297E-2</c:v>
                </c:pt>
                <c:pt idx="40">
                  <c:v>9.0233695260244703E-2</c:v>
                </c:pt>
                <c:pt idx="41">
                  <c:v>9.0645352571982002E-2</c:v>
                </c:pt>
                <c:pt idx="42">
                  <c:v>8.5457893781954203E-2</c:v>
                </c:pt>
                <c:pt idx="43">
                  <c:v>9.1238330692891098E-2</c:v>
                </c:pt>
                <c:pt idx="44">
                  <c:v>8.7752970543801198E-2</c:v>
                </c:pt>
                <c:pt idx="45">
                  <c:v>8.8020712996673398E-2</c:v>
                </c:pt>
                <c:pt idx="46">
                  <c:v>8.5891745885226495E-2</c:v>
                </c:pt>
                <c:pt idx="47">
                  <c:v>9.4270539020334193E-2</c:v>
                </c:pt>
                <c:pt idx="48">
                  <c:v>8.9862982001748498E-2</c:v>
                </c:pt>
                <c:pt idx="49">
                  <c:v>9.20732465776989E-2</c:v>
                </c:pt>
                <c:pt idx="50">
                  <c:v>9.2276760506832201E-2</c:v>
                </c:pt>
                <c:pt idx="51">
                  <c:v>9.05857594786975E-2</c:v>
                </c:pt>
                <c:pt idx="52">
                  <c:v>8.9676789114044406E-2</c:v>
                </c:pt>
                <c:pt idx="53">
                  <c:v>9.0885005071767402E-2</c:v>
                </c:pt>
                <c:pt idx="54">
                  <c:v>8.8697063236260407E-2</c:v>
                </c:pt>
                <c:pt idx="55">
                  <c:v>9.0073991069571105E-2</c:v>
                </c:pt>
                <c:pt idx="56">
                  <c:v>9.0756754729030706E-2</c:v>
                </c:pt>
                <c:pt idx="57">
                  <c:v>9.0265536194633206E-2</c:v>
                </c:pt>
                <c:pt idx="58">
                  <c:v>8.6185833204277196E-2</c:v>
                </c:pt>
                <c:pt idx="59">
                  <c:v>8.7072161291370506E-2</c:v>
                </c:pt>
                <c:pt idx="60">
                  <c:v>8.6098485107399703E-2</c:v>
                </c:pt>
                <c:pt idx="61">
                  <c:v>9.1813861884956396E-2</c:v>
                </c:pt>
                <c:pt idx="62">
                  <c:v>8.9366191077645596E-2</c:v>
                </c:pt>
                <c:pt idx="63">
                  <c:v>8.9640605649553895E-2</c:v>
                </c:pt>
                <c:pt idx="64">
                  <c:v>8.9093104090694694E-2</c:v>
                </c:pt>
                <c:pt idx="65">
                  <c:v>8.6557512675460593E-2</c:v>
                </c:pt>
                <c:pt idx="66">
                  <c:v>8.9905783201335701E-2</c:v>
                </c:pt>
                <c:pt idx="67">
                  <c:v>8.7486989656653705E-2</c:v>
                </c:pt>
                <c:pt idx="68">
                  <c:v>8.7784487261852895E-2</c:v>
                </c:pt>
                <c:pt idx="69">
                  <c:v>8.8717759691411893E-2</c:v>
                </c:pt>
                <c:pt idx="70">
                  <c:v>8.6757529924947799E-2</c:v>
                </c:pt>
                <c:pt idx="71">
                  <c:v>8.6158488571861203E-2</c:v>
                </c:pt>
                <c:pt idx="72">
                  <c:v>8.0561279601906205E-2</c:v>
                </c:pt>
                <c:pt idx="73">
                  <c:v>8.0433321297836494E-2</c:v>
                </c:pt>
                <c:pt idx="74">
                  <c:v>8.3524643602359297E-2</c:v>
                </c:pt>
                <c:pt idx="75">
                  <c:v>8.3439574459062499E-2</c:v>
                </c:pt>
                <c:pt idx="76">
                  <c:v>7.7738592601725706E-2</c:v>
                </c:pt>
                <c:pt idx="77">
                  <c:v>8.0500293951274005E-2</c:v>
                </c:pt>
                <c:pt idx="78">
                  <c:v>7.6892813307821703E-2</c:v>
                </c:pt>
                <c:pt idx="79">
                  <c:v>7.7037487405873406E-2</c:v>
                </c:pt>
                <c:pt idx="80">
                  <c:v>8.0625121946369796E-2</c:v>
                </c:pt>
                <c:pt idx="81">
                  <c:v>7.8533046959484001E-2</c:v>
                </c:pt>
                <c:pt idx="82">
                  <c:v>7.6770466628580503E-2</c:v>
                </c:pt>
                <c:pt idx="83">
                  <c:v>7.6725403014676105E-2</c:v>
                </c:pt>
                <c:pt idx="84">
                  <c:v>7.3572456828262203E-2</c:v>
                </c:pt>
                <c:pt idx="85">
                  <c:v>7.3524917700542203E-2</c:v>
                </c:pt>
                <c:pt idx="86">
                  <c:v>7.53574629330475E-2</c:v>
                </c:pt>
                <c:pt idx="87">
                  <c:v>7.1209504174158403E-2</c:v>
                </c:pt>
                <c:pt idx="88">
                  <c:v>6.9584042510803495E-2</c:v>
                </c:pt>
                <c:pt idx="89">
                  <c:v>7.1400198242191404E-2</c:v>
                </c:pt>
                <c:pt idx="90">
                  <c:v>6.8356463950650495E-2</c:v>
                </c:pt>
                <c:pt idx="91">
                  <c:v>6.7908938764225102E-2</c:v>
                </c:pt>
                <c:pt idx="92">
                  <c:v>6.8183295565228993E-2</c:v>
                </c:pt>
                <c:pt idx="93">
                  <c:v>6.8136653615373202E-2</c:v>
                </c:pt>
                <c:pt idx="94">
                  <c:v>6.6117355829872299E-2</c:v>
                </c:pt>
                <c:pt idx="95">
                  <c:v>6.9118510160068702E-2</c:v>
                </c:pt>
                <c:pt idx="96">
                  <c:v>7.0154452419585497E-2</c:v>
                </c:pt>
                <c:pt idx="97">
                  <c:v>7.1368320262322704E-2</c:v>
                </c:pt>
                <c:pt idx="98">
                  <c:v>7.2291417028799695E-2</c:v>
                </c:pt>
                <c:pt idx="99">
                  <c:v>6.9938346198933798E-2</c:v>
                </c:pt>
                <c:pt idx="100">
                  <c:v>6.9864828634934401E-2</c:v>
                </c:pt>
                <c:pt idx="101">
                  <c:v>7.0095843672133507E-2</c:v>
                </c:pt>
                <c:pt idx="102">
                  <c:v>6.8132350658932694E-2</c:v>
                </c:pt>
                <c:pt idx="103">
                  <c:v>6.8695064508851197E-2</c:v>
                </c:pt>
                <c:pt idx="104">
                  <c:v>6.9283078724280106E-2</c:v>
                </c:pt>
                <c:pt idx="105">
                  <c:v>7.0403204757036E-2</c:v>
                </c:pt>
                <c:pt idx="106">
                  <c:v>7.1696988871491299E-2</c:v>
                </c:pt>
                <c:pt idx="107">
                  <c:v>7.3482747219273004E-2</c:v>
                </c:pt>
                <c:pt idx="108">
                  <c:v>7.280518880247E-2</c:v>
                </c:pt>
                <c:pt idx="109">
                  <c:v>7.5736054417871707E-2</c:v>
                </c:pt>
                <c:pt idx="110">
                  <c:v>7.71747861553988E-2</c:v>
                </c:pt>
                <c:pt idx="111">
                  <c:v>7.6923807156543705E-2</c:v>
                </c:pt>
                <c:pt idx="112">
                  <c:v>7.8594153061863195E-2</c:v>
                </c:pt>
                <c:pt idx="113">
                  <c:v>7.6509270889366404E-2</c:v>
                </c:pt>
                <c:pt idx="114">
                  <c:v>8.0068244140198697E-2</c:v>
                </c:pt>
                <c:pt idx="115">
                  <c:v>8.0716745504960594E-2</c:v>
                </c:pt>
                <c:pt idx="116">
                  <c:v>8.1484548406933893E-2</c:v>
                </c:pt>
                <c:pt idx="117">
                  <c:v>8.0253276736642704E-2</c:v>
                </c:pt>
                <c:pt idx="118">
                  <c:v>8.0663104849414399E-2</c:v>
                </c:pt>
                <c:pt idx="119">
                  <c:v>8.5315602201451998E-2</c:v>
                </c:pt>
                <c:pt idx="120">
                  <c:v>8.8353963964978605E-2</c:v>
                </c:pt>
                <c:pt idx="121">
                  <c:v>8.9533600995255702E-2</c:v>
                </c:pt>
                <c:pt idx="122">
                  <c:v>9.1850406383032601E-2</c:v>
                </c:pt>
                <c:pt idx="123">
                  <c:v>8.9815717712332502E-2</c:v>
                </c:pt>
                <c:pt idx="124">
                  <c:v>8.8760278401557396E-2</c:v>
                </c:pt>
                <c:pt idx="125">
                  <c:v>8.88271852963778E-2</c:v>
                </c:pt>
                <c:pt idx="126">
                  <c:v>8.9852593371859399E-2</c:v>
                </c:pt>
                <c:pt idx="127">
                  <c:v>8.9133530567191699E-2</c:v>
                </c:pt>
                <c:pt idx="128">
                  <c:v>9.0401608552669793E-2</c:v>
                </c:pt>
                <c:pt idx="129">
                  <c:v>9.2178612696754897E-2</c:v>
                </c:pt>
                <c:pt idx="130">
                  <c:v>9.3262529042125106E-2</c:v>
                </c:pt>
                <c:pt idx="131">
                  <c:v>9.2556251874425802E-2</c:v>
                </c:pt>
                <c:pt idx="132">
                  <c:v>9.6668175182684293E-2</c:v>
                </c:pt>
                <c:pt idx="133">
                  <c:v>9.6637754674662693E-2</c:v>
                </c:pt>
                <c:pt idx="134">
                  <c:v>9.7274704722994598E-2</c:v>
                </c:pt>
                <c:pt idx="135">
                  <c:v>9.7626427568625093E-2</c:v>
                </c:pt>
                <c:pt idx="136">
                  <c:v>9.8374326049321198E-2</c:v>
                </c:pt>
                <c:pt idx="137">
                  <c:v>0.100004107050572</c:v>
                </c:pt>
                <c:pt idx="138">
                  <c:v>0.100140949536848</c:v>
                </c:pt>
                <c:pt idx="139">
                  <c:v>9.9319918869132606E-2</c:v>
                </c:pt>
                <c:pt idx="140">
                  <c:v>0.100872812871397</c:v>
                </c:pt>
                <c:pt idx="141">
                  <c:v>0.102046683841318</c:v>
                </c:pt>
                <c:pt idx="142">
                  <c:v>0.100469094975094</c:v>
                </c:pt>
                <c:pt idx="143">
                  <c:v>0.101265471510535</c:v>
                </c:pt>
                <c:pt idx="144">
                  <c:v>0.10918341265592101</c:v>
                </c:pt>
                <c:pt idx="145">
                  <c:v>0.10715956971349599</c:v>
                </c:pt>
                <c:pt idx="146">
                  <c:v>0.112080289239569</c:v>
                </c:pt>
                <c:pt idx="147">
                  <c:v>0.115253012982483</c:v>
                </c:pt>
                <c:pt idx="148">
                  <c:v>0.118107236427831</c:v>
                </c:pt>
                <c:pt idx="149">
                  <c:v>0.11893243150812</c:v>
                </c:pt>
                <c:pt idx="150">
                  <c:v>0.12234075333292101</c:v>
                </c:pt>
                <c:pt idx="151">
                  <c:v>0.126811464750373</c:v>
                </c:pt>
                <c:pt idx="152">
                  <c:v>0.128582664856324</c:v>
                </c:pt>
                <c:pt idx="153">
                  <c:v>0.13578879470008501</c:v>
                </c:pt>
                <c:pt idx="154">
                  <c:v>0.13385992929961399</c:v>
                </c:pt>
                <c:pt idx="155">
                  <c:v>0.139518391413473</c:v>
                </c:pt>
                <c:pt idx="156">
                  <c:v>0.14892517625217</c:v>
                </c:pt>
                <c:pt idx="157">
                  <c:v>0.14789261918182101</c:v>
                </c:pt>
                <c:pt idx="158">
                  <c:v>0.14824399135970801</c:v>
                </c:pt>
                <c:pt idx="159">
                  <c:v>0.152463364071349</c:v>
                </c:pt>
                <c:pt idx="160">
                  <c:v>0.153830881552661</c:v>
                </c:pt>
                <c:pt idx="161">
                  <c:v>0.15713850746335201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Combined!$L$2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Combined!$J$3:$J$164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Combined!$L$3:$L$164</c:f>
              <c:numCache>
                <c:formatCode>0%</c:formatCode>
                <c:ptCount val="162"/>
                <c:pt idx="0">
                  <c:v>6.3505735909539202E-2</c:v>
                </c:pt>
                <c:pt idx="1">
                  <c:v>6.1097626247593503E-2</c:v>
                </c:pt>
                <c:pt idx="2">
                  <c:v>7.3558562363446406E-2</c:v>
                </c:pt>
                <c:pt idx="3">
                  <c:v>6.5513945182537794E-2</c:v>
                </c:pt>
                <c:pt idx="4">
                  <c:v>7.02166139900436E-2</c:v>
                </c:pt>
                <c:pt idx="5">
                  <c:v>7.3447771153668698E-2</c:v>
                </c:pt>
                <c:pt idx="6">
                  <c:v>7.4491023212480703E-2</c:v>
                </c:pt>
                <c:pt idx="7">
                  <c:v>6.9184434888920704E-2</c:v>
                </c:pt>
                <c:pt idx="8">
                  <c:v>8.3641215265785399E-2</c:v>
                </c:pt>
                <c:pt idx="9">
                  <c:v>8.23212129447283E-2</c:v>
                </c:pt>
                <c:pt idx="10">
                  <c:v>8.1691858375027696E-2</c:v>
                </c:pt>
                <c:pt idx="11">
                  <c:v>8.1993014245109797E-2</c:v>
                </c:pt>
                <c:pt idx="12">
                  <c:v>8.7576834912327206E-2</c:v>
                </c:pt>
                <c:pt idx="13">
                  <c:v>9.0089853131241404E-2</c:v>
                </c:pt>
                <c:pt idx="14">
                  <c:v>8.4294449611061306E-2</c:v>
                </c:pt>
                <c:pt idx="15">
                  <c:v>8.7325605995166297E-2</c:v>
                </c:pt>
                <c:pt idx="16">
                  <c:v>8.2148354786449301E-2</c:v>
                </c:pt>
                <c:pt idx="17">
                  <c:v>8.7564805022126699E-2</c:v>
                </c:pt>
                <c:pt idx="18">
                  <c:v>8.4413349411530794E-2</c:v>
                </c:pt>
                <c:pt idx="19">
                  <c:v>8.7852492149950501E-2</c:v>
                </c:pt>
                <c:pt idx="20">
                  <c:v>8.5135660231266203E-2</c:v>
                </c:pt>
                <c:pt idx="21">
                  <c:v>8.9694041846569594E-2</c:v>
                </c:pt>
                <c:pt idx="22">
                  <c:v>8.6514017074393906E-2</c:v>
                </c:pt>
                <c:pt idx="23">
                  <c:v>8.66245609737296E-2</c:v>
                </c:pt>
                <c:pt idx="24">
                  <c:v>8.8667005937121804E-2</c:v>
                </c:pt>
                <c:pt idx="25">
                  <c:v>8.4020011958461593E-2</c:v>
                </c:pt>
                <c:pt idx="26">
                  <c:v>8.8530137228132896E-2</c:v>
                </c:pt>
                <c:pt idx="27">
                  <c:v>8.9821804528490604E-2</c:v>
                </c:pt>
                <c:pt idx="28">
                  <c:v>8.8888016342953402E-2</c:v>
                </c:pt>
                <c:pt idx="29">
                  <c:v>8.6886099361692601E-2</c:v>
                </c:pt>
                <c:pt idx="30">
                  <c:v>8.9278091647453497E-2</c:v>
                </c:pt>
                <c:pt idx="31">
                  <c:v>8.7898950202223394E-2</c:v>
                </c:pt>
                <c:pt idx="32">
                  <c:v>8.6182644915306805E-2</c:v>
                </c:pt>
                <c:pt idx="33">
                  <c:v>8.94282147552308E-2</c:v>
                </c:pt>
                <c:pt idx="34">
                  <c:v>8.7281355458396506E-2</c:v>
                </c:pt>
                <c:pt idx="35">
                  <c:v>9.0162471419852494E-2</c:v>
                </c:pt>
                <c:pt idx="36">
                  <c:v>8.6899541215900405E-2</c:v>
                </c:pt>
                <c:pt idx="37">
                  <c:v>8.9969620698563402E-2</c:v>
                </c:pt>
                <c:pt idx="38">
                  <c:v>8.9471667543770797E-2</c:v>
                </c:pt>
                <c:pt idx="39">
                  <c:v>8.6854600693354198E-2</c:v>
                </c:pt>
                <c:pt idx="40">
                  <c:v>8.8791304415957104E-2</c:v>
                </c:pt>
                <c:pt idx="41">
                  <c:v>8.7070608876102698E-2</c:v>
                </c:pt>
                <c:pt idx="42">
                  <c:v>8.7441520597238004E-2</c:v>
                </c:pt>
                <c:pt idx="43">
                  <c:v>8.74697149415231E-2</c:v>
                </c:pt>
                <c:pt idx="44">
                  <c:v>9.0837395443419303E-2</c:v>
                </c:pt>
                <c:pt idx="45">
                  <c:v>8.9777393763381702E-2</c:v>
                </c:pt>
                <c:pt idx="46">
                  <c:v>9.0841886522269696E-2</c:v>
                </c:pt>
                <c:pt idx="47">
                  <c:v>9.0689796352851404E-2</c:v>
                </c:pt>
                <c:pt idx="48">
                  <c:v>8.9631211818076803E-2</c:v>
                </c:pt>
                <c:pt idx="49">
                  <c:v>9.5521049829385807E-2</c:v>
                </c:pt>
                <c:pt idx="50">
                  <c:v>9.0666231845062395E-2</c:v>
                </c:pt>
                <c:pt idx="51">
                  <c:v>9.1162203403057598E-2</c:v>
                </c:pt>
                <c:pt idx="52">
                  <c:v>9.0731887649068504E-2</c:v>
                </c:pt>
                <c:pt idx="53">
                  <c:v>8.9164745156703598E-2</c:v>
                </c:pt>
                <c:pt idx="54">
                  <c:v>9.2654620046805206E-2</c:v>
                </c:pt>
                <c:pt idx="55">
                  <c:v>9.3457355231104294E-2</c:v>
                </c:pt>
                <c:pt idx="56">
                  <c:v>9.3681634592915702E-2</c:v>
                </c:pt>
                <c:pt idx="57">
                  <c:v>9.25574881650197E-2</c:v>
                </c:pt>
                <c:pt idx="58">
                  <c:v>9.5903516545019704E-2</c:v>
                </c:pt>
                <c:pt idx="59">
                  <c:v>9.4850436391437906E-2</c:v>
                </c:pt>
                <c:pt idx="60">
                  <c:v>9.6094282755908894E-2</c:v>
                </c:pt>
                <c:pt idx="61">
                  <c:v>9.7786257797294093E-2</c:v>
                </c:pt>
                <c:pt idx="62">
                  <c:v>9.4294816298418196E-2</c:v>
                </c:pt>
                <c:pt idx="63">
                  <c:v>9.5080152792324693E-2</c:v>
                </c:pt>
                <c:pt idx="64">
                  <c:v>9.6855707248384507E-2</c:v>
                </c:pt>
                <c:pt idx="65">
                  <c:v>9.7332281743985893E-2</c:v>
                </c:pt>
                <c:pt idx="66">
                  <c:v>9.6880907776892206E-2</c:v>
                </c:pt>
                <c:pt idx="67">
                  <c:v>9.6400278623967703E-2</c:v>
                </c:pt>
                <c:pt idx="68">
                  <c:v>9.3255235494146702E-2</c:v>
                </c:pt>
                <c:pt idx="69">
                  <c:v>9.9001932133850196E-2</c:v>
                </c:pt>
                <c:pt idx="70">
                  <c:v>9.8005687549031897E-2</c:v>
                </c:pt>
                <c:pt idx="71">
                  <c:v>9.9334209925940498E-2</c:v>
                </c:pt>
                <c:pt idx="72">
                  <c:v>9.6133305391941606E-2</c:v>
                </c:pt>
                <c:pt idx="73">
                  <c:v>9.4805582395195695E-2</c:v>
                </c:pt>
                <c:pt idx="74">
                  <c:v>9.1596637456451399E-2</c:v>
                </c:pt>
                <c:pt idx="75">
                  <c:v>9.1976420713830095E-2</c:v>
                </c:pt>
                <c:pt idx="76">
                  <c:v>9.3547053018569304E-2</c:v>
                </c:pt>
                <c:pt idx="77">
                  <c:v>9.0363378892866303E-2</c:v>
                </c:pt>
                <c:pt idx="78">
                  <c:v>9.1830123248260995E-2</c:v>
                </c:pt>
                <c:pt idx="79">
                  <c:v>8.5664441951018799E-2</c:v>
                </c:pt>
                <c:pt idx="80">
                  <c:v>8.49702066827865E-2</c:v>
                </c:pt>
                <c:pt idx="81">
                  <c:v>8.6058863425858598E-2</c:v>
                </c:pt>
                <c:pt idx="82">
                  <c:v>8.4790434076548196E-2</c:v>
                </c:pt>
                <c:pt idx="83">
                  <c:v>8.5750720525237703E-2</c:v>
                </c:pt>
                <c:pt idx="84">
                  <c:v>8.7878585258331504E-2</c:v>
                </c:pt>
                <c:pt idx="85">
                  <c:v>8.3515400437132806E-2</c:v>
                </c:pt>
                <c:pt idx="86">
                  <c:v>8.6275181559898495E-2</c:v>
                </c:pt>
                <c:pt idx="87">
                  <c:v>8.2651987750342701E-2</c:v>
                </c:pt>
                <c:pt idx="88">
                  <c:v>8.12134801657481E-2</c:v>
                </c:pt>
                <c:pt idx="89">
                  <c:v>8.1877862936668197E-2</c:v>
                </c:pt>
                <c:pt idx="90">
                  <c:v>7.9365972915804897E-2</c:v>
                </c:pt>
                <c:pt idx="91">
                  <c:v>7.95020283597139E-2</c:v>
                </c:pt>
                <c:pt idx="92">
                  <c:v>7.8146576432254103E-2</c:v>
                </c:pt>
                <c:pt idx="93">
                  <c:v>8.1102393437688394E-2</c:v>
                </c:pt>
                <c:pt idx="94">
                  <c:v>7.8771718489176301E-2</c:v>
                </c:pt>
                <c:pt idx="95">
                  <c:v>7.9535886220867894E-2</c:v>
                </c:pt>
                <c:pt idx="96">
                  <c:v>7.6329575965091601E-2</c:v>
                </c:pt>
                <c:pt idx="97">
                  <c:v>7.8959216832169193E-2</c:v>
                </c:pt>
                <c:pt idx="98">
                  <c:v>7.8338134061547701E-2</c:v>
                </c:pt>
                <c:pt idx="99">
                  <c:v>7.7757655433162307E-2</c:v>
                </c:pt>
                <c:pt idx="100">
                  <c:v>7.6879396475263206E-2</c:v>
                </c:pt>
                <c:pt idx="101">
                  <c:v>7.5660927497080296E-2</c:v>
                </c:pt>
                <c:pt idx="102">
                  <c:v>7.2273607473948204E-2</c:v>
                </c:pt>
                <c:pt idx="103">
                  <c:v>7.1563796602764698E-2</c:v>
                </c:pt>
                <c:pt idx="104">
                  <c:v>7.28488297159154E-2</c:v>
                </c:pt>
                <c:pt idx="105">
                  <c:v>7.3810894629770196E-2</c:v>
                </c:pt>
                <c:pt idx="106">
                  <c:v>7.5543290730333904E-2</c:v>
                </c:pt>
                <c:pt idx="107">
                  <c:v>7.5504028119218997E-2</c:v>
                </c:pt>
                <c:pt idx="108">
                  <c:v>7.4686493682850699E-2</c:v>
                </c:pt>
                <c:pt idx="109">
                  <c:v>7.7857594791134493E-2</c:v>
                </c:pt>
                <c:pt idx="110">
                  <c:v>7.9219782270327097E-2</c:v>
                </c:pt>
                <c:pt idx="111">
                  <c:v>8.1415187658143207E-2</c:v>
                </c:pt>
                <c:pt idx="112">
                  <c:v>7.8819026981857401E-2</c:v>
                </c:pt>
                <c:pt idx="113">
                  <c:v>8.1347130389888403E-2</c:v>
                </c:pt>
                <c:pt idx="114">
                  <c:v>7.81943201685735E-2</c:v>
                </c:pt>
                <c:pt idx="115">
                  <c:v>8.3316822581034095E-2</c:v>
                </c:pt>
                <c:pt idx="116">
                  <c:v>8.5137491087157902E-2</c:v>
                </c:pt>
                <c:pt idx="117">
                  <c:v>8.4673542480079897E-2</c:v>
                </c:pt>
                <c:pt idx="118">
                  <c:v>8.6015912709796999E-2</c:v>
                </c:pt>
                <c:pt idx="119">
                  <c:v>8.9776224789666001E-2</c:v>
                </c:pt>
                <c:pt idx="120">
                  <c:v>9.0789161254669001E-2</c:v>
                </c:pt>
                <c:pt idx="121">
                  <c:v>9.3171493428124502E-2</c:v>
                </c:pt>
                <c:pt idx="122">
                  <c:v>9.4434875029389395E-2</c:v>
                </c:pt>
                <c:pt idx="123">
                  <c:v>9.3259887930705193E-2</c:v>
                </c:pt>
                <c:pt idx="124">
                  <c:v>9.3269013550087099E-2</c:v>
                </c:pt>
                <c:pt idx="125">
                  <c:v>9.3577879789542004E-2</c:v>
                </c:pt>
                <c:pt idx="126">
                  <c:v>9.2953380120775697E-2</c:v>
                </c:pt>
                <c:pt idx="127">
                  <c:v>9.4934032158162998E-2</c:v>
                </c:pt>
                <c:pt idx="128">
                  <c:v>9.2227060612086298E-2</c:v>
                </c:pt>
                <c:pt idx="129">
                  <c:v>9.4168153524081602E-2</c:v>
                </c:pt>
                <c:pt idx="130">
                  <c:v>9.1480888945878802E-2</c:v>
                </c:pt>
                <c:pt idx="131">
                  <c:v>9.3259003936553703E-2</c:v>
                </c:pt>
                <c:pt idx="132">
                  <c:v>9.4475514181607795E-2</c:v>
                </c:pt>
                <c:pt idx="133">
                  <c:v>9.5030579887846203E-2</c:v>
                </c:pt>
                <c:pt idx="134">
                  <c:v>9.5023825847662696E-2</c:v>
                </c:pt>
                <c:pt idx="135">
                  <c:v>9.6209364209945095E-2</c:v>
                </c:pt>
                <c:pt idx="136">
                  <c:v>9.6072528241441801E-2</c:v>
                </c:pt>
                <c:pt idx="137">
                  <c:v>9.4156560257383101E-2</c:v>
                </c:pt>
                <c:pt idx="138">
                  <c:v>9.6000284607337699E-2</c:v>
                </c:pt>
                <c:pt idx="139">
                  <c:v>9.4756706781837896E-2</c:v>
                </c:pt>
                <c:pt idx="140">
                  <c:v>9.95185761158493E-2</c:v>
                </c:pt>
                <c:pt idx="141">
                  <c:v>0.10076309712635199</c:v>
                </c:pt>
                <c:pt idx="142">
                  <c:v>0.108692836405176</c:v>
                </c:pt>
                <c:pt idx="143">
                  <c:v>0.106055422548189</c:v>
                </c:pt>
                <c:pt idx="144">
                  <c:v>0.10953808096062199</c:v>
                </c:pt>
                <c:pt idx="145">
                  <c:v>0.114437534884958</c:v>
                </c:pt>
                <c:pt idx="146">
                  <c:v>0.114001803628499</c:v>
                </c:pt>
                <c:pt idx="147">
                  <c:v>0.113447359872881</c:v>
                </c:pt>
                <c:pt idx="148">
                  <c:v>0.114638147422631</c:v>
                </c:pt>
                <c:pt idx="149">
                  <c:v>0.11687219533788901</c:v>
                </c:pt>
                <c:pt idx="150">
                  <c:v>0.121802179636566</c:v>
                </c:pt>
                <c:pt idx="151">
                  <c:v>0.12399506250589901</c:v>
                </c:pt>
                <c:pt idx="152">
                  <c:v>0.12895707499978601</c:v>
                </c:pt>
                <c:pt idx="153">
                  <c:v>0.132312917431993</c:v>
                </c:pt>
                <c:pt idx="154">
                  <c:v>0.137281505345836</c:v>
                </c:pt>
                <c:pt idx="155">
                  <c:v>0.13451278140235001</c:v>
                </c:pt>
                <c:pt idx="156">
                  <c:v>0.13813557922735401</c:v>
                </c:pt>
                <c:pt idx="157">
                  <c:v>0.142423265407741</c:v>
                </c:pt>
                <c:pt idx="158">
                  <c:v>0.14424719278343101</c:v>
                </c:pt>
                <c:pt idx="159">
                  <c:v>0.14536975293624199</c:v>
                </c:pt>
                <c:pt idx="160">
                  <c:v>0.14699467799893701</c:v>
                </c:pt>
                <c:pt idx="161">
                  <c:v>0.15109386236476399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3782784"/>
        <c:axId val="223784320"/>
      </c:lineChart>
      <c:dateAx>
        <c:axId val="2237827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23784320"/>
        <c:crosses val="autoZero"/>
        <c:auto val="1"/>
        <c:lblOffset val="100"/>
        <c:baseTimeUnit val="months"/>
        <c:majorUnit val="24"/>
        <c:majorTimeUnit val="months"/>
      </c:dateAx>
      <c:valAx>
        <c:axId val="22378432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Uncollected</a:t>
                </a:r>
                <a:r>
                  <a:rPr lang="en-US" baseline="0" dirty="0" smtClean="0"/>
                  <a:t> Interest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23782784"/>
        <c:crosses val="autoZero"/>
        <c:crossBetween val="between"/>
        <c:majorUnit val="5.000000000000001E-2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Combined!$S$2</c:f>
              <c:strCache>
                <c:ptCount val="1"/>
                <c:pt idx="0">
                  <c:v>FHL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Combined!$S$3:$S$164</c:f>
              <c:numCache>
                <c:formatCode>0%</c:formatCode>
                <c:ptCount val="162"/>
                <c:pt idx="0">
                  <c:v>5.0292646341945101E-2</c:v>
                </c:pt>
                <c:pt idx="1">
                  <c:v>5.3613517183156802E-2</c:v>
                </c:pt>
                <c:pt idx="2">
                  <c:v>4.6337984240149399E-2</c:v>
                </c:pt>
                <c:pt idx="3">
                  <c:v>5.7232240699292898E-2</c:v>
                </c:pt>
                <c:pt idx="4">
                  <c:v>4.8647285463548698E-2</c:v>
                </c:pt>
                <c:pt idx="5">
                  <c:v>5.13852408761147E-2</c:v>
                </c:pt>
                <c:pt idx="6">
                  <c:v>5.6009229257843803E-2</c:v>
                </c:pt>
                <c:pt idx="7">
                  <c:v>5.5780746800368999E-2</c:v>
                </c:pt>
                <c:pt idx="8">
                  <c:v>5.7501692020250003E-2</c:v>
                </c:pt>
                <c:pt idx="9">
                  <c:v>5.39924029446519E-2</c:v>
                </c:pt>
                <c:pt idx="10">
                  <c:v>6.2849904846346102E-2</c:v>
                </c:pt>
                <c:pt idx="11">
                  <c:v>6.359264634266E-2</c:v>
                </c:pt>
                <c:pt idx="12">
                  <c:v>5.7615114227848201E-2</c:v>
                </c:pt>
                <c:pt idx="13">
                  <c:v>5.7877795629502897E-2</c:v>
                </c:pt>
                <c:pt idx="14">
                  <c:v>5.9242624090797898E-2</c:v>
                </c:pt>
                <c:pt idx="15">
                  <c:v>6.0552751159708401E-2</c:v>
                </c:pt>
                <c:pt idx="16">
                  <c:v>6.6909637121992896E-2</c:v>
                </c:pt>
                <c:pt idx="17">
                  <c:v>6.4214324302892395E-2</c:v>
                </c:pt>
                <c:pt idx="18">
                  <c:v>6.1280232674208401E-2</c:v>
                </c:pt>
                <c:pt idx="19">
                  <c:v>6.4766783966035094E-2</c:v>
                </c:pt>
                <c:pt idx="20">
                  <c:v>7.4617540639325797E-2</c:v>
                </c:pt>
                <c:pt idx="21">
                  <c:v>6.67522610049823E-2</c:v>
                </c:pt>
                <c:pt idx="22">
                  <c:v>6.9784412105886498E-2</c:v>
                </c:pt>
                <c:pt idx="23">
                  <c:v>6.82433600447762E-2</c:v>
                </c:pt>
                <c:pt idx="24">
                  <c:v>6.6515196813954403E-2</c:v>
                </c:pt>
                <c:pt idx="25">
                  <c:v>6.7327881317084795E-2</c:v>
                </c:pt>
                <c:pt idx="26">
                  <c:v>6.9293165880438296E-2</c:v>
                </c:pt>
                <c:pt idx="27">
                  <c:v>6.5955471639046401E-2</c:v>
                </c:pt>
                <c:pt idx="28">
                  <c:v>6.3743091421152795E-2</c:v>
                </c:pt>
                <c:pt idx="29">
                  <c:v>6.7448145264804304E-2</c:v>
                </c:pt>
                <c:pt idx="30">
                  <c:v>6.5314368612472404E-2</c:v>
                </c:pt>
                <c:pt idx="31">
                  <c:v>6.9331459148933197E-2</c:v>
                </c:pt>
                <c:pt idx="32">
                  <c:v>6.9105729090864695E-2</c:v>
                </c:pt>
                <c:pt idx="33">
                  <c:v>7.5871471161266898E-2</c:v>
                </c:pt>
                <c:pt idx="34">
                  <c:v>7.5831397885690002E-2</c:v>
                </c:pt>
                <c:pt idx="35">
                  <c:v>7.5151910013974393E-2</c:v>
                </c:pt>
                <c:pt idx="36">
                  <c:v>6.8800975602797604E-2</c:v>
                </c:pt>
                <c:pt idx="37">
                  <c:v>7.1449253533868398E-2</c:v>
                </c:pt>
                <c:pt idx="38">
                  <c:v>7.0261719237324397E-2</c:v>
                </c:pt>
                <c:pt idx="39">
                  <c:v>7.7240691694485095E-2</c:v>
                </c:pt>
                <c:pt idx="40">
                  <c:v>7.7462395836395706E-2</c:v>
                </c:pt>
                <c:pt idx="41">
                  <c:v>7.6800636701862102E-2</c:v>
                </c:pt>
                <c:pt idx="42">
                  <c:v>7.6938935300006395E-2</c:v>
                </c:pt>
                <c:pt idx="43">
                  <c:v>7.7380772063722306E-2</c:v>
                </c:pt>
                <c:pt idx="44">
                  <c:v>8.1175100856483301E-2</c:v>
                </c:pt>
                <c:pt idx="45">
                  <c:v>8.0090982708782704E-2</c:v>
                </c:pt>
                <c:pt idx="46">
                  <c:v>8.2057101235695901E-2</c:v>
                </c:pt>
                <c:pt idx="47">
                  <c:v>8.83945212836761E-2</c:v>
                </c:pt>
                <c:pt idx="48">
                  <c:v>8.5543242843435494E-2</c:v>
                </c:pt>
                <c:pt idx="49">
                  <c:v>9.0438851346145405E-2</c:v>
                </c:pt>
                <c:pt idx="50">
                  <c:v>8.94277778714542E-2</c:v>
                </c:pt>
                <c:pt idx="51">
                  <c:v>9.3576861781285603E-2</c:v>
                </c:pt>
                <c:pt idx="52">
                  <c:v>9.4107658918168094E-2</c:v>
                </c:pt>
                <c:pt idx="53">
                  <c:v>9.7240416141367594E-2</c:v>
                </c:pt>
                <c:pt idx="54">
                  <c:v>9.5561729803041104E-2</c:v>
                </c:pt>
                <c:pt idx="55">
                  <c:v>9.7877639537478703E-2</c:v>
                </c:pt>
                <c:pt idx="56">
                  <c:v>9.8793413034423794E-2</c:v>
                </c:pt>
                <c:pt idx="57">
                  <c:v>0.10187860898708299</c:v>
                </c:pt>
                <c:pt idx="58">
                  <c:v>0.100257048116629</c:v>
                </c:pt>
                <c:pt idx="59">
                  <c:v>9.9707333917942106E-2</c:v>
                </c:pt>
                <c:pt idx="60">
                  <c:v>9.60755264703263E-2</c:v>
                </c:pt>
                <c:pt idx="61">
                  <c:v>0.10268963535492499</c:v>
                </c:pt>
                <c:pt idx="62">
                  <c:v>0.10223943490611501</c:v>
                </c:pt>
                <c:pt idx="63">
                  <c:v>9.9154458830349998E-2</c:v>
                </c:pt>
                <c:pt idx="64">
                  <c:v>0.100311352724878</c:v>
                </c:pt>
                <c:pt idx="65">
                  <c:v>0.10031134507216</c:v>
                </c:pt>
                <c:pt idx="66">
                  <c:v>0.10302133808851099</c:v>
                </c:pt>
                <c:pt idx="67">
                  <c:v>0.10341396996116101</c:v>
                </c:pt>
                <c:pt idx="68">
                  <c:v>0.102268308234263</c:v>
                </c:pt>
                <c:pt idx="69">
                  <c:v>0.103380667843414</c:v>
                </c:pt>
                <c:pt idx="70">
                  <c:v>0.101112568716101</c:v>
                </c:pt>
                <c:pt idx="71">
                  <c:v>0.10292947478105501</c:v>
                </c:pt>
                <c:pt idx="72">
                  <c:v>8.5911491728031406E-2</c:v>
                </c:pt>
                <c:pt idx="73">
                  <c:v>9.6030505813755204E-2</c:v>
                </c:pt>
                <c:pt idx="74">
                  <c:v>9.7197599446893906E-2</c:v>
                </c:pt>
                <c:pt idx="75">
                  <c:v>9.2859172093641501E-2</c:v>
                </c:pt>
                <c:pt idx="76">
                  <c:v>8.9216457910686206E-2</c:v>
                </c:pt>
                <c:pt idx="77">
                  <c:v>8.9501566896744406E-2</c:v>
                </c:pt>
                <c:pt idx="78">
                  <c:v>9.1327904334346302E-2</c:v>
                </c:pt>
                <c:pt idx="79">
                  <c:v>8.3983023380881497E-2</c:v>
                </c:pt>
                <c:pt idx="80">
                  <c:v>9.8782654084627303E-2</c:v>
                </c:pt>
                <c:pt idx="81">
                  <c:v>8.6719844056918197E-2</c:v>
                </c:pt>
                <c:pt idx="82">
                  <c:v>8.5623719283184005E-2</c:v>
                </c:pt>
                <c:pt idx="83">
                  <c:v>8.3841862474908296E-2</c:v>
                </c:pt>
                <c:pt idx="84">
                  <c:v>7.9798842063263001E-2</c:v>
                </c:pt>
                <c:pt idx="85">
                  <c:v>7.6700365995208505E-2</c:v>
                </c:pt>
                <c:pt idx="86">
                  <c:v>7.7983420683892898E-2</c:v>
                </c:pt>
                <c:pt idx="87">
                  <c:v>7.5007834206809398E-2</c:v>
                </c:pt>
                <c:pt idx="88">
                  <c:v>7.11309459456273E-2</c:v>
                </c:pt>
                <c:pt idx="89">
                  <c:v>7.0150528683315699E-2</c:v>
                </c:pt>
                <c:pt idx="90">
                  <c:v>6.9509230791938506E-2</c:v>
                </c:pt>
                <c:pt idx="91">
                  <c:v>6.9329412860428402E-2</c:v>
                </c:pt>
                <c:pt idx="92">
                  <c:v>6.4985269682751201E-2</c:v>
                </c:pt>
                <c:pt idx="93">
                  <c:v>6.3384376734161904E-2</c:v>
                </c:pt>
                <c:pt idx="94">
                  <c:v>6.4707419911733094E-2</c:v>
                </c:pt>
                <c:pt idx="95">
                  <c:v>6.8639643332675707E-2</c:v>
                </c:pt>
                <c:pt idx="96">
                  <c:v>6.78571533755713E-2</c:v>
                </c:pt>
                <c:pt idx="97">
                  <c:v>6.6040360765635006E-2</c:v>
                </c:pt>
                <c:pt idx="98">
                  <c:v>6.6501773354195701E-2</c:v>
                </c:pt>
                <c:pt idx="99">
                  <c:v>6.2148140614784603E-2</c:v>
                </c:pt>
                <c:pt idx="100">
                  <c:v>6.0220880302871302E-2</c:v>
                </c:pt>
                <c:pt idx="101">
                  <c:v>6.0164096223304202E-2</c:v>
                </c:pt>
                <c:pt idx="102">
                  <c:v>5.6223664551506E-2</c:v>
                </c:pt>
                <c:pt idx="103">
                  <c:v>5.9239267021323497E-2</c:v>
                </c:pt>
                <c:pt idx="104">
                  <c:v>5.9896271713288797E-2</c:v>
                </c:pt>
                <c:pt idx="105">
                  <c:v>6.1919552791901297E-2</c:v>
                </c:pt>
                <c:pt idx="106">
                  <c:v>6.1485577623545798E-2</c:v>
                </c:pt>
                <c:pt idx="107">
                  <c:v>6.3772075328761002E-2</c:v>
                </c:pt>
                <c:pt idx="108">
                  <c:v>6.05093709155115E-2</c:v>
                </c:pt>
                <c:pt idx="109">
                  <c:v>6.3420562940325304E-2</c:v>
                </c:pt>
                <c:pt idx="110">
                  <c:v>6.4193449731103899E-2</c:v>
                </c:pt>
                <c:pt idx="111">
                  <c:v>6.2845694829349805E-2</c:v>
                </c:pt>
                <c:pt idx="112">
                  <c:v>6.3284062207846103E-2</c:v>
                </c:pt>
                <c:pt idx="113">
                  <c:v>5.80935557737789E-2</c:v>
                </c:pt>
                <c:pt idx="114">
                  <c:v>6.3116974643755805E-2</c:v>
                </c:pt>
                <c:pt idx="115">
                  <c:v>6.3979378076414004E-2</c:v>
                </c:pt>
                <c:pt idx="116">
                  <c:v>6.5493184875948005E-2</c:v>
                </c:pt>
                <c:pt idx="117">
                  <c:v>6.4800986632008895E-2</c:v>
                </c:pt>
                <c:pt idx="118">
                  <c:v>6.4709296036825695E-2</c:v>
                </c:pt>
                <c:pt idx="119">
                  <c:v>7.2442109704647095E-2</c:v>
                </c:pt>
                <c:pt idx="120">
                  <c:v>7.4592432111174695E-2</c:v>
                </c:pt>
                <c:pt idx="121">
                  <c:v>7.7734266036483701E-2</c:v>
                </c:pt>
                <c:pt idx="122">
                  <c:v>7.8717070508136894E-2</c:v>
                </c:pt>
                <c:pt idx="123">
                  <c:v>7.4197696990774803E-2</c:v>
                </c:pt>
                <c:pt idx="124">
                  <c:v>7.4958235523294295E-2</c:v>
                </c:pt>
                <c:pt idx="125">
                  <c:v>7.4919235363805403E-2</c:v>
                </c:pt>
                <c:pt idx="126">
                  <c:v>7.4880836527860498E-2</c:v>
                </c:pt>
                <c:pt idx="127">
                  <c:v>7.5943918871103605E-2</c:v>
                </c:pt>
                <c:pt idx="128">
                  <c:v>7.7214527040559797E-2</c:v>
                </c:pt>
                <c:pt idx="129">
                  <c:v>7.9104926093739703E-2</c:v>
                </c:pt>
                <c:pt idx="130">
                  <c:v>8.1056824070220496E-2</c:v>
                </c:pt>
                <c:pt idx="131">
                  <c:v>8.1471949928639195E-2</c:v>
                </c:pt>
                <c:pt idx="132">
                  <c:v>8.4465117641510407E-2</c:v>
                </c:pt>
                <c:pt idx="133">
                  <c:v>8.6473913465087801E-2</c:v>
                </c:pt>
                <c:pt idx="134">
                  <c:v>8.8997784386306802E-2</c:v>
                </c:pt>
                <c:pt idx="135">
                  <c:v>8.7829855513272007E-2</c:v>
                </c:pt>
                <c:pt idx="136">
                  <c:v>8.8615548965548602E-2</c:v>
                </c:pt>
                <c:pt idx="137">
                  <c:v>8.8531336187911605E-2</c:v>
                </c:pt>
                <c:pt idx="138">
                  <c:v>8.7858638912528E-2</c:v>
                </c:pt>
                <c:pt idx="139">
                  <c:v>8.8989079622300404E-2</c:v>
                </c:pt>
                <c:pt idx="140">
                  <c:v>9.0701561123328195E-2</c:v>
                </c:pt>
                <c:pt idx="141">
                  <c:v>9.2099231919233193E-2</c:v>
                </c:pt>
                <c:pt idx="142">
                  <c:v>9.51025313641298E-2</c:v>
                </c:pt>
                <c:pt idx="143">
                  <c:v>9.4608510341414903E-2</c:v>
                </c:pt>
                <c:pt idx="144">
                  <c:v>0.104527525119694</c:v>
                </c:pt>
                <c:pt idx="145">
                  <c:v>0.103153938541076</c:v>
                </c:pt>
                <c:pt idx="146">
                  <c:v>0.10951235727261199</c:v>
                </c:pt>
                <c:pt idx="147">
                  <c:v>0.114789148326073</c:v>
                </c:pt>
                <c:pt idx="148">
                  <c:v>0.121133963137915</c:v>
                </c:pt>
                <c:pt idx="149">
                  <c:v>0.123494082639382</c:v>
                </c:pt>
                <c:pt idx="150">
                  <c:v>0.12578922649149901</c:v>
                </c:pt>
                <c:pt idx="151">
                  <c:v>0.13508187623932999</c:v>
                </c:pt>
                <c:pt idx="152">
                  <c:v>0.14289629105232099</c:v>
                </c:pt>
                <c:pt idx="153">
                  <c:v>0.155730831782766</c:v>
                </c:pt>
                <c:pt idx="154">
                  <c:v>0.15573892343284301</c:v>
                </c:pt>
                <c:pt idx="155">
                  <c:v>0.163703857250109</c:v>
                </c:pt>
                <c:pt idx="156">
                  <c:v>0.17508486768633</c:v>
                </c:pt>
                <c:pt idx="157">
                  <c:v>0.17584930913081201</c:v>
                </c:pt>
                <c:pt idx="158">
                  <c:v>0.18322433513810599</c:v>
                </c:pt>
                <c:pt idx="159">
                  <c:v>0.17901934305073899</c:v>
                </c:pt>
                <c:pt idx="160">
                  <c:v>0.16822194130276</c:v>
                </c:pt>
                <c:pt idx="161">
                  <c:v>0.158322205275468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Combined!$T$2</c:f>
              <c:strCache>
                <c:ptCount val="1"/>
                <c:pt idx="0">
                  <c:v>FNMA</c:v>
                </c:pt>
              </c:strCache>
            </c:strRef>
          </c:tx>
          <c:marker>
            <c:symbol val="none"/>
          </c:marker>
          <c:cat>
            <c:numRef>
              <c:f>Combined!$R$3:$R$164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Combined!$T$3:$T$164</c:f>
              <c:numCache>
                <c:formatCode>0%</c:formatCode>
                <c:ptCount val="162"/>
                <c:pt idx="0">
                  <c:v>3.4884499082259803E-2</c:v>
                </c:pt>
                <c:pt idx="1">
                  <c:v>3.23981648602664E-2</c:v>
                </c:pt>
                <c:pt idx="2">
                  <c:v>4.7106107185749799E-2</c:v>
                </c:pt>
                <c:pt idx="3">
                  <c:v>3.9264822420138797E-2</c:v>
                </c:pt>
                <c:pt idx="4">
                  <c:v>5.7568316365233699E-2</c:v>
                </c:pt>
                <c:pt idx="5">
                  <c:v>4.4529080070382497E-2</c:v>
                </c:pt>
                <c:pt idx="6">
                  <c:v>4.5993243049113897E-2</c:v>
                </c:pt>
                <c:pt idx="7">
                  <c:v>5.1841791972325697E-2</c:v>
                </c:pt>
                <c:pt idx="8">
                  <c:v>5.1103740611779601E-2</c:v>
                </c:pt>
                <c:pt idx="9">
                  <c:v>5.6266239413843101E-2</c:v>
                </c:pt>
                <c:pt idx="10">
                  <c:v>5.2022680096906901E-2</c:v>
                </c:pt>
                <c:pt idx="11">
                  <c:v>8.3101634771929306E-2</c:v>
                </c:pt>
                <c:pt idx="12">
                  <c:v>7.1137225714406199E-2</c:v>
                </c:pt>
                <c:pt idx="13">
                  <c:v>8.3842593200691706E-2</c:v>
                </c:pt>
                <c:pt idx="14">
                  <c:v>5.3000566208816498E-2</c:v>
                </c:pt>
                <c:pt idx="15">
                  <c:v>6.6213386716050607E-2</c:v>
                </c:pt>
                <c:pt idx="16">
                  <c:v>5.5435696326279899E-2</c:v>
                </c:pt>
                <c:pt idx="17">
                  <c:v>6.2907976404449895E-2</c:v>
                </c:pt>
                <c:pt idx="18">
                  <c:v>5.8463960279275397E-2</c:v>
                </c:pt>
                <c:pt idx="19">
                  <c:v>6.2850149135533107E-2</c:v>
                </c:pt>
                <c:pt idx="20">
                  <c:v>5.9150325000872597E-2</c:v>
                </c:pt>
                <c:pt idx="21">
                  <c:v>6.5629841338164699E-2</c:v>
                </c:pt>
                <c:pt idx="22">
                  <c:v>6.3456328249358498E-2</c:v>
                </c:pt>
                <c:pt idx="23">
                  <c:v>6.3578425041994902E-2</c:v>
                </c:pt>
                <c:pt idx="24">
                  <c:v>7.0010694269991E-2</c:v>
                </c:pt>
                <c:pt idx="25">
                  <c:v>6.9194360183417805E-2</c:v>
                </c:pt>
                <c:pt idx="26">
                  <c:v>6.5234935091267807E-2</c:v>
                </c:pt>
                <c:pt idx="27">
                  <c:v>6.9014853951963898E-2</c:v>
                </c:pt>
                <c:pt idx="28">
                  <c:v>7.0023290275159605E-2</c:v>
                </c:pt>
                <c:pt idx="29">
                  <c:v>5.8756086782816998E-2</c:v>
                </c:pt>
                <c:pt idx="30">
                  <c:v>6.6308069654030605E-2</c:v>
                </c:pt>
                <c:pt idx="31">
                  <c:v>6.5533982925748399E-2</c:v>
                </c:pt>
                <c:pt idx="32">
                  <c:v>6.4692377135818005E-2</c:v>
                </c:pt>
                <c:pt idx="33">
                  <c:v>6.3413360899283899E-2</c:v>
                </c:pt>
                <c:pt idx="34">
                  <c:v>6.5686461023683196E-2</c:v>
                </c:pt>
                <c:pt idx="35">
                  <c:v>7.5293663606636696E-2</c:v>
                </c:pt>
                <c:pt idx="36">
                  <c:v>6.4205060733048394E-2</c:v>
                </c:pt>
                <c:pt idx="37">
                  <c:v>6.8126547153193204E-2</c:v>
                </c:pt>
                <c:pt idx="38">
                  <c:v>6.8208159074120395E-2</c:v>
                </c:pt>
                <c:pt idx="39">
                  <c:v>6.6884862550330507E-2</c:v>
                </c:pt>
                <c:pt idx="40">
                  <c:v>6.8711333024829804E-2</c:v>
                </c:pt>
                <c:pt idx="41">
                  <c:v>6.5361632763900404E-2</c:v>
                </c:pt>
                <c:pt idx="42">
                  <c:v>7.1414218371480195E-2</c:v>
                </c:pt>
                <c:pt idx="43">
                  <c:v>6.5515033383477694E-2</c:v>
                </c:pt>
                <c:pt idx="44">
                  <c:v>6.5195866272704905E-2</c:v>
                </c:pt>
                <c:pt idx="45">
                  <c:v>7.1639978428248E-2</c:v>
                </c:pt>
                <c:pt idx="46">
                  <c:v>7.0530054560908301E-2</c:v>
                </c:pt>
                <c:pt idx="47">
                  <c:v>7.6394876500684897E-2</c:v>
                </c:pt>
                <c:pt idx="48">
                  <c:v>8.0628669828816696E-2</c:v>
                </c:pt>
                <c:pt idx="49">
                  <c:v>8.5772815067969299E-2</c:v>
                </c:pt>
                <c:pt idx="50">
                  <c:v>7.8729403593240599E-2</c:v>
                </c:pt>
                <c:pt idx="51">
                  <c:v>7.8136807387280405E-2</c:v>
                </c:pt>
                <c:pt idx="52">
                  <c:v>8.0893327408792695E-2</c:v>
                </c:pt>
                <c:pt idx="53">
                  <c:v>8.3730846284820096E-2</c:v>
                </c:pt>
                <c:pt idx="54">
                  <c:v>8.7464964246877303E-2</c:v>
                </c:pt>
                <c:pt idx="55">
                  <c:v>8.7743008439580106E-2</c:v>
                </c:pt>
                <c:pt idx="56">
                  <c:v>9.3510313786953597E-2</c:v>
                </c:pt>
                <c:pt idx="57">
                  <c:v>8.4119891266667704E-2</c:v>
                </c:pt>
                <c:pt idx="58">
                  <c:v>9.2067460125968503E-2</c:v>
                </c:pt>
                <c:pt idx="59">
                  <c:v>9.9513289599563001E-2</c:v>
                </c:pt>
                <c:pt idx="60">
                  <c:v>9.0353727581744495E-2</c:v>
                </c:pt>
                <c:pt idx="61">
                  <c:v>9.9337321075039606E-2</c:v>
                </c:pt>
                <c:pt idx="62">
                  <c:v>0.100144652214519</c:v>
                </c:pt>
                <c:pt idx="63">
                  <c:v>0.100319001386367</c:v>
                </c:pt>
                <c:pt idx="64">
                  <c:v>9.8483464531833806E-2</c:v>
                </c:pt>
                <c:pt idx="65">
                  <c:v>9.2566650140280093E-2</c:v>
                </c:pt>
                <c:pt idx="66">
                  <c:v>9.5510377115872999E-2</c:v>
                </c:pt>
                <c:pt idx="67">
                  <c:v>9.4461503313464507E-2</c:v>
                </c:pt>
                <c:pt idx="68">
                  <c:v>9.2349983083089199E-2</c:v>
                </c:pt>
                <c:pt idx="69">
                  <c:v>0.101787862203801</c:v>
                </c:pt>
                <c:pt idx="70">
                  <c:v>0.104111710328506</c:v>
                </c:pt>
                <c:pt idx="71">
                  <c:v>0.10519646805442601</c:v>
                </c:pt>
                <c:pt idx="72">
                  <c:v>9.8519540097502495E-2</c:v>
                </c:pt>
                <c:pt idx="73">
                  <c:v>9.9593900731092297E-2</c:v>
                </c:pt>
                <c:pt idx="74">
                  <c:v>9.3436437669822903E-2</c:v>
                </c:pt>
                <c:pt idx="75">
                  <c:v>9.42499673238342E-2</c:v>
                </c:pt>
                <c:pt idx="76">
                  <c:v>9.1163555684109401E-2</c:v>
                </c:pt>
                <c:pt idx="77">
                  <c:v>9.3271657073772204E-2</c:v>
                </c:pt>
                <c:pt idx="78">
                  <c:v>9.2412026858113297E-2</c:v>
                </c:pt>
                <c:pt idx="79">
                  <c:v>8.7627600553990798E-2</c:v>
                </c:pt>
                <c:pt idx="80">
                  <c:v>8.1896142746156295E-2</c:v>
                </c:pt>
                <c:pt idx="81">
                  <c:v>8.7464734997212606E-2</c:v>
                </c:pt>
                <c:pt idx="82">
                  <c:v>8.4552593029778203E-2</c:v>
                </c:pt>
                <c:pt idx="83">
                  <c:v>9.2183047246630803E-2</c:v>
                </c:pt>
                <c:pt idx="84">
                  <c:v>8.7133980885376702E-2</c:v>
                </c:pt>
                <c:pt idx="85">
                  <c:v>7.9845704209823606E-2</c:v>
                </c:pt>
                <c:pt idx="86">
                  <c:v>8.0437198890460193E-2</c:v>
                </c:pt>
                <c:pt idx="87">
                  <c:v>7.2651304441863102E-2</c:v>
                </c:pt>
                <c:pt idx="88">
                  <c:v>7.4913257873350902E-2</c:v>
                </c:pt>
                <c:pt idx="89">
                  <c:v>7.04060771360734E-2</c:v>
                </c:pt>
                <c:pt idx="90">
                  <c:v>6.8996995242270195E-2</c:v>
                </c:pt>
                <c:pt idx="91">
                  <c:v>7.0795149218091893E-2</c:v>
                </c:pt>
                <c:pt idx="92">
                  <c:v>6.5438716868989999E-2</c:v>
                </c:pt>
                <c:pt idx="93">
                  <c:v>7.2298130056746596E-2</c:v>
                </c:pt>
                <c:pt idx="94">
                  <c:v>6.7489000293078596E-2</c:v>
                </c:pt>
                <c:pt idx="95">
                  <c:v>6.8147885991279605E-2</c:v>
                </c:pt>
                <c:pt idx="96">
                  <c:v>6.3912250488294797E-2</c:v>
                </c:pt>
                <c:pt idx="97">
                  <c:v>6.39672240852837E-2</c:v>
                </c:pt>
                <c:pt idx="98">
                  <c:v>6.3066859560025501E-2</c:v>
                </c:pt>
                <c:pt idx="99">
                  <c:v>6.1173733610207198E-2</c:v>
                </c:pt>
                <c:pt idx="100">
                  <c:v>5.8840601659027401E-2</c:v>
                </c:pt>
                <c:pt idx="101">
                  <c:v>5.54667202169873E-2</c:v>
                </c:pt>
                <c:pt idx="102">
                  <c:v>5.1315776001290399E-2</c:v>
                </c:pt>
                <c:pt idx="103">
                  <c:v>5.0338091150568101E-2</c:v>
                </c:pt>
                <c:pt idx="104">
                  <c:v>5.1104142161912003E-2</c:v>
                </c:pt>
                <c:pt idx="105">
                  <c:v>5.4276946918286197E-2</c:v>
                </c:pt>
                <c:pt idx="106">
                  <c:v>5.3059569048688499E-2</c:v>
                </c:pt>
                <c:pt idx="107">
                  <c:v>5.4394220148195498E-2</c:v>
                </c:pt>
                <c:pt idx="108">
                  <c:v>5.2835387339615597E-2</c:v>
                </c:pt>
                <c:pt idx="109">
                  <c:v>5.8048966930050301E-2</c:v>
                </c:pt>
                <c:pt idx="110">
                  <c:v>5.9329707340979497E-2</c:v>
                </c:pt>
                <c:pt idx="111">
                  <c:v>6.3361595296564099E-2</c:v>
                </c:pt>
                <c:pt idx="112">
                  <c:v>5.9199448677776503E-2</c:v>
                </c:pt>
                <c:pt idx="113">
                  <c:v>6.0634710668969402E-2</c:v>
                </c:pt>
                <c:pt idx="114">
                  <c:v>5.6348629332510301E-2</c:v>
                </c:pt>
                <c:pt idx="115">
                  <c:v>5.9468571539875101E-2</c:v>
                </c:pt>
                <c:pt idx="116">
                  <c:v>6.10470978705683E-2</c:v>
                </c:pt>
                <c:pt idx="117">
                  <c:v>5.9320090846006403E-2</c:v>
                </c:pt>
                <c:pt idx="118">
                  <c:v>6.2248253928323803E-2</c:v>
                </c:pt>
                <c:pt idx="119">
                  <c:v>6.5704440064567202E-2</c:v>
                </c:pt>
                <c:pt idx="120">
                  <c:v>6.9215879679335401E-2</c:v>
                </c:pt>
                <c:pt idx="121">
                  <c:v>6.9401390519182704E-2</c:v>
                </c:pt>
                <c:pt idx="122">
                  <c:v>6.8143387518059706E-2</c:v>
                </c:pt>
                <c:pt idx="123">
                  <c:v>6.8394483069055795E-2</c:v>
                </c:pt>
                <c:pt idx="124">
                  <c:v>6.8087995386561698E-2</c:v>
                </c:pt>
                <c:pt idx="125">
                  <c:v>6.8900775329069006E-2</c:v>
                </c:pt>
                <c:pt idx="126">
                  <c:v>7.1068054324139193E-2</c:v>
                </c:pt>
                <c:pt idx="127">
                  <c:v>7.5103411468478307E-2</c:v>
                </c:pt>
                <c:pt idx="128">
                  <c:v>6.9640338075592598E-2</c:v>
                </c:pt>
                <c:pt idx="129">
                  <c:v>7.24776732292257E-2</c:v>
                </c:pt>
                <c:pt idx="130">
                  <c:v>6.9972629158176203E-2</c:v>
                </c:pt>
                <c:pt idx="131">
                  <c:v>7.5068735425064106E-2</c:v>
                </c:pt>
                <c:pt idx="132">
                  <c:v>7.7288777367444897E-2</c:v>
                </c:pt>
                <c:pt idx="133">
                  <c:v>8.0146652829186704E-2</c:v>
                </c:pt>
                <c:pt idx="134">
                  <c:v>8.1567708034891204E-2</c:v>
                </c:pt>
                <c:pt idx="135">
                  <c:v>7.9922234644124193E-2</c:v>
                </c:pt>
                <c:pt idx="136">
                  <c:v>8.0157199574043297E-2</c:v>
                </c:pt>
                <c:pt idx="137">
                  <c:v>7.8161857710368696E-2</c:v>
                </c:pt>
                <c:pt idx="138">
                  <c:v>8.0889281298204593E-2</c:v>
                </c:pt>
                <c:pt idx="139">
                  <c:v>7.9611442102333604E-2</c:v>
                </c:pt>
                <c:pt idx="140">
                  <c:v>8.4795986908623402E-2</c:v>
                </c:pt>
                <c:pt idx="141">
                  <c:v>8.7700558168940498E-2</c:v>
                </c:pt>
                <c:pt idx="142">
                  <c:v>9.5765219948801397E-2</c:v>
                </c:pt>
                <c:pt idx="143">
                  <c:v>9.5874789119489004E-2</c:v>
                </c:pt>
                <c:pt idx="144">
                  <c:v>0.101260623433377</c:v>
                </c:pt>
                <c:pt idx="145">
                  <c:v>0.104427321017154</c:v>
                </c:pt>
                <c:pt idx="146">
                  <c:v>0.10523776077868099</c:v>
                </c:pt>
                <c:pt idx="147">
                  <c:v>0.10258082451803099</c:v>
                </c:pt>
                <c:pt idx="148">
                  <c:v>0.103020803353256</c:v>
                </c:pt>
                <c:pt idx="149">
                  <c:v>0.103698059024551</c:v>
                </c:pt>
                <c:pt idx="150">
                  <c:v>0.10591740639135799</c:v>
                </c:pt>
                <c:pt idx="151">
                  <c:v>0.109367986551192</c:v>
                </c:pt>
                <c:pt idx="152">
                  <c:v>0.116516933062714</c:v>
                </c:pt>
                <c:pt idx="153">
                  <c:v>0.111845136480935</c:v>
                </c:pt>
                <c:pt idx="154">
                  <c:v>0.11776483602871</c:v>
                </c:pt>
                <c:pt idx="155">
                  <c:v>0.122465023514606</c:v>
                </c:pt>
                <c:pt idx="156">
                  <c:v>0.122303300361975</c:v>
                </c:pt>
                <c:pt idx="157">
                  <c:v>0.124272642918851</c:v>
                </c:pt>
                <c:pt idx="158">
                  <c:v>0.12919920813570701</c:v>
                </c:pt>
                <c:pt idx="159">
                  <c:v>0.131817306757708</c:v>
                </c:pt>
                <c:pt idx="160">
                  <c:v>0.13394022512901599</c:v>
                </c:pt>
                <c:pt idx="161">
                  <c:v>0.140882895684974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7794816"/>
        <c:axId val="277798272"/>
      </c:lineChart>
      <c:dateAx>
        <c:axId val="2777948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277798272"/>
        <c:crosses val="autoZero"/>
        <c:auto val="1"/>
        <c:lblOffset val="100"/>
        <c:baseTimeUnit val="months"/>
        <c:majorUnit val="24"/>
        <c:majorTimeUnit val="months"/>
      </c:dateAx>
      <c:valAx>
        <c:axId val="27779827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Expenses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77794816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Combined!$O$2</c:f>
              <c:strCache>
                <c:ptCount val="1"/>
                <c:pt idx="0">
                  <c:v>FHL</c:v>
                </c:pt>
              </c:strCache>
            </c:strRef>
          </c:tx>
          <c:spPr>
            <a:ln>
              <a:solidFill>
                <a:schemeClr val="bg2">
                  <a:lumMod val="2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Combined!$O$3:$O$164</c:f>
              <c:numCache>
                <c:formatCode>0%</c:formatCode>
                <c:ptCount val="162"/>
                <c:pt idx="0">
                  <c:v>0.18105061015839199</c:v>
                </c:pt>
                <c:pt idx="1">
                  <c:v>0.156253823761139</c:v>
                </c:pt>
                <c:pt idx="2">
                  <c:v>0.20269618018697699</c:v>
                </c:pt>
                <c:pt idx="3">
                  <c:v>0.17730268012869299</c:v>
                </c:pt>
                <c:pt idx="4">
                  <c:v>0.19891039476379299</c:v>
                </c:pt>
                <c:pt idx="5">
                  <c:v>0.15205840735072901</c:v>
                </c:pt>
                <c:pt idx="6">
                  <c:v>0.13824310054242001</c:v>
                </c:pt>
                <c:pt idx="7">
                  <c:v>0.14921990945137001</c:v>
                </c:pt>
                <c:pt idx="8">
                  <c:v>0.12618147425012499</c:v>
                </c:pt>
                <c:pt idx="9">
                  <c:v>0.132749112500714</c:v>
                </c:pt>
                <c:pt idx="10">
                  <c:v>0.117184862247236</c:v>
                </c:pt>
                <c:pt idx="11">
                  <c:v>0.133886135719537</c:v>
                </c:pt>
                <c:pt idx="12">
                  <c:v>0.108548001790962</c:v>
                </c:pt>
                <c:pt idx="13">
                  <c:v>0.13274077248638799</c:v>
                </c:pt>
                <c:pt idx="14">
                  <c:v>0.16750764570791299</c:v>
                </c:pt>
                <c:pt idx="15">
                  <c:v>0.144391027151968</c:v>
                </c:pt>
                <c:pt idx="16">
                  <c:v>0.18468803933148101</c:v>
                </c:pt>
                <c:pt idx="17">
                  <c:v>0.124526372725562</c:v>
                </c:pt>
                <c:pt idx="18">
                  <c:v>0.14827760576903801</c:v>
                </c:pt>
                <c:pt idx="19">
                  <c:v>0.15973573534482499</c:v>
                </c:pt>
                <c:pt idx="20">
                  <c:v>0.17025672631328201</c:v>
                </c:pt>
                <c:pt idx="21">
                  <c:v>0.14072912442504701</c:v>
                </c:pt>
                <c:pt idx="22">
                  <c:v>0.162690054828553</c:v>
                </c:pt>
                <c:pt idx="23">
                  <c:v>0.16294384769713299</c:v>
                </c:pt>
                <c:pt idx="24">
                  <c:v>0.13634413169555901</c:v>
                </c:pt>
                <c:pt idx="25">
                  <c:v>0.16286796315966801</c:v>
                </c:pt>
                <c:pt idx="26">
                  <c:v>0.14243390202506701</c:v>
                </c:pt>
                <c:pt idx="27">
                  <c:v>0.13630108118959799</c:v>
                </c:pt>
                <c:pt idx="28">
                  <c:v>0.152239953045815</c:v>
                </c:pt>
                <c:pt idx="29">
                  <c:v>0.12717015855236899</c:v>
                </c:pt>
                <c:pt idx="30">
                  <c:v>0.14489913483401101</c:v>
                </c:pt>
                <c:pt idx="31">
                  <c:v>0.12937871906929199</c:v>
                </c:pt>
                <c:pt idx="32">
                  <c:v>0.15230435318017699</c:v>
                </c:pt>
                <c:pt idx="33">
                  <c:v>0.13949026787885899</c:v>
                </c:pt>
                <c:pt idx="34">
                  <c:v>0.15011950703889801</c:v>
                </c:pt>
                <c:pt idx="35">
                  <c:v>0.14372469135199301</c:v>
                </c:pt>
                <c:pt idx="36">
                  <c:v>0.137297055448584</c:v>
                </c:pt>
                <c:pt idx="37">
                  <c:v>0.154650183200507</c:v>
                </c:pt>
                <c:pt idx="38">
                  <c:v>0.135705613477941</c:v>
                </c:pt>
                <c:pt idx="39">
                  <c:v>0.140602284336416</c:v>
                </c:pt>
                <c:pt idx="40">
                  <c:v>0.157558511977618</c:v>
                </c:pt>
                <c:pt idx="41">
                  <c:v>0.15595010781354199</c:v>
                </c:pt>
                <c:pt idx="42">
                  <c:v>0.128363516425653</c:v>
                </c:pt>
                <c:pt idx="43">
                  <c:v>0.147401919325652</c:v>
                </c:pt>
                <c:pt idx="44">
                  <c:v>0.15879026105529301</c:v>
                </c:pt>
                <c:pt idx="45">
                  <c:v>0.146165760653582</c:v>
                </c:pt>
                <c:pt idx="46">
                  <c:v>0.158052583692216</c:v>
                </c:pt>
                <c:pt idx="47">
                  <c:v>0.160530570900872</c:v>
                </c:pt>
                <c:pt idx="48">
                  <c:v>0.11806756051485701</c:v>
                </c:pt>
                <c:pt idx="49">
                  <c:v>0.13528261974432099</c:v>
                </c:pt>
                <c:pt idx="50">
                  <c:v>0.13019338378989201</c:v>
                </c:pt>
                <c:pt idx="51">
                  <c:v>0.13020581691185401</c:v>
                </c:pt>
                <c:pt idx="52">
                  <c:v>0.13337951545464699</c:v>
                </c:pt>
                <c:pt idx="53">
                  <c:v>0.11856048347419799</c:v>
                </c:pt>
                <c:pt idx="54">
                  <c:v>0.12954810171282499</c:v>
                </c:pt>
                <c:pt idx="55">
                  <c:v>0.12713926516895899</c:v>
                </c:pt>
                <c:pt idx="56">
                  <c:v>0.13080508895621501</c:v>
                </c:pt>
                <c:pt idx="57">
                  <c:v>0.125298029970385</c:v>
                </c:pt>
                <c:pt idx="58">
                  <c:v>0.130220782717689</c:v>
                </c:pt>
                <c:pt idx="59">
                  <c:v>0.12042697585246701</c:v>
                </c:pt>
                <c:pt idx="60">
                  <c:v>0.12368979144482301</c:v>
                </c:pt>
                <c:pt idx="61">
                  <c:v>0.128541969613161</c:v>
                </c:pt>
                <c:pt idx="62">
                  <c:v>0.13451878267992101</c:v>
                </c:pt>
                <c:pt idx="63">
                  <c:v>0.11988881587219</c:v>
                </c:pt>
                <c:pt idx="64">
                  <c:v>0.12745178652011699</c:v>
                </c:pt>
                <c:pt idx="65">
                  <c:v>0.122748949282419</c:v>
                </c:pt>
                <c:pt idx="66">
                  <c:v>0.115856003896987</c:v>
                </c:pt>
                <c:pt idx="67">
                  <c:v>0.122006770696217</c:v>
                </c:pt>
                <c:pt idx="68">
                  <c:v>0.120964755385589</c:v>
                </c:pt>
                <c:pt idx="69">
                  <c:v>0.136218652004784</c:v>
                </c:pt>
                <c:pt idx="70">
                  <c:v>0.125364059206549</c:v>
                </c:pt>
                <c:pt idx="71">
                  <c:v>0.121284907615879</c:v>
                </c:pt>
                <c:pt idx="72">
                  <c:v>0.102387546290818</c:v>
                </c:pt>
                <c:pt idx="73">
                  <c:v>0.10838563095327899</c:v>
                </c:pt>
                <c:pt idx="74">
                  <c:v>0.11428582567755</c:v>
                </c:pt>
                <c:pt idx="75">
                  <c:v>0.11517549234487399</c:v>
                </c:pt>
                <c:pt idx="76">
                  <c:v>9.8205764720559405E-2</c:v>
                </c:pt>
                <c:pt idx="77">
                  <c:v>0.113490014884034</c:v>
                </c:pt>
                <c:pt idx="78">
                  <c:v>0.112798338143262</c:v>
                </c:pt>
                <c:pt idx="79">
                  <c:v>0.10660797188398501</c:v>
                </c:pt>
                <c:pt idx="80">
                  <c:v>0.11844846973777701</c:v>
                </c:pt>
                <c:pt idx="81">
                  <c:v>0.11223692560454</c:v>
                </c:pt>
                <c:pt idx="82">
                  <c:v>0.107231011373465</c:v>
                </c:pt>
                <c:pt idx="83">
                  <c:v>0.105431540588013</c:v>
                </c:pt>
                <c:pt idx="84">
                  <c:v>0.10529018698003501</c:v>
                </c:pt>
                <c:pt idx="85">
                  <c:v>0.11930473567753</c:v>
                </c:pt>
                <c:pt idx="86">
                  <c:v>0.11320144765204899</c:v>
                </c:pt>
                <c:pt idx="87">
                  <c:v>0.10658598987622001</c:v>
                </c:pt>
                <c:pt idx="88">
                  <c:v>0.103220628297425</c:v>
                </c:pt>
                <c:pt idx="89">
                  <c:v>0.102551179542688</c:v>
                </c:pt>
                <c:pt idx="90">
                  <c:v>9.9948906318235206E-2</c:v>
                </c:pt>
                <c:pt idx="91">
                  <c:v>0.10050999032062601</c:v>
                </c:pt>
                <c:pt idx="92">
                  <c:v>8.8271505099589601E-2</c:v>
                </c:pt>
                <c:pt idx="93">
                  <c:v>8.5318861076734198E-2</c:v>
                </c:pt>
                <c:pt idx="94">
                  <c:v>9.1589678500674898E-2</c:v>
                </c:pt>
                <c:pt idx="95">
                  <c:v>9.1945107572026105E-2</c:v>
                </c:pt>
                <c:pt idx="96">
                  <c:v>9.0871135533922204E-2</c:v>
                </c:pt>
                <c:pt idx="97">
                  <c:v>8.44242965976362E-2</c:v>
                </c:pt>
                <c:pt idx="98">
                  <c:v>8.1878923969725098E-2</c:v>
                </c:pt>
                <c:pt idx="99">
                  <c:v>7.5191439014367006E-2</c:v>
                </c:pt>
                <c:pt idx="100">
                  <c:v>7.8326361192114405E-2</c:v>
                </c:pt>
                <c:pt idx="101">
                  <c:v>7.6225323310633503E-2</c:v>
                </c:pt>
                <c:pt idx="102">
                  <c:v>6.9948895782131995E-2</c:v>
                </c:pt>
                <c:pt idx="103">
                  <c:v>7.3908580048177006E-2</c:v>
                </c:pt>
                <c:pt idx="104">
                  <c:v>7.23923503773094E-2</c:v>
                </c:pt>
                <c:pt idx="105">
                  <c:v>7.0659689902343101E-2</c:v>
                </c:pt>
                <c:pt idx="106">
                  <c:v>7.5385742604492198E-2</c:v>
                </c:pt>
                <c:pt idx="107">
                  <c:v>7.2570349646047805E-2</c:v>
                </c:pt>
                <c:pt idx="108">
                  <c:v>6.7863225896033594E-2</c:v>
                </c:pt>
                <c:pt idx="109">
                  <c:v>7.2766534512695602E-2</c:v>
                </c:pt>
                <c:pt idx="110">
                  <c:v>6.9745167535022204E-2</c:v>
                </c:pt>
                <c:pt idx="111">
                  <c:v>6.9333270925460405E-2</c:v>
                </c:pt>
                <c:pt idx="112">
                  <c:v>6.8577857021106498E-2</c:v>
                </c:pt>
                <c:pt idx="113">
                  <c:v>6.6635954494242103E-2</c:v>
                </c:pt>
                <c:pt idx="114">
                  <c:v>6.3482503767367096E-2</c:v>
                </c:pt>
                <c:pt idx="115">
                  <c:v>6.4311007786683499E-2</c:v>
                </c:pt>
                <c:pt idx="116">
                  <c:v>6.2732791200289198E-2</c:v>
                </c:pt>
                <c:pt idx="117">
                  <c:v>6.5082529325473898E-2</c:v>
                </c:pt>
                <c:pt idx="118">
                  <c:v>6.4722706569040694E-2</c:v>
                </c:pt>
                <c:pt idx="119">
                  <c:v>7.1459557915764499E-2</c:v>
                </c:pt>
                <c:pt idx="120">
                  <c:v>6.9037730859874899E-2</c:v>
                </c:pt>
                <c:pt idx="121">
                  <c:v>7.1317274153281193E-2</c:v>
                </c:pt>
                <c:pt idx="122">
                  <c:v>6.97435990989861E-2</c:v>
                </c:pt>
                <c:pt idx="123">
                  <c:v>6.46613697145524E-2</c:v>
                </c:pt>
                <c:pt idx="124">
                  <c:v>6.29529348987765E-2</c:v>
                </c:pt>
                <c:pt idx="125">
                  <c:v>6.4912649651408805E-2</c:v>
                </c:pt>
                <c:pt idx="126">
                  <c:v>6.1795933066237603E-2</c:v>
                </c:pt>
                <c:pt idx="127">
                  <c:v>6.1148395949829903E-2</c:v>
                </c:pt>
                <c:pt idx="128">
                  <c:v>6.3822800171625907E-2</c:v>
                </c:pt>
                <c:pt idx="129">
                  <c:v>6.2968380929164597E-2</c:v>
                </c:pt>
                <c:pt idx="130">
                  <c:v>6.1530122867415701E-2</c:v>
                </c:pt>
                <c:pt idx="131">
                  <c:v>6.2550886822289098E-2</c:v>
                </c:pt>
                <c:pt idx="132">
                  <c:v>6.0684308474296303E-2</c:v>
                </c:pt>
                <c:pt idx="133">
                  <c:v>6.5833018725354797E-2</c:v>
                </c:pt>
                <c:pt idx="134">
                  <c:v>6.3236758043512004E-2</c:v>
                </c:pt>
                <c:pt idx="135">
                  <c:v>6.6030266855361203E-2</c:v>
                </c:pt>
                <c:pt idx="136">
                  <c:v>6.0345014764379999E-2</c:v>
                </c:pt>
                <c:pt idx="137">
                  <c:v>6.0003016462742802E-2</c:v>
                </c:pt>
                <c:pt idx="138">
                  <c:v>6.09150495783655E-2</c:v>
                </c:pt>
                <c:pt idx="139">
                  <c:v>6.3456377429837202E-2</c:v>
                </c:pt>
                <c:pt idx="140">
                  <c:v>6.29168514549001E-2</c:v>
                </c:pt>
                <c:pt idx="141">
                  <c:v>6.2456374083545603E-2</c:v>
                </c:pt>
                <c:pt idx="142">
                  <c:v>6.4074137701498807E-2</c:v>
                </c:pt>
                <c:pt idx="143">
                  <c:v>6.7378490834465996E-2</c:v>
                </c:pt>
                <c:pt idx="144">
                  <c:v>6.6687972836812104E-2</c:v>
                </c:pt>
                <c:pt idx="145">
                  <c:v>6.7012126487559498E-2</c:v>
                </c:pt>
                <c:pt idx="146">
                  <c:v>6.7687094740987205E-2</c:v>
                </c:pt>
                <c:pt idx="147">
                  <c:v>6.9939104304650904E-2</c:v>
                </c:pt>
                <c:pt idx="148">
                  <c:v>6.8331965670175895E-2</c:v>
                </c:pt>
                <c:pt idx="149">
                  <c:v>6.4847715852302201E-2</c:v>
                </c:pt>
                <c:pt idx="150">
                  <c:v>6.4785010233080101E-2</c:v>
                </c:pt>
                <c:pt idx="151">
                  <c:v>6.6010944140916697E-2</c:v>
                </c:pt>
                <c:pt idx="152">
                  <c:v>7.0084149496895704E-2</c:v>
                </c:pt>
                <c:pt idx="153">
                  <c:v>6.8809834656109903E-2</c:v>
                </c:pt>
                <c:pt idx="154">
                  <c:v>7.19940823050573E-2</c:v>
                </c:pt>
                <c:pt idx="155">
                  <c:v>6.7282967522308001E-2</c:v>
                </c:pt>
                <c:pt idx="156">
                  <c:v>6.1168693815864497E-2</c:v>
                </c:pt>
                <c:pt idx="157">
                  <c:v>6.5074829674916401E-2</c:v>
                </c:pt>
                <c:pt idx="158">
                  <c:v>6.2240422270341503E-2</c:v>
                </c:pt>
                <c:pt idx="159">
                  <c:v>6.1977651454892799E-2</c:v>
                </c:pt>
                <c:pt idx="160">
                  <c:v>5.5059630360709301E-2</c:v>
                </c:pt>
                <c:pt idx="161">
                  <c:v>5.6635312189078503E-2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Combined!$P$2</c:f>
              <c:strCache>
                <c:ptCount val="1"/>
                <c:pt idx="0">
                  <c:v>FNMA</c:v>
                </c:pt>
              </c:strCache>
            </c:strRef>
          </c:tx>
          <c:spPr>
            <a:ln>
              <a:solidFill>
                <a:schemeClr val="bg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Combined!$N$3:$N$164</c:f>
              <c:numCache>
                <c:formatCode>m/d/yyyy</c:formatCode>
                <c:ptCount val="162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</c:numCache>
            </c:numRef>
          </c:cat>
          <c:val>
            <c:numRef>
              <c:f>Combined!$P$3:$P$164</c:f>
              <c:numCache>
                <c:formatCode>0%</c:formatCode>
                <c:ptCount val="162"/>
                <c:pt idx="0">
                  <c:v>0.167194109689495</c:v>
                </c:pt>
                <c:pt idx="1">
                  <c:v>6.0312599568958403E-2</c:v>
                </c:pt>
                <c:pt idx="2">
                  <c:v>0.15395177560522999</c:v>
                </c:pt>
                <c:pt idx="3">
                  <c:v>0.22139575212493301</c:v>
                </c:pt>
                <c:pt idx="4">
                  <c:v>0.140648491242887</c:v>
                </c:pt>
                <c:pt idx="5">
                  <c:v>0.13567768301421501</c:v>
                </c:pt>
                <c:pt idx="6">
                  <c:v>0.20097791858486599</c:v>
                </c:pt>
                <c:pt idx="7">
                  <c:v>0.1584054679636</c:v>
                </c:pt>
                <c:pt idx="8">
                  <c:v>0.14439401519475001</c:v>
                </c:pt>
                <c:pt idx="9">
                  <c:v>0.15112229107289399</c:v>
                </c:pt>
                <c:pt idx="10">
                  <c:v>0.16696236742484499</c:v>
                </c:pt>
                <c:pt idx="11">
                  <c:v>0.161608329402323</c:v>
                </c:pt>
                <c:pt idx="12">
                  <c:v>0.17944407635182699</c:v>
                </c:pt>
                <c:pt idx="13">
                  <c:v>0.20537499514264601</c:v>
                </c:pt>
                <c:pt idx="14">
                  <c:v>0.144535608242021</c:v>
                </c:pt>
                <c:pt idx="15">
                  <c:v>0.16473669703013</c:v>
                </c:pt>
                <c:pt idx="16">
                  <c:v>0.159448961978714</c:v>
                </c:pt>
                <c:pt idx="17">
                  <c:v>0.156428614364404</c:v>
                </c:pt>
                <c:pt idx="18">
                  <c:v>0.15865847243828299</c:v>
                </c:pt>
                <c:pt idx="19">
                  <c:v>0.17146336827393699</c:v>
                </c:pt>
                <c:pt idx="20">
                  <c:v>0.1454841562916</c:v>
                </c:pt>
                <c:pt idx="21">
                  <c:v>0.16746507397906901</c:v>
                </c:pt>
                <c:pt idx="22">
                  <c:v>0.16982398823518299</c:v>
                </c:pt>
                <c:pt idx="23">
                  <c:v>0.16276849290892201</c:v>
                </c:pt>
                <c:pt idx="24">
                  <c:v>0.16775654153570499</c:v>
                </c:pt>
                <c:pt idx="25">
                  <c:v>0.18075138999439999</c:v>
                </c:pt>
                <c:pt idx="26">
                  <c:v>0.16035070692605499</c:v>
                </c:pt>
                <c:pt idx="27">
                  <c:v>0.17559151571839901</c:v>
                </c:pt>
                <c:pt idx="28">
                  <c:v>0.16358467779274199</c:v>
                </c:pt>
                <c:pt idx="29">
                  <c:v>0.14231665535446</c:v>
                </c:pt>
                <c:pt idx="30">
                  <c:v>0.159882246615553</c:v>
                </c:pt>
                <c:pt idx="31">
                  <c:v>0.14688137359584499</c:v>
                </c:pt>
                <c:pt idx="32">
                  <c:v>0.16284232673965801</c:v>
                </c:pt>
                <c:pt idx="33">
                  <c:v>0.148546101805795</c:v>
                </c:pt>
                <c:pt idx="34">
                  <c:v>0.14959090665074701</c:v>
                </c:pt>
                <c:pt idx="35">
                  <c:v>0.15671454187633499</c:v>
                </c:pt>
                <c:pt idx="36">
                  <c:v>0.137808189946728</c:v>
                </c:pt>
                <c:pt idx="37">
                  <c:v>0.16960729935911201</c:v>
                </c:pt>
                <c:pt idx="38">
                  <c:v>0.15180675739884</c:v>
                </c:pt>
                <c:pt idx="39">
                  <c:v>0.15471126050058301</c:v>
                </c:pt>
                <c:pt idx="40">
                  <c:v>0.141497236124978</c:v>
                </c:pt>
                <c:pt idx="41">
                  <c:v>0.14501537710290999</c:v>
                </c:pt>
                <c:pt idx="42">
                  <c:v>0.16887105418517101</c:v>
                </c:pt>
                <c:pt idx="43">
                  <c:v>0.16018615188177601</c:v>
                </c:pt>
                <c:pt idx="44">
                  <c:v>0.14284927932894501</c:v>
                </c:pt>
                <c:pt idx="45">
                  <c:v>0.157532688610621</c:v>
                </c:pt>
                <c:pt idx="46">
                  <c:v>0.14900813209247801</c:v>
                </c:pt>
                <c:pt idx="47">
                  <c:v>0.15239406104112299</c:v>
                </c:pt>
                <c:pt idx="48">
                  <c:v>0.169737150029107</c:v>
                </c:pt>
                <c:pt idx="49">
                  <c:v>0.17422479188242301</c:v>
                </c:pt>
                <c:pt idx="50">
                  <c:v>0.141470479961356</c:v>
                </c:pt>
                <c:pt idx="51">
                  <c:v>0.141941037502269</c:v>
                </c:pt>
                <c:pt idx="52">
                  <c:v>0.158937503229854</c:v>
                </c:pt>
                <c:pt idx="53">
                  <c:v>0.14723833577173501</c:v>
                </c:pt>
                <c:pt idx="54">
                  <c:v>0.148538738373304</c:v>
                </c:pt>
                <c:pt idx="55">
                  <c:v>0.15690723760292299</c:v>
                </c:pt>
                <c:pt idx="56">
                  <c:v>0.14531816865743499</c:v>
                </c:pt>
                <c:pt idx="57">
                  <c:v>0.13950681533510001</c:v>
                </c:pt>
                <c:pt idx="58">
                  <c:v>0.158090442517901</c:v>
                </c:pt>
                <c:pt idx="59">
                  <c:v>0.14648422503922601</c:v>
                </c:pt>
                <c:pt idx="60">
                  <c:v>0.161739236116024</c:v>
                </c:pt>
                <c:pt idx="61">
                  <c:v>0.14713359775881299</c:v>
                </c:pt>
                <c:pt idx="62">
                  <c:v>0.153903509916826</c:v>
                </c:pt>
                <c:pt idx="63">
                  <c:v>0.16927235667726001</c:v>
                </c:pt>
                <c:pt idx="64">
                  <c:v>0.15615516296239901</c:v>
                </c:pt>
                <c:pt idx="65">
                  <c:v>0.16107816687947701</c:v>
                </c:pt>
                <c:pt idx="66">
                  <c:v>0.16320290962662601</c:v>
                </c:pt>
                <c:pt idx="67">
                  <c:v>0.14841142261023399</c:v>
                </c:pt>
                <c:pt idx="68">
                  <c:v>0.15891250943520999</c:v>
                </c:pt>
                <c:pt idx="69">
                  <c:v>0.16949384723149999</c:v>
                </c:pt>
                <c:pt idx="70">
                  <c:v>0.17482560608297501</c:v>
                </c:pt>
                <c:pt idx="71">
                  <c:v>0.16882030079881599</c:v>
                </c:pt>
                <c:pt idx="72">
                  <c:v>0.16922421194831799</c:v>
                </c:pt>
                <c:pt idx="73">
                  <c:v>0.16086273470763601</c:v>
                </c:pt>
                <c:pt idx="74">
                  <c:v>0.148861336311021</c:v>
                </c:pt>
                <c:pt idx="75">
                  <c:v>0.14432989049421899</c:v>
                </c:pt>
                <c:pt idx="76">
                  <c:v>0.14380369201895701</c:v>
                </c:pt>
                <c:pt idx="77">
                  <c:v>0.131248229333881</c:v>
                </c:pt>
                <c:pt idx="78">
                  <c:v>0.146410641449878</c:v>
                </c:pt>
                <c:pt idx="79">
                  <c:v>0.13844698985944701</c:v>
                </c:pt>
                <c:pt idx="80">
                  <c:v>0.115143854713146</c:v>
                </c:pt>
                <c:pt idx="81">
                  <c:v>0.14116016302267101</c:v>
                </c:pt>
                <c:pt idx="82">
                  <c:v>0.12668544959628</c:v>
                </c:pt>
                <c:pt idx="83">
                  <c:v>0.14348263542531001</c:v>
                </c:pt>
                <c:pt idx="84">
                  <c:v>0.13383910696123499</c:v>
                </c:pt>
                <c:pt idx="85">
                  <c:v>0.12956239127890301</c:v>
                </c:pt>
                <c:pt idx="86">
                  <c:v>0.131263859875386</c:v>
                </c:pt>
                <c:pt idx="87">
                  <c:v>0.10630523668122301</c:v>
                </c:pt>
                <c:pt idx="88">
                  <c:v>0.108000823849544</c:v>
                </c:pt>
                <c:pt idx="89">
                  <c:v>0.108813481978368</c:v>
                </c:pt>
                <c:pt idx="90">
                  <c:v>0.10451130237732301</c:v>
                </c:pt>
                <c:pt idx="91">
                  <c:v>0.109094023575764</c:v>
                </c:pt>
                <c:pt idx="92">
                  <c:v>0.100646133269711</c:v>
                </c:pt>
                <c:pt idx="93">
                  <c:v>0.102771143173453</c:v>
                </c:pt>
                <c:pt idx="94">
                  <c:v>0.11043382912913099</c:v>
                </c:pt>
                <c:pt idx="95">
                  <c:v>0.11336066713460299</c:v>
                </c:pt>
                <c:pt idx="96">
                  <c:v>0.106600834813091</c:v>
                </c:pt>
                <c:pt idx="97">
                  <c:v>0.106802236977947</c:v>
                </c:pt>
                <c:pt idx="98">
                  <c:v>0.107396756538814</c:v>
                </c:pt>
                <c:pt idx="99">
                  <c:v>0.107768313184571</c:v>
                </c:pt>
                <c:pt idx="100">
                  <c:v>0.10360356933975599</c:v>
                </c:pt>
                <c:pt idx="101">
                  <c:v>0.101141642833508</c:v>
                </c:pt>
                <c:pt idx="102">
                  <c:v>9.5396648633925496E-2</c:v>
                </c:pt>
                <c:pt idx="103">
                  <c:v>9.4321661320534295E-2</c:v>
                </c:pt>
                <c:pt idx="104">
                  <c:v>8.0594081651761296E-2</c:v>
                </c:pt>
                <c:pt idx="105">
                  <c:v>8.5979428811575803E-2</c:v>
                </c:pt>
                <c:pt idx="106">
                  <c:v>8.7144914595016304E-2</c:v>
                </c:pt>
                <c:pt idx="107">
                  <c:v>7.973594890796E-2</c:v>
                </c:pt>
                <c:pt idx="108">
                  <c:v>7.4491136389630397E-2</c:v>
                </c:pt>
                <c:pt idx="109">
                  <c:v>7.9563128951605694E-2</c:v>
                </c:pt>
                <c:pt idx="110">
                  <c:v>8.50694897515165E-2</c:v>
                </c:pt>
                <c:pt idx="111">
                  <c:v>8.3356405802850697E-2</c:v>
                </c:pt>
                <c:pt idx="112">
                  <c:v>8.0875360140406305E-2</c:v>
                </c:pt>
                <c:pt idx="113">
                  <c:v>7.8426092588853302E-2</c:v>
                </c:pt>
                <c:pt idx="114">
                  <c:v>7.2983533288583494E-2</c:v>
                </c:pt>
                <c:pt idx="115">
                  <c:v>7.6661936808071499E-2</c:v>
                </c:pt>
                <c:pt idx="116">
                  <c:v>7.8806089952748598E-2</c:v>
                </c:pt>
                <c:pt idx="117">
                  <c:v>7.7801892279923096E-2</c:v>
                </c:pt>
                <c:pt idx="118">
                  <c:v>8.0566801066414895E-2</c:v>
                </c:pt>
                <c:pt idx="119">
                  <c:v>7.9834196873487903E-2</c:v>
                </c:pt>
                <c:pt idx="120">
                  <c:v>7.56654984132243E-2</c:v>
                </c:pt>
                <c:pt idx="121">
                  <c:v>7.8637594191881502E-2</c:v>
                </c:pt>
                <c:pt idx="122">
                  <c:v>6.7829256927320197E-2</c:v>
                </c:pt>
                <c:pt idx="123">
                  <c:v>7.1358905610673096E-2</c:v>
                </c:pt>
                <c:pt idx="124">
                  <c:v>7.1027151065055902E-2</c:v>
                </c:pt>
                <c:pt idx="125">
                  <c:v>7.2026086112465401E-2</c:v>
                </c:pt>
                <c:pt idx="126">
                  <c:v>6.9916897252187998E-2</c:v>
                </c:pt>
                <c:pt idx="127">
                  <c:v>7.2455532802235198E-2</c:v>
                </c:pt>
                <c:pt idx="128">
                  <c:v>6.7054949420299603E-2</c:v>
                </c:pt>
                <c:pt idx="129">
                  <c:v>6.9080811953630097E-2</c:v>
                </c:pt>
                <c:pt idx="130">
                  <c:v>6.3715342521815599E-2</c:v>
                </c:pt>
                <c:pt idx="131">
                  <c:v>6.8641969646864295E-2</c:v>
                </c:pt>
                <c:pt idx="132">
                  <c:v>7.0058617738965906E-2</c:v>
                </c:pt>
                <c:pt idx="133">
                  <c:v>7.3281639211731503E-2</c:v>
                </c:pt>
                <c:pt idx="134">
                  <c:v>7.2239558406990895E-2</c:v>
                </c:pt>
                <c:pt idx="135">
                  <c:v>7.0682450211461106E-2</c:v>
                </c:pt>
                <c:pt idx="136">
                  <c:v>7.1264556468385407E-2</c:v>
                </c:pt>
                <c:pt idx="137">
                  <c:v>6.6942566610322496E-2</c:v>
                </c:pt>
                <c:pt idx="138">
                  <c:v>6.8904004610346903E-2</c:v>
                </c:pt>
                <c:pt idx="139">
                  <c:v>7.1021885796296202E-2</c:v>
                </c:pt>
                <c:pt idx="140">
                  <c:v>6.9528429367593195E-2</c:v>
                </c:pt>
                <c:pt idx="141">
                  <c:v>6.9786466662354898E-2</c:v>
                </c:pt>
                <c:pt idx="142">
                  <c:v>6.8042360414227093E-2</c:v>
                </c:pt>
                <c:pt idx="143">
                  <c:v>7.02055252942234E-2</c:v>
                </c:pt>
                <c:pt idx="144">
                  <c:v>6.6699008610280996E-2</c:v>
                </c:pt>
                <c:pt idx="145">
                  <c:v>7.0105543611052701E-2</c:v>
                </c:pt>
                <c:pt idx="146">
                  <c:v>6.6743435481239496E-2</c:v>
                </c:pt>
                <c:pt idx="147">
                  <c:v>6.95972801417718E-2</c:v>
                </c:pt>
                <c:pt idx="148">
                  <c:v>6.9484902537301996E-2</c:v>
                </c:pt>
                <c:pt idx="149">
                  <c:v>6.95236811977194E-2</c:v>
                </c:pt>
                <c:pt idx="150">
                  <c:v>6.8049508266251196E-2</c:v>
                </c:pt>
                <c:pt idx="151">
                  <c:v>6.6101011948867999E-2</c:v>
                </c:pt>
                <c:pt idx="152">
                  <c:v>7.0454579977387494E-2</c:v>
                </c:pt>
                <c:pt idx="153">
                  <c:v>6.7118329174310501E-2</c:v>
                </c:pt>
                <c:pt idx="154">
                  <c:v>6.7650381096313494E-2</c:v>
                </c:pt>
                <c:pt idx="155">
                  <c:v>7.0414169278535499E-2</c:v>
                </c:pt>
                <c:pt idx="156">
                  <c:v>6.6679902589791201E-2</c:v>
                </c:pt>
                <c:pt idx="157">
                  <c:v>7.0505548413392793E-2</c:v>
                </c:pt>
                <c:pt idx="158">
                  <c:v>6.6753608119479294E-2</c:v>
                </c:pt>
                <c:pt idx="159">
                  <c:v>6.7891748845771593E-2</c:v>
                </c:pt>
                <c:pt idx="160">
                  <c:v>6.4482994088018497E-2</c:v>
                </c:pt>
                <c:pt idx="161">
                  <c:v>6.8409344373506001E-2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8998016"/>
        <c:axId val="480506240"/>
      </c:lineChart>
      <c:dateAx>
        <c:axId val="4689980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480506240"/>
        <c:crosses val="autoZero"/>
        <c:auto val="1"/>
        <c:lblOffset val="100"/>
        <c:baseTimeUnit val="months"/>
        <c:majorUnit val="24"/>
        <c:majorTimeUnit val="months"/>
      </c:dateAx>
      <c:valAx>
        <c:axId val="48050624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MI Recoveries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468998016"/>
        <c:crosses val="autoZero"/>
        <c:crossBetween val="between"/>
      </c:valAx>
      <c:spPr>
        <a:ln>
          <a:solidFill>
            <a:schemeClr val="tx2"/>
          </a:solidFill>
        </a:ln>
      </c:spPr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'Base Loss'!$B$6:$C$6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'Base Loss'!$B$7:$C$7</c:f>
              <c:numCache>
                <c:formatCode>0%</c:formatCode>
                <c:ptCount val="2"/>
                <c:pt idx="0">
                  <c:v>0.38148379999999998</c:v>
                </c:pt>
                <c:pt idx="1">
                  <c:v>0.42011419999999999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3738880"/>
        <c:axId val="235184128"/>
      </c:barChart>
      <c:catAx>
        <c:axId val="223738880"/>
        <c:scaling>
          <c:orientation val="minMax"/>
        </c:scaling>
        <c:delete val="0"/>
        <c:axPos val="b"/>
        <c:majorTickMark val="out"/>
        <c:minorTickMark val="none"/>
        <c:tickLblPos val="nextTo"/>
        <c:crossAx val="235184128"/>
        <c:crosses val="autoZero"/>
        <c:auto val="1"/>
        <c:lblAlgn val="ctr"/>
        <c:lblOffset val="100"/>
        <c:noMultiLvlLbl val="0"/>
      </c:catAx>
      <c:valAx>
        <c:axId val="23518412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3738880"/>
        <c:crosses val="autoZero"/>
        <c:crossBetween val="between"/>
        <c:majorUnit val="2.0000000000000004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0.62645163875819909</c:v>
                </c:pt>
                <c:pt idx="1">
                  <c:v>0.47639755011061213</c:v>
                </c:pt>
                <c:pt idx="2">
                  <c:v>0.38030581167260097</c:v>
                </c:pt>
                <c:pt idx="3">
                  <c:v>0.36079018773040439</c:v>
                </c:pt>
                <c:pt idx="4">
                  <c:v>0.36182014916171495</c:v>
                </c:pt>
                <c:pt idx="5">
                  <c:v>0.35439443321479713</c:v>
                </c:pt>
                <c:pt idx="6">
                  <c:v>0.34946507592467446</c:v>
                </c:pt>
                <c:pt idx="7">
                  <c:v>0.35334663317998793</c:v>
                </c:pt>
                <c:pt idx="8">
                  <c:v>0.37219581377376282</c:v>
                </c:pt>
                <c:pt idx="9">
                  <c:v>0.34303722799822534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7367296"/>
        <c:axId val="220834048"/>
      </c:barChart>
      <c:catAx>
        <c:axId val="2173672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20834048"/>
        <c:crosses val="autoZero"/>
        <c:auto val="1"/>
        <c:lblAlgn val="ctr"/>
        <c:lblOffset val="100"/>
        <c:noMultiLvlLbl val="0"/>
      </c:catAx>
      <c:valAx>
        <c:axId val="2208340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73672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Loss'!$B$10:$D$10</c:f>
              <c:strCache>
                <c:ptCount val="3"/>
                <c:pt idx="0">
                  <c:v>PURCH</c:v>
                </c:pt>
                <c:pt idx="1">
                  <c:v>RE-FI-CO</c:v>
                </c:pt>
                <c:pt idx="2">
                  <c:v>RE-FI-NCO</c:v>
                </c:pt>
              </c:strCache>
            </c:strRef>
          </c:cat>
          <c:val>
            <c:numRef>
              <c:f>'Base Loss'!$B$11:$D$11</c:f>
              <c:numCache>
                <c:formatCode>0%</c:formatCode>
                <c:ptCount val="3"/>
                <c:pt idx="0">
                  <c:v>0.38019310000000001</c:v>
                </c:pt>
                <c:pt idx="1">
                  <c:v>0.4226299</c:v>
                </c:pt>
                <c:pt idx="2">
                  <c:v>0.38943440000000001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76980864"/>
        <c:axId val="276983168"/>
      </c:barChart>
      <c:catAx>
        <c:axId val="276980864"/>
        <c:scaling>
          <c:orientation val="minMax"/>
        </c:scaling>
        <c:delete val="0"/>
        <c:axPos val="b"/>
        <c:majorTickMark val="out"/>
        <c:minorTickMark val="none"/>
        <c:tickLblPos val="nextTo"/>
        <c:crossAx val="276983168"/>
        <c:crosses val="autoZero"/>
        <c:auto val="1"/>
        <c:lblAlgn val="ctr"/>
        <c:lblOffset val="100"/>
        <c:noMultiLvlLbl val="0"/>
      </c:catAx>
      <c:valAx>
        <c:axId val="27698316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7698086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Loss'!$B$2:$D$2</c:f>
              <c:strCache>
                <c:ptCount val="3"/>
                <c:pt idx="0">
                  <c:v>2ND</c:v>
                </c:pt>
                <c:pt idx="1">
                  <c:v>INV</c:v>
                </c:pt>
                <c:pt idx="2">
                  <c:v>OWNER</c:v>
                </c:pt>
              </c:strCache>
            </c:strRef>
          </c:cat>
          <c:val>
            <c:numRef>
              <c:f>'Base Loss'!$B$3:$D$3</c:f>
              <c:numCache>
                <c:formatCode>0%</c:formatCode>
                <c:ptCount val="3"/>
                <c:pt idx="0">
                  <c:v>0.43543900000000002</c:v>
                </c:pt>
                <c:pt idx="1">
                  <c:v>0.56917139999999999</c:v>
                </c:pt>
                <c:pt idx="2">
                  <c:v>0.37996809999999998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78925696"/>
        <c:axId val="278927616"/>
      </c:barChart>
      <c:catAx>
        <c:axId val="278925696"/>
        <c:scaling>
          <c:orientation val="minMax"/>
        </c:scaling>
        <c:delete val="0"/>
        <c:axPos val="b"/>
        <c:majorTickMark val="out"/>
        <c:minorTickMark val="none"/>
        <c:tickLblPos val="nextTo"/>
        <c:crossAx val="278927616"/>
        <c:crosses val="autoZero"/>
        <c:auto val="1"/>
        <c:lblAlgn val="ctr"/>
        <c:lblOffset val="100"/>
        <c:noMultiLvlLbl val="0"/>
      </c:catAx>
      <c:valAx>
        <c:axId val="27892761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7892569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'Base Loss'!$B$18:$H$18</c:f>
              <c:strCache>
                <c:ptCount val="7"/>
                <c:pt idx="0">
                  <c:v>CO-OP</c:v>
                </c:pt>
                <c:pt idx="1">
                  <c:v>CONDO</c:v>
                </c:pt>
                <c:pt idx="2">
                  <c:v>LEASEHOLD</c:v>
                </c:pt>
                <c:pt idx="3">
                  <c:v>MH</c:v>
                </c:pt>
                <c:pt idx="4">
                  <c:v>PUD</c:v>
                </c:pt>
                <c:pt idx="5">
                  <c:v>SFR</c:v>
                </c:pt>
                <c:pt idx="6">
                  <c:v>UNKNOWN</c:v>
                </c:pt>
              </c:strCache>
            </c:strRef>
          </c:cat>
          <c:val>
            <c:numRef>
              <c:f>'Base Loss'!$B$19:$H$19</c:f>
              <c:numCache>
                <c:formatCode>0%</c:formatCode>
                <c:ptCount val="7"/>
                <c:pt idx="0">
                  <c:v>0.34256589999999998</c:v>
                </c:pt>
                <c:pt idx="1">
                  <c:v>0.44156030000000002</c:v>
                </c:pt>
                <c:pt idx="2">
                  <c:v>0.53198809999999996</c:v>
                </c:pt>
                <c:pt idx="3">
                  <c:v>0.50805500000000003</c:v>
                </c:pt>
                <c:pt idx="4">
                  <c:v>0.31700889999999998</c:v>
                </c:pt>
                <c:pt idx="5">
                  <c:v>0.40297559999999999</c:v>
                </c:pt>
                <c:pt idx="6">
                  <c:v>0.45914189999999999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0277376"/>
        <c:axId val="222813184"/>
      </c:barChart>
      <c:catAx>
        <c:axId val="200277376"/>
        <c:scaling>
          <c:orientation val="minMax"/>
        </c:scaling>
        <c:delete val="0"/>
        <c:axPos val="b"/>
        <c:majorTickMark val="out"/>
        <c:minorTickMark val="none"/>
        <c:tickLblPos val="nextTo"/>
        <c:crossAx val="222813184"/>
        <c:crosses val="autoZero"/>
        <c:auto val="1"/>
        <c:lblAlgn val="ctr"/>
        <c:lblOffset val="100"/>
        <c:noMultiLvlLbl val="0"/>
      </c:catAx>
      <c:valAx>
        <c:axId val="22281318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002773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dLbls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cat>
          <c:val>
            <c:numRef>
              <c:f>Sheet1!$B$2:$B$6</c:f>
              <c:numCache>
                <c:formatCode>0%</c:formatCode>
                <c:ptCount val="5"/>
                <c:pt idx="0">
                  <c:v>0.33033509376866993</c:v>
                </c:pt>
                <c:pt idx="1">
                  <c:v>0.39488372082855788</c:v>
                </c:pt>
                <c:pt idx="2">
                  <c:v>0.4224472174215011</c:v>
                </c:pt>
                <c:pt idx="3">
                  <c:v>0.42793774172305721</c:v>
                </c:pt>
                <c:pt idx="4">
                  <c:v>0.47893173338694478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7529088"/>
        <c:axId val="227531776"/>
      </c:barChart>
      <c:catAx>
        <c:axId val="2275290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27531776"/>
        <c:crosses val="autoZero"/>
        <c:auto val="1"/>
        <c:lblAlgn val="ctr"/>
        <c:lblOffset val="100"/>
        <c:noMultiLvlLbl val="0"/>
      </c:catAx>
      <c:valAx>
        <c:axId val="22753177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75290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'Base Loss'!$R$52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numRef>
              <c:f>'Base Loss'!$Q$53:$Q$63</c:f>
              <c:numCache>
                <c:formatCode>General</c:formatCode>
                <c:ptCount val="11"/>
                <c:pt idx="0">
                  <c:v>0.7</c:v>
                </c:pt>
                <c:pt idx="1">
                  <c:v>0.8</c:v>
                </c:pt>
                <c:pt idx="2">
                  <c:v>0.9</c:v>
                </c:pt>
                <c:pt idx="3">
                  <c:v>1</c:v>
                </c:pt>
                <c:pt idx="4">
                  <c:v>1.1000000000000001</c:v>
                </c:pt>
                <c:pt idx="5">
                  <c:v>1.2</c:v>
                </c:pt>
                <c:pt idx="6">
                  <c:v>1.3</c:v>
                </c:pt>
                <c:pt idx="7">
                  <c:v>1.4</c:v>
                </c:pt>
                <c:pt idx="8">
                  <c:v>1.5</c:v>
                </c:pt>
                <c:pt idx="9">
                  <c:v>1.6</c:v>
                </c:pt>
                <c:pt idx="10">
                  <c:v>1.7</c:v>
                </c:pt>
              </c:numCache>
            </c:numRef>
          </c:cat>
          <c:val>
            <c:numRef>
              <c:f>'Base Loss'!$R$53:$R$63</c:f>
              <c:numCache>
                <c:formatCode>0%</c:formatCode>
                <c:ptCount val="11"/>
                <c:pt idx="0">
                  <c:v>0.42987737999999998</c:v>
                </c:pt>
                <c:pt idx="1">
                  <c:v>0.45997518999999998</c:v>
                </c:pt>
                <c:pt idx="2">
                  <c:v>0.44338594999999997</c:v>
                </c:pt>
                <c:pt idx="3">
                  <c:v>0.38364736999999999</c:v>
                </c:pt>
                <c:pt idx="4">
                  <c:v>0.29163193999999998</c:v>
                </c:pt>
                <c:pt idx="5">
                  <c:v>0.23178127000000001</c:v>
                </c:pt>
                <c:pt idx="6">
                  <c:v>0.17671956999999999</c:v>
                </c:pt>
                <c:pt idx="7">
                  <c:v>0.12265392999999999</c:v>
                </c:pt>
                <c:pt idx="8">
                  <c:v>6.3497979999999996E-2</c:v>
                </c:pt>
                <c:pt idx="9">
                  <c:v>6.5574270000000004E-2</c:v>
                </c:pt>
                <c:pt idx="10">
                  <c:v>3.591693E-2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469632"/>
        <c:axId val="241572480"/>
      </c:barChart>
      <c:catAx>
        <c:axId val="232469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1572480"/>
        <c:crosses val="autoZero"/>
        <c:auto val="1"/>
        <c:lblAlgn val="ctr"/>
        <c:lblOffset val="100"/>
        <c:noMultiLvlLbl val="0"/>
      </c:catAx>
      <c:valAx>
        <c:axId val="24157248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3246963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0.21906098022279899</c:v>
                </c:pt>
                <c:pt idx="1">
                  <c:v>4.05597680551536E-2</c:v>
                </c:pt>
                <c:pt idx="2">
                  <c:v>0.188095055466211</c:v>
                </c:pt>
                <c:pt idx="3">
                  <c:v>0.24285564510484101</c:v>
                </c:pt>
                <c:pt idx="4">
                  <c:v>0.124519426320544</c:v>
                </c:pt>
                <c:pt idx="5">
                  <c:v>6.9135286998468506E-2</c:v>
                </c:pt>
                <c:pt idx="6">
                  <c:v>0.107905733029596</c:v>
                </c:pt>
                <c:pt idx="7">
                  <c:v>0.149074803629002</c:v>
                </c:pt>
                <c:pt idx="8">
                  <c:v>0.12320505553456999</c:v>
                </c:pt>
                <c:pt idx="9">
                  <c:v>0.15538948163390701</c:v>
                </c:pt>
                <c:pt idx="10">
                  <c:v>0.184141635149808</c:v>
                </c:pt>
                <c:pt idx="11">
                  <c:v>0.165414440803511</c:v>
                </c:pt>
                <c:pt idx="12">
                  <c:v>0.15907029000516601</c:v>
                </c:pt>
                <c:pt idx="13">
                  <c:v>0.16749209411847399</c:v>
                </c:pt>
                <c:pt idx="14">
                  <c:v>0.119881742858906</c:v>
                </c:pt>
                <c:pt idx="15">
                  <c:v>0.14857605338316901</c:v>
                </c:pt>
                <c:pt idx="16">
                  <c:v>0.14574975882093699</c:v>
                </c:pt>
                <c:pt idx="17">
                  <c:v>0.109054716903442</c:v>
                </c:pt>
                <c:pt idx="18">
                  <c:v>0.15563389602439401</c:v>
                </c:pt>
                <c:pt idx="19">
                  <c:v>0.12606248316758001</c:v>
                </c:pt>
                <c:pt idx="20">
                  <c:v>0.14700089940032299</c:v>
                </c:pt>
                <c:pt idx="21">
                  <c:v>0.144883225048521</c:v>
                </c:pt>
                <c:pt idx="22">
                  <c:v>0.16540800575231199</c:v>
                </c:pt>
                <c:pt idx="23">
                  <c:v>0.16049859252613499</c:v>
                </c:pt>
                <c:pt idx="24">
                  <c:v>0.19039320892155501</c:v>
                </c:pt>
                <c:pt idx="25">
                  <c:v>0.16701323357803599</c:v>
                </c:pt>
                <c:pt idx="26">
                  <c:v>0.12974542459701</c:v>
                </c:pt>
                <c:pt idx="27">
                  <c:v>0.20757849269579301</c:v>
                </c:pt>
                <c:pt idx="28">
                  <c:v>0.15561522236955599</c:v>
                </c:pt>
                <c:pt idx="29">
                  <c:v>0.156802332867894</c:v>
                </c:pt>
                <c:pt idx="30">
                  <c:v>0.184526980464538</c:v>
                </c:pt>
                <c:pt idx="31">
                  <c:v>0.212888338291084</c:v>
                </c:pt>
                <c:pt idx="32">
                  <c:v>0.20517812630403501</c:v>
                </c:pt>
                <c:pt idx="33">
                  <c:v>0.214661832139495</c:v>
                </c:pt>
                <c:pt idx="34">
                  <c:v>0.17002784115792899</c:v>
                </c:pt>
                <c:pt idx="35">
                  <c:v>0.17607361216630299</c:v>
                </c:pt>
                <c:pt idx="36">
                  <c:v>0.20552620840711799</c:v>
                </c:pt>
                <c:pt idx="37">
                  <c:v>0.198739362078241</c:v>
                </c:pt>
                <c:pt idx="38">
                  <c:v>0.18213098601657801</c:v>
                </c:pt>
                <c:pt idx="39">
                  <c:v>0.16192695150539499</c:v>
                </c:pt>
                <c:pt idx="40">
                  <c:v>0.164083499617243</c:v>
                </c:pt>
                <c:pt idx="41">
                  <c:v>0.17467227659429399</c:v>
                </c:pt>
                <c:pt idx="42">
                  <c:v>0.17549469411642499</c:v>
                </c:pt>
                <c:pt idx="43">
                  <c:v>0.16455968887431</c:v>
                </c:pt>
                <c:pt idx="44">
                  <c:v>0.15209291896549099</c:v>
                </c:pt>
                <c:pt idx="45">
                  <c:v>0.16397226439715901</c:v>
                </c:pt>
                <c:pt idx="46">
                  <c:v>0.170078109787205</c:v>
                </c:pt>
                <c:pt idx="47">
                  <c:v>0.15747667021192199</c:v>
                </c:pt>
                <c:pt idx="48">
                  <c:v>0.15185733988474501</c:v>
                </c:pt>
                <c:pt idx="49">
                  <c:v>0.192937576546622</c:v>
                </c:pt>
                <c:pt idx="50">
                  <c:v>0.14369455669921699</c:v>
                </c:pt>
                <c:pt idx="51">
                  <c:v>0.13198662383332699</c:v>
                </c:pt>
                <c:pt idx="52">
                  <c:v>0.12922547242582999</c:v>
                </c:pt>
                <c:pt idx="53">
                  <c:v>0.123457734473419</c:v>
                </c:pt>
                <c:pt idx="54">
                  <c:v>0.13127781242870401</c:v>
                </c:pt>
                <c:pt idx="55">
                  <c:v>0.142185327475293</c:v>
                </c:pt>
                <c:pt idx="56">
                  <c:v>0.14725563699989799</c:v>
                </c:pt>
                <c:pt idx="57">
                  <c:v>0.144099050251179</c:v>
                </c:pt>
                <c:pt idx="58">
                  <c:v>0.16624484890449001</c:v>
                </c:pt>
                <c:pt idx="59">
                  <c:v>0.161631525072231</c:v>
                </c:pt>
                <c:pt idx="60">
                  <c:v>0.18978342680652899</c:v>
                </c:pt>
                <c:pt idx="61">
                  <c:v>0.16101089632615001</c:v>
                </c:pt>
                <c:pt idx="62">
                  <c:v>0.15495978840850999</c:v>
                </c:pt>
                <c:pt idx="63">
                  <c:v>0.151354022317571</c:v>
                </c:pt>
                <c:pt idx="64">
                  <c:v>0.128141089984144</c:v>
                </c:pt>
                <c:pt idx="65">
                  <c:v>0.16000367142449401</c:v>
                </c:pt>
                <c:pt idx="66">
                  <c:v>0.175797861656702</c:v>
                </c:pt>
                <c:pt idx="67">
                  <c:v>0.17418631186814101</c:v>
                </c:pt>
                <c:pt idx="68">
                  <c:v>0.208654023716947</c:v>
                </c:pt>
                <c:pt idx="69">
                  <c:v>0.219604740293844</c:v>
                </c:pt>
                <c:pt idx="70">
                  <c:v>0.222555527758559</c:v>
                </c:pt>
                <c:pt idx="71">
                  <c:v>0.20495736996437</c:v>
                </c:pt>
                <c:pt idx="72">
                  <c:v>0.20349736410783301</c:v>
                </c:pt>
                <c:pt idx="73">
                  <c:v>0.22053126476340501</c:v>
                </c:pt>
                <c:pt idx="74">
                  <c:v>0.19292620710259101</c:v>
                </c:pt>
                <c:pt idx="75">
                  <c:v>0.207194061221637</c:v>
                </c:pt>
                <c:pt idx="76">
                  <c:v>0.19252906189753999</c:v>
                </c:pt>
                <c:pt idx="77">
                  <c:v>0.20931765025051099</c:v>
                </c:pt>
                <c:pt idx="78">
                  <c:v>0.20967580711941899</c:v>
                </c:pt>
                <c:pt idx="79">
                  <c:v>0.21651614985006901</c:v>
                </c:pt>
                <c:pt idx="80">
                  <c:v>0.222618144244524</c:v>
                </c:pt>
                <c:pt idx="81">
                  <c:v>0.251773847107644</c:v>
                </c:pt>
                <c:pt idx="82">
                  <c:v>0.25957366016975503</c:v>
                </c:pt>
                <c:pt idx="83">
                  <c:v>0.30775194738286799</c:v>
                </c:pt>
                <c:pt idx="84">
                  <c:v>0.26703068201649199</c:v>
                </c:pt>
                <c:pt idx="85">
                  <c:v>0.249136953983876</c:v>
                </c:pt>
                <c:pt idx="86">
                  <c:v>0.26218871633074697</c:v>
                </c:pt>
                <c:pt idx="87">
                  <c:v>0.26209538295643298</c:v>
                </c:pt>
                <c:pt idx="88">
                  <c:v>0.25456098128341798</c:v>
                </c:pt>
                <c:pt idx="89">
                  <c:v>0.263975747159017</c:v>
                </c:pt>
                <c:pt idx="90">
                  <c:v>0.26971552876718302</c:v>
                </c:pt>
                <c:pt idx="91">
                  <c:v>0.27853930958821499</c:v>
                </c:pt>
                <c:pt idx="92">
                  <c:v>0.29861416711623101</c:v>
                </c:pt>
                <c:pt idx="93">
                  <c:v>0.384188579973339</c:v>
                </c:pt>
                <c:pt idx="94">
                  <c:v>0.359713864809031</c:v>
                </c:pt>
                <c:pt idx="95">
                  <c:v>0.35255919645322398</c:v>
                </c:pt>
                <c:pt idx="96">
                  <c:v>0.38284286281395202</c:v>
                </c:pt>
                <c:pt idx="97">
                  <c:v>0.38590159457545398</c:v>
                </c:pt>
                <c:pt idx="98">
                  <c:v>0.40622375859115201</c:v>
                </c:pt>
                <c:pt idx="99">
                  <c:v>0.40900971092414101</c:v>
                </c:pt>
                <c:pt idx="100">
                  <c:v>0.408104824076646</c:v>
                </c:pt>
                <c:pt idx="101">
                  <c:v>0.40825809197497998</c:v>
                </c:pt>
                <c:pt idx="102">
                  <c:v>0.40466008958039401</c:v>
                </c:pt>
                <c:pt idx="103">
                  <c:v>0.41654349810240998</c:v>
                </c:pt>
                <c:pt idx="104">
                  <c:v>0.40008602461617299</c:v>
                </c:pt>
                <c:pt idx="105">
                  <c:v>0.39384255851845501</c:v>
                </c:pt>
                <c:pt idx="106">
                  <c:v>0.38779215700860398</c:v>
                </c:pt>
                <c:pt idx="107">
                  <c:v>0.39946953202572599</c:v>
                </c:pt>
                <c:pt idx="108">
                  <c:v>0.40380880835646099</c:v>
                </c:pt>
                <c:pt idx="109">
                  <c:v>0.41344712829599101</c:v>
                </c:pt>
                <c:pt idx="110">
                  <c:v>0.39451807580437298</c:v>
                </c:pt>
                <c:pt idx="111">
                  <c:v>0.37515272603678201</c:v>
                </c:pt>
                <c:pt idx="112">
                  <c:v>0.38910326293571501</c:v>
                </c:pt>
                <c:pt idx="113">
                  <c:v>0.38649290138881298</c:v>
                </c:pt>
                <c:pt idx="114">
                  <c:v>0.38058143201778799</c:v>
                </c:pt>
                <c:pt idx="115">
                  <c:v>0.40201870376770299</c:v>
                </c:pt>
                <c:pt idx="116">
                  <c:v>0.41057666188942998</c:v>
                </c:pt>
                <c:pt idx="117">
                  <c:v>0.40795995073311198</c:v>
                </c:pt>
                <c:pt idx="118">
                  <c:v>0.43954885279322897</c:v>
                </c:pt>
                <c:pt idx="119">
                  <c:v>0.40957876971825402</c:v>
                </c:pt>
                <c:pt idx="120">
                  <c:v>0.437529066598974</c:v>
                </c:pt>
                <c:pt idx="121">
                  <c:v>0.43366573510765</c:v>
                </c:pt>
                <c:pt idx="122">
                  <c:v>0.42906073240603898</c:v>
                </c:pt>
                <c:pt idx="123">
                  <c:v>0.41424942623740502</c:v>
                </c:pt>
                <c:pt idx="124">
                  <c:v>0.41862820993448902</c:v>
                </c:pt>
                <c:pt idx="125">
                  <c:v>0.41295291170940301</c:v>
                </c:pt>
                <c:pt idx="126">
                  <c:v>0.42187408649865399</c:v>
                </c:pt>
                <c:pt idx="127">
                  <c:v>0.41970497100056903</c:v>
                </c:pt>
                <c:pt idx="128">
                  <c:v>0.41516358315013302</c:v>
                </c:pt>
                <c:pt idx="129">
                  <c:v>0.407231169884408</c:v>
                </c:pt>
                <c:pt idx="130">
                  <c:v>0.41527052063164699</c:v>
                </c:pt>
                <c:pt idx="131">
                  <c:v>0.40681157747163899</c:v>
                </c:pt>
                <c:pt idx="132">
                  <c:v>0.41186340045360698</c:v>
                </c:pt>
                <c:pt idx="133">
                  <c:v>0.395002337422108</c:v>
                </c:pt>
                <c:pt idx="134">
                  <c:v>0.37809053487809602</c:v>
                </c:pt>
                <c:pt idx="135">
                  <c:v>0.376171872010644</c:v>
                </c:pt>
                <c:pt idx="136">
                  <c:v>0.36863083331711599</c:v>
                </c:pt>
                <c:pt idx="137">
                  <c:v>0.34992859233405899</c:v>
                </c:pt>
                <c:pt idx="138">
                  <c:v>0.34929691884619901</c:v>
                </c:pt>
                <c:pt idx="139">
                  <c:v>0.343040917544774</c:v>
                </c:pt>
                <c:pt idx="140">
                  <c:v>0.34164074812814399</c:v>
                </c:pt>
                <c:pt idx="141">
                  <c:v>0.34239877629440602</c:v>
                </c:pt>
                <c:pt idx="142">
                  <c:v>0.32603614325505997</c:v>
                </c:pt>
                <c:pt idx="143">
                  <c:v>0.325396111934735</c:v>
                </c:pt>
                <c:pt idx="144">
                  <c:v>0.32301076157068798</c:v>
                </c:pt>
                <c:pt idx="145">
                  <c:v>0.33201234563938598</c:v>
                </c:pt>
                <c:pt idx="146">
                  <c:v>0.28568464480165201</c:v>
                </c:pt>
                <c:pt idx="147">
                  <c:v>0.29023325076624401</c:v>
                </c:pt>
                <c:pt idx="148">
                  <c:v>0.26270902322505402</c:v>
                </c:pt>
                <c:pt idx="149">
                  <c:v>0.26505351519294701</c:v>
                </c:pt>
                <c:pt idx="150">
                  <c:v>0.26893823759075303</c:v>
                </c:pt>
                <c:pt idx="151">
                  <c:v>0.26630948668621601</c:v>
                </c:pt>
                <c:pt idx="152">
                  <c:v>0.26762249668663102</c:v>
                </c:pt>
                <c:pt idx="153">
                  <c:v>0.27448661561427101</c:v>
                </c:pt>
                <c:pt idx="154">
                  <c:v>0.27535336626277002</c:v>
                </c:pt>
                <c:pt idx="155">
                  <c:v>0.27756803993096502</c:v>
                </c:pt>
                <c:pt idx="156">
                  <c:v>0.28769477029262502</c:v>
                </c:pt>
                <c:pt idx="157">
                  <c:v>0.27188148415855101</c:v>
                </c:pt>
                <c:pt idx="158">
                  <c:v>0.27277765167428197</c:v>
                </c:pt>
                <c:pt idx="159">
                  <c:v>0.266192817234431</c:v>
                </c:pt>
                <c:pt idx="160">
                  <c:v>0.25782664255721199</c:v>
                </c:pt>
                <c:pt idx="161">
                  <c:v>0.24972159512515299</c:v>
                </c:pt>
                <c:pt idx="162">
                  <c:v>0.24982130608199701</c:v>
                </c:pt>
                <c:pt idx="163">
                  <c:v>0.26274287809908098</c:v>
                </c:pt>
                <c:pt idx="164">
                  <c:v>0.27204964571484602</c:v>
                </c:pt>
                <c:pt idx="165">
                  <c:v>0.271081387025013</c:v>
                </c:pt>
                <c:pt idx="166">
                  <c:v>0.26393517234882602</c:v>
                </c:pt>
                <c:pt idx="167">
                  <c:v>0.24882663717530601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0.21252652168005101</c:v>
                </c:pt>
                <c:pt idx="1">
                  <c:v>0.27763313568994802</c:v>
                </c:pt>
                <c:pt idx="2">
                  <c:v>0.204326859810469</c:v>
                </c:pt>
                <c:pt idx="3">
                  <c:v>0.247862852568245</c:v>
                </c:pt>
                <c:pt idx="4">
                  <c:v>0.20865711151529101</c:v>
                </c:pt>
                <c:pt idx="5">
                  <c:v>0.15769184930150201</c:v>
                </c:pt>
                <c:pt idx="6">
                  <c:v>0.20989752725577901</c:v>
                </c:pt>
                <c:pt idx="7">
                  <c:v>0.24178292580824901</c:v>
                </c:pt>
                <c:pt idx="8">
                  <c:v>0.23005128612088399</c:v>
                </c:pt>
                <c:pt idx="9">
                  <c:v>0.23131185580907901</c:v>
                </c:pt>
                <c:pt idx="10">
                  <c:v>0.22935242227424599</c:v>
                </c:pt>
                <c:pt idx="11">
                  <c:v>0.22420060731223199</c:v>
                </c:pt>
                <c:pt idx="12">
                  <c:v>0.18666727747502701</c:v>
                </c:pt>
                <c:pt idx="13">
                  <c:v>0.22816138718482301</c:v>
                </c:pt>
                <c:pt idx="14">
                  <c:v>0.226915217219574</c:v>
                </c:pt>
                <c:pt idx="15">
                  <c:v>0.20408113084388699</c:v>
                </c:pt>
                <c:pt idx="16">
                  <c:v>0.22422037014441601</c:v>
                </c:pt>
                <c:pt idx="17">
                  <c:v>0.21617543741068401</c:v>
                </c:pt>
                <c:pt idx="18">
                  <c:v>0.20760340845311501</c:v>
                </c:pt>
                <c:pt idx="19">
                  <c:v>0.23119978153023699</c:v>
                </c:pt>
                <c:pt idx="20">
                  <c:v>0.200646725864699</c:v>
                </c:pt>
                <c:pt idx="21">
                  <c:v>0.19785028823352199</c:v>
                </c:pt>
                <c:pt idx="22">
                  <c:v>0.21018174120934599</c:v>
                </c:pt>
                <c:pt idx="23">
                  <c:v>0.23025402235608</c:v>
                </c:pt>
                <c:pt idx="24">
                  <c:v>0.22503203842396899</c:v>
                </c:pt>
                <c:pt idx="25">
                  <c:v>0.238745970234824</c:v>
                </c:pt>
                <c:pt idx="26">
                  <c:v>0.21264858401849901</c:v>
                </c:pt>
                <c:pt idx="27">
                  <c:v>0.24464085422552601</c:v>
                </c:pt>
                <c:pt idx="28">
                  <c:v>0.223810734361474</c:v>
                </c:pt>
                <c:pt idx="29">
                  <c:v>0.225451698422969</c:v>
                </c:pt>
                <c:pt idx="30">
                  <c:v>0.22504899524778199</c:v>
                </c:pt>
                <c:pt idx="31">
                  <c:v>0.22696236486405799</c:v>
                </c:pt>
                <c:pt idx="32">
                  <c:v>0.236951025958034</c:v>
                </c:pt>
                <c:pt idx="33">
                  <c:v>0.230610482833249</c:v>
                </c:pt>
                <c:pt idx="34">
                  <c:v>0.22549029307982599</c:v>
                </c:pt>
                <c:pt idx="35">
                  <c:v>0.20893007061395399</c:v>
                </c:pt>
                <c:pt idx="36">
                  <c:v>0.23527364871880599</c:v>
                </c:pt>
                <c:pt idx="37">
                  <c:v>0.22929512365533</c:v>
                </c:pt>
                <c:pt idx="38">
                  <c:v>0.22295089173822299</c:v>
                </c:pt>
                <c:pt idx="39">
                  <c:v>0.217707578204444</c:v>
                </c:pt>
                <c:pt idx="40">
                  <c:v>0.2076067476025</c:v>
                </c:pt>
                <c:pt idx="41">
                  <c:v>0.226371760778391</c:v>
                </c:pt>
                <c:pt idx="42">
                  <c:v>0.216876656845361</c:v>
                </c:pt>
                <c:pt idx="43">
                  <c:v>0.20359102740417201</c:v>
                </c:pt>
                <c:pt idx="44">
                  <c:v>0.197458789647315</c:v>
                </c:pt>
                <c:pt idx="45">
                  <c:v>0.22025401102390199</c:v>
                </c:pt>
                <c:pt idx="46">
                  <c:v>0.19365610315089299</c:v>
                </c:pt>
                <c:pt idx="47">
                  <c:v>0.20421741878297001</c:v>
                </c:pt>
                <c:pt idx="48">
                  <c:v>0.19938900541755999</c:v>
                </c:pt>
                <c:pt idx="49">
                  <c:v>0.22295195350140101</c:v>
                </c:pt>
                <c:pt idx="50">
                  <c:v>0.195726047683798</c:v>
                </c:pt>
                <c:pt idx="51">
                  <c:v>0.19299732350471899</c:v>
                </c:pt>
                <c:pt idx="52">
                  <c:v>0.19263277685078101</c:v>
                </c:pt>
                <c:pt idx="53">
                  <c:v>0.184939896137055</c:v>
                </c:pt>
                <c:pt idx="54">
                  <c:v>0.19661837423718501</c:v>
                </c:pt>
                <c:pt idx="55">
                  <c:v>0.19033252202176301</c:v>
                </c:pt>
                <c:pt idx="56">
                  <c:v>0.19376659314885</c:v>
                </c:pt>
                <c:pt idx="57">
                  <c:v>0.16195359815316501</c:v>
                </c:pt>
                <c:pt idx="58">
                  <c:v>0.20066628158934799</c:v>
                </c:pt>
                <c:pt idx="59">
                  <c:v>0.19151750318444699</c:v>
                </c:pt>
                <c:pt idx="60">
                  <c:v>0.18615808934956499</c:v>
                </c:pt>
                <c:pt idx="61">
                  <c:v>0.19923452692528501</c:v>
                </c:pt>
                <c:pt idx="62">
                  <c:v>0.19340950296619899</c:v>
                </c:pt>
                <c:pt idx="63">
                  <c:v>0.192858754559843</c:v>
                </c:pt>
                <c:pt idx="64">
                  <c:v>0.18497488500099499</c:v>
                </c:pt>
                <c:pt idx="65">
                  <c:v>0.199505889922753</c:v>
                </c:pt>
                <c:pt idx="66">
                  <c:v>0.218844647337992</c:v>
                </c:pt>
                <c:pt idx="67">
                  <c:v>0.197665660833413</c:v>
                </c:pt>
                <c:pt idx="68">
                  <c:v>0.22342098510120401</c:v>
                </c:pt>
                <c:pt idx="69">
                  <c:v>0.22865159307251801</c:v>
                </c:pt>
                <c:pt idx="70">
                  <c:v>0.21234637453555599</c:v>
                </c:pt>
                <c:pt idx="71">
                  <c:v>0.198552773520113</c:v>
                </c:pt>
                <c:pt idx="72">
                  <c:v>0.199955786924046</c:v>
                </c:pt>
                <c:pt idx="73">
                  <c:v>0.221508298915843</c:v>
                </c:pt>
                <c:pt idx="74">
                  <c:v>0.19640203377176901</c:v>
                </c:pt>
                <c:pt idx="75">
                  <c:v>0.194809416548237</c:v>
                </c:pt>
                <c:pt idx="76">
                  <c:v>0.19604359538913399</c:v>
                </c:pt>
                <c:pt idx="77">
                  <c:v>0.20557670780792001</c:v>
                </c:pt>
                <c:pt idx="78">
                  <c:v>0.18962017896430899</c:v>
                </c:pt>
                <c:pt idx="79">
                  <c:v>0.21132256609087499</c:v>
                </c:pt>
                <c:pt idx="80">
                  <c:v>0.216733576600913</c:v>
                </c:pt>
                <c:pt idx="81">
                  <c:v>0.21371894386708401</c:v>
                </c:pt>
                <c:pt idx="82">
                  <c:v>0.22278251836039401</c:v>
                </c:pt>
                <c:pt idx="83">
                  <c:v>0.23174479019938499</c:v>
                </c:pt>
                <c:pt idx="84">
                  <c:v>0.21194124790945301</c:v>
                </c:pt>
                <c:pt idx="85">
                  <c:v>0.201547779250523</c:v>
                </c:pt>
                <c:pt idx="86">
                  <c:v>0.22304903822889799</c:v>
                </c:pt>
                <c:pt idx="87">
                  <c:v>0.219357788828105</c:v>
                </c:pt>
                <c:pt idx="88">
                  <c:v>0.22863688543417399</c:v>
                </c:pt>
                <c:pt idx="89">
                  <c:v>0.240257261356257</c:v>
                </c:pt>
                <c:pt idx="90">
                  <c:v>0.24959118418420601</c:v>
                </c:pt>
                <c:pt idx="91">
                  <c:v>0.27226002417013001</c:v>
                </c:pt>
                <c:pt idx="92">
                  <c:v>0.28605871145034401</c:v>
                </c:pt>
                <c:pt idx="93">
                  <c:v>0.315659643357108</c:v>
                </c:pt>
                <c:pt idx="94">
                  <c:v>0.30988116899806301</c:v>
                </c:pt>
                <c:pt idx="95">
                  <c:v>0.30452926310989498</c:v>
                </c:pt>
                <c:pt idx="96">
                  <c:v>0.30623419017352199</c:v>
                </c:pt>
                <c:pt idx="97">
                  <c:v>0.30190888298913598</c:v>
                </c:pt>
                <c:pt idx="98">
                  <c:v>0.30007969250102401</c:v>
                </c:pt>
                <c:pt idx="99">
                  <c:v>0.31715906889408002</c:v>
                </c:pt>
                <c:pt idx="100">
                  <c:v>0.32878065872377499</c:v>
                </c:pt>
                <c:pt idx="101">
                  <c:v>0.35274343142466302</c:v>
                </c:pt>
                <c:pt idx="102">
                  <c:v>0.35588012527900198</c:v>
                </c:pt>
                <c:pt idx="103">
                  <c:v>0.377615102855059</c:v>
                </c:pt>
                <c:pt idx="104">
                  <c:v>0.38241446680845698</c:v>
                </c:pt>
                <c:pt idx="105">
                  <c:v>0.378091839188268</c:v>
                </c:pt>
                <c:pt idx="106">
                  <c:v>0.38799632865619299</c:v>
                </c:pt>
                <c:pt idx="107">
                  <c:v>0.38644172096818602</c:v>
                </c:pt>
                <c:pt idx="108">
                  <c:v>0.38310731941861997</c:v>
                </c:pt>
                <c:pt idx="109">
                  <c:v>0.39423644439136801</c:v>
                </c:pt>
                <c:pt idx="110">
                  <c:v>0.38627265996743099</c:v>
                </c:pt>
                <c:pt idx="111">
                  <c:v>0.38024398751983302</c:v>
                </c:pt>
                <c:pt idx="112">
                  <c:v>0.39146267785306399</c:v>
                </c:pt>
                <c:pt idx="113">
                  <c:v>0.380144844780131</c:v>
                </c:pt>
                <c:pt idx="114">
                  <c:v>0.37033018744042101</c:v>
                </c:pt>
                <c:pt idx="115">
                  <c:v>0.36748463575650298</c:v>
                </c:pt>
                <c:pt idx="116">
                  <c:v>0.36279211804331601</c:v>
                </c:pt>
                <c:pt idx="117">
                  <c:v>0.336170229052907</c:v>
                </c:pt>
                <c:pt idx="118">
                  <c:v>0.37477021789079101</c:v>
                </c:pt>
                <c:pt idx="119">
                  <c:v>0.365740041046479</c:v>
                </c:pt>
                <c:pt idx="120">
                  <c:v>0.39134900684513602</c:v>
                </c:pt>
                <c:pt idx="121">
                  <c:v>0.39761486574274701</c:v>
                </c:pt>
                <c:pt idx="122">
                  <c:v>0.39999015545334199</c:v>
                </c:pt>
                <c:pt idx="123">
                  <c:v>0.40103042762397201</c:v>
                </c:pt>
                <c:pt idx="124">
                  <c:v>0.41063674298591601</c:v>
                </c:pt>
                <c:pt idx="125">
                  <c:v>0.41315234885496599</c:v>
                </c:pt>
                <c:pt idx="126">
                  <c:v>0.40559302083424498</c:v>
                </c:pt>
                <c:pt idx="127">
                  <c:v>0.40255311761854301</c:v>
                </c:pt>
                <c:pt idx="128">
                  <c:v>0.390991949692723</c:v>
                </c:pt>
                <c:pt idx="129">
                  <c:v>0.381572387379288</c:v>
                </c:pt>
                <c:pt idx="130">
                  <c:v>0.38622618974169998</c:v>
                </c:pt>
                <c:pt idx="131">
                  <c:v>0.37412822384870498</c:v>
                </c:pt>
                <c:pt idx="132">
                  <c:v>0.376406795222199</c:v>
                </c:pt>
                <c:pt idx="133">
                  <c:v>0.36941141181625597</c:v>
                </c:pt>
                <c:pt idx="134">
                  <c:v>0.371533674316671</c:v>
                </c:pt>
                <c:pt idx="135">
                  <c:v>0.37167753268864301</c:v>
                </c:pt>
                <c:pt idx="136">
                  <c:v>0.37245553213629601</c:v>
                </c:pt>
                <c:pt idx="137">
                  <c:v>0.365376427363652</c:v>
                </c:pt>
                <c:pt idx="138">
                  <c:v>0.36622687237055701</c:v>
                </c:pt>
                <c:pt idx="139">
                  <c:v>0.351192508540832</c:v>
                </c:pt>
                <c:pt idx="140">
                  <c:v>0.35901417236564198</c:v>
                </c:pt>
                <c:pt idx="141">
                  <c:v>0.35496714648857602</c:v>
                </c:pt>
                <c:pt idx="142">
                  <c:v>0.34647176326962098</c:v>
                </c:pt>
                <c:pt idx="143">
                  <c:v>0.35023989931803601</c:v>
                </c:pt>
                <c:pt idx="144">
                  <c:v>0.336067888411474</c:v>
                </c:pt>
                <c:pt idx="145">
                  <c:v>0.33721618527528802</c:v>
                </c:pt>
                <c:pt idx="146">
                  <c:v>0.31816085762756602</c:v>
                </c:pt>
                <c:pt idx="147">
                  <c:v>0.32065128679456301</c:v>
                </c:pt>
                <c:pt idx="148">
                  <c:v>0.30956207158737598</c:v>
                </c:pt>
                <c:pt idx="149">
                  <c:v>0.31202849232584901</c:v>
                </c:pt>
                <c:pt idx="150">
                  <c:v>0.31188761857959002</c:v>
                </c:pt>
                <c:pt idx="151">
                  <c:v>0.296723988206617</c:v>
                </c:pt>
                <c:pt idx="152">
                  <c:v>0.29600867141090698</c:v>
                </c:pt>
                <c:pt idx="153">
                  <c:v>0.293148209873419</c:v>
                </c:pt>
                <c:pt idx="154">
                  <c:v>0.28781102002609399</c:v>
                </c:pt>
                <c:pt idx="155">
                  <c:v>0.289632112006947</c:v>
                </c:pt>
                <c:pt idx="156">
                  <c:v>0.27735727004674998</c:v>
                </c:pt>
                <c:pt idx="157">
                  <c:v>0.27035124695638901</c:v>
                </c:pt>
                <c:pt idx="158">
                  <c:v>0.26704210087941199</c:v>
                </c:pt>
                <c:pt idx="159">
                  <c:v>0.26214020522091303</c:v>
                </c:pt>
                <c:pt idx="160">
                  <c:v>0.25138014321462798</c:v>
                </c:pt>
                <c:pt idx="161">
                  <c:v>0.24477001876625301</c:v>
                </c:pt>
                <c:pt idx="162">
                  <c:v>0.24325859695570501</c:v>
                </c:pt>
                <c:pt idx="163">
                  <c:v>0.24974132888529099</c:v>
                </c:pt>
                <c:pt idx="164">
                  <c:v>0.24489083389784799</c:v>
                </c:pt>
                <c:pt idx="165">
                  <c:v>0.24667584858491701</c:v>
                </c:pt>
                <c:pt idx="166">
                  <c:v>0.23987741511451699</c:v>
                </c:pt>
                <c:pt idx="167">
                  <c:v>0.21803991577155499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9264256"/>
        <c:axId val="279267968"/>
      </c:lineChart>
      <c:dateAx>
        <c:axId val="27926425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7926796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79267968"/>
        <c:scaling>
          <c:orientation val="minMax"/>
          <c:max val="0.5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79264256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2.3165801679737499E-2</c:v>
                </c:pt>
                <c:pt idx="1">
                  <c:v>-4.8480629298476997E-2</c:v>
                </c:pt>
                <c:pt idx="2">
                  <c:v>-6.2918846343246904E-2</c:v>
                </c:pt>
                <c:pt idx="3">
                  <c:v>9.2540669398940498E-2</c:v>
                </c:pt>
                <c:pt idx="4">
                  <c:v>7.9661471733241795E-3</c:v>
                </c:pt>
                <c:pt idx="5">
                  <c:v>-2.9616366827973001E-2</c:v>
                </c:pt>
                <c:pt idx="6">
                  <c:v>-1.1983750026787201E-3</c:v>
                </c:pt>
                <c:pt idx="7">
                  <c:v>0.11294646807495801</c:v>
                </c:pt>
                <c:pt idx="8">
                  <c:v>2.5095569525955101E-2</c:v>
                </c:pt>
                <c:pt idx="9">
                  <c:v>8.06355588387353E-2</c:v>
                </c:pt>
                <c:pt idx="10">
                  <c:v>1.46972477853005E-2</c:v>
                </c:pt>
                <c:pt idx="11">
                  <c:v>8.7804141190516397E-2</c:v>
                </c:pt>
                <c:pt idx="12">
                  <c:v>3.3955855999151699E-2</c:v>
                </c:pt>
                <c:pt idx="13">
                  <c:v>-4.6965125936925901E-2</c:v>
                </c:pt>
                <c:pt idx="14">
                  <c:v>1.16962654541786E-2</c:v>
                </c:pt>
                <c:pt idx="15">
                  <c:v>8.4243460794361392E-3</c:v>
                </c:pt>
                <c:pt idx="16">
                  <c:v>2.6419348117817799E-2</c:v>
                </c:pt>
                <c:pt idx="17">
                  <c:v>-2.51123448179763E-2</c:v>
                </c:pt>
                <c:pt idx="18">
                  <c:v>-1.57946169044593E-2</c:v>
                </c:pt>
                <c:pt idx="19">
                  <c:v>3.10957218244589E-2</c:v>
                </c:pt>
                <c:pt idx="20">
                  <c:v>-3.99645010510025E-2</c:v>
                </c:pt>
                <c:pt idx="21">
                  <c:v>-1.8539036060314502E-2</c:v>
                </c:pt>
                <c:pt idx="22">
                  <c:v>1.9361784889289701E-2</c:v>
                </c:pt>
                <c:pt idx="23">
                  <c:v>3.2246108874061E-2</c:v>
                </c:pt>
                <c:pt idx="24">
                  <c:v>2.2561470695736999E-2</c:v>
                </c:pt>
                <c:pt idx="25">
                  <c:v>2.3863866084773699E-2</c:v>
                </c:pt>
                <c:pt idx="26">
                  <c:v>-7.0864008667215596E-3</c:v>
                </c:pt>
                <c:pt idx="27">
                  <c:v>-1.9338920518311702E-2</c:v>
                </c:pt>
                <c:pt idx="28">
                  <c:v>-1.3632574415767E-2</c:v>
                </c:pt>
                <c:pt idx="29">
                  <c:v>-3.7029526427058E-2</c:v>
                </c:pt>
                <c:pt idx="30">
                  <c:v>-5.5917987349136803E-4</c:v>
                </c:pt>
                <c:pt idx="31">
                  <c:v>-5.4160423672503797E-3</c:v>
                </c:pt>
                <c:pt idx="32">
                  <c:v>1.9856104682509E-2</c:v>
                </c:pt>
                <c:pt idx="33">
                  <c:v>-1.2040694224191101E-2</c:v>
                </c:pt>
                <c:pt idx="34">
                  <c:v>1.28083618893338E-2</c:v>
                </c:pt>
                <c:pt idx="35">
                  <c:v>1.00724039108796E-2</c:v>
                </c:pt>
                <c:pt idx="36">
                  <c:v>-4.1099552188376097E-3</c:v>
                </c:pt>
                <c:pt idx="37">
                  <c:v>6.2967911088531699E-3</c:v>
                </c:pt>
                <c:pt idx="38">
                  <c:v>-3.9330191024365703E-5</c:v>
                </c:pt>
                <c:pt idx="39">
                  <c:v>-3.0083969458357298E-6</c:v>
                </c:pt>
                <c:pt idx="40">
                  <c:v>-2.3777809184352398E-2</c:v>
                </c:pt>
                <c:pt idx="41">
                  <c:v>1.6221260251033199E-2</c:v>
                </c:pt>
                <c:pt idx="42">
                  <c:v>9.4769043659227795E-3</c:v>
                </c:pt>
                <c:pt idx="43">
                  <c:v>4.7269120428084597E-3</c:v>
                </c:pt>
                <c:pt idx="44">
                  <c:v>-2.71484520378408E-2</c:v>
                </c:pt>
                <c:pt idx="45">
                  <c:v>-3.1497036035515701E-2</c:v>
                </c:pt>
                <c:pt idx="46">
                  <c:v>-3.27334491005557E-2</c:v>
                </c:pt>
                <c:pt idx="47">
                  <c:v>2.8281775746501598E-3</c:v>
                </c:pt>
                <c:pt idx="48">
                  <c:v>1.7455635946351699E-2</c:v>
                </c:pt>
                <c:pt idx="49">
                  <c:v>-1.7932689444792701E-2</c:v>
                </c:pt>
                <c:pt idx="50">
                  <c:v>-1.7985415334232899E-2</c:v>
                </c:pt>
                <c:pt idx="51">
                  <c:v>-1.51949920880846E-3</c:v>
                </c:pt>
                <c:pt idx="52">
                  <c:v>-5.8807848532543899E-3</c:v>
                </c:pt>
                <c:pt idx="53">
                  <c:v>-1.02639127440966E-2</c:v>
                </c:pt>
                <c:pt idx="54">
                  <c:v>-1.17224575773317E-2</c:v>
                </c:pt>
                <c:pt idx="55">
                  <c:v>-1.7517702669325501E-2</c:v>
                </c:pt>
                <c:pt idx="56">
                  <c:v>-1.2488021880254E-2</c:v>
                </c:pt>
                <c:pt idx="57">
                  <c:v>-2.39144456786347E-2</c:v>
                </c:pt>
                <c:pt idx="58">
                  <c:v>-3.9651961500960398E-2</c:v>
                </c:pt>
                <c:pt idx="59">
                  <c:v>-1.79989541364419E-2</c:v>
                </c:pt>
                <c:pt idx="60">
                  <c:v>-3.9040577341098698E-2</c:v>
                </c:pt>
                <c:pt idx="61">
                  <c:v>-3.1174955659008501E-2</c:v>
                </c:pt>
                <c:pt idx="62">
                  <c:v>-1.6543808568644101E-2</c:v>
                </c:pt>
                <c:pt idx="63">
                  <c:v>1.3799614373451801E-2</c:v>
                </c:pt>
                <c:pt idx="64">
                  <c:v>-3.90211829596512E-2</c:v>
                </c:pt>
                <c:pt idx="65">
                  <c:v>-2.34114495469946E-2</c:v>
                </c:pt>
                <c:pt idx="66">
                  <c:v>-7.9898348692654508E-3</c:v>
                </c:pt>
                <c:pt idx="67">
                  <c:v>-2.77448367313511E-2</c:v>
                </c:pt>
                <c:pt idx="68">
                  <c:v>-4.7353553491474701E-2</c:v>
                </c:pt>
                <c:pt idx="69">
                  <c:v>-2.6411899392732301E-2</c:v>
                </c:pt>
                <c:pt idx="70">
                  <c:v>-4.4577839950051303E-2</c:v>
                </c:pt>
                <c:pt idx="71">
                  <c:v>-1.4915852280349799E-2</c:v>
                </c:pt>
                <c:pt idx="72">
                  <c:v>-4.82249988564937E-2</c:v>
                </c:pt>
                <c:pt idx="73">
                  <c:v>-3.7266721492828399E-2</c:v>
                </c:pt>
                <c:pt idx="74">
                  <c:v>-2.7308711602368599E-2</c:v>
                </c:pt>
                <c:pt idx="75">
                  <c:v>-1.54056895687849E-2</c:v>
                </c:pt>
                <c:pt idx="76">
                  <c:v>-1.5986750183120801E-2</c:v>
                </c:pt>
                <c:pt idx="77">
                  <c:v>-6.1256671335703002E-3</c:v>
                </c:pt>
                <c:pt idx="78">
                  <c:v>-1.27908071715829E-2</c:v>
                </c:pt>
                <c:pt idx="79">
                  <c:v>-8.3395399931694598E-3</c:v>
                </c:pt>
                <c:pt idx="80">
                  <c:v>-1.5733589640535402E-2</c:v>
                </c:pt>
                <c:pt idx="81">
                  <c:v>2.3689717267016499E-3</c:v>
                </c:pt>
                <c:pt idx="82">
                  <c:v>1.43061409955828E-2</c:v>
                </c:pt>
                <c:pt idx="83">
                  <c:v>1.72240688575345E-2</c:v>
                </c:pt>
                <c:pt idx="84">
                  <c:v>1.4106938301283499E-2</c:v>
                </c:pt>
                <c:pt idx="85">
                  <c:v>-4.1855803799893104E-3</c:v>
                </c:pt>
                <c:pt idx="86">
                  <c:v>3.29205767756078E-2</c:v>
                </c:pt>
                <c:pt idx="87">
                  <c:v>3.0677043603557601E-2</c:v>
                </c:pt>
                <c:pt idx="88">
                  <c:v>7.1081168730339594E-2</c:v>
                </c:pt>
                <c:pt idx="89">
                  <c:v>6.3617686134617601E-2</c:v>
                </c:pt>
                <c:pt idx="90">
                  <c:v>0.114214910807202</c:v>
                </c:pt>
                <c:pt idx="91">
                  <c:v>0.10623084238095799</c:v>
                </c:pt>
                <c:pt idx="92">
                  <c:v>0.126716276305256</c:v>
                </c:pt>
                <c:pt idx="93">
                  <c:v>0.169952364675104</c:v>
                </c:pt>
                <c:pt idx="94">
                  <c:v>0.16079524126466799</c:v>
                </c:pt>
                <c:pt idx="95">
                  <c:v>0.242703105809571</c:v>
                </c:pt>
                <c:pt idx="96">
                  <c:v>0.24969114023187999</c:v>
                </c:pt>
                <c:pt idx="97">
                  <c:v>0.18892876929916</c:v>
                </c:pt>
                <c:pt idx="98">
                  <c:v>0.270052755341607</c:v>
                </c:pt>
                <c:pt idx="99">
                  <c:v>0.25543521387545598</c:v>
                </c:pt>
                <c:pt idx="100">
                  <c:v>0.26352193690793302</c:v>
                </c:pt>
                <c:pt idx="101">
                  <c:v>0.25324687657462602</c:v>
                </c:pt>
                <c:pt idx="102">
                  <c:v>0.269978771498323</c:v>
                </c:pt>
                <c:pt idx="103">
                  <c:v>0.308844052369531</c:v>
                </c:pt>
                <c:pt idx="104">
                  <c:v>0.29770257334274303</c:v>
                </c:pt>
                <c:pt idx="105">
                  <c:v>0.289159030424957</c:v>
                </c:pt>
                <c:pt idx="106">
                  <c:v>0.30640203122306098</c:v>
                </c:pt>
                <c:pt idx="107">
                  <c:v>0.31545739920648602</c:v>
                </c:pt>
                <c:pt idx="108">
                  <c:v>0.29508485753770097</c:v>
                </c:pt>
                <c:pt idx="109">
                  <c:v>0.31133228295888399</c:v>
                </c:pt>
                <c:pt idx="110">
                  <c:v>0.30219466116132399</c:v>
                </c:pt>
                <c:pt idx="111">
                  <c:v>0.32101115002542202</c:v>
                </c:pt>
                <c:pt idx="112">
                  <c:v>0.31167858807729099</c:v>
                </c:pt>
                <c:pt idx="113">
                  <c:v>0.30890824346686002</c:v>
                </c:pt>
                <c:pt idx="114">
                  <c:v>0.32965904056421502</c:v>
                </c:pt>
                <c:pt idx="115">
                  <c:v>0.33176592646207498</c:v>
                </c:pt>
                <c:pt idx="116">
                  <c:v>0.32878695523554902</c:v>
                </c:pt>
                <c:pt idx="117">
                  <c:v>0.33351771070346198</c:v>
                </c:pt>
                <c:pt idx="118">
                  <c:v>0.32673717585210998</c:v>
                </c:pt>
                <c:pt idx="119">
                  <c:v>0.33877669291715801</c:v>
                </c:pt>
                <c:pt idx="120">
                  <c:v>0.33546513196448902</c:v>
                </c:pt>
                <c:pt idx="121">
                  <c:v>0.34903047751167898</c:v>
                </c:pt>
                <c:pt idx="122">
                  <c:v>0.38131230658908899</c:v>
                </c:pt>
                <c:pt idx="123">
                  <c:v>0.381929773583423</c:v>
                </c:pt>
                <c:pt idx="124">
                  <c:v>0.37248372032159199</c:v>
                </c:pt>
                <c:pt idx="125">
                  <c:v>0.36283878175553402</c:v>
                </c:pt>
                <c:pt idx="126">
                  <c:v>0.37760108347200899</c:v>
                </c:pt>
                <c:pt idx="127">
                  <c:v>0.37686880840947901</c:v>
                </c:pt>
                <c:pt idx="128">
                  <c:v>0.36963016416483102</c:v>
                </c:pt>
                <c:pt idx="129">
                  <c:v>0.37481532966879599</c:v>
                </c:pt>
                <c:pt idx="130">
                  <c:v>0.37219055184891398</c:v>
                </c:pt>
                <c:pt idx="131">
                  <c:v>0.37554358924360598</c:v>
                </c:pt>
                <c:pt idx="132">
                  <c:v>0.367790411693103</c:v>
                </c:pt>
                <c:pt idx="133">
                  <c:v>0.360281533464197</c:v>
                </c:pt>
                <c:pt idx="134">
                  <c:v>0.35679214964707501</c:v>
                </c:pt>
                <c:pt idx="135">
                  <c:v>0.34207761723179098</c:v>
                </c:pt>
                <c:pt idx="136">
                  <c:v>0.35217612115288899</c:v>
                </c:pt>
                <c:pt idx="137">
                  <c:v>0.335808586245747</c:v>
                </c:pt>
                <c:pt idx="138">
                  <c:v>0.338269740445102</c:v>
                </c:pt>
                <c:pt idx="139">
                  <c:v>0.32784776909247898</c:v>
                </c:pt>
                <c:pt idx="140">
                  <c:v>0.31639228223188598</c:v>
                </c:pt>
                <c:pt idx="141">
                  <c:v>0.30754098278154401</c:v>
                </c:pt>
                <c:pt idx="142">
                  <c:v>0.28623677181889001</c:v>
                </c:pt>
                <c:pt idx="143">
                  <c:v>0.29013152002384002</c:v>
                </c:pt>
                <c:pt idx="144">
                  <c:v>0.27086440529974698</c:v>
                </c:pt>
                <c:pt idx="145">
                  <c:v>0.25695252311674199</c:v>
                </c:pt>
                <c:pt idx="146">
                  <c:v>0.26249304517437799</c:v>
                </c:pt>
                <c:pt idx="147">
                  <c:v>0.25987042796502102</c:v>
                </c:pt>
                <c:pt idx="148">
                  <c:v>0.25563519302547399</c:v>
                </c:pt>
                <c:pt idx="149">
                  <c:v>0.25483901664355901</c:v>
                </c:pt>
                <c:pt idx="150">
                  <c:v>0.23942979782991</c:v>
                </c:pt>
                <c:pt idx="151">
                  <c:v>0.24985038493230999</c:v>
                </c:pt>
                <c:pt idx="152">
                  <c:v>0.20955591615317101</c:v>
                </c:pt>
                <c:pt idx="153">
                  <c:v>0.220920192138294</c:v>
                </c:pt>
                <c:pt idx="154">
                  <c:v>0.21059899882320299</c:v>
                </c:pt>
                <c:pt idx="155">
                  <c:v>0.18591136833174399</c:v>
                </c:pt>
                <c:pt idx="156">
                  <c:v>0.17485290527685801</c:v>
                </c:pt>
                <c:pt idx="157">
                  <c:v>0.18120237508072301</c:v>
                </c:pt>
                <c:pt idx="158">
                  <c:v>0.17868787596164201</c:v>
                </c:pt>
                <c:pt idx="159">
                  <c:v>0.184555180057594</c:v>
                </c:pt>
                <c:pt idx="160">
                  <c:v>0.15239608264498899</c:v>
                </c:pt>
                <c:pt idx="161">
                  <c:v>0.155030420769012</c:v>
                </c:pt>
                <c:pt idx="162">
                  <c:v>0.143945498447513</c:v>
                </c:pt>
                <c:pt idx="163">
                  <c:v>0.154029558115199</c:v>
                </c:pt>
                <c:pt idx="164">
                  <c:v>0.14473768818351099</c:v>
                </c:pt>
                <c:pt idx="165">
                  <c:v>0.15071852333675601</c:v>
                </c:pt>
                <c:pt idx="166">
                  <c:v>0.164006872544947</c:v>
                </c:pt>
                <c:pt idx="167">
                  <c:v>0.18721424237533499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0.16278540691770399</c:v>
                </c:pt>
                <c:pt idx="1">
                  <c:v>-3.5774931822803398E-2</c:v>
                </c:pt>
                <c:pt idx="2">
                  <c:v>-1.14207917826574E-2</c:v>
                </c:pt>
                <c:pt idx="3">
                  <c:v>0.135796519192903</c:v>
                </c:pt>
                <c:pt idx="4">
                  <c:v>5.2092375289313597E-2</c:v>
                </c:pt>
                <c:pt idx="5">
                  <c:v>7.9268817450644097E-2</c:v>
                </c:pt>
                <c:pt idx="6">
                  <c:v>8.0980429222070105E-2</c:v>
                </c:pt>
                <c:pt idx="7">
                  <c:v>0.101382315386186</c:v>
                </c:pt>
                <c:pt idx="8">
                  <c:v>7.5854216425869606E-2</c:v>
                </c:pt>
                <c:pt idx="9">
                  <c:v>7.8368576370604098E-2</c:v>
                </c:pt>
                <c:pt idx="10">
                  <c:v>3.6435202143381598E-2</c:v>
                </c:pt>
                <c:pt idx="11">
                  <c:v>0.120284181392772</c:v>
                </c:pt>
                <c:pt idx="12">
                  <c:v>0.106658483490273</c:v>
                </c:pt>
                <c:pt idx="13">
                  <c:v>9.1132787996033096E-2</c:v>
                </c:pt>
                <c:pt idx="14">
                  <c:v>0.101228032000301</c:v>
                </c:pt>
                <c:pt idx="15">
                  <c:v>4.5732505226171498E-2</c:v>
                </c:pt>
                <c:pt idx="16">
                  <c:v>0.106636411596783</c:v>
                </c:pt>
                <c:pt idx="17">
                  <c:v>5.3054485080257202E-2</c:v>
                </c:pt>
                <c:pt idx="18">
                  <c:v>7.0286799770900604E-2</c:v>
                </c:pt>
                <c:pt idx="19">
                  <c:v>8.7121322117811206E-2</c:v>
                </c:pt>
                <c:pt idx="20">
                  <c:v>5.4891680638579902E-2</c:v>
                </c:pt>
                <c:pt idx="21">
                  <c:v>5.8246271522815203E-2</c:v>
                </c:pt>
                <c:pt idx="22">
                  <c:v>7.6169824538721606E-2</c:v>
                </c:pt>
                <c:pt idx="23">
                  <c:v>8.21678517370798E-2</c:v>
                </c:pt>
                <c:pt idx="24">
                  <c:v>6.4354646345471098E-2</c:v>
                </c:pt>
                <c:pt idx="25">
                  <c:v>9.9291322880812605E-2</c:v>
                </c:pt>
                <c:pt idx="26">
                  <c:v>6.4054966552868298E-2</c:v>
                </c:pt>
                <c:pt idx="27">
                  <c:v>3.2332472360750597E-2</c:v>
                </c:pt>
                <c:pt idx="28">
                  <c:v>5.5844717694457098E-2</c:v>
                </c:pt>
                <c:pt idx="29">
                  <c:v>3.4534998354273802E-2</c:v>
                </c:pt>
                <c:pt idx="30">
                  <c:v>3.6789693509876202E-2</c:v>
                </c:pt>
                <c:pt idx="31">
                  <c:v>3.6789693509876202E-2</c:v>
                </c:pt>
                <c:pt idx="32">
                  <c:v>0.102459821236577</c:v>
                </c:pt>
                <c:pt idx="33">
                  <c:v>4.6963320929905503E-2</c:v>
                </c:pt>
                <c:pt idx="34">
                  <c:v>6.1712266691394298E-2</c:v>
                </c:pt>
                <c:pt idx="35">
                  <c:v>2.51011659950965E-2</c:v>
                </c:pt>
                <c:pt idx="36">
                  <c:v>5.47565031143665E-2</c:v>
                </c:pt>
                <c:pt idx="37">
                  <c:v>4.1218504345367703E-2</c:v>
                </c:pt>
                <c:pt idx="38">
                  <c:v>3.4772768720478298E-2</c:v>
                </c:pt>
                <c:pt idx="39">
                  <c:v>2.01069252638565E-2</c:v>
                </c:pt>
                <c:pt idx="40">
                  <c:v>4.9457215306505001E-2</c:v>
                </c:pt>
                <c:pt idx="41">
                  <c:v>6.32232433166241E-2</c:v>
                </c:pt>
                <c:pt idx="42">
                  <c:v>5.3005516504236801E-2</c:v>
                </c:pt>
                <c:pt idx="43">
                  <c:v>3.2535836839439398E-2</c:v>
                </c:pt>
                <c:pt idx="44">
                  <c:v>-4.04111892650275E-2</c:v>
                </c:pt>
                <c:pt idx="45">
                  <c:v>4.2033620802108002E-3</c:v>
                </c:pt>
                <c:pt idx="46">
                  <c:v>-1.40990709399693E-2</c:v>
                </c:pt>
                <c:pt idx="47">
                  <c:v>9.3318008193095207E-3</c:v>
                </c:pt>
                <c:pt idx="48">
                  <c:v>-4.2385185013091098E-3</c:v>
                </c:pt>
                <c:pt idx="49">
                  <c:v>-5.1616249723256E-2</c:v>
                </c:pt>
                <c:pt idx="50">
                  <c:v>-5.2688877865283397E-3</c:v>
                </c:pt>
                <c:pt idx="51">
                  <c:v>-1.8850247429391101E-3</c:v>
                </c:pt>
                <c:pt idx="52">
                  <c:v>-2.4335545294450998E-3</c:v>
                </c:pt>
                <c:pt idx="53">
                  <c:v>-5.8448551749739003E-3</c:v>
                </c:pt>
                <c:pt idx="54">
                  <c:v>-7.32541728172698E-2</c:v>
                </c:pt>
                <c:pt idx="55">
                  <c:v>-2.6975955632508999E-2</c:v>
                </c:pt>
                <c:pt idx="56">
                  <c:v>-2.19499761211659E-2</c:v>
                </c:pt>
                <c:pt idx="57">
                  <c:v>-3.96313372837079E-2</c:v>
                </c:pt>
                <c:pt idx="58">
                  <c:v>-0.160006481194131</c:v>
                </c:pt>
                <c:pt idx="59">
                  <c:v>-0.15677550030144799</c:v>
                </c:pt>
                <c:pt idx="60">
                  <c:v>-0.15054159074172599</c:v>
                </c:pt>
                <c:pt idx="61">
                  <c:v>-0.10426889378589101</c:v>
                </c:pt>
                <c:pt idx="62">
                  <c:v>-7.9887910348639402E-2</c:v>
                </c:pt>
                <c:pt idx="63">
                  <c:v>-5.3673164990088304E-3</c:v>
                </c:pt>
                <c:pt idx="64">
                  <c:v>-0.14446453243122501</c:v>
                </c:pt>
                <c:pt idx="65">
                  <c:v>-0.12089281621883501</c:v>
                </c:pt>
                <c:pt idx="66">
                  <c:v>-6.6670669513756303E-2</c:v>
                </c:pt>
                <c:pt idx="67">
                  <c:v>-9.3417243754838897E-2</c:v>
                </c:pt>
                <c:pt idx="68">
                  <c:v>-0.102385919143218</c:v>
                </c:pt>
                <c:pt idx="69">
                  <c:v>-0.1074770252538</c:v>
                </c:pt>
                <c:pt idx="70">
                  <c:v>-0.13939750146510499</c:v>
                </c:pt>
                <c:pt idx="71">
                  <c:v>-0.192748964112577</c:v>
                </c:pt>
                <c:pt idx="72">
                  <c:v>-0.17023524185795</c:v>
                </c:pt>
                <c:pt idx="73">
                  <c:v>-0.180182784443111</c:v>
                </c:pt>
                <c:pt idx="74">
                  <c:v>-0.12495405878451001</c:v>
                </c:pt>
                <c:pt idx="75">
                  <c:v>-0.149181629266882</c:v>
                </c:pt>
                <c:pt idx="76">
                  <c:v>-0.13009532174295299</c:v>
                </c:pt>
                <c:pt idx="77">
                  <c:v>-0.10269713142963501</c:v>
                </c:pt>
                <c:pt idx="78">
                  <c:v>-7.5330695188555105E-2</c:v>
                </c:pt>
                <c:pt idx="79">
                  <c:v>-0.12055032895075</c:v>
                </c:pt>
                <c:pt idx="80">
                  <c:v>-0.112710705448562</c:v>
                </c:pt>
                <c:pt idx="81">
                  <c:v>-0.15112394680026001</c:v>
                </c:pt>
                <c:pt idx="82">
                  <c:v>-0.17553171955638999</c:v>
                </c:pt>
                <c:pt idx="83">
                  <c:v>-8.1342944855521293E-2</c:v>
                </c:pt>
                <c:pt idx="84">
                  <c:v>-0.126103130017444</c:v>
                </c:pt>
                <c:pt idx="85">
                  <c:v>-0.13547485838015899</c:v>
                </c:pt>
                <c:pt idx="86">
                  <c:v>-6.7620407224355403E-2</c:v>
                </c:pt>
                <c:pt idx="87">
                  <c:v>-5.11600412667872E-2</c:v>
                </c:pt>
                <c:pt idx="88">
                  <c:v>-6.3603708701221798E-3</c:v>
                </c:pt>
                <c:pt idx="89">
                  <c:v>1.05090900632828E-2</c:v>
                </c:pt>
                <c:pt idx="90">
                  <c:v>0.103863164191803</c:v>
                </c:pt>
                <c:pt idx="91">
                  <c:v>5.5773890853743201E-2</c:v>
                </c:pt>
                <c:pt idx="92">
                  <c:v>0.103671799885274</c:v>
                </c:pt>
                <c:pt idx="93">
                  <c:v>0.14466061360791199</c:v>
                </c:pt>
                <c:pt idx="94">
                  <c:v>0.15135765369706999</c:v>
                </c:pt>
                <c:pt idx="95">
                  <c:v>0.25236180813789699</c:v>
                </c:pt>
                <c:pt idx="96">
                  <c:v>0.23772346808841399</c:v>
                </c:pt>
                <c:pt idx="97">
                  <c:v>0.14224791804189699</c:v>
                </c:pt>
                <c:pt idx="98">
                  <c:v>0.239068443495174</c:v>
                </c:pt>
                <c:pt idx="99">
                  <c:v>0.20285601013891899</c:v>
                </c:pt>
                <c:pt idx="100">
                  <c:v>0.215412127540969</c:v>
                </c:pt>
                <c:pt idx="101">
                  <c:v>0.21175095799869301</c:v>
                </c:pt>
                <c:pt idx="102">
                  <c:v>0.229354497192368</c:v>
                </c:pt>
                <c:pt idx="103">
                  <c:v>0.28216569087232801</c:v>
                </c:pt>
                <c:pt idx="104">
                  <c:v>0.28117664077605697</c:v>
                </c:pt>
                <c:pt idx="105">
                  <c:v>0.26665017899342902</c:v>
                </c:pt>
                <c:pt idx="106">
                  <c:v>0.29943430836504498</c:v>
                </c:pt>
                <c:pt idx="107">
                  <c:v>0.29148186483859501</c:v>
                </c:pt>
                <c:pt idx="108">
                  <c:v>0.28260174663877902</c:v>
                </c:pt>
                <c:pt idx="109">
                  <c:v>0.22808707779391699</c:v>
                </c:pt>
                <c:pt idx="110">
                  <c:v>0.28800589634722001</c:v>
                </c:pt>
                <c:pt idx="111">
                  <c:v>0.29995261607732998</c:v>
                </c:pt>
                <c:pt idx="112">
                  <c:v>0.30405170096212503</c:v>
                </c:pt>
                <c:pt idx="113">
                  <c:v>0.30906644460668697</c:v>
                </c:pt>
                <c:pt idx="114">
                  <c:v>0.31349553381802098</c:v>
                </c:pt>
                <c:pt idx="115">
                  <c:v>0.30266918977641899</c:v>
                </c:pt>
                <c:pt idx="116">
                  <c:v>0.28195894161160201</c:v>
                </c:pt>
                <c:pt idx="117">
                  <c:v>0.29645367313497301</c:v>
                </c:pt>
                <c:pt idx="118">
                  <c:v>0.289360474411749</c:v>
                </c:pt>
                <c:pt idx="119">
                  <c:v>0.30579320807306698</c:v>
                </c:pt>
                <c:pt idx="120">
                  <c:v>0.29810612532348502</c:v>
                </c:pt>
                <c:pt idx="121">
                  <c:v>0.31681074376341301</c:v>
                </c:pt>
                <c:pt idx="122">
                  <c:v>0.35391124321295497</c:v>
                </c:pt>
                <c:pt idx="123">
                  <c:v>0.35348811708439098</c:v>
                </c:pt>
                <c:pt idx="124">
                  <c:v>0.347734903970013</c:v>
                </c:pt>
                <c:pt idx="125">
                  <c:v>0.355742294943453</c:v>
                </c:pt>
                <c:pt idx="126">
                  <c:v>0.35945088064213898</c:v>
                </c:pt>
                <c:pt idx="127">
                  <c:v>0.34509614783734199</c:v>
                </c:pt>
                <c:pt idx="128">
                  <c:v>0.34488029258146002</c:v>
                </c:pt>
                <c:pt idx="129">
                  <c:v>0.35574566070452401</c:v>
                </c:pt>
                <c:pt idx="130">
                  <c:v>0.34574320861285701</c:v>
                </c:pt>
                <c:pt idx="131">
                  <c:v>0.34856251484082401</c:v>
                </c:pt>
                <c:pt idx="132">
                  <c:v>0.34848688315047699</c:v>
                </c:pt>
                <c:pt idx="133">
                  <c:v>0.35021942316360399</c:v>
                </c:pt>
                <c:pt idx="134">
                  <c:v>0.34869227369660399</c:v>
                </c:pt>
                <c:pt idx="135">
                  <c:v>0.34278196200703398</c:v>
                </c:pt>
                <c:pt idx="136">
                  <c:v>0.35184815470994102</c:v>
                </c:pt>
                <c:pt idx="137">
                  <c:v>0.34040287956427101</c:v>
                </c:pt>
                <c:pt idx="138">
                  <c:v>0.34037180489200802</c:v>
                </c:pt>
                <c:pt idx="139">
                  <c:v>0.32576278081499499</c:v>
                </c:pt>
                <c:pt idx="140">
                  <c:v>0.318966794571308</c:v>
                </c:pt>
                <c:pt idx="141">
                  <c:v>0.29893189524347802</c:v>
                </c:pt>
                <c:pt idx="142">
                  <c:v>0.30707803018198598</c:v>
                </c:pt>
                <c:pt idx="143">
                  <c:v>0.30289813570907997</c:v>
                </c:pt>
                <c:pt idx="144">
                  <c:v>0.29061409131078703</c:v>
                </c:pt>
                <c:pt idx="145">
                  <c:v>0.28247644685828999</c:v>
                </c:pt>
                <c:pt idx="146">
                  <c:v>0.27732810160010202</c:v>
                </c:pt>
                <c:pt idx="147">
                  <c:v>0.280454153804224</c:v>
                </c:pt>
                <c:pt idx="148">
                  <c:v>0.27530838624509502</c:v>
                </c:pt>
                <c:pt idx="149">
                  <c:v>0.27297567754404201</c:v>
                </c:pt>
                <c:pt idx="150">
                  <c:v>0.25360544358422399</c:v>
                </c:pt>
                <c:pt idx="151">
                  <c:v>0.25172654605886102</c:v>
                </c:pt>
                <c:pt idx="152">
                  <c:v>0.225038929866099</c:v>
                </c:pt>
                <c:pt idx="153">
                  <c:v>0.22816474869314099</c:v>
                </c:pt>
                <c:pt idx="154">
                  <c:v>0.21431825089176301</c:v>
                </c:pt>
                <c:pt idx="155">
                  <c:v>0.193511250963596</c:v>
                </c:pt>
                <c:pt idx="156">
                  <c:v>0.18001833495047101</c:v>
                </c:pt>
                <c:pt idx="157">
                  <c:v>0.18155441525911101</c:v>
                </c:pt>
                <c:pt idx="158">
                  <c:v>0.17972735617230001</c:v>
                </c:pt>
                <c:pt idx="159">
                  <c:v>0.15484941307844599</c:v>
                </c:pt>
                <c:pt idx="160">
                  <c:v>0.14353711569446501</c:v>
                </c:pt>
                <c:pt idx="161">
                  <c:v>0.1595355984288</c:v>
                </c:pt>
                <c:pt idx="162">
                  <c:v>0.13605540836015501</c:v>
                </c:pt>
                <c:pt idx="163">
                  <c:v>0.13018924978149499</c:v>
                </c:pt>
                <c:pt idx="164">
                  <c:v>0.131180221664464</c:v>
                </c:pt>
                <c:pt idx="165">
                  <c:v>0.114365303975861</c:v>
                </c:pt>
                <c:pt idx="166">
                  <c:v>0.130205384254614</c:v>
                </c:pt>
                <c:pt idx="167">
                  <c:v>0.160636707061135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2896640"/>
        <c:axId val="282915968"/>
      </c:lineChart>
      <c:dateAx>
        <c:axId val="28289664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8291596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8291596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8289664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</c:spPr>
          <c:invertIfNegative val="0"/>
          <c:cat>
            <c:strRef>
              <c:f>Expenses!$F$2:$G$2</c:f>
              <c:strCache>
                <c:ptCount val="2"/>
                <c:pt idx="0">
                  <c:v>Non-Judicial</c:v>
                </c:pt>
                <c:pt idx="1">
                  <c:v>Judicial</c:v>
                </c:pt>
              </c:strCache>
            </c:strRef>
          </c:cat>
          <c:val>
            <c:numRef>
              <c:f>Expenses!$F$3:$G$3</c:f>
              <c:numCache>
                <c:formatCode>0%</c:formatCode>
                <c:ptCount val="2"/>
                <c:pt idx="0">
                  <c:v>9.2227900000000002E-2</c:v>
                </c:pt>
                <c:pt idx="1">
                  <c:v>0.14381260000000001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58582016"/>
        <c:axId val="258598784"/>
      </c:barChart>
      <c:catAx>
        <c:axId val="258582016"/>
        <c:scaling>
          <c:orientation val="minMax"/>
        </c:scaling>
        <c:delete val="0"/>
        <c:axPos val="b"/>
        <c:majorTickMark val="out"/>
        <c:minorTickMark val="none"/>
        <c:tickLblPos val="nextTo"/>
        <c:crossAx val="258598784"/>
        <c:crosses val="autoZero"/>
        <c:auto val="1"/>
        <c:lblAlgn val="ctr"/>
        <c:lblOffset val="100"/>
        <c:noMultiLvlLbl val="0"/>
      </c:catAx>
      <c:valAx>
        <c:axId val="25859878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8582016"/>
        <c:crosses val="autoZero"/>
        <c:crossBetween val="between"/>
        <c:majorUnit val="5.000000000000001E-2"/>
      </c:valAx>
    </c:plotArea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strRef>
              <c:f>Sheet1!$A$2:$A$16</c:f>
              <c:strCache>
                <c:ptCount val="15"/>
                <c:pt idx="0">
                  <c:v>50K</c:v>
                </c:pt>
                <c:pt idx="1">
                  <c:v>100K</c:v>
                </c:pt>
                <c:pt idx="2">
                  <c:v>150K</c:v>
                </c:pt>
                <c:pt idx="3">
                  <c:v>200K</c:v>
                </c:pt>
                <c:pt idx="4">
                  <c:v>250K</c:v>
                </c:pt>
                <c:pt idx="5">
                  <c:v>300K</c:v>
                </c:pt>
                <c:pt idx="6">
                  <c:v>350K</c:v>
                </c:pt>
                <c:pt idx="7">
                  <c:v>400K</c:v>
                </c:pt>
                <c:pt idx="8">
                  <c:v>450K</c:v>
                </c:pt>
                <c:pt idx="9">
                  <c:v>500K</c:v>
                </c:pt>
                <c:pt idx="10">
                  <c:v>550K</c:v>
                </c:pt>
                <c:pt idx="11">
                  <c:v>600K</c:v>
                </c:pt>
                <c:pt idx="12">
                  <c:v>650K</c:v>
                </c:pt>
                <c:pt idx="13">
                  <c:v>700K</c:v>
                </c:pt>
                <c:pt idx="14">
                  <c:v>750K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0.245212233918435</c:v>
                </c:pt>
                <c:pt idx="1">
                  <c:v>0.153807368575161</c:v>
                </c:pt>
                <c:pt idx="2">
                  <c:v>0.117278249028986</c:v>
                </c:pt>
                <c:pt idx="3">
                  <c:v>9.1377451252131994E-2</c:v>
                </c:pt>
                <c:pt idx="4">
                  <c:v>7.5150397968344704E-2</c:v>
                </c:pt>
                <c:pt idx="5">
                  <c:v>6.4660400647560706E-2</c:v>
                </c:pt>
                <c:pt idx="6">
                  <c:v>5.5701212094515597E-2</c:v>
                </c:pt>
                <c:pt idx="7">
                  <c:v>4.9166053847773797E-2</c:v>
                </c:pt>
                <c:pt idx="8">
                  <c:v>5.4181616832379403E-2</c:v>
                </c:pt>
                <c:pt idx="9">
                  <c:v>5.0559088699076798E-2</c:v>
                </c:pt>
                <c:pt idx="10">
                  <c:v>4.34386913435292E-2</c:v>
                </c:pt>
                <c:pt idx="11">
                  <c:v>4.6199076769447102E-2</c:v>
                </c:pt>
                <c:pt idx="12">
                  <c:v>4.8199184234963999E-2</c:v>
                </c:pt>
                <c:pt idx="13">
                  <c:v>2.5692744456876301E-2</c:v>
                </c:pt>
                <c:pt idx="14">
                  <c:v>1.8174604374236999E-2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7715968"/>
        <c:axId val="278566016"/>
      </c:barChart>
      <c:catAx>
        <c:axId val="277715968"/>
        <c:scaling>
          <c:orientation val="minMax"/>
        </c:scaling>
        <c:delete val="0"/>
        <c:axPos val="b"/>
        <c:numFmt formatCode="_(* #,##0_);_(* \(#,##0\);_(* &quot;-&quot;??_);_(@_)" sourceLinked="1"/>
        <c:majorTickMark val="out"/>
        <c:minorTickMark val="none"/>
        <c:tickLblPos val="nextTo"/>
        <c:crossAx val="278566016"/>
        <c:crosses val="autoZero"/>
        <c:auto val="1"/>
        <c:lblAlgn val="ctr"/>
        <c:lblOffset val="100"/>
        <c:noMultiLvlLbl val="0"/>
      </c:catAx>
      <c:valAx>
        <c:axId val="27856601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777159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</c:spPr>
          <c:invertIfNegative val="0"/>
          <c:cat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1.7763133380258447E-2</c:v>
                </c:pt>
                <c:pt idx="1">
                  <c:v>9.100301308763159E-2</c:v>
                </c:pt>
                <c:pt idx="2">
                  <c:v>0.15102504197410821</c:v>
                </c:pt>
                <c:pt idx="3">
                  <c:v>0.18773454200812073</c:v>
                </c:pt>
                <c:pt idx="4">
                  <c:v>0.22347136911615212</c:v>
                </c:pt>
                <c:pt idx="5">
                  <c:v>0.24805781231189178</c:v>
                </c:pt>
                <c:pt idx="6">
                  <c:v>0.262070002096085</c:v>
                </c:pt>
                <c:pt idx="7">
                  <c:v>0.32027040414505009</c:v>
                </c:pt>
                <c:pt idx="8">
                  <c:v>0.39759753227354327</c:v>
                </c:pt>
                <c:pt idx="9">
                  <c:v>0.40926749166758331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2888832"/>
        <c:axId val="283013504"/>
      </c:barChart>
      <c:catAx>
        <c:axId val="2828888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83013504"/>
        <c:crosses val="autoZero"/>
        <c:auto val="1"/>
        <c:lblAlgn val="ctr"/>
        <c:lblOffset val="100"/>
        <c:noMultiLvlLbl val="0"/>
      </c:catAx>
      <c:valAx>
        <c:axId val="28301350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828888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4.0763893445297197E-2</c:v>
                </c:pt>
                <c:pt idx="1">
                  <c:v>6.7664554957120704E-2</c:v>
                </c:pt>
                <c:pt idx="2">
                  <c:v>6.6114796497942802E-2</c:v>
                </c:pt>
                <c:pt idx="3">
                  <c:v>6.2321239531893599E-2</c:v>
                </c:pt>
                <c:pt idx="4">
                  <c:v>8.34609321908307E-2</c:v>
                </c:pt>
                <c:pt idx="5">
                  <c:v>5.5026555836486003E-2</c:v>
                </c:pt>
                <c:pt idx="6">
                  <c:v>5.89353609960616E-2</c:v>
                </c:pt>
                <c:pt idx="7">
                  <c:v>7.2624559414873502E-2</c:v>
                </c:pt>
                <c:pt idx="8">
                  <c:v>6.4769052909589897E-2</c:v>
                </c:pt>
                <c:pt idx="9">
                  <c:v>7.28206900031034E-2</c:v>
                </c:pt>
                <c:pt idx="10">
                  <c:v>6.7750614442100607E-2</c:v>
                </c:pt>
                <c:pt idx="11">
                  <c:v>0.11092310086757499</c:v>
                </c:pt>
                <c:pt idx="12">
                  <c:v>9.4574038306690103E-2</c:v>
                </c:pt>
                <c:pt idx="13">
                  <c:v>0.104811640250367</c:v>
                </c:pt>
                <c:pt idx="14">
                  <c:v>6.8712931175657604E-2</c:v>
                </c:pt>
                <c:pt idx="15">
                  <c:v>7.1426986389850899E-2</c:v>
                </c:pt>
                <c:pt idx="16">
                  <c:v>7.25906420277901E-2</c:v>
                </c:pt>
                <c:pt idx="17">
                  <c:v>7.8699922605480796E-2</c:v>
                </c:pt>
                <c:pt idx="18">
                  <c:v>7.5371551508398901E-2</c:v>
                </c:pt>
                <c:pt idx="19">
                  <c:v>8.1612844262945503E-2</c:v>
                </c:pt>
                <c:pt idx="20">
                  <c:v>7.8255524875693205E-2</c:v>
                </c:pt>
                <c:pt idx="21">
                  <c:v>7.9615395093771593E-2</c:v>
                </c:pt>
                <c:pt idx="22">
                  <c:v>8.4014060068041505E-2</c:v>
                </c:pt>
                <c:pt idx="23">
                  <c:v>7.5478659450915003E-2</c:v>
                </c:pt>
                <c:pt idx="24">
                  <c:v>8.8057449538248803E-2</c:v>
                </c:pt>
                <c:pt idx="25">
                  <c:v>8.60347838576241E-2</c:v>
                </c:pt>
                <c:pt idx="26">
                  <c:v>8.1786800772717494E-2</c:v>
                </c:pt>
                <c:pt idx="27">
                  <c:v>8.5196494289059302E-2</c:v>
                </c:pt>
                <c:pt idx="28">
                  <c:v>8.3619191913862495E-2</c:v>
                </c:pt>
                <c:pt idx="29">
                  <c:v>7.4379146749172204E-2</c:v>
                </c:pt>
                <c:pt idx="30">
                  <c:v>8.17155934720388E-2</c:v>
                </c:pt>
                <c:pt idx="31">
                  <c:v>7.8872623700342398E-2</c:v>
                </c:pt>
                <c:pt idx="32">
                  <c:v>8.24620416962831E-2</c:v>
                </c:pt>
                <c:pt idx="33">
                  <c:v>7.5361888439004904E-2</c:v>
                </c:pt>
                <c:pt idx="34">
                  <c:v>8.1605087132728099E-2</c:v>
                </c:pt>
                <c:pt idx="35">
                  <c:v>9.3657275517270697E-2</c:v>
                </c:pt>
                <c:pt idx="36">
                  <c:v>8.0733179064897603E-2</c:v>
                </c:pt>
                <c:pt idx="37">
                  <c:v>7.9604205635554301E-2</c:v>
                </c:pt>
                <c:pt idx="38">
                  <c:v>8.1779415441046305E-2</c:v>
                </c:pt>
                <c:pt idx="39">
                  <c:v>8.0879805852996894E-2</c:v>
                </c:pt>
                <c:pt idx="40">
                  <c:v>8.2921636879583593E-2</c:v>
                </c:pt>
                <c:pt idx="41">
                  <c:v>8.3327782128344102E-2</c:v>
                </c:pt>
                <c:pt idx="42">
                  <c:v>8.3241316742823507E-2</c:v>
                </c:pt>
                <c:pt idx="43">
                  <c:v>7.9980228621681304E-2</c:v>
                </c:pt>
                <c:pt idx="44">
                  <c:v>7.9494935172550393E-2</c:v>
                </c:pt>
                <c:pt idx="45">
                  <c:v>8.7657793392373798E-2</c:v>
                </c:pt>
                <c:pt idx="46">
                  <c:v>8.7186937319830599E-2</c:v>
                </c:pt>
                <c:pt idx="47">
                  <c:v>9.1493474351079296E-2</c:v>
                </c:pt>
                <c:pt idx="48">
                  <c:v>9.9873179697761397E-2</c:v>
                </c:pt>
                <c:pt idx="49">
                  <c:v>0.106670394140661</c:v>
                </c:pt>
                <c:pt idx="50">
                  <c:v>9.8816843485229094E-2</c:v>
                </c:pt>
                <c:pt idx="51">
                  <c:v>9.4718166221291394E-2</c:v>
                </c:pt>
                <c:pt idx="52">
                  <c:v>9.7586152158496905E-2</c:v>
                </c:pt>
                <c:pt idx="53">
                  <c:v>0.10285679891442299</c:v>
                </c:pt>
                <c:pt idx="54">
                  <c:v>0.110734375437685</c:v>
                </c:pt>
                <c:pt idx="55">
                  <c:v>0.10771617572150401</c:v>
                </c:pt>
                <c:pt idx="56">
                  <c:v>0.11310324387767599</c:v>
                </c:pt>
                <c:pt idx="57">
                  <c:v>0.104966810090873</c:v>
                </c:pt>
                <c:pt idx="58">
                  <c:v>0.112563192687367</c:v>
                </c:pt>
                <c:pt idx="59">
                  <c:v>0.121694441226766</c:v>
                </c:pt>
                <c:pt idx="60">
                  <c:v>0.122518883614021</c:v>
                </c:pt>
                <c:pt idx="61">
                  <c:v>0.123883469516304</c:v>
                </c:pt>
                <c:pt idx="62">
                  <c:v>0.127211854652928</c:v>
                </c:pt>
                <c:pt idx="63">
                  <c:v>0.122915541288174</c:v>
                </c:pt>
                <c:pt idx="64">
                  <c:v>0.123849402275062</c:v>
                </c:pt>
                <c:pt idx="65">
                  <c:v>0.11723703418501701</c:v>
                </c:pt>
                <c:pt idx="66">
                  <c:v>0.118856952026181</c:v>
                </c:pt>
                <c:pt idx="67">
                  <c:v>0.117774931779887</c:v>
                </c:pt>
                <c:pt idx="68">
                  <c:v>0.11785962619214101</c:v>
                </c:pt>
                <c:pt idx="69">
                  <c:v>0.126616421802032</c:v>
                </c:pt>
                <c:pt idx="70">
                  <c:v>0.126553253037132</c:v>
                </c:pt>
                <c:pt idx="71">
                  <c:v>0.12714554760264599</c:v>
                </c:pt>
                <c:pt idx="72">
                  <c:v>0.121385819310734</c:v>
                </c:pt>
                <c:pt idx="73">
                  <c:v>0.11973097500495999</c:v>
                </c:pt>
                <c:pt idx="74">
                  <c:v>0.10980600231158801</c:v>
                </c:pt>
                <c:pt idx="75">
                  <c:v>0.112763927449244</c:v>
                </c:pt>
                <c:pt idx="76">
                  <c:v>0.114670217111235</c:v>
                </c:pt>
                <c:pt idx="77">
                  <c:v>0.111337597826171</c:v>
                </c:pt>
                <c:pt idx="78">
                  <c:v>0.11228684860424699</c:v>
                </c:pt>
                <c:pt idx="79">
                  <c:v>0.11104185423988</c:v>
                </c:pt>
                <c:pt idx="80">
                  <c:v>0.106680069063935</c:v>
                </c:pt>
                <c:pt idx="81">
                  <c:v>0.105378574132172</c:v>
                </c:pt>
                <c:pt idx="82">
                  <c:v>0.10174514637393201</c:v>
                </c:pt>
                <c:pt idx="83">
                  <c:v>0.110223244035302</c:v>
                </c:pt>
                <c:pt idx="84">
                  <c:v>0.109674799560438</c:v>
                </c:pt>
                <c:pt idx="85">
                  <c:v>9.8104843198849295E-2</c:v>
                </c:pt>
                <c:pt idx="86">
                  <c:v>9.6502204679002695E-2</c:v>
                </c:pt>
                <c:pt idx="87">
                  <c:v>9.1229658726546897E-2</c:v>
                </c:pt>
                <c:pt idx="88">
                  <c:v>9.8378755344767504E-2</c:v>
                </c:pt>
                <c:pt idx="89">
                  <c:v>9.5336224929919305E-2</c:v>
                </c:pt>
                <c:pt idx="90">
                  <c:v>9.1101619582291002E-2</c:v>
                </c:pt>
                <c:pt idx="91">
                  <c:v>9.2186121491987905E-2</c:v>
                </c:pt>
                <c:pt idx="92">
                  <c:v>8.3881233023466201E-2</c:v>
                </c:pt>
                <c:pt idx="93">
                  <c:v>8.5432633492304497E-2</c:v>
                </c:pt>
                <c:pt idx="94">
                  <c:v>8.2415804434857798E-2</c:v>
                </c:pt>
                <c:pt idx="95">
                  <c:v>8.3201752621696504E-2</c:v>
                </c:pt>
                <c:pt idx="96">
                  <c:v>8.0392695313763099E-2</c:v>
                </c:pt>
                <c:pt idx="97">
                  <c:v>7.9324142856344496E-2</c:v>
                </c:pt>
                <c:pt idx="98">
                  <c:v>8.0260907187320693E-2</c:v>
                </c:pt>
                <c:pt idx="99">
                  <c:v>7.7875195467814406E-2</c:v>
                </c:pt>
                <c:pt idx="100">
                  <c:v>7.3398058094027302E-2</c:v>
                </c:pt>
                <c:pt idx="101">
                  <c:v>7.2096167062142905E-2</c:v>
                </c:pt>
                <c:pt idx="102">
                  <c:v>6.8744228203748495E-2</c:v>
                </c:pt>
                <c:pt idx="103">
                  <c:v>7.0712476479857497E-2</c:v>
                </c:pt>
                <c:pt idx="104">
                  <c:v>7.1569748835422997E-2</c:v>
                </c:pt>
                <c:pt idx="105">
                  <c:v>7.4592546538928203E-2</c:v>
                </c:pt>
                <c:pt idx="106">
                  <c:v>7.1846070265506601E-2</c:v>
                </c:pt>
                <c:pt idx="107">
                  <c:v>7.6571511119847502E-2</c:v>
                </c:pt>
                <c:pt idx="108">
                  <c:v>8.0197186237607201E-2</c:v>
                </c:pt>
                <c:pt idx="109">
                  <c:v>8.2354911646995599E-2</c:v>
                </c:pt>
                <c:pt idx="110">
                  <c:v>8.1734746169096803E-2</c:v>
                </c:pt>
                <c:pt idx="111">
                  <c:v>8.1406283451473299E-2</c:v>
                </c:pt>
                <c:pt idx="112">
                  <c:v>8.0336438088811996E-2</c:v>
                </c:pt>
                <c:pt idx="113">
                  <c:v>8.1505280933665505E-2</c:v>
                </c:pt>
                <c:pt idx="114">
                  <c:v>8.0151586257574098E-2</c:v>
                </c:pt>
                <c:pt idx="115">
                  <c:v>8.4518379948831796E-2</c:v>
                </c:pt>
                <c:pt idx="116">
                  <c:v>8.3749380508377005E-2</c:v>
                </c:pt>
                <c:pt idx="117">
                  <c:v>7.8663645314153999E-2</c:v>
                </c:pt>
                <c:pt idx="118">
                  <c:v>7.8364892284574897E-2</c:v>
                </c:pt>
                <c:pt idx="119">
                  <c:v>8.1379558981761996E-2</c:v>
                </c:pt>
                <c:pt idx="120">
                  <c:v>8.8981631527906904E-2</c:v>
                </c:pt>
                <c:pt idx="121">
                  <c:v>8.8044477683310002E-2</c:v>
                </c:pt>
                <c:pt idx="122">
                  <c:v>8.88394449142762E-2</c:v>
                </c:pt>
                <c:pt idx="123">
                  <c:v>8.8701250028938999E-2</c:v>
                </c:pt>
                <c:pt idx="124">
                  <c:v>8.8118748281096407E-2</c:v>
                </c:pt>
                <c:pt idx="125">
                  <c:v>8.6975972067541804E-2</c:v>
                </c:pt>
                <c:pt idx="126">
                  <c:v>9.2392712805964394E-2</c:v>
                </c:pt>
                <c:pt idx="127">
                  <c:v>9.5239084720612502E-2</c:v>
                </c:pt>
                <c:pt idx="128">
                  <c:v>9.1330088616268498E-2</c:v>
                </c:pt>
                <c:pt idx="129">
                  <c:v>9.5201292182399797E-2</c:v>
                </c:pt>
                <c:pt idx="130">
                  <c:v>9.6724718680442995E-2</c:v>
                </c:pt>
                <c:pt idx="131">
                  <c:v>0.102162586738787</c:v>
                </c:pt>
                <c:pt idx="132">
                  <c:v>0.10319258865544299</c:v>
                </c:pt>
                <c:pt idx="133">
                  <c:v>0.104769668840154</c:v>
                </c:pt>
                <c:pt idx="134">
                  <c:v>0.109302208238652</c:v>
                </c:pt>
                <c:pt idx="135">
                  <c:v>0.108912250215065</c:v>
                </c:pt>
                <c:pt idx="136">
                  <c:v>0.1110732384969</c:v>
                </c:pt>
                <c:pt idx="137">
                  <c:v>0.11163337355866999</c:v>
                </c:pt>
                <c:pt idx="138">
                  <c:v>0.11300840838753</c:v>
                </c:pt>
                <c:pt idx="139">
                  <c:v>0.11572436619354701</c:v>
                </c:pt>
                <c:pt idx="140">
                  <c:v>0.119040718215095</c:v>
                </c:pt>
                <c:pt idx="141">
                  <c:v>0.120986471326297</c:v>
                </c:pt>
                <c:pt idx="142">
                  <c:v>0.12570662039015301</c:v>
                </c:pt>
                <c:pt idx="143">
                  <c:v>0.127396636584267</c:v>
                </c:pt>
                <c:pt idx="144">
                  <c:v>0.12960287502893</c:v>
                </c:pt>
                <c:pt idx="145">
                  <c:v>0.12991107421349701</c:v>
                </c:pt>
                <c:pt idx="146">
                  <c:v>0.13236206334931599</c:v>
                </c:pt>
                <c:pt idx="147">
                  <c:v>0.13030535822306899</c:v>
                </c:pt>
                <c:pt idx="148">
                  <c:v>0.133244972687562</c:v>
                </c:pt>
                <c:pt idx="149">
                  <c:v>0.136352962941864</c:v>
                </c:pt>
                <c:pt idx="150">
                  <c:v>0.141840677534427</c:v>
                </c:pt>
                <c:pt idx="151">
                  <c:v>0.1418342840382</c:v>
                </c:pt>
                <c:pt idx="152">
                  <c:v>0.14795186946635</c:v>
                </c:pt>
                <c:pt idx="153">
                  <c:v>0.14271949988465801</c:v>
                </c:pt>
                <c:pt idx="154">
                  <c:v>0.14456563670268299</c:v>
                </c:pt>
                <c:pt idx="155">
                  <c:v>0.14816128775408</c:v>
                </c:pt>
                <c:pt idx="156">
                  <c:v>0.145318574849156</c:v>
                </c:pt>
                <c:pt idx="157">
                  <c:v>0.143225633296344</c:v>
                </c:pt>
                <c:pt idx="158">
                  <c:v>0.14673660249267301</c:v>
                </c:pt>
                <c:pt idx="159">
                  <c:v>0.15032030236178301</c:v>
                </c:pt>
                <c:pt idx="160">
                  <c:v>0.15461984919103999</c:v>
                </c:pt>
                <c:pt idx="161">
                  <c:v>0.15891149101034399</c:v>
                </c:pt>
                <c:pt idx="162">
                  <c:v>0.16420541018083301</c:v>
                </c:pt>
                <c:pt idx="163">
                  <c:v>0.17208007645176601</c:v>
                </c:pt>
                <c:pt idx="164">
                  <c:v>0.16851875045342499</c:v>
                </c:pt>
                <c:pt idx="165">
                  <c:v>0.17718311241298801</c:v>
                </c:pt>
                <c:pt idx="166">
                  <c:v>0.17873563203054399</c:v>
                </c:pt>
                <c:pt idx="167">
                  <c:v>0.181057672582526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5.5020733216484902E-2</c:v>
                </c:pt>
                <c:pt idx="1">
                  <c:v>6.2684900099851601E-2</c:v>
                </c:pt>
                <c:pt idx="2">
                  <c:v>6.6529531149928003E-2</c:v>
                </c:pt>
                <c:pt idx="3">
                  <c:v>6.5231328775177996E-2</c:v>
                </c:pt>
                <c:pt idx="4">
                  <c:v>6.9826500730370306E-2</c:v>
                </c:pt>
                <c:pt idx="5">
                  <c:v>6.4006054630862605E-2</c:v>
                </c:pt>
                <c:pt idx="6">
                  <c:v>6.09324659499937E-2</c:v>
                </c:pt>
                <c:pt idx="7">
                  <c:v>7.4446716492174603E-2</c:v>
                </c:pt>
                <c:pt idx="8">
                  <c:v>7.1115046382197705E-2</c:v>
                </c:pt>
                <c:pt idx="9">
                  <c:v>7.2897401347530602E-2</c:v>
                </c:pt>
                <c:pt idx="10">
                  <c:v>7.96899588041656E-2</c:v>
                </c:pt>
                <c:pt idx="11">
                  <c:v>7.7926267838680299E-2</c:v>
                </c:pt>
                <c:pt idx="12">
                  <c:v>7.7522959864067195E-2</c:v>
                </c:pt>
                <c:pt idx="13">
                  <c:v>8.4767448971003606E-2</c:v>
                </c:pt>
                <c:pt idx="14">
                  <c:v>8.3551667890475703E-2</c:v>
                </c:pt>
                <c:pt idx="15">
                  <c:v>7.9081085745925497E-2</c:v>
                </c:pt>
                <c:pt idx="16">
                  <c:v>8.3056439413319402E-2</c:v>
                </c:pt>
                <c:pt idx="17">
                  <c:v>8.2467394301152602E-2</c:v>
                </c:pt>
                <c:pt idx="18">
                  <c:v>8.1803711418132793E-2</c:v>
                </c:pt>
                <c:pt idx="19">
                  <c:v>8.6348369862274801E-2</c:v>
                </c:pt>
                <c:pt idx="20">
                  <c:v>8.4099880585384798E-2</c:v>
                </c:pt>
                <c:pt idx="21">
                  <c:v>8.2922941200150896E-2</c:v>
                </c:pt>
                <c:pt idx="22">
                  <c:v>8.5565722790539103E-2</c:v>
                </c:pt>
                <c:pt idx="23">
                  <c:v>8.5083292798839694E-2</c:v>
                </c:pt>
                <c:pt idx="24">
                  <c:v>8.9863538544350197E-2</c:v>
                </c:pt>
                <c:pt idx="25">
                  <c:v>9.0226992575769993E-2</c:v>
                </c:pt>
                <c:pt idx="26">
                  <c:v>8.6808227421870193E-2</c:v>
                </c:pt>
                <c:pt idx="27">
                  <c:v>9.4361175062562697E-2</c:v>
                </c:pt>
                <c:pt idx="28">
                  <c:v>9.1796277666839704E-2</c:v>
                </c:pt>
                <c:pt idx="29">
                  <c:v>8.7710737994457597E-2</c:v>
                </c:pt>
                <c:pt idx="30">
                  <c:v>9.1693935229405499E-2</c:v>
                </c:pt>
                <c:pt idx="31">
                  <c:v>8.8003910725382203E-2</c:v>
                </c:pt>
                <c:pt idx="32">
                  <c:v>8.7772295949344006E-2</c:v>
                </c:pt>
                <c:pt idx="33">
                  <c:v>9.2659690286859095E-2</c:v>
                </c:pt>
                <c:pt idx="34">
                  <c:v>9.0384547656254505E-2</c:v>
                </c:pt>
                <c:pt idx="35">
                  <c:v>9.1704674743867495E-2</c:v>
                </c:pt>
                <c:pt idx="36">
                  <c:v>8.9027313805116304E-2</c:v>
                </c:pt>
                <c:pt idx="37">
                  <c:v>9.0992054279907697E-2</c:v>
                </c:pt>
                <c:pt idx="38">
                  <c:v>9.5094586469937306E-2</c:v>
                </c:pt>
                <c:pt idx="39">
                  <c:v>9.3861582425298601E-2</c:v>
                </c:pt>
                <c:pt idx="40">
                  <c:v>9.3866462248819393E-2</c:v>
                </c:pt>
                <c:pt idx="41">
                  <c:v>9.5259478426034896E-2</c:v>
                </c:pt>
                <c:pt idx="42">
                  <c:v>9.3722337307480696E-2</c:v>
                </c:pt>
                <c:pt idx="43">
                  <c:v>9.8793997750561593E-2</c:v>
                </c:pt>
                <c:pt idx="44">
                  <c:v>9.7370354805249706E-2</c:v>
                </c:pt>
                <c:pt idx="45">
                  <c:v>9.9655748855520296E-2</c:v>
                </c:pt>
                <c:pt idx="46">
                  <c:v>0.102725107173057</c:v>
                </c:pt>
                <c:pt idx="47">
                  <c:v>0.102758261316041</c:v>
                </c:pt>
                <c:pt idx="48">
                  <c:v>0.101333447637037</c:v>
                </c:pt>
                <c:pt idx="49">
                  <c:v>0.112716696217216</c:v>
                </c:pt>
                <c:pt idx="50">
                  <c:v>0.104053016268278</c:v>
                </c:pt>
                <c:pt idx="51">
                  <c:v>0.103917123456077</c:v>
                </c:pt>
                <c:pt idx="52">
                  <c:v>0.106017511984451</c:v>
                </c:pt>
                <c:pt idx="53">
                  <c:v>0.103461153225662</c:v>
                </c:pt>
                <c:pt idx="54">
                  <c:v>0.11084095451877</c:v>
                </c:pt>
                <c:pt idx="55">
                  <c:v>0.114421033714669</c:v>
                </c:pt>
                <c:pt idx="56">
                  <c:v>0.11283721686655999</c:v>
                </c:pt>
                <c:pt idx="57">
                  <c:v>0.115547351716998</c:v>
                </c:pt>
                <c:pt idx="58">
                  <c:v>0.12749859236942301</c:v>
                </c:pt>
                <c:pt idx="59">
                  <c:v>0.124131621082069</c:v>
                </c:pt>
                <c:pt idx="60">
                  <c:v>0.123645457306874</c:v>
                </c:pt>
                <c:pt idx="61">
                  <c:v>0.127582704258905</c:v>
                </c:pt>
                <c:pt idx="62">
                  <c:v>0.127487699219096</c:v>
                </c:pt>
                <c:pt idx="63">
                  <c:v>0.120991677411356</c:v>
                </c:pt>
                <c:pt idx="64">
                  <c:v>0.11978417847449099</c:v>
                </c:pt>
                <c:pt idx="65">
                  <c:v>0.12537156810403899</c:v>
                </c:pt>
                <c:pt idx="66">
                  <c:v>0.12665681748027</c:v>
                </c:pt>
                <c:pt idx="67">
                  <c:v>0.12651378951324899</c:v>
                </c:pt>
                <c:pt idx="68">
                  <c:v>0.12813787290664799</c:v>
                </c:pt>
                <c:pt idx="69">
                  <c:v>0.13542466853785601</c:v>
                </c:pt>
                <c:pt idx="70">
                  <c:v>0.133878845084965</c:v>
                </c:pt>
                <c:pt idx="71">
                  <c:v>0.1283958133284</c:v>
                </c:pt>
                <c:pt idx="72">
                  <c:v>0.13112522311535199</c:v>
                </c:pt>
                <c:pt idx="73">
                  <c:v>0.12888376699550999</c:v>
                </c:pt>
                <c:pt idx="74">
                  <c:v>0.121981642748999</c:v>
                </c:pt>
                <c:pt idx="75">
                  <c:v>0.12422600591534699</c:v>
                </c:pt>
                <c:pt idx="76">
                  <c:v>0.12946549565832399</c:v>
                </c:pt>
                <c:pt idx="77">
                  <c:v>0.122120308907542</c:v>
                </c:pt>
                <c:pt idx="78">
                  <c:v>0.119539324653405</c:v>
                </c:pt>
                <c:pt idx="79">
                  <c:v>0.117516856352434</c:v>
                </c:pt>
                <c:pt idx="80">
                  <c:v>0.11550360053808</c:v>
                </c:pt>
                <c:pt idx="81">
                  <c:v>0.114526350586588</c:v>
                </c:pt>
                <c:pt idx="82">
                  <c:v>0.111459622858195</c:v>
                </c:pt>
                <c:pt idx="83">
                  <c:v>0.117111060393581</c:v>
                </c:pt>
                <c:pt idx="84">
                  <c:v>0.113628075401352</c:v>
                </c:pt>
                <c:pt idx="85">
                  <c:v>0.108719646853605</c:v>
                </c:pt>
                <c:pt idx="86">
                  <c:v>0.111458430194448</c:v>
                </c:pt>
                <c:pt idx="87">
                  <c:v>0.104016167094797</c:v>
                </c:pt>
                <c:pt idx="88">
                  <c:v>0.108080916422278</c:v>
                </c:pt>
                <c:pt idx="89">
                  <c:v>0.104997729961559</c:v>
                </c:pt>
                <c:pt idx="90">
                  <c:v>0.10264613986610099</c:v>
                </c:pt>
                <c:pt idx="91">
                  <c:v>0.104213888425869</c:v>
                </c:pt>
                <c:pt idx="92">
                  <c:v>9.45817239611801E-2</c:v>
                </c:pt>
                <c:pt idx="93">
                  <c:v>0.10022866635692999</c:v>
                </c:pt>
                <c:pt idx="94">
                  <c:v>9.8483888883044907E-2</c:v>
                </c:pt>
                <c:pt idx="95">
                  <c:v>9.4580545225199694E-2</c:v>
                </c:pt>
                <c:pt idx="96">
                  <c:v>9.0107855107400298E-2</c:v>
                </c:pt>
                <c:pt idx="97">
                  <c:v>9.1706403527291702E-2</c:v>
                </c:pt>
                <c:pt idx="98">
                  <c:v>9.0945323920575596E-2</c:v>
                </c:pt>
                <c:pt idx="99">
                  <c:v>8.7642642303193796E-2</c:v>
                </c:pt>
                <c:pt idx="100">
                  <c:v>8.4337205847976701E-2</c:v>
                </c:pt>
                <c:pt idx="101">
                  <c:v>8.1889420874577803E-2</c:v>
                </c:pt>
                <c:pt idx="102">
                  <c:v>8.1132275729094094E-2</c:v>
                </c:pt>
                <c:pt idx="103">
                  <c:v>8.0917357261592202E-2</c:v>
                </c:pt>
                <c:pt idx="104">
                  <c:v>8.1622522468057707E-2</c:v>
                </c:pt>
                <c:pt idx="105">
                  <c:v>8.3006816188266594E-2</c:v>
                </c:pt>
                <c:pt idx="106">
                  <c:v>8.1209941930292504E-2</c:v>
                </c:pt>
                <c:pt idx="107">
                  <c:v>8.4528772162481794E-2</c:v>
                </c:pt>
                <c:pt idx="108">
                  <c:v>8.5780489822207304E-2</c:v>
                </c:pt>
                <c:pt idx="109">
                  <c:v>8.8584376069814105E-2</c:v>
                </c:pt>
                <c:pt idx="110">
                  <c:v>8.7133354531088197E-2</c:v>
                </c:pt>
                <c:pt idx="111">
                  <c:v>8.6077531792516995E-2</c:v>
                </c:pt>
                <c:pt idx="112">
                  <c:v>8.6563036122064896E-2</c:v>
                </c:pt>
                <c:pt idx="113">
                  <c:v>8.6728208778569696E-2</c:v>
                </c:pt>
                <c:pt idx="114">
                  <c:v>8.6924546380799106E-2</c:v>
                </c:pt>
                <c:pt idx="115">
                  <c:v>8.9333154708994902E-2</c:v>
                </c:pt>
                <c:pt idx="116">
                  <c:v>9.0615533357038605E-2</c:v>
                </c:pt>
                <c:pt idx="117">
                  <c:v>8.3437531887945296E-2</c:v>
                </c:pt>
                <c:pt idx="118">
                  <c:v>8.4960187065795598E-2</c:v>
                </c:pt>
                <c:pt idx="119">
                  <c:v>8.6948745678130795E-2</c:v>
                </c:pt>
                <c:pt idx="120">
                  <c:v>9.4815359751006301E-2</c:v>
                </c:pt>
                <c:pt idx="121">
                  <c:v>9.4057810831353603E-2</c:v>
                </c:pt>
                <c:pt idx="122">
                  <c:v>9.4978079221311504E-2</c:v>
                </c:pt>
                <c:pt idx="123">
                  <c:v>9.4550769737781301E-2</c:v>
                </c:pt>
                <c:pt idx="124">
                  <c:v>9.4455663169301401E-2</c:v>
                </c:pt>
                <c:pt idx="125">
                  <c:v>9.2806564289202698E-2</c:v>
                </c:pt>
                <c:pt idx="126">
                  <c:v>9.6543544057855299E-2</c:v>
                </c:pt>
                <c:pt idx="127">
                  <c:v>9.6580537560701396E-2</c:v>
                </c:pt>
                <c:pt idx="128">
                  <c:v>9.4858013187879897E-2</c:v>
                </c:pt>
                <c:pt idx="129">
                  <c:v>9.5966699574256201E-2</c:v>
                </c:pt>
                <c:pt idx="130">
                  <c:v>9.7457411734682503E-2</c:v>
                </c:pt>
                <c:pt idx="131">
                  <c:v>0.10017618030134701</c:v>
                </c:pt>
                <c:pt idx="132">
                  <c:v>0.103187409902188</c:v>
                </c:pt>
                <c:pt idx="133">
                  <c:v>0.102276173519044</c:v>
                </c:pt>
                <c:pt idx="134">
                  <c:v>0.104744120566584</c:v>
                </c:pt>
                <c:pt idx="135">
                  <c:v>0.106744406745542</c:v>
                </c:pt>
                <c:pt idx="136">
                  <c:v>0.10839888539804</c:v>
                </c:pt>
                <c:pt idx="137">
                  <c:v>0.109286335912627</c:v>
                </c:pt>
                <c:pt idx="138">
                  <c:v>0.110780808824419</c:v>
                </c:pt>
                <c:pt idx="139">
                  <c:v>0.112611905949718</c:v>
                </c:pt>
                <c:pt idx="140">
                  <c:v>0.11665828010639701</c:v>
                </c:pt>
                <c:pt idx="141">
                  <c:v>0.116585404085721</c:v>
                </c:pt>
                <c:pt idx="142">
                  <c:v>0.12056001476362201</c:v>
                </c:pt>
                <c:pt idx="143">
                  <c:v>0.12094218552885</c:v>
                </c:pt>
                <c:pt idx="144">
                  <c:v>0.12214784873260599</c:v>
                </c:pt>
                <c:pt idx="145">
                  <c:v>0.12576302976739001</c:v>
                </c:pt>
                <c:pt idx="146">
                  <c:v>0.121748616825141</c:v>
                </c:pt>
                <c:pt idx="147">
                  <c:v>0.12642470319541199</c:v>
                </c:pt>
                <c:pt idx="148">
                  <c:v>0.12682997086723999</c:v>
                </c:pt>
                <c:pt idx="149">
                  <c:v>0.13097015549796301</c:v>
                </c:pt>
                <c:pt idx="150">
                  <c:v>0.140433822825411</c:v>
                </c:pt>
                <c:pt idx="151">
                  <c:v>0.13800332386939601</c:v>
                </c:pt>
                <c:pt idx="152">
                  <c:v>0.144124777010989</c:v>
                </c:pt>
                <c:pt idx="153">
                  <c:v>0.14298766595506601</c:v>
                </c:pt>
                <c:pt idx="154">
                  <c:v>0.145199373707598</c:v>
                </c:pt>
                <c:pt idx="155">
                  <c:v>0.144720157134751</c:v>
                </c:pt>
                <c:pt idx="156">
                  <c:v>0.14900611078288301</c:v>
                </c:pt>
                <c:pt idx="157">
                  <c:v>0.14478433329721599</c:v>
                </c:pt>
                <c:pt idx="158">
                  <c:v>0.14836504729220801</c:v>
                </c:pt>
                <c:pt idx="159">
                  <c:v>0.148995610066186</c:v>
                </c:pt>
                <c:pt idx="160">
                  <c:v>0.15291999130414699</c:v>
                </c:pt>
                <c:pt idx="161">
                  <c:v>0.151592197498162</c:v>
                </c:pt>
                <c:pt idx="162">
                  <c:v>0.15662746781744299</c:v>
                </c:pt>
                <c:pt idx="163">
                  <c:v>0.160358754473203</c:v>
                </c:pt>
                <c:pt idx="164">
                  <c:v>0.16152695955011501</c:v>
                </c:pt>
                <c:pt idx="165">
                  <c:v>0.16477130603940901</c:v>
                </c:pt>
                <c:pt idx="166">
                  <c:v>0.16765265245281699</c:v>
                </c:pt>
                <c:pt idx="167">
                  <c:v>0.164640370076163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4764032"/>
        <c:axId val="285053312"/>
      </c:lineChart>
      <c:dateAx>
        <c:axId val="2847640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85053312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8505331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84764032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2.5022131396937399E-2</c:v>
                </c:pt>
                <c:pt idx="1">
                  <c:v>1.15963958729055E-3</c:v>
                </c:pt>
                <c:pt idx="2">
                  <c:v>8.4836607171722995E-3</c:v>
                </c:pt>
                <c:pt idx="3">
                  <c:v>2.2514552404384099E-2</c:v>
                </c:pt>
                <c:pt idx="4">
                  <c:v>2.3970875188475699E-2</c:v>
                </c:pt>
                <c:pt idx="5">
                  <c:v>1.48490871494212E-2</c:v>
                </c:pt>
                <c:pt idx="6">
                  <c:v>1.7778646192416599E-2</c:v>
                </c:pt>
                <c:pt idx="7">
                  <c:v>2.20611779210599E-2</c:v>
                </c:pt>
                <c:pt idx="8">
                  <c:v>1.6662422360904799E-2</c:v>
                </c:pt>
                <c:pt idx="9">
                  <c:v>1.7971189935118401E-2</c:v>
                </c:pt>
                <c:pt idx="10">
                  <c:v>1.6044733732574101E-2</c:v>
                </c:pt>
                <c:pt idx="11">
                  <c:v>2.5540892677997099E-2</c:v>
                </c:pt>
                <c:pt idx="12">
                  <c:v>3.0101314118856401E-2</c:v>
                </c:pt>
                <c:pt idx="13">
                  <c:v>2.39835377961557E-2</c:v>
                </c:pt>
                <c:pt idx="14">
                  <c:v>2.0955692588683999E-2</c:v>
                </c:pt>
                <c:pt idx="15">
                  <c:v>4.9011601669105301E-2</c:v>
                </c:pt>
                <c:pt idx="16">
                  <c:v>2.3539723873158402E-2</c:v>
                </c:pt>
                <c:pt idx="17">
                  <c:v>2.42328139204783E-2</c:v>
                </c:pt>
                <c:pt idx="18">
                  <c:v>2.0832379145627199E-2</c:v>
                </c:pt>
                <c:pt idx="19">
                  <c:v>2.61761755316136E-2</c:v>
                </c:pt>
                <c:pt idx="20">
                  <c:v>2.5493572470547E-2</c:v>
                </c:pt>
                <c:pt idx="21">
                  <c:v>2.91677477090308E-2</c:v>
                </c:pt>
                <c:pt idx="22">
                  <c:v>1.86416995793608E-2</c:v>
                </c:pt>
                <c:pt idx="23">
                  <c:v>4.0572576353391399E-2</c:v>
                </c:pt>
                <c:pt idx="24">
                  <c:v>3.2058099365443002E-2</c:v>
                </c:pt>
                <c:pt idx="25">
                  <c:v>2.7390161781954501E-2</c:v>
                </c:pt>
                <c:pt idx="26">
                  <c:v>2.2744417324168899E-2</c:v>
                </c:pt>
                <c:pt idx="27">
                  <c:v>2.54447010805854E-2</c:v>
                </c:pt>
                <c:pt idx="28">
                  <c:v>1.88745911255194E-2</c:v>
                </c:pt>
                <c:pt idx="29">
                  <c:v>2.1348025827884299E-2</c:v>
                </c:pt>
                <c:pt idx="30">
                  <c:v>2.0533445884002199E-2</c:v>
                </c:pt>
                <c:pt idx="31">
                  <c:v>2.9371675667603198E-2</c:v>
                </c:pt>
                <c:pt idx="32">
                  <c:v>2.2500784767479201E-2</c:v>
                </c:pt>
                <c:pt idx="33">
                  <c:v>2.44132163690562E-2</c:v>
                </c:pt>
                <c:pt idx="34">
                  <c:v>3.0333852800166601E-2</c:v>
                </c:pt>
                <c:pt idx="35">
                  <c:v>2.4079212817801499E-2</c:v>
                </c:pt>
                <c:pt idx="36">
                  <c:v>2.0915052059581302E-2</c:v>
                </c:pt>
                <c:pt idx="37">
                  <c:v>2.1752500151901898E-2</c:v>
                </c:pt>
                <c:pt idx="38">
                  <c:v>3.8918545457387502E-2</c:v>
                </c:pt>
                <c:pt idx="39">
                  <c:v>3.1814328908243497E-2</c:v>
                </c:pt>
                <c:pt idx="40">
                  <c:v>2.6701225384808201E-2</c:v>
                </c:pt>
                <c:pt idx="41">
                  <c:v>2.8925430736673599E-2</c:v>
                </c:pt>
                <c:pt idx="42">
                  <c:v>3.6401038480626903E-2</c:v>
                </c:pt>
                <c:pt idx="43">
                  <c:v>2.4960267407702699E-2</c:v>
                </c:pt>
                <c:pt idx="44">
                  <c:v>2.7131028044059698E-2</c:v>
                </c:pt>
                <c:pt idx="45">
                  <c:v>3.20736954246333E-2</c:v>
                </c:pt>
                <c:pt idx="46">
                  <c:v>1.8545968290245601E-2</c:v>
                </c:pt>
                <c:pt idx="47">
                  <c:v>3.2815636325491601E-2</c:v>
                </c:pt>
                <c:pt idx="48">
                  <c:v>2.49093029267798E-2</c:v>
                </c:pt>
                <c:pt idx="49">
                  <c:v>2.44092325725076E-2</c:v>
                </c:pt>
                <c:pt idx="50">
                  <c:v>3.03480245750683E-2</c:v>
                </c:pt>
                <c:pt idx="51">
                  <c:v>2.4364450782871999E-2</c:v>
                </c:pt>
                <c:pt idx="52">
                  <c:v>2.7266466534277899E-2</c:v>
                </c:pt>
                <c:pt idx="53">
                  <c:v>2.60254139658469E-2</c:v>
                </c:pt>
                <c:pt idx="54">
                  <c:v>2.5041975213998001E-2</c:v>
                </c:pt>
                <c:pt idx="55">
                  <c:v>2.71020810791569E-2</c:v>
                </c:pt>
                <c:pt idx="56">
                  <c:v>2.2562144174328499E-2</c:v>
                </c:pt>
                <c:pt idx="57">
                  <c:v>2.29035977274115E-2</c:v>
                </c:pt>
                <c:pt idx="58">
                  <c:v>1.5145903472415E-2</c:v>
                </c:pt>
                <c:pt idx="59">
                  <c:v>1.5264526806208699E-2</c:v>
                </c:pt>
                <c:pt idx="60">
                  <c:v>2.3207509743734901E-2</c:v>
                </c:pt>
                <c:pt idx="61">
                  <c:v>2.2980550640696901E-2</c:v>
                </c:pt>
                <c:pt idx="62">
                  <c:v>2.0986084983888698E-2</c:v>
                </c:pt>
                <c:pt idx="63">
                  <c:v>2.9666053511956399E-2</c:v>
                </c:pt>
                <c:pt idx="64">
                  <c:v>2.5471251440208301E-2</c:v>
                </c:pt>
                <c:pt idx="65">
                  <c:v>2.2148103683013499E-2</c:v>
                </c:pt>
                <c:pt idx="66">
                  <c:v>2.2608310342941199E-2</c:v>
                </c:pt>
                <c:pt idx="67">
                  <c:v>1.9617916870019299E-2</c:v>
                </c:pt>
                <c:pt idx="68">
                  <c:v>1.9946506103499899E-2</c:v>
                </c:pt>
                <c:pt idx="69">
                  <c:v>1.9108878613172502E-2</c:v>
                </c:pt>
                <c:pt idx="70">
                  <c:v>2.1302907061709699E-2</c:v>
                </c:pt>
                <c:pt idx="71">
                  <c:v>1.97566275759067E-2</c:v>
                </c:pt>
                <c:pt idx="72">
                  <c:v>2.54678608544706E-2</c:v>
                </c:pt>
                <c:pt idx="73">
                  <c:v>2.3213708036281699E-2</c:v>
                </c:pt>
                <c:pt idx="74">
                  <c:v>2.3002781804925099E-2</c:v>
                </c:pt>
                <c:pt idx="75">
                  <c:v>1.7569465146007501E-2</c:v>
                </c:pt>
                <c:pt idx="76">
                  <c:v>1.97872808688405E-2</c:v>
                </c:pt>
                <c:pt idx="77">
                  <c:v>1.8745891550962301E-2</c:v>
                </c:pt>
                <c:pt idx="78">
                  <c:v>1.78051477026108E-2</c:v>
                </c:pt>
                <c:pt idx="79">
                  <c:v>1.7596179083297098E-2</c:v>
                </c:pt>
                <c:pt idx="80">
                  <c:v>1.5942971728380401E-2</c:v>
                </c:pt>
                <c:pt idx="81">
                  <c:v>2.3864242148940201E-2</c:v>
                </c:pt>
                <c:pt idx="82">
                  <c:v>1.8587461558519001E-2</c:v>
                </c:pt>
                <c:pt idx="83">
                  <c:v>2.2221843208434101E-2</c:v>
                </c:pt>
                <c:pt idx="84">
                  <c:v>1.5810069750328198E-2</c:v>
                </c:pt>
                <c:pt idx="85">
                  <c:v>1.58611339608501E-2</c:v>
                </c:pt>
                <c:pt idx="86">
                  <c:v>2.4219796932496901E-2</c:v>
                </c:pt>
                <c:pt idx="87">
                  <c:v>1.9111551995377701E-2</c:v>
                </c:pt>
                <c:pt idx="88">
                  <c:v>2.13257269734216E-2</c:v>
                </c:pt>
                <c:pt idx="89">
                  <c:v>1.40639952817905E-2</c:v>
                </c:pt>
                <c:pt idx="90">
                  <c:v>1.5390817625585701E-2</c:v>
                </c:pt>
                <c:pt idx="91">
                  <c:v>1.5545992745066401E-2</c:v>
                </c:pt>
                <c:pt idx="92">
                  <c:v>1.6518911972645999E-2</c:v>
                </c:pt>
                <c:pt idx="93">
                  <c:v>2.1411748208590601E-2</c:v>
                </c:pt>
                <c:pt idx="94">
                  <c:v>1.7847135209588701E-2</c:v>
                </c:pt>
                <c:pt idx="95">
                  <c:v>2.2022698775386401E-2</c:v>
                </c:pt>
                <c:pt idx="96">
                  <c:v>2.3489485259659101E-2</c:v>
                </c:pt>
                <c:pt idx="97">
                  <c:v>2.05171015497413E-2</c:v>
                </c:pt>
                <c:pt idx="98">
                  <c:v>2.10221908027356E-2</c:v>
                </c:pt>
                <c:pt idx="99">
                  <c:v>1.9612753834886001E-2</c:v>
                </c:pt>
                <c:pt idx="100">
                  <c:v>2.47191914221516E-2</c:v>
                </c:pt>
                <c:pt idx="101">
                  <c:v>2.1355238596319801E-2</c:v>
                </c:pt>
                <c:pt idx="102">
                  <c:v>2.2655984403081999E-2</c:v>
                </c:pt>
                <c:pt idx="103">
                  <c:v>2.1313706275801501E-2</c:v>
                </c:pt>
                <c:pt idx="104">
                  <c:v>2.4292635957689199E-2</c:v>
                </c:pt>
                <c:pt idx="105">
                  <c:v>2.41735178920249E-2</c:v>
                </c:pt>
                <c:pt idx="106">
                  <c:v>2.3505667473137998E-2</c:v>
                </c:pt>
                <c:pt idx="107">
                  <c:v>2.58693197419901E-2</c:v>
                </c:pt>
                <c:pt idx="108">
                  <c:v>2.68364863211479E-2</c:v>
                </c:pt>
                <c:pt idx="109">
                  <c:v>2.8622186419601701E-2</c:v>
                </c:pt>
                <c:pt idx="110">
                  <c:v>3.0404538552386801E-2</c:v>
                </c:pt>
                <c:pt idx="111">
                  <c:v>3.86701079859577E-2</c:v>
                </c:pt>
                <c:pt idx="112">
                  <c:v>3.2319172052486599E-2</c:v>
                </c:pt>
                <c:pt idx="113">
                  <c:v>3.45019563914244E-2</c:v>
                </c:pt>
                <c:pt idx="114">
                  <c:v>3.5193849254791999E-2</c:v>
                </c:pt>
                <c:pt idx="115">
                  <c:v>2.82202600646244E-2</c:v>
                </c:pt>
                <c:pt idx="116">
                  <c:v>2.6107797343756602E-2</c:v>
                </c:pt>
                <c:pt idx="117">
                  <c:v>2.8040677538609601E-2</c:v>
                </c:pt>
                <c:pt idx="118">
                  <c:v>2.7146173313983599E-2</c:v>
                </c:pt>
                <c:pt idx="119">
                  <c:v>2.82162273439171E-2</c:v>
                </c:pt>
                <c:pt idx="120">
                  <c:v>3.2408670410031502E-2</c:v>
                </c:pt>
                <c:pt idx="121">
                  <c:v>2.8959121310018501E-2</c:v>
                </c:pt>
                <c:pt idx="122">
                  <c:v>2.85498574428374E-2</c:v>
                </c:pt>
                <c:pt idx="123">
                  <c:v>2.94159633986577E-2</c:v>
                </c:pt>
                <c:pt idx="124">
                  <c:v>3.0563196583665801E-2</c:v>
                </c:pt>
                <c:pt idx="125">
                  <c:v>3.1227952234254699E-2</c:v>
                </c:pt>
                <c:pt idx="126">
                  <c:v>3.4515271014837201E-2</c:v>
                </c:pt>
                <c:pt idx="127">
                  <c:v>3.7842154517825001E-2</c:v>
                </c:pt>
                <c:pt idx="128">
                  <c:v>3.4380899182078699E-2</c:v>
                </c:pt>
                <c:pt idx="129">
                  <c:v>3.5505704315605499E-2</c:v>
                </c:pt>
                <c:pt idx="130">
                  <c:v>3.6204281030487999E-2</c:v>
                </c:pt>
                <c:pt idx="131">
                  <c:v>3.7179402346870803E-2</c:v>
                </c:pt>
                <c:pt idx="132">
                  <c:v>3.9814962556625103E-2</c:v>
                </c:pt>
                <c:pt idx="133">
                  <c:v>4.0278564694172E-2</c:v>
                </c:pt>
                <c:pt idx="134">
                  <c:v>3.8508867166533803E-2</c:v>
                </c:pt>
                <c:pt idx="135">
                  <c:v>3.7812105375707103E-2</c:v>
                </c:pt>
                <c:pt idx="136">
                  <c:v>3.8099188582131599E-2</c:v>
                </c:pt>
                <c:pt idx="137">
                  <c:v>3.7367265059332903E-2</c:v>
                </c:pt>
                <c:pt idx="138">
                  <c:v>3.7345892206063103E-2</c:v>
                </c:pt>
                <c:pt idx="139">
                  <c:v>3.6134945320405801E-2</c:v>
                </c:pt>
                <c:pt idx="140">
                  <c:v>3.8814377475938598E-2</c:v>
                </c:pt>
                <c:pt idx="141">
                  <c:v>4.1192554158063797E-2</c:v>
                </c:pt>
                <c:pt idx="142">
                  <c:v>4.24837174847979E-2</c:v>
                </c:pt>
                <c:pt idx="143">
                  <c:v>4.2662965466167303E-2</c:v>
                </c:pt>
                <c:pt idx="144">
                  <c:v>4.2468462531874002E-2</c:v>
                </c:pt>
                <c:pt idx="145">
                  <c:v>4.45351990164383E-2</c:v>
                </c:pt>
                <c:pt idx="146">
                  <c:v>4.3289773365970702E-2</c:v>
                </c:pt>
                <c:pt idx="147">
                  <c:v>4.2928307408772799E-2</c:v>
                </c:pt>
                <c:pt idx="148">
                  <c:v>4.3882319814038999E-2</c:v>
                </c:pt>
                <c:pt idx="149">
                  <c:v>4.3646550220882402E-2</c:v>
                </c:pt>
                <c:pt idx="150">
                  <c:v>4.5839933976084803E-2</c:v>
                </c:pt>
                <c:pt idx="151">
                  <c:v>5.1240171588119499E-2</c:v>
                </c:pt>
                <c:pt idx="152">
                  <c:v>5.3353296105580497E-2</c:v>
                </c:pt>
                <c:pt idx="153">
                  <c:v>5.4182762104926299E-2</c:v>
                </c:pt>
                <c:pt idx="154">
                  <c:v>5.5589850462896502E-2</c:v>
                </c:pt>
                <c:pt idx="155">
                  <c:v>5.6852153568710297E-2</c:v>
                </c:pt>
                <c:pt idx="156">
                  <c:v>5.5592107154895799E-2</c:v>
                </c:pt>
                <c:pt idx="157">
                  <c:v>5.71306357320462E-2</c:v>
                </c:pt>
                <c:pt idx="158">
                  <c:v>6.1801997688663499E-2</c:v>
                </c:pt>
                <c:pt idx="159">
                  <c:v>5.68793623014393E-2</c:v>
                </c:pt>
                <c:pt idx="160">
                  <c:v>6.1617198346583003E-2</c:v>
                </c:pt>
                <c:pt idx="161">
                  <c:v>6.6957142303987E-2</c:v>
                </c:pt>
                <c:pt idx="162">
                  <c:v>6.9981234031621306E-2</c:v>
                </c:pt>
                <c:pt idx="163">
                  <c:v>6.9347940328703297E-2</c:v>
                </c:pt>
                <c:pt idx="164">
                  <c:v>7.7468153160429001E-2</c:v>
                </c:pt>
                <c:pt idx="165">
                  <c:v>7.1540940785512194E-2</c:v>
                </c:pt>
                <c:pt idx="166">
                  <c:v>7.2977905329427398E-2</c:v>
                </c:pt>
                <c:pt idx="167">
                  <c:v>6.9954655120770898E-2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2.0482856068826799E-2</c:v>
                </c:pt>
                <c:pt idx="1">
                  <c:v>1.30663029190077E-2</c:v>
                </c:pt>
                <c:pt idx="2">
                  <c:v>2.27886815576177E-2</c:v>
                </c:pt>
                <c:pt idx="3">
                  <c:v>2.8569765666665001E-2</c:v>
                </c:pt>
                <c:pt idx="4">
                  <c:v>1.48851545965559E-2</c:v>
                </c:pt>
                <c:pt idx="5">
                  <c:v>1.1115735962616301E-2</c:v>
                </c:pt>
                <c:pt idx="6">
                  <c:v>1.5573168991539099E-2</c:v>
                </c:pt>
                <c:pt idx="7">
                  <c:v>1.5910829300753899E-2</c:v>
                </c:pt>
                <c:pt idx="8">
                  <c:v>1.4551564080654099E-2</c:v>
                </c:pt>
                <c:pt idx="9">
                  <c:v>2.04244588981966E-2</c:v>
                </c:pt>
                <c:pt idx="10">
                  <c:v>2.15765639403038E-2</c:v>
                </c:pt>
                <c:pt idx="11">
                  <c:v>2.60754155352464E-2</c:v>
                </c:pt>
                <c:pt idx="12">
                  <c:v>2.9167637758521301E-2</c:v>
                </c:pt>
                <c:pt idx="13">
                  <c:v>2.5106122483060701E-2</c:v>
                </c:pt>
                <c:pt idx="14">
                  <c:v>2.4647462012982201E-2</c:v>
                </c:pt>
                <c:pt idx="15">
                  <c:v>2.3671187587169299E-2</c:v>
                </c:pt>
                <c:pt idx="16">
                  <c:v>2.3785179342946099E-2</c:v>
                </c:pt>
                <c:pt idx="17">
                  <c:v>3.01696375500712E-2</c:v>
                </c:pt>
                <c:pt idx="18">
                  <c:v>2.5676272322167501E-2</c:v>
                </c:pt>
                <c:pt idx="19">
                  <c:v>2.65314439768932E-2</c:v>
                </c:pt>
                <c:pt idx="20">
                  <c:v>3.0613116332645601E-2</c:v>
                </c:pt>
                <c:pt idx="21">
                  <c:v>3.2078418088728501E-2</c:v>
                </c:pt>
                <c:pt idx="22">
                  <c:v>2.5439237806092699E-2</c:v>
                </c:pt>
                <c:pt idx="23">
                  <c:v>2.7944763099170499E-2</c:v>
                </c:pt>
                <c:pt idx="24">
                  <c:v>2.7776039732951702E-2</c:v>
                </c:pt>
                <c:pt idx="25">
                  <c:v>2.7401378333073899E-2</c:v>
                </c:pt>
                <c:pt idx="26">
                  <c:v>2.6968727530619099E-2</c:v>
                </c:pt>
                <c:pt idx="27">
                  <c:v>3.1361904460551301E-2</c:v>
                </c:pt>
                <c:pt idx="28">
                  <c:v>2.8985147508239401E-2</c:v>
                </c:pt>
                <c:pt idx="29">
                  <c:v>2.9171792332978199E-2</c:v>
                </c:pt>
                <c:pt idx="30">
                  <c:v>2.8932815456948601E-2</c:v>
                </c:pt>
                <c:pt idx="31">
                  <c:v>3.1206264984057701E-2</c:v>
                </c:pt>
                <c:pt idx="32">
                  <c:v>2.8084623421241101E-2</c:v>
                </c:pt>
                <c:pt idx="33">
                  <c:v>3.5328690803757903E-2</c:v>
                </c:pt>
                <c:pt idx="34">
                  <c:v>3.4561731266836697E-2</c:v>
                </c:pt>
                <c:pt idx="35">
                  <c:v>3.1926570071910902E-2</c:v>
                </c:pt>
                <c:pt idx="36">
                  <c:v>3.1083185860488E-2</c:v>
                </c:pt>
                <c:pt idx="37">
                  <c:v>2.5640698603183101E-2</c:v>
                </c:pt>
                <c:pt idx="38">
                  <c:v>3.9464140044486902E-2</c:v>
                </c:pt>
                <c:pt idx="39">
                  <c:v>3.2776967919726598E-2</c:v>
                </c:pt>
                <c:pt idx="40">
                  <c:v>3.3285079207923597E-2</c:v>
                </c:pt>
                <c:pt idx="41">
                  <c:v>3.7299056117863501E-2</c:v>
                </c:pt>
                <c:pt idx="42">
                  <c:v>3.7349431263235297E-2</c:v>
                </c:pt>
                <c:pt idx="43">
                  <c:v>3.2635471431525301E-2</c:v>
                </c:pt>
                <c:pt idx="44">
                  <c:v>3.6292327868895802E-2</c:v>
                </c:pt>
                <c:pt idx="45">
                  <c:v>3.3377733918463402E-2</c:v>
                </c:pt>
                <c:pt idx="46">
                  <c:v>3.1222192912958101E-2</c:v>
                </c:pt>
                <c:pt idx="47">
                  <c:v>3.48412372311247E-2</c:v>
                </c:pt>
                <c:pt idx="48">
                  <c:v>3.2504818195449502E-2</c:v>
                </c:pt>
                <c:pt idx="49">
                  <c:v>4.1134962490052197E-2</c:v>
                </c:pt>
                <c:pt idx="50">
                  <c:v>3.5356552257480599E-2</c:v>
                </c:pt>
                <c:pt idx="51">
                  <c:v>3.74558614194146E-2</c:v>
                </c:pt>
                <c:pt idx="52">
                  <c:v>3.73018687824326E-2</c:v>
                </c:pt>
                <c:pt idx="53">
                  <c:v>4.0490263171929199E-2</c:v>
                </c:pt>
                <c:pt idx="54">
                  <c:v>4.5107720400280001E-2</c:v>
                </c:pt>
                <c:pt idx="55">
                  <c:v>4.4821885230530698E-2</c:v>
                </c:pt>
                <c:pt idx="56">
                  <c:v>4.2502989077555398E-2</c:v>
                </c:pt>
                <c:pt idx="57">
                  <c:v>4.36018715191656E-2</c:v>
                </c:pt>
                <c:pt idx="58">
                  <c:v>3.9570610559706898E-2</c:v>
                </c:pt>
                <c:pt idx="59">
                  <c:v>3.3491177063908299E-2</c:v>
                </c:pt>
                <c:pt idx="60">
                  <c:v>3.94169035831273E-2</c:v>
                </c:pt>
                <c:pt idx="61">
                  <c:v>4.4681124191672597E-2</c:v>
                </c:pt>
                <c:pt idx="62">
                  <c:v>4.3570633922019202E-2</c:v>
                </c:pt>
                <c:pt idx="63">
                  <c:v>4.5632759273424098E-2</c:v>
                </c:pt>
                <c:pt idx="64">
                  <c:v>4.3530934531333998E-2</c:v>
                </c:pt>
                <c:pt idx="65">
                  <c:v>4.6348689155169001E-2</c:v>
                </c:pt>
                <c:pt idx="66">
                  <c:v>4.1689066986294002E-2</c:v>
                </c:pt>
                <c:pt idx="67">
                  <c:v>4.4231906472679702E-2</c:v>
                </c:pt>
                <c:pt idx="68">
                  <c:v>3.8508837743454101E-2</c:v>
                </c:pt>
                <c:pt idx="69">
                  <c:v>4.1370117220807898E-2</c:v>
                </c:pt>
                <c:pt idx="70">
                  <c:v>3.9233213293939501E-2</c:v>
                </c:pt>
                <c:pt idx="71">
                  <c:v>3.6941652894442401E-2</c:v>
                </c:pt>
                <c:pt idx="72">
                  <c:v>4.2647714913254302E-2</c:v>
                </c:pt>
                <c:pt idx="73">
                  <c:v>3.8513915921763599E-2</c:v>
                </c:pt>
                <c:pt idx="74">
                  <c:v>3.78231106604381E-2</c:v>
                </c:pt>
                <c:pt idx="75">
                  <c:v>3.2602555422264499E-2</c:v>
                </c:pt>
                <c:pt idx="76">
                  <c:v>3.9010870212498702E-2</c:v>
                </c:pt>
                <c:pt idx="77">
                  <c:v>4.0788933840948803E-2</c:v>
                </c:pt>
                <c:pt idx="78">
                  <c:v>4.2167086728314297E-2</c:v>
                </c:pt>
                <c:pt idx="79">
                  <c:v>3.6550234964556901E-2</c:v>
                </c:pt>
                <c:pt idx="80">
                  <c:v>3.6037737029955899E-2</c:v>
                </c:pt>
                <c:pt idx="81">
                  <c:v>3.6815851893950702E-2</c:v>
                </c:pt>
                <c:pt idx="82">
                  <c:v>3.7660732537821699E-2</c:v>
                </c:pt>
                <c:pt idx="83">
                  <c:v>3.1997245552766201E-2</c:v>
                </c:pt>
                <c:pt idx="84">
                  <c:v>3.2373302849138801E-2</c:v>
                </c:pt>
                <c:pt idx="85">
                  <c:v>2.9876649988046299E-2</c:v>
                </c:pt>
                <c:pt idx="86">
                  <c:v>3.0118223007028599E-2</c:v>
                </c:pt>
                <c:pt idx="87">
                  <c:v>3.6673623598918098E-2</c:v>
                </c:pt>
                <c:pt idx="88">
                  <c:v>3.30231563745675E-2</c:v>
                </c:pt>
                <c:pt idx="89">
                  <c:v>3.3174267130952097E-2</c:v>
                </c:pt>
                <c:pt idx="90">
                  <c:v>2.8284703950769399E-2</c:v>
                </c:pt>
                <c:pt idx="91">
                  <c:v>2.83080456005423E-2</c:v>
                </c:pt>
                <c:pt idx="92">
                  <c:v>2.74407084587815E-2</c:v>
                </c:pt>
                <c:pt idx="93">
                  <c:v>2.7381175379012201E-2</c:v>
                </c:pt>
                <c:pt idx="94">
                  <c:v>2.6270262331529799E-2</c:v>
                </c:pt>
                <c:pt idx="95">
                  <c:v>2.6420650088268601E-2</c:v>
                </c:pt>
                <c:pt idx="96">
                  <c:v>2.6697890069080299E-2</c:v>
                </c:pt>
                <c:pt idx="97">
                  <c:v>2.6454660735188099E-2</c:v>
                </c:pt>
                <c:pt idx="98">
                  <c:v>2.5672927643935101E-2</c:v>
                </c:pt>
                <c:pt idx="99">
                  <c:v>2.6254391224678798E-2</c:v>
                </c:pt>
                <c:pt idx="100">
                  <c:v>2.68287520817059E-2</c:v>
                </c:pt>
                <c:pt idx="101">
                  <c:v>2.79728784469396E-2</c:v>
                </c:pt>
                <c:pt idx="102">
                  <c:v>2.7124554917580999E-2</c:v>
                </c:pt>
                <c:pt idx="103">
                  <c:v>2.6983760006591601E-2</c:v>
                </c:pt>
                <c:pt idx="104">
                  <c:v>2.8316232872430801E-2</c:v>
                </c:pt>
                <c:pt idx="105">
                  <c:v>2.75109816867148E-2</c:v>
                </c:pt>
                <c:pt idx="106">
                  <c:v>2.9531504356313999E-2</c:v>
                </c:pt>
                <c:pt idx="107">
                  <c:v>2.8536230353182999E-2</c:v>
                </c:pt>
                <c:pt idx="108">
                  <c:v>3.02266136268542E-2</c:v>
                </c:pt>
                <c:pt idx="109">
                  <c:v>3.00453416096364E-2</c:v>
                </c:pt>
                <c:pt idx="110">
                  <c:v>2.9394752632882399E-2</c:v>
                </c:pt>
                <c:pt idx="111">
                  <c:v>3.0751207913035299E-2</c:v>
                </c:pt>
                <c:pt idx="112">
                  <c:v>2.98434882264072E-2</c:v>
                </c:pt>
                <c:pt idx="113">
                  <c:v>3.1466158826234103E-2</c:v>
                </c:pt>
                <c:pt idx="114">
                  <c:v>3.0699407372356598E-2</c:v>
                </c:pt>
                <c:pt idx="115">
                  <c:v>3.2475673053222402E-2</c:v>
                </c:pt>
                <c:pt idx="116">
                  <c:v>3.2138019747260702E-2</c:v>
                </c:pt>
                <c:pt idx="117">
                  <c:v>3.31946086658432E-2</c:v>
                </c:pt>
                <c:pt idx="118">
                  <c:v>3.2383818242955699E-2</c:v>
                </c:pt>
                <c:pt idx="119">
                  <c:v>3.1819987087604501E-2</c:v>
                </c:pt>
                <c:pt idx="120">
                  <c:v>3.2431165454142603E-2</c:v>
                </c:pt>
                <c:pt idx="121">
                  <c:v>3.2943330309873099E-2</c:v>
                </c:pt>
                <c:pt idx="122">
                  <c:v>3.4419636264877901E-2</c:v>
                </c:pt>
                <c:pt idx="123">
                  <c:v>3.2843381978974899E-2</c:v>
                </c:pt>
                <c:pt idx="124">
                  <c:v>3.4155825926772902E-2</c:v>
                </c:pt>
                <c:pt idx="125">
                  <c:v>3.3472796490482598E-2</c:v>
                </c:pt>
                <c:pt idx="126">
                  <c:v>3.4141691111005699E-2</c:v>
                </c:pt>
                <c:pt idx="127">
                  <c:v>3.3857035778961202E-2</c:v>
                </c:pt>
                <c:pt idx="128">
                  <c:v>3.36414050634644E-2</c:v>
                </c:pt>
                <c:pt idx="129">
                  <c:v>3.5977259410790503E-2</c:v>
                </c:pt>
                <c:pt idx="130">
                  <c:v>3.3686874266349497E-2</c:v>
                </c:pt>
                <c:pt idx="131">
                  <c:v>3.3180654954323298E-2</c:v>
                </c:pt>
                <c:pt idx="132">
                  <c:v>3.42577410915645E-2</c:v>
                </c:pt>
                <c:pt idx="133">
                  <c:v>3.5567315191673998E-2</c:v>
                </c:pt>
                <c:pt idx="134">
                  <c:v>3.3904700376089399E-2</c:v>
                </c:pt>
                <c:pt idx="135">
                  <c:v>3.4457574979870301E-2</c:v>
                </c:pt>
                <c:pt idx="136">
                  <c:v>3.4794247721334201E-2</c:v>
                </c:pt>
                <c:pt idx="137">
                  <c:v>3.4308899008443403E-2</c:v>
                </c:pt>
                <c:pt idx="138">
                  <c:v>3.34869636871023E-2</c:v>
                </c:pt>
                <c:pt idx="139">
                  <c:v>3.3466547474148699E-2</c:v>
                </c:pt>
                <c:pt idx="140">
                  <c:v>3.4545546101608503E-2</c:v>
                </c:pt>
                <c:pt idx="141">
                  <c:v>3.7710464796054603E-2</c:v>
                </c:pt>
                <c:pt idx="142">
                  <c:v>3.9481171624521201E-2</c:v>
                </c:pt>
                <c:pt idx="143">
                  <c:v>3.6951490685902803E-2</c:v>
                </c:pt>
                <c:pt idx="144">
                  <c:v>3.8009671965981998E-2</c:v>
                </c:pt>
                <c:pt idx="145">
                  <c:v>3.99321477061736E-2</c:v>
                </c:pt>
                <c:pt idx="146">
                  <c:v>4.1078978667326203E-2</c:v>
                </c:pt>
                <c:pt idx="147">
                  <c:v>4.05849258221464E-2</c:v>
                </c:pt>
                <c:pt idx="148">
                  <c:v>4.3440243798364198E-2</c:v>
                </c:pt>
                <c:pt idx="149">
                  <c:v>4.3108095326316501E-2</c:v>
                </c:pt>
                <c:pt idx="150">
                  <c:v>4.6067451771633301E-2</c:v>
                </c:pt>
                <c:pt idx="151">
                  <c:v>4.7677674825923902E-2</c:v>
                </c:pt>
                <c:pt idx="152">
                  <c:v>5.3067079174086297E-2</c:v>
                </c:pt>
                <c:pt idx="153">
                  <c:v>5.5259297128452699E-2</c:v>
                </c:pt>
                <c:pt idx="154">
                  <c:v>5.44935853899658E-2</c:v>
                </c:pt>
                <c:pt idx="155">
                  <c:v>5.3954917662007898E-2</c:v>
                </c:pt>
                <c:pt idx="156">
                  <c:v>5.4638863114801199E-2</c:v>
                </c:pt>
                <c:pt idx="157">
                  <c:v>5.7972211993549398E-2</c:v>
                </c:pt>
                <c:pt idx="158">
                  <c:v>5.7469638117407199E-2</c:v>
                </c:pt>
                <c:pt idx="159">
                  <c:v>5.7151955132325301E-2</c:v>
                </c:pt>
                <c:pt idx="160">
                  <c:v>5.4936012302807001E-2</c:v>
                </c:pt>
                <c:pt idx="161">
                  <c:v>5.8207769305790198E-2</c:v>
                </c:pt>
                <c:pt idx="162">
                  <c:v>6.3733132095408096E-2</c:v>
                </c:pt>
                <c:pt idx="163">
                  <c:v>6.1317149656631501E-2</c:v>
                </c:pt>
                <c:pt idx="164">
                  <c:v>6.5469784994825406E-2</c:v>
                </c:pt>
                <c:pt idx="165">
                  <c:v>6.7313769193511799E-2</c:v>
                </c:pt>
                <c:pt idx="166">
                  <c:v>6.6934114106386902E-2</c:v>
                </c:pt>
                <c:pt idx="167">
                  <c:v>6.3549888583145198E-2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2510336"/>
        <c:axId val="352604160"/>
      </c:lineChart>
      <c:dateAx>
        <c:axId val="35251033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35260416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35260416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52510336"/>
        <c:crosses val="autoZero"/>
        <c:crossBetween val="between"/>
        <c:majorUnit val="2.0000000000000004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5.9428431026511901E-2</c:v>
                </c:pt>
                <c:pt idx="1">
                  <c:v>5.18330010819609E-2</c:v>
                </c:pt>
                <c:pt idx="2">
                  <c:v>6.4569022234887197E-2</c:v>
                </c:pt>
                <c:pt idx="3">
                  <c:v>6.0859938742380999E-2</c:v>
                </c:pt>
                <c:pt idx="4">
                  <c:v>6.6718688405895399E-2</c:v>
                </c:pt>
                <c:pt idx="5">
                  <c:v>6.9284732730775497E-2</c:v>
                </c:pt>
                <c:pt idx="6">
                  <c:v>5.3217820230349398E-2</c:v>
                </c:pt>
                <c:pt idx="7">
                  <c:v>5.8468016361840201E-2</c:v>
                </c:pt>
                <c:pt idx="8">
                  <c:v>7.1602104123471497E-2</c:v>
                </c:pt>
                <c:pt idx="9">
                  <c:v>7.3209368975588801E-2</c:v>
                </c:pt>
                <c:pt idx="10">
                  <c:v>7.6372254988834695E-2</c:v>
                </c:pt>
                <c:pt idx="11">
                  <c:v>7.7256396532658103E-2</c:v>
                </c:pt>
                <c:pt idx="12">
                  <c:v>7.9118601232768607E-2</c:v>
                </c:pt>
                <c:pt idx="13">
                  <c:v>8.3065277830726897E-2</c:v>
                </c:pt>
                <c:pt idx="14">
                  <c:v>8.1303891084615706E-2</c:v>
                </c:pt>
                <c:pt idx="15">
                  <c:v>8.0802079988788494E-2</c:v>
                </c:pt>
                <c:pt idx="16">
                  <c:v>7.8752911563322703E-2</c:v>
                </c:pt>
                <c:pt idx="17">
                  <c:v>8.5381795128290902E-2</c:v>
                </c:pt>
                <c:pt idx="18">
                  <c:v>8.2396703064782598E-2</c:v>
                </c:pt>
                <c:pt idx="19">
                  <c:v>8.3105870290923201E-2</c:v>
                </c:pt>
                <c:pt idx="20">
                  <c:v>8.3115907456811799E-2</c:v>
                </c:pt>
                <c:pt idx="21">
                  <c:v>8.7082323736169198E-2</c:v>
                </c:pt>
                <c:pt idx="22">
                  <c:v>8.6372922023920107E-2</c:v>
                </c:pt>
                <c:pt idx="23">
                  <c:v>8.5714771950884797E-2</c:v>
                </c:pt>
                <c:pt idx="24">
                  <c:v>8.5870031469376704E-2</c:v>
                </c:pt>
                <c:pt idx="25">
                  <c:v>8.1691433834510802E-2</c:v>
                </c:pt>
                <c:pt idx="26">
                  <c:v>8.6779953282030795E-2</c:v>
                </c:pt>
                <c:pt idx="27">
                  <c:v>9.1538959677354703E-2</c:v>
                </c:pt>
                <c:pt idx="28">
                  <c:v>8.9911058041829903E-2</c:v>
                </c:pt>
                <c:pt idx="29">
                  <c:v>8.5970160306600804E-2</c:v>
                </c:pt>
                <c:pt idx="30">
                  <c:v>9.0608093087938504E-2</c:v>
                </c:pt>
                <c:pt idx="31">
                  <c:v>8.8672935737615102E-2</c:v>
                </c:pt>
                <c:pt idx="32">
                  <c:v>8.4264312846338202E-2</c:v>
                </c:pt>
                <c:pt idx="33">
                  <c:v>9.1205092268450402E-2</c:v>
                </c:pt>
                <c:pt idx="34">
                  <c:v>8.7067753972422501E-2</c:v>
                </c:pt>
                <c:pt idx="35">
                  <c:v>9.0818541959923393E-2</c:v>
                </c:pt>
                <c:pt idx="36">
                  <c:v>8.7443510143176598E-2</c:v>
                </c:pt>
                <c:pt idx="37">
                  <c:v>8.8572232082362104E-2</c:v>
                </c:pt>
                <c:pt idx="38">
                  <c:v>9.3093497049961393E-2</c:v>
                </c:pt>
                <c:pt idx="39">
                  <c:v>8.7858838496954195E-2</c:v>
                </c:pt>
                <c:pt idx="40">
                  <c:v>9.07229680120787E-2</c:v>
                </c:pt>
                <c:pt idx="41">
                  <c:v>8.91754806647405E-2</c:v>
                </c:pt>
                <c:pt idx="42">
                  <c:v>9.0128979953467206E-2</c:v>
                </c:pt>
                <c:pt idx="43">
                  <c:v>9.0702575479418096E-2</c:v>
                </c:pt>
                <c:pt idx="44">
                  <c:v>9.3884509885900302E-2</c:v>
                </c:pt>
                <c:pt idx="45">
                  <c:v>9.16860243683469E-2</c:v>
                </c:pt>
                <c:pt idx="46">
                  <c:v>9.2089667488040997E-2</c:v>
                </c:pt>
                <c:pt idx="47">
                  <c:v>9.4534412521498995E-2</c:v>
                </c:pt>
                <c:pt idx="48">
                  <c:v>9.2972097583103999E-2</c:v>
                </c:pt>
                <c:pt idx="49">
                  <c:v>9.9252221498248194E-2</c:v>
                </c:pt>
                <c:pt idx="50">
                  <c:v>9.3765354707558493E-2</c:v>
                </c:pt>
                <c:pt idx="51">
                  <c:v>9.4876039194620093E-2</c:v>
                </c:pt>
                <c:pt idx="52">
                  <c:v>9.4798256934965394E-2</c:v>
                </c:pt>
                <c:pt idx="53">
                  <c:v>9.3150165792329001E-2</c:v>
                </c:pt>
                <c:pt idx="54">
                  <c:v>9.7700185939766607E-2</c:v>
                </c:pt>
                <c:pt idx="55">
                  <c:v>9.9570302466612998E-2</c:v>
                </c:pt>
                <c:pt idx="56">
                  <c:v>9.7385879418961305E-2</c:v>
                </c:pt>
                <c:pt idx="57">
                  <c:v>9.7250137998491901E-2</c:v>
                </c:pt>
                <c:pt idx="58">
                  <c:v>0.101523504696081</c:v>
                </c:pt>
                <c:pt idx="59">
                  <c:v>9.8794424759060404E-2</c:v>
                </c:pt>
                <c:pt idx="60">
                  <c:v>9.9704486263909306E-2</c:v>
                </c:pt>
                <c:pt idx="61">
                  <c:v>0.1032744643333</c:v>
                </c:pt>
                <c:pt idx="62">
                  <c:v>0.101301022665979</c:v>
                </c:pt>
                <c:pt idx="63">
                  <c:v>9.9451689373229304E-2</c:v>
                </c:pt>
                <c:pt idx="64">
                  <c:v>0.105057429886044</c:v>
                </c:pt>
                <c:pt idx="65">
                  <c:v>0.105079470539367</c:v>
                </c:pt>
                <c:pt idx="66">
                  <c:v>0.104080064776621</c:v>
                </c:pt>
                <c:pt idx="67">
                  <c:v>0.103865424874771</c:v>
                </c:pt>
                <c:pt idx="68">
                  <c:v>0.100130895536025</c:v>
                </c:pt>
                <c:pt idx="69">
                  <c:v>0.107141970804133</c:v>
                </c:pt>
                <c:pt idx="70">
                  <c:v>0.10688457318005699</c:v>
                </c:pt>
                <c:pt idx="71">
                  <c:v>0.106543225171495</c:v>
                </c:pt>
                <c:pt idx="72">
                  <c:v>0.106088717584489</c:v>
                </c:pt>
                <c:pt idx="73">
                  <c:v>0.1030485261724</c:v>
                </c:pt>
                <c:pt idx="74">
                  <c:v>9.8618757942105506E-2</c:v>
                </c:pt>
                <c:pt idx="75">
                  <c:v>9.9957369173738E-2</c:v>
                </c:pt>
                <c:pt idx="76">
                  <c:v>0.10411366725596299</c:v>
                </c:pt>
                <c:pt idx="77">
                  <c:v>9.9723897204761894E-2</c:v>
                </c:pt>
                <c:pt idx="78">
                  <c:v>0.102198689691907</c:v>
                </c:pt>
                <c:pt idx="79">
                  <c:v>9.4159216886536501E-2</c:v>
                </c:pt>
                <c:pt idx="80">
                  <c:v>9.3594690476638306E-2</c:v>
                </c:pt>
                <c:pt idx="81">
                  <c:v>9.4073014294005206E-2</c:v>
                </c:pt>
                <c:pt idx="82">
                  <c:v>9.1960566735051999E-2</c:v>
                </c:pt>
                <c:pt idx="83">
                  <c:v>9.1307121480529496E-2</c:v>
                </c:pt>
                <c:pt idx="84">
                  <c:v>9.60168756230559E-2</c:v>
                </c:pt>
                <c:pt idx="85">
                  <c:v>8.8513909873519203E-2</c:v>
                </c:pt>
                <c:pt idx="86">
                  <c:v>9.3365114060489696E-2</c:v>
                </c:pt>
                <c:pt idx="87">
                  <c:v>8.8040163735686502E-2</c:v>
                </c:pt>
                <c:pt idx="88">
                  <c:v>8.8471604990356695E-2</c:v>
                </c:pt>
                <c:pt idx="89">
                  <c:v>8.8213343470215699E-2</c:v>
                </c:pt>
                <c:pt idx="90">
                  <c:v>8.6080214016852993E-2</c:v>
                </c:pt>
                <c:pt idx="91">
                  <c:v>8.5474908935963295E-2</c:v>
                </c:pt>
                <c:pt idx="92">
                  <c:v>8.3080655639518206E-2</c:v>
                </c:pt>
                <c:pt idx="93">
                  <c:v>8.5118067886532894E-2</c:v>
                </c:pt>
                <c:pt idx="94">
                  <c:v>8.2966881172465201E-2</c:v>
                </c:pt>
                <c:pt idx="95">
                  <c:v>8.42300619149422E-2</c:v>
                </c:pt>
                <c:pt idx="96">
                  <c:v>8.0462545624190404E-2</c:v>
                </c:pt>
                <c:pt idx="97">
                  <c:v>8.0791199653613796E-2</c:v>
                </c:pt>
                <c:pt idx="98">
                  <c:v>8.0147717368069096E-2</c:v>
                </c:pt>
                <c:pt idx="99">
                  <c:v>8.0027835192409899E-2</c:v>
                </c:pt>
                <c:pt idx="100">
                  <c:v>7.9740621382155097E-2</c:v>
                </c:pt>
                <c:pt idx="101">
                  <c:v>7.6748657812200999E-2</c:v>
                </c:pt>
                <c:pt idx="102">
                  <c:v>7.3907091004954406E-2</c:v>
                </c:pt>
                <c:pt idx="103">
                  <c:v>7.17468166683915E-2</c:v>
                </c:pt>
                <c:pt idx="104">
                  <c:v>7.3310233365445898E-2</c:v>
                </c:pt>
                <c:pt idx="105">
                  <c:v>7.4642150868073395E-2</c:v>
                </c:pt>
                <c:pt idx="106">
                  <c:v>7.6772748983852598E-2</c:v>
                </c:pt>
                <c:pt idx="107">
                  <c:v>7.5703517036948803E-2</c:v>
                </c:pt>
                <c:pt idx="108">
                  <c:v>7.6593545828167603E-2</c:v>
                </c:pt>
                <c:pt idx="109">
                  <c:v>7.9867143814927904E-2</c:v>
                </c:pt>
                <c:pt idx="110">
                  <c:v>8.0372312612811206E-2</c:v>
                </c:pt>
                <c:pt idx="111">
                  <c:v>8.2850749691409695E-2</c:v>
                </c:pt>
                <c:pt idx="112">
                  <c:v>7.8487873660619795E-2</c:v>
                </c:pt>
                <c:pt idx="113">
                  <c:v>8.2017159301490603E-2</c:v>
                </c:pt>
                <c:pt idx="114">
                  <c:v>8.0520693398409601E-2</c:v>
                </c:pt>
                <c:pt idx="115">
                  <c:v>8.5917281795833106E-2</c:v>
                </c:pt>
                <c:pt idx="116">
                  <c:v>8.8429669327105095E-2</c:v>
                </c:pt>
                <c:pt idx="117">
                  <c:v>8.8252693883437705E-2</c:v>
                </c:pt>
                <c:pt idx="118">
                  <c:v>8.9582131021771802E-2</c:v>
                </c:pt>
                <c:pt idx="119">
                  <c:v>9.3675098132423501E-2</c:v>
                </c:pt>
                <c:pt idx="120">
                  <c:v>9.49735852828959E-2</c:v>
                </c:pt>
                <c:pt idx="121">
                  <c:v>9.8375419639941994E-2</c:v>
                </c:pt>
                <c:pt idx="122">
                  <c:v>9.8979782929315099E-2</c:v>
                </c:pt>
                <c:pt idx="123">
                  <c:v>9.8378897916852295E-2</c:v>
                </c:pt>
                <c:pt idx="124">
                  <c:v>9.8327856620312196E-2</c:v>
                </c:pt>
                <c:pt idx="125">
                  <c:v>9.9000769298051697E-2</c:v>
                </c:pt>
                <c:pt idx="126">
                  <c:v>9.9867154071234504E-2</c:v>
                </c:pt>
                <c:pt idx="127">
                  <c:v>0.100894519431953</c:v>
                </c:pt>
                <c:pt idx="128">
                  <c:v>9.8960905100843002E-2</c:v>
                </c:pt>
                <c:pt idx="129">
                  <c:v>0.101225298110934</c:v>
                </c:pt>
                <c:pt idx="130">
                  <c:v>9.7916307222788906E-2</c:v>
                </c:pt>
                <c:pt idx="131">
                  <c:v>9.9860251980034606E-2</c:v>
                </c:pt>
                <c:pt idx="132">
                  <c:v>0.10095115498754</c:v>
                </c:pt>
                <c:pt idx="133">
                  <c:v>0.102368603065327</c:v>
                </c:pt>
                <c:pt idx="134">
                  <c:v>0.102260313499677</c:v>
                </c:pt>
                <c:pt idx="135">
                  <c:v>0.102753959696456</c:v>
                </c:pt>
                <c:pt idx="136">
                  <c:v>0.102745784604206</c:v>
                </c:pt>
                <c:pt idx="137">
                  <c:v>0.101832933168937</c:v>
                </c:pt>
                <c:pt idx="138">
                  <c:v>0.102291791823693</c:v>
                </c:pt>
                <c:pt idx="139">
                  <c:v>0.10141555936612499</c:v>
                </c:pt>
                <c:pt idx="140">
                  <c:v>0.106738425567346</c:v>
                </c:pt>
                <c:pt idx="141">
                  <c:v>0.10720521459200701</c:v>
                </c:pt>
                <c:pt idx="142">
                  <c:v>0.117169706087003</c:v>
                </c:pt>
                <c:pt idx="143">
                  <c:v>0.11380733836649</c:v>
                </c:pt>
                <c:pt idx="144">
                  <c:v>0.11763880395895</c:v>
                </c:pt>
                <c:pt idx="145">
                  <c:v>0.12286433051629</c:v>
                </c:pt>
                <c:pt idx="146">
                  <c:v>0.12149078019578401</c:v>
                </c:pt>
                <c:pt idx="147">
                  <c:v>0.118539068574257</c:v>
                </c:pt>
                <c:pt idx="148">
                  <c:v>0.121395847024096</c:v>
                </c:pt>
                <c:pt idx="149">
                  <c:v>0.122815352676468</c:v>
                </c:pt>
                <c:pt idx="150">
                  <c:v>0.12927370283339301</c:v>
                </c:pt>
                <c:pt idx="151">
                  <c:v>0.13142085887280999</c:v>
                </c:pt>
                <c:pt idx="152">
                  <c:v>0.13603187626298299</c:v>
                </c:pt>
                <c:pt idx="153">
                  <c:v>0.13982432173005799</c:v>
                </c:pt>
                <c:pt idx="154">
                  <c:v>0.14379058003631101</c:v>
                </c:pt>
                <c:pt idx="155">
                  <c:v>0.141853338611511</c:v>
                </c:pt>
                <c:pt idx="156">
                  <c:v>0.145376881804751</c:v>
                </c:pt>
                <c:pt idx="157">
                  <c:v>0.14843879569080301</c:v>
                </c:pt>
                <c:pt idx="158">
                  <c:v>0.15073410472187401</c:v>
                </c:pt>
                <c:pt idx="159">
                  <c:v>0.151264454915637</c:v>
                </c:pt>
                <c:pt idx="160">
                  <c:v>0.153941268906825</c:v>
                </c:pt>
                <c:pt idx="161">
                  <c:v>0.15562166933268401</c:v>
                </c:pt>
                <c:pt idx="162">
                  <c:v>0.15982909124306299</c:v>
                </c:pt>
                <c:pt idx="163">
                  <c:v>0.16702479704315201</c:v>
                </c:pt>
                <c:pt idx="164">
                  <c:v>0.166199720608976</c:v>
                </c:pt>
                <c:pt idx="165">
                  <c:v>0.17517875783907599</c:v>
                </c:pt>
                <c:pt idx="166">
                  <c:v>0.17093355164923299</c:v>
                </c:pt>
                <c:pt idx="167">
                  <c:v>0.1755073719245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6.6262845048129196E-2</c:v>
                </c:pt>
                <c:pt idx="1">
                  <c:v>6.3519447148367297E-2</c:v>
                </c:pt>
                <c:pt idx="2">
                  <c:v>7.2940543552857506E-2</c:v>
                </c:pt>
                <c:pt idx="3">
                  <c:v>6.66875546887718E-2</c:v>
                </c:pt>
                <c:pt idx="4">
                  <c:v>7.6114391880925697E-2</c:v>
                </c:pt>
                <c:pt idx="5">
                  <c:v>7.5409578234905697E-2</c:v>
                </c:pt>
                <c:pt idx="6">
                  <c:v>6.1546971776215702E-2</c:v>
                </c:pt>
                <c:pt idx="7">
                  <c:v>6.6769505358682299E-2</c:v>
                </c:pt>
                <c:pt idx="8">
                  <c:v>7.9180484124677805E-2</c:v>
                </c:pt>
                <c:pt idx="9">
                  <c:v>7.9654853849024196E-2</c:v>
                </c:pt>
                <c:pt idx="10">
                  <c:v>8.4536919483115397E-2</c:v>
                </c:pt>
                <c:pt idx="11">
                  <c:v>8.4684718587772004E-2</c:v>
                </c:pt>
                <c:pt idx="12">
                  <c:v>8.3591110810322999E-2</c:v>
                </c:pt>
                <c:pt idx="13">
                  <c:v>8.8146123733785095E-2</c:v>
                </c:pt>
                <c:pt idx="14">
                  <c:v>9.0020467689364198E-2</c:v>
                </c:pt>
                <c:pt idx="15">
                  <c:v>8.8505071725143797E-2</c:v>
                </c:pt>
                <c:pt idx="16">
                  <c:v>8.6521255259902494E-2</c:v>
                </c:pt>
                <c:pt idx="17">
                  <c:v>8.8958840548577903E-2</c:v>
                </c:pt>
                <c:pt idx="18">
                  <c:v>9.2015744970643507E-2</c:v>
                </c:pt>
                <c:pt idx="19">
                  <c:v>9.1315027438865895E-2</c:v>
                </c:pt>
                <c:pt idx="20">
                  <c:v>9.0106182206519794E-2</c:v>
                </c:pt>
                <c:pt idx="21">
                  <c:v>9.3185117453186805E-2</c:v>
                </c:pt>
                <c:pt idx="22">
                  <c:v>9.4000306611489406E-2</c:v>
                </c:pt>
                <c:pt idx="23">
                  <c:v>9.1834679176060502E-2</c:v>
                </c:pt>
                <c:pt idx="24">
                  <c:v>9.3292083180110896E-2</c:v>
                </c:pt>
                <c:pt idx="25">
                  <c:v>9.1142399732753093E-2</c:v>
                </c:pt>
                <c:pt idx="26">
                  <c:v>9.2580036452178993E-2</c:v>
                </c:pt>
                <c:pt idx="27">
                  <c:v>9.8096838348080403E-2</c:v>
                </c:pt>
                <c:pt idx="28">
                  <c:v>9.6871037054563805E-2</c:v>
                </c:pt>
                <c:pt idx="29">
                  <c:v>9.3741848507368206E-2</c:v>
                </c:pt>
                <c:pt idx="30">
                  <c:v>9.7139675702612505E-2</c:v>
                </c:pt>
                <c:pt idx="31">
                  <c:v>9.4101379377304395E-2</c:v>
                </c:pt>
                <c:pt idx="32">
                  <c:v>8.9871170405153397E-2</c:v>
                </c:pt>
                <c:pt idx="33">
                  <c:v>9.5368733214788101E-2</c:v>
                </c:pt>
                <c:pt idx="34">
                  <c:v>9.1803399912117695E-2</c:v>
                </c:pt>
                <c:pt idx="35">
                  <c:v>9.4907477198129198E-2</c:v>
                </c:pt>
                <c:pt idx="36">
                  <c:v>9.2131381173197496E-2</c:v>
                </c:pt>
                <c:pt idx="37">
                  <c:v>9.4375593178175704E-2</c:v>
                </c:pt>
                <c:pt idx="38">
                  <c:v>9.7151597433886405E-2</c:v>
                </c:pt>
                <c:pt idx="39">
                  <c:v>9.3840043218667096E-2</c:v>
                </c:pt>
                <c:pt idx="40">
                  <c:v>9.54190814290031E-2</c:v>
                </c:pt>
                <c:pt idx="41">
                  <c:v>9.5964109275663706E-2</c:v>
                </c:pt>
                <c:pt idx="42">
                  <c:v>9.4482799528702602E-2</c:v>
                </c:pt>
                <c:pt idx="43">
                  <c:v>9.7124540930474304E-2</c:v>
                </c:pt>
                <c:pt idx="44">
                  <c:v>9.9076226890666502E-2</c:v>
                </c:pt>
                <c:pt idx="45">
                  <c:v>9.78483343747059E-2</c:v>
                </c:pt>
                <c:pt idx="46">
                  <c:v>9.9133015214875594E-2</c:v>
                </c:pt>
                <c:pt idx="47">
                  <c:v>0.100421025729441</c:v>
                </c:pt>
                <c:pt idx="48">
                  <c:v>9.8783366580802806E-2</c:v>
                </c:pt>
                <c:pt idx="49">
                  <c:v>0.10363539836008499</c:v>
                </c:pt>
                <c:pt idx="50">
                  <c:v>0.100012284683651</c:v>
                </c:pt>
                <c:pt idx="51">
                  <c:v>0.100123632644261</c:v>
                </c:pt>
                <c:pt idx="52">
                  <c:v>0.10048502878146</c:v>
                </c:pt>
                <c:pt idx="53">
                  <c:v>9.7467756882047896E-2</c:v>
                </c:pt>
                <c:pt idx="54">
                  <c:v>0.10329238861039999</c:v>
                </c:pt>
                <c:pt idx="55">
                  <c:v>0.104636723318122</c:v>
                </c:pt>
                <c:pt idx="56">
                  <c:v>0.102441398705698</c:v>
                </c:pt>
                <c:pt idx="57">
                  <c:v>0.102366501676765</c:v>
                </c:pt>
                <c:pt idx="58">
                  <c:v>0.108744204142569</c:v>
                </c:pt>
                <c:pt idx="59">
                  <c:v>0.10751238800634</c:v>
                </c:pt>
                <c:pt idx="60">
                  <c:v>0.110909921864689</c:v>
                </c:pt>
                <c:pt idx="61">
                  <c:v>0.109785404158453</c:v>
                </c:pt>
                <c:pt idx="62">
                  <c:v>0.109167926063315</c:v>
                </c:pt>
                <c:pt idx="63">
                  <c:v>0.105124204821061</c:v>
                </c:pt>
                <c:pt idx="64">
                  <c:v>0.110027635487587</c:v>
                </c:pt>
                <c:pt idx="65">
                  <c:v>0.114130368653737</c:v>
                </c:pt>
                <c:pt idx="66">
                  <c:v>0.11138221396785</c:v>
                </c:pt>
                <c:pt idx="67">
                  <c:v>0.11023242914138601</c:v>
                </c:pt>
                <c:pt idx="68">
                  <c:v>0.107430270486035</c:v>
                </c:pt>
                <c:pt idx="69">
                  <c:v>0.115715624769967</c:v>
                </c:pt>
                <c:pt idx="70">
                  <c:v>0.11544453361991899</c:v>
                </c:pt>
                <c:pt idx="71">
                  <c:v>0.114686190918089</c:v>
                </c:pt>
                <c:pt idx="72">
                  <c:v>0.114421031282345</c:v>
                </c:pt>
                <c:pt idx="73">
                  <c:v>0.109534111834902</c:v>
                </c:pt>
                <c:pt idx="74">
                  <c:v>0.105804845165028</c:v>
                </c:pt>
                <c:pt idx="75">
                  <c:v>0.106558690782764</c:v>
                </c:pt>
                <c:pt idx="76">
                  <c:v>0.11216134445001801</c:v>
                </c:pt>
                <c:pt idx="77">
                  <c:v>0.106043841461111</c:v>
                </c:pt>
                <c:pt idx="78">
                  <c:v>0.10870464991248099</c:v>
                </c:pt>
                <c:pt idx="79">
                  <c:v>0.10270228665213001</c:v>
                </c:pt>
                <c:pt idx="80">
                  <c:v>0.10212367823742401</c:v>
                </c:pt>
                <c:pt idx="81">
                  <c:v>0.101602190112919</c:v>
                </c:pt>
                <c:pt idx="82">
                  <c:v>9.8745508184136396E-2</c:v>
                </c:pt>
                <c:pt idx="83">
                  <c:v>9.7607989186303507E-2</c:v>
                </c:pt>
                <c:pt idx="84">
                  <c:v>0.105244174966689</c:v>
                </c:pt>
                <c:pt idx="85">
                  <c:v>9.6651136219531503E-2</c:v>
                </c:pt>
                <c:pt idx="86">
                  <c:v>0.101034760070883</c:v>
                </c:pt>
                <c:pt idx="87">
                  <c:v>9.57414872238012E-2</c:v>
                </c:pt>
                <c:pt idx="88">
                  <c:v>9.7126805914878905E-2</c:v>
                </c:pt>
                <c:pt idx="89">
                  <c:v>9.8287447883706594E-2</c:v>
                </c:pt>
                <c:pt idx="90">
                  <c:v>9.5964865482900202E-2</c:v>
                </c:pt>
                <c:pt idx="91">
                  <c:v>9.4257075594524703E-2</c:v>
                </c:pt>
                <c:pt idx="92">
                  <c:v>9.0664868138849303E-2</c:v>
                </c:pt>
                <c:pt idx="93">
                  <c:v>9.0871933196027099E-2</c:v>
                </c:pt>
                <c:pt idx="94">
                  <c:v>9.0255841126344299E-2</c:v>
                </c:pt>
                <c:pt idx="95">
                  <c:v>9.0709619174052999E-2</c:v>
                </c:pt>
                <c:pt idx="96">
                  <c:v>8.7307748860224701E-2</c:v>
                </c:pt>
                <c:pt idx="97">
                  <c:v>8.88875976330009E-2</c:v>
                </c:pt>
                <c:pt idx="98">
                  <c:v>9.0103276306053803E-2</c:v>
                </c:pt>
                <c:pt idx="99">
                  <c:v>8.8481972495264904E-2</c:v>
                </c:pt>
                <c:pt idx="100">
                  <c:v>8.7942856179223206E-2</c:v>
                </c:pt>
                <c:pt idx="101">
                  <c:v>8.4636450430686502E-2</c:v>
                </c:pt>
                <c:pt idx="102">
                  <c:v>8.3138004214459604E-2</c:v>
                </c:pt>
                <c:pt idx="103">
                  <c:v>8.1486018114607595E-2</c:v>
                </c:pt>
                <c:pt idx="104">
                  <c:v>8.2790635197343504E-2</c:v>
                </c:pt>
                <c:pt idx="105">
                  <c:v>8.4311931490620703E-2</c:v>
                </c:pt>
                <c:pt idx="106">
                  <c:v>8.4182757264906802E-2</c:v>
                </c:pt>
                <c:pt idx="107">
                  <c:v>8.5903922405469998E-2</c:v>
                </c:pt>
                <c:pt idx="108">
                  <c:v>8.6212430136649601E-2</c:v>
                </c:pt>
                <c:pt idx="109">
                  <c:v>8.9386863458976104E-2</c:v>
                </c:pt>
                <c:pt idx="110">
                  <c:v>9.02999087468985E-2</c:v>
                </c:pt>
                <c:pt idx="111">
                  <c:v>9.1012779456563497E-2</c:v>
                </c:pt>
                <c:pt idx="112">
                  <c:v>8.9092529294039699E-2</c:v>
                </c:pt>
                <c:pt idx="113">
                  <c:v>9.1701403753663799E-2</c:v>
                </c:pt>
                <c:pt idx="114">
                  <c:v>9.1852240392081494E-2</c:v>
                </c:pt>
                <c:pt idx="115">
                  <c:v>9.4952172516753794E-2</c:v>
                </c:pt>
                <c:pt idx="116">
                  <c:v>9.7258012737792707E-2</c:v>
                </c:pt>
                <c:pt idx="117">
                  <c:v>9.6278157830942096E-2</c:v>
                </c:pt>
                <c:pt idx="118">
                  <c:v>9.6913970734403804E-2</c:v>
                </c:pt>
                <c:pt idx="119">
                  <c:v>0.101153095116534</c:v>
                </c:pt>
                <c:pt idx="120">
                  <c:v>0.10459904077214099</c:v>
                </c:pt>
                <c:pt idx="121">
                  <c:v>0.106159146747297</c:v>
                </c:pt>
                <c:pt idx="122">
                  <c:v>0.107306525016249</c:v>
                </c:pt>
                <c:pt idx="123">
                  <c:v>0.10780784787907</c:v>
                </c:pt>
                <c:pt idx="124">
                  <c:v>0.107487419161055</c:v>
                </c:pt>
                <c:pt idx="125">
                  <c:v>0.108034452732388</c:v>
                </c:pt>
                <c:pt idx="126">
                  <c:v>0.10999546679573299</c:v>
                </c:pt>
                <c:pt idx="127">
                  <c:v>0.110665712002087</c:v>
                </c:pt>
                <c:pt idx="128">
                  <c:v>0.109976811967885</c:v>
                </c:pt>
                <c:pt idx="129">
                  <c:v>0.111096199524938</c:v>
                </c:pt>
                <c:pt idx="130">
                  <c:v>0.111258768117909</c:v>
                </c:pt>
                <c:pt idx="131">
                  <c:v>0.113845785259093</c:v>
                </c:pt>
                <c:pt idx="132">
                  <c:v>0.11478805380329</c:v>
                </c:pt>
                <c:pt idx="133">
                  <c:v>0.114354029671556</c:v>
                </c:pt>
                <c:pt idx="134">
                  <c:v>0.11560501535616099</c:v>
                </c:pt>
                <c:pt idx="135">
                  <c:v>0.11728164573703501</c:v>
                </c:pt>
                <c:pt idx="136">
                  <c:v>0.117818928427387</c:v>
                </c:pt>
                <c:pt idx="137">
                  <c:v>0.118484934260428</c:v>
                </c:pt>
                <c:pt idx="138">
                  <c:v>0.119504282911786</c:v>
                </c:pt>
                <c:pt idx="139">
                  <c:v>0.119357566898023</c:v>
                </c:pt>
                <c:pt idx="140">
                  <c:v>0.12390209663955</c:v>
                </c:pt>
                <c:pt idx="141">
                  <c:v>0.122243347467816</c:v>
                </c:pt>
                <c:pt idx="142">
                  <c:v>0.131045031424041</c:v>
                </c:pt>
                <c:pt idx="143">
                  <c:v>0.12964798483800699</c:v>
                </c:pt>
                <c:pt idx="144">
                  <c:v>0.13079676144888999</c:v>
                </c:pt>
                <c:pt idx="145">
                  <c:v>0.13388429383674399</c:v>
                </c:pt>
                <c:pt idx="146">
                  <c:v>0.133939977377666</c:v>
                </c:pt>
                <c:pt idx="147">
                  <c:v>0.132537889738431</c:v>
                </c:pt>
                <c:pt idx="148">
                  <c:v>0.13516562754570699</c:v>
                </c:pt>
                <c:pt idx="149">
                  <c:v>0.13878659075100599</c:v>
                </c:pt>
                <c:pt idx="150">
                  <c:v>0.14666283174106501</c:v>
                </c:pt>
                <c:pt idx="151">
                  <c:v>0.14672540944194301</c:v>
                </c:pt>
                <c:pt idx="152">
                  <c:v>0.15019932718019299</c:v>
                </c:pt>
                <c:pt idx="153">
                  <c:v>0.153074457555608</c:v>
                </c:pt>
                <c:pt idx="154">
                  <c:v>0.15702197085598099</c:v>
                </c:pt>
                <c:pt idx="155">
                  <c:v>0.153752136735053</c:v>
                </c:pt>
                <c:pt idx="156">
                  <c:v>0.15770000387514399</c:v>
                </c:pt>
                <c:pt idx="157">
                  <c:v>0.15701842006678299</c:v>
                </c:pt>
                <c:pt idx="158">
                  <c:v>0.15944507950887499</c:v>
                </c:pt>
                <c:pt idx="159">
                  <c:v>0.16035529921377001</c:v>
                </c:pt>
                <c:pt idx="160">
                  <c:v>0.16501363857889101</c:v>
                </c:pt>
                <c:pt idx="161">
                  <c:v>0.16519754637629799</c:v>
                </c:pt>
                <c:pt idx="162">
                  <c:v>0.169236803345993</c:v>
                </c:pt>
                <c:pt idx="163">
                  <c:v>0.17730176670832801</c:v>
                </c:pt>
                <c:pt idx="164">
                  <c:v>0.17571469638209</c:v>
                </c:pt>
                <c:pt idx="165">
                  <c:v>0.18484604019515</c:v>
                </c:pt>
                <c:pt idx="166">
                  <c:v>0.17887653745742599</c:v>
                </c:pt>
                <c:pt idx="167">
                  <c:v>0.18335180042374299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8544768"/>
        <c:axId val="258564480"/>
      </c:lineChart>
      <c:dateAx>
        <c:axId val="25854476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5856448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5856448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8544768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LTV</a:t>
            </a:r>
            <a:endParaRPr lang="en-US" dirty="0"/>
          </a:p>
        </c:rich>
      </c:tx>
      <c:layout>
        <c:manualLayout>
          <c:xMode val="edge"/>
          <c:yMode val="edge"/>
          <c:x val="0.28697260500273419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12.29</c:v>
                </c:pt>
                <c:pt idx="1">
                  <c:v>12.39</c:v>
                </c:pt>
                <c:pt idx="2">
                  <c:v>12.39</c:v>
                </c:pt>
                <c:pt idx="3">
                  <c:v>12.46</c:v>
                </c:pt>
                <c:pt idx="4">
                  <c:v>12.5</c:v>
                </c:pt>
                <c:pt idx="5">
                  <c:v>24.04</c:v>
                </c:pt>
                <c:pt idx="6">
                  <c:v>24.13</c:v>
                </c:pt>
                <c:pt idx="7">
                  <c:v>24.2</c:v>
                </c:pt>
                <c:pt idx="8">
                  <c:v>24.28</c:v>
                </c:pt>
                <c:pt idx="9">
                  <c:v>24.41</c:v>
                </c:pt>
                <c:pt idx="10">
                  <c:v>28.96</c:v>
                </c:pt>
                <c:pt idx="11">
                  <c:v>28.86</c:v>
                </c:pt>
                <c:pt idx="12">
                  <c:v>29.23</c:v>
                </c:pt>
                <c:pt idx="13">
                  <c:v>29.23</c:v>
                </c:pt>
                <c:pt idx="14">
                  <c:v>29.33</c:v>
                </c:pt>
                <c:pt idx="15">
                  <c:v>30.13</c:v>
                </c:pt>
                <c:pt idx="16">
                  <c:v>28.39</c:v>
                </c:pt>
                <c:pt idx="17">
                  <c:v>28.61</c:v>
                </c:pt>
                <c:pt idx="18">
                  <c:v>32.950000000000003</c:v>
                </c:pt>
                <c:pt idx="19">
                  <c:v>33.020000000000003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4.45</c:v>
                </c:pt>
                <c:pt idx="1">
                  <c:v>6.05</c:v>
                </c:pt>
                <c:pt idx="2">
                  <c:v>6.86</c:v>
                </c:pt>
                <c:pt idx="3">
                  <c:v>7.35</c:v>
                </c:pt>
                <c:pt idx="4">
                  <c:v>8.19</c:v>
                </c:pt>
                <c:pt idx="5">
                  <c:v>15.79</c:v>
                </c:pt>
                <c:pt idx="6">
                  <c:v>16.010000000000002</c:v>
                </c:pt>
                <c:pt idx="7">
                  <c:v>16.670000000000002</c:v>
                </c:pt>
                <c:pt idx="8">
                  <c:v>17.14</c:v>
                </c:pt>
                <c:pt idx="9">
                  <c:v>16.88</c:v>
                </c:pt>
                <c:pt idx="10">
                  <c:v>20.420000000000002</c:v>
                </c:pt>
                <c:pt idx="11">
                  <c:v>20.64</c:v>
                </c:pt>
                <c:pt idx="12">
                  <c:v>21.3</c:v>
                </c:pt>
                <c:pt idx="13">
                  <c:v>20.98</c:v>
                </c:pt>
                <c:pt idx="14">
                  <c:v>20.39</c:v>
                </c:pt>
                <c:pt idx="15">
                  <c:v>18.149999999999999</c:v>
                </c:pt>
                <c:pt idx="16">
                  <c:v>20.47</c:v>
                </c:pt>
                <c:pt idx="17">
                  <c:v>22.36</c:v>
                </c:pt>
                <c:pt idx="18">
                  <c:v>23.22</c:v>
                </c:pt>
                <c:pt idx="19">
                  <c:v>22.19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 Policy</c:v>
                </c:pt>
              </c:strCache>
            </c:strRef>
          </c:tx>
          <c:spPr>
            <a:ln>
              <a:solidFill>
                <a:srgbClr val="2E8A60"/>
              </a:solidFill>
            </a:ln>
          </c:spPr>
          <c:marker>
            <c:symbol val="none"/>
          </c:marker>
          <c:cat>
            <c:numRef>
              <c:f>Sheet1!$A$2:$A$21</c:f>
              <c:numCache>
                <c:formatCode>General</c:formatCode>
                <c:ptCount val="20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  <c:pt idx="4">
                  <c:v>85</c:v>
                </c:pt>
                <c:pt idx="5">
                  <c:v>86</c:v>
                </c:pt>
                <c:pt idx="6">
                  <c:v>87</c:v>
                </c:pt>
                <c:pt idx="7">
                  <c:v>88</c:v>
                </c:pt>
                <c:pt idx="8">
                  <c:v>89</c:v>
                </c:pt>
                <c:pt idx="9">
                  <c:v>90</c:v>
                </c:pt>
                <c:pt idx="10">
                  <c:v>91</c:v>
                </c:pt>
                <c:pt idx="11">
                  <c:v>92</c:v>
                </c:pt>
                <c:pt idx="12">
                  <c:v>93</c:v>
                </c:pt>
                <c:pt idx="13">
                  <c:v>94</c:v>
                </c:pt>
                <c:pt idx="14">
                  <c:v>95</c:v>
                </c:pt>
                <c:pt idx="15">
                  <c:v>96</c:v>
                </c:pt>
                <c:pt idx="16">
                  <c:v>97</c:v>
                </c:pt>
                <c:pt idx="17">
                  <c:v>98</c:v>
                </c:pt>
                <c:pt idx="18">
                  <c:v>99</c:v>
                </c:pt>
                <c:pt idx="19">
                  <c:v>100</c:v>
                </c:pt>
              </c:numCache>
            </c:num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35</c:v>
                </c:pt>
                <c:pt idx="16">
                  <c:v>35</c:v>
                </c:pt>
                <c:pt idx="17">
                  <c:v>35</c:v>
                </c:pt>
                <c:pt idx="18">
                  <c:v>35</c:v>
                </c:pt>
                <c:pt idx="19">
                  <c:v>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1902976"/>
        <c:axId val="273748352"/>
      </c:lineChart>
      <c:catAx>
        <c:axId val="271902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73748352"/>
        <c:crosses val="autoZero"/>
        <c:auto val="1"/>
        <c:lblAlgn val="ctr"/>
        <c:lblOffset val="100"/>
        <c:noMultiLvlLbl val="0"/>
      </c:catAx>
      <c:valAx>
        <c:axId val="2737483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7190297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Grouped by </a:t>
            </a:r>
            <a:r>
              <a:rPr lang="en-US" dirty="0" smtClean="0"/>
              <a:t>Year (End of Net Sale)</a:t>
            </a:r>
            <a:endParaRPr lang="en-US" dirty="0"/>
          </a:p>
        </c:rich>
      </c:tx>
      <c:layout>
        <c:manualLayout>
          <c:xMode val="edge"/>
          <c:yMode val="edge"/>
          <c:x val="0.2210971045116151"/>
          <c:y val="3.7863380914556106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Scheduled at Origination</c:v>
                </c:pt>
              </c:strCache>
            </c:strRef>
          </c:tx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24</c:v>
                </c:pt>
                <c:pt idx="1">
                  <c:v>19.72</c:v>
                </c:pt>
                <c:pt idx="2">
                  <c:v>19.11</c:v>
                </c:pt>
                <c:pt idx="3">
                  <c:v>18.690000000000001</c:v>
                </c:pt>
                <c:pt idx="4">
                  <c:v>18.66</c:v>
                </c:pt>
                <c:pt idx="5">
                  <c:v>18.05</c:v>
                </c:pt>
                <c:pt idx="6">
                  <c:v>16.62</c:v>
                </c:pt>
                <c:pt idx="7">
                  <c:v>14.65</c:v>
                </c:pt>
                <c:pt idx="8">
                  <c:v>12.46</c:v>
                </c:pt>
                <c:pt idx="9">
                  <c:v>11.09</c:v>
                </c:pt>
                <c:pt idx="10">
                  <c:v>10.029999999999999</c:v>
                </c:pt>
                <c:pt idx="11">
                  <c:v>9.5500000000000007</c:v>
                </c:pt>
                <c:pt idx="12">
                  <c:v>9.5399999999999991</c:v>
                </c:pt>
                <c:pt idx="13">
                  <c:v>9.11</c:v>
                </c:pt>
                <c:pt idx="14">
                  <c:v>8.35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MI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</c:numCache>
            </c:num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22.59</c:v>
                </c:pt>
                <c:pt idx="1">
                  <c:v>16.75</c:v>
                </c:pt>
                <c:pt idx="2">
                  <c:v>16.670000000000002</c:v>
                </c:pt>
                <c:pt idx="3">
                  <c:v>14.39</c:v>
                </c:pt>
                <c:pt idx="4">
                  <c:v>14.36</c:v>
                </c:pt>
                <c:pt idx="5">
                  <c:v>11.93</c:v>
                </c:pt>
                <c:pt idx="6">
                  <c:v>11.79</c:v>
                </c:pt>
                <c:pt idx="7">
                  <c:v>10.66</c:v>
                </c:pt>
                <c:pt idx="8">
                  <c:v>9.68</c:v>
                </c:pt>
                <c:pt idx="9">
                  <c:v>7.4</c:v>
                </c:pt>
                <c:pt idx="10">
                  <c:v>6.82</c:v>
                </c:pt>
                <c:pt idx="11">
                  <c:v>6.69</c:v>
                </c:pt>
                <c:pt idx="12">
                  <c:v>6.26</c:v>
                </c:pt>
                <c:pt idx="13">
                  <c:v>5.89</c:v>
                </c:pt>
                <c:pt idx="14">
                  <c:v>5.15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3112960"/>
        <c:axId val="283114880"/>
      </c:lineChart>
      <c:catAx>
        <c:axId val="283112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83114880"/>
        <c:crosses val="autoZero"/>
        <c:auto val="1"/>
        <c:lblAlgn val="ctr"/>
        <c:lblOffset val="100"/>
        <c:noMultiLvlLbl val="0"/>
      </c:catAx>
      <c:valAx>
        <c:axId val="2831148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83112960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0.244273735460768</c:v>
                </c:pt>
                <c:pt idx="1">
                  <c:v>5.8243922613204498E-2</c:v>
                </c:pt>
                <c:pt idx="2">
                  <c:v>0.12679852937293601</c:v>
                </c:pt>
                <c:pt idx="3">
                  <c:v>0.21690977452031299</c:v>
                </c:pt>
                <c:pt idx="4">
                  <c:v>0.12115475006533701</c:v>
                </c:pt>
                <c:pt idx="5">
                  <c:v>9.5432281504675504E-2</c:v>
                </c:pt>
                <c:pt idx="6">
                  <c:v>9.8779620392792894E-2</c:v>
                </c:pt>
                <c:pt idx="7">
                  <c:v>0.16697266818123599</c:v>
                </c:pt>
                <c:pt idx="8">
                  <c:v>0.154772097405699</c:v>
                </c:pt>
                <c:pt idx="9">
                  <c:v>0.171509204067187</c:v>
                </c:pt>
                <c:pt idx="10">
                  <c:v>0.17514656377755</c:v>
                </c:pt>
                <c:pt idx="11">
                  <c:v>0.14237455541029301</c:v>
                </c:pt>
                <c:pt idx="12">
                  <c:v>0.172450477002666</c:v>
                </c:pt>
                <c:pt idx="13">
                  <c:v>0.191667313773943</c:v>
                </c:pt>
                <c:pt idx="14">
                  <c:v>0.17403348708465699</c:v>
                </c:pt>
                <c:pt idx="15">
                  <c:v>0.15502676033954199</c:v>
                </c:pt>
                <c:pt idx="16">
                  <c:v>0.15526922194954601</c:v>
                </c:pt>
                <c:pt idx="17">
                  <c:v>0.14939381206521599</c:v>
                </c:pt>
                <c:pt idx="18">
                  <c:v>0.18276309624704101</c:v>
                </c:pt>
                <c:pt idx="19">
                  <c:v>0.168222242688467</c:v>
                </c:pt>
                <c:pt idx="20">
                  <c:v>0.15822758520484501</c:v>
                </c:pt>
                <c:pt idx="21">
                  <c:v>0.167762182399912</c:v>
                </c:pt>
                <c:pt idx="22">
                  <c:v>0.18580017232811399</c:v>
                </c:pt>
                <c:pt idx="23">
                  <c:v>0.17721220704350599</c:v>
                </c:pt>
                <c:pt idx="24">
                  <c:v>0.16898865906662699</c:v>
                </c:pt>
                <c:pt idx="25">
                  <c:v>0.18473079182566801</c:v>
                </c:pt>
                <c:pt idx="26">
                  <c:v>0.16661566713227599</c:v>
                </c:pt>
                <c:pt idx="27">
                  <c:v>0.19325764107467699</c:v>
                </c:pt>
                <c:pt idx="28">
                  <c:v>0.16073293730271801</c:v>
                </c:pt>
                <c:pt idx="29">
                  <c:v>0.154642387001481</c:v>
                </c:pt>
                <c:pt idx="30">
                  <c:v>0.166046884278541</c:v>
                </c:pt>
                <c:pt idx="31">
                  <c:v>0.15037655084118501</c:v>
                </c:pt>
                <c:pt idx="32">
                  <c:v>0.16010630007350801</c:v>
                </c:pt>
                <c:pt idx="33">
                  <c:v>0.15994788529885101</c:v>
                </c:pt>
                <c:pt idx="34">
                  <c:v>0.16708093094861101</c:v>
                </c:pt>
                <c:pt idx="35">
                  <c:v>0.16793313010028199</c:v>
                </c:pt>
                <c:pt idx="36">
                  <c:v>0.15662529090333199</c:v>
                </c:pt>
                <c:pt idx="37">
                  <c:v>0.16688803061160201</c:v>
                </c:pt>
                <c:pt idx="38">
                  <c:v>0.16399945170187899</c:v>
                </c:pt>
                <c:pt idx="39">
                  <c:v>0.16093109499778299</c:v>
                </c:pt>
                <c:pt idx="40">
                  <c:v>0.154510093862051</c:v>
                </c:pt>
                <c:pt idx="41">
                  <c:v>0.17069349795859701</c:v>
                </c:pt>
                <c:pt idx="42">
                  <c:v>0.16788731542751101</c:v>
                </c:pt>
                <c:pt idx="43">
                  <c:v>0.163774939125335</c:v>
                </c:pt>
                <c:pt idx="44">
                  <c:v>0.15951878912171</c:v>
                </c:pt>
                <c:pt idx="45">
                  <c:v>0.17012094069429801</c:v>
                </c:pt>
                <c:pt idx="46">
                  <c:v>0.17254009864334</c:v>
                </c:pt>
                <c:pt idx="47">
                  <c:v>0.16770362512412401</c:v>
                </c:pt>
                <c:pt idx="48">
                  <c:v>0.16651380858127601</c:v>
                </c:pt>
                <c:pt idx="49">
                  <c:v>0.18603970163927999</c:v>
                </c:pt>
                <c:pt idx="50">
                  <c:v>0.157644865392327</c:v>
                </c:pt>
                <c:pt idx="51">
                  <c:v>0.15622221514204901</c:v>
                </c:pt>
                <c:pt idx="52">
                  <c:v>0.16208514003253199</c:v>
                </c:pt>
                <c:pt idx="53">
                  <c:v>0.15357945761251601</c:v>
                </c:pt>
                <c:pt idx="54">
                  <c:v>0.15928861461799801</c:v>
                </c:pt>
                <c:pt idx="55">
                  <c:v>0.17134190031397201</c:v>
                </c:pt>
                <c:pt idx="56">
                  <c:v>0.15923406509955099</c:v>
                </c:pt>
                <c:pt idx="57">
                  <c:v>0.15038451360389099</c:v>
                </c:pt>
                <c:pt idx="58">
                  <c:v>0.14868225865733101</c:v>
                </c:pt>
                <c:pt idx="59">
                  <c:v>0.159827861447635</c:v>
                </c:pt>
                <c:pt idx="60">
                  <c:v>0.168480343318099</c:v>
                </c:pt>
                <c:pt idx="61">
                  <c:v>0.16320400072569699</c:v>
                </c:pt>
                <c:pt idx="62">
                  <c:v>0.163624984207702</c:v>
                </c:pt>
                <c:pt idx="63">
                  <c:v>0.172234597384231</c:v>
                </c:pt>
                <c:pt idx="64">
                  <c:v>0.166137209533577</c:v>
                </c:pt>
                <c:pt idx="65">
                  <c:v>0.16715736284211899</c:v>
                </c:pt>
                <c:pt idx="66">
                  <c:v>0.16331658450811501</c:v>
                </c:pt>
                <c:pt idx="67">
                  <c:v>0.15779265543736901</c:v>
                </c:pt>
                <c:pt idx="68">
                  <c:v>0.175280682233969</c:v>
                </c:pt>
                <c:pt idx="69">
                  <c:v>0.17392861837082901</c:v>
                </c:pt>
                <c:pt idx="70">
                  <c:v>0.18275462710073001</c:v>
                </c:pt>
                <c:pt idx="71">
                  <c:v>0.172905121054895</c:v>
                </c:pt>
                <c:pt idx="72">
                  <c:v>0.17094409654580101</c:v>
                </c:pt>
                <c:pt idx="73">
                  <c:v>0.16702482380240699</c:v>
                </c:pt>
                <c:pt idx="74">
                  <c:v>0.14730707032848001</c:v>
                </c:pt>
                <c:pt idx="75">
                  <c:v>0.15090159510657999</c:v>
                </c:pt>
                <c:pt idx="76">
                  <c:v>0.15630837870511999</c:v>
                </c:pt>
                <c:pt idx="77">
                  <c:v>0.134581702194842</c:v>
                </c:pt>
                <c:pt idx="78">
                  <c:v>0.14435830458728299</c:v>
                </c:pt>
                <c:pt idx="79">
                  <c:v>0.143833647139538</c:v>
                </c:pt>
                <c:pt idx="80">
                  <c:v>0.13228979363815799</c:v>
                </c:pt>
                <c:pt idx="81">
                  <c:v>0.147521960738032</c:v>
                </c:pt>
                <c:pt idx="82">
                  <c:v>0.13908964532575099</c:v>
                </c:pt>
                <c:pt idx="83">
                  <c:v>0.150522172394494</c:v>
                </c:pt>
                <c:pt idx="84">
                  <c:v>0.15826454685691299</c:v>
                </c:pt>
                <c:pt idx="85">
                  <c:v>0.143325785540387</c:v>
                </c:pt>
                <c:pt idx="86">
                  <c:v>0.141155036992232</c:v>
                </c:pt>
                <c:pt idx="87">
                  <c:v>0.117575923456267</c:v>
                </c:pt>
                <c:pt idx="88">
                  <c:v>0.121001399953681</c:v>
                </c:pt>
                <c:pt idx="89">
                  <c:v>0.13058410717079899</c:v>
                </c:pt>
                <c:pt idx="90">
                  <c:v>0.12351570150169</c:v>
                </c:pt>
                <c:pt idx="91">
                  <c:v>0.122783544497652</c:v>
                </c:pt>
                <c:pt idx="92">
                  <c:v>0.109697385159157</c:v>
                </c:pt>
                <c:pt idx="93">
                  <c:v>0.106537117604833</c:v>
                </c:pt>
                <c:pt idx="94">
                  <c:v>0.118960970243103</c:v>
                </c:pt>
                <c:pt idx="95">
                  <c:v>0.122574331841161</c:v>
                </c:pt>
                <c:pt idx="96">
                  <c:v>0.117961858389383</c:v>
                </c:pt>
                <c:pt idx="97">
                  <c:v>0.12119576054648799</c:v>
                </c:pt>
                <c:pt idx="98">
                  <c:v>0.11624706186212801</c:v>
                </c:pt>
                <c:pt idx="99">
                  <c:v>0.115750831621137</c:v>
                </c:pt>
                <c:pt idx="100">
                  <c:v>0.114585031333579</c:v>
                </c:pt>
                <c:pt idx="101">
                  <c:v>0.116252063294172</c:v>
                </c:pt>
                <c:pt idx="102">
                  <c:v>0.105500602571219</c:v>
                </c:pt>
                <c:pt idx="103">
                  <c:v>0.11249784072819199</c:v>
                </c:pt>
                <c:pt idx="104">
                  <c:v>9.7947209628936702E-2</c:v>
                </c:pt>
                <c:pt idx="105">
                  <c:v>9.9999126215189693E-2</c:v>
                </c:pt>
                <c:pt idx="106">
                  <c:v>9.9255526406967803E-2</c:v>
                </c:pt>
                <c:pt idx="107">
                  <c:v>9.5344018001041295E-2</c:v>
                </c:pt>
                <c:pt idx="108">
                  <c:v>8.9974446131228902E-2</c:v>
                </c:pt>
                <c:pt idx="109">
                  <c:v>9.0583611120760202E-2</c:v>
                </c:pt>
                <c:pt idx="110">
                  <c:v>9.6235251924232407E-2</c:v>
                </c:pt>
                <c:pt idx="111">
                  <c:v>9.4967225552650206E-2</c:v>
                </c:pt>
                <c:pt idx="112">
                  <c:v>9.4064533645978401E-2</c:v>
                </c:pt>
                <c:pt idx="113">
                  <c:v>8.9290434178621494E-2</c:v>
                </c:pt>
                <c:pt idx="114">
                  <c:v>8.18625204457607E-2</c:v>
                </c:pt>
                <c:pt idx="115">
                  <c:v>9.6044532888556897E-2</c:v>
                </c:pt>
                <c:pt idx="116">
                  <c:v>8.8335984734915801E-2</c:v>
                </c:pt>
                <c:pt idx="117">
                  <c:v>8.4495795781346097E-2</c:v>
                </c:pt>
                <c:pt idx="118">
                  <c:v>9.0003171908579899E-2</c:v>
                </c:pt>
                <c:pt idx="119">
                  <c:v>8.8181343041522905E-2</c:v>
                </c:pt>
                <c:pt idx="120">
                  <c:v>8.7937802329536796E-2</c:v>
                </c:pt>
                <c:pt idx="121">
                  <c:v>8.9366078286378894E-2</c:v>
                </c:pt>
                <c:pt idx="122">
                  <c:v>8.1777214555053296E-2</c:v>
                </c:pt>
                <c:pt idx="123">
                  <c:v>8.4454356696961996E-2</c:v>
                </c:pt>
                <c:pt idx="124">
                  <c:v>8.1491830332504303E-2</c:v>
                </c:pt>
                <c:pt idx="125">
                  <c:v>8.2803853802982899E-2</c:v>
                </c:pt>
                <c:pt idx="126">
                  <c:v>8.3243881247096196E-2</c:v>
                </c:pt>
                <c:pt idx="127">
                  <c:v>8.5156882439848203E-2</c:v>
                </c:pt>
                <c:pt idx="128">
                  <c:v>7.6967147021510599E-2</c:v>
                </c:pt>
                <c:pt idx="129">
                  <c:v>7.7143423408216102E-2</c:v>
                </c:pt>
                <c:pt idx="130">
                  <c:v>7.4196504835083901E-2</c:v>
                </c:pt>
                <c:pt idx="131">
                  <c:v>7.7663780512363501E-2</c:v>
                </c:pt>
                <c:pt idx="132">
                  <c:v>7.6223783264164902E-2</c:v>
                </c:pt>
                <c:pt idx="133">
                  <c:v>7.7544021744191796E-2</c:v>
                </c:pt>
                <c:pt idx="134">
                  <c:v>7.6003191118869801E-2</c:v>
                </c:pt>
                <c:pt idx="135">
                  <c:v>7.5454669309072894E-2</c:v>
                </c:pt>
                <c:pt idx="136">
                  <c:v>7.9075910159163307E-2</c:v>
                </c:pt>
                <c:pt idx="137">
                  <c:v>7.2513754604157696E-2</c:v>
                </c:pt>
                <c:pt idx="138">
                  <c:v>7.5740182007945203E-2</c:v>
                </c:pt>
                <c:pt idx="139">
                  <c:v>7.4654509248231804E-2</c:v>
                </c:pt>
                <c:pt idx="140">
                  <c:v>7.6539310300012403E-2</c:v>
                </c:pt>
                <c:pt idx="141">
                  <c:v>7.6335296635132596E-2</c:v>
                </c:pt>
                <c:pt idx="142">
                  <c:v>7.6545572837413006E-2</c:v>
                </c:pt>
                <c:pt idx="143">
                  <c:v>7.5004087440856806E-2</c:v>
                </c:pt>
                <c:pt idx="144">
                  <c:v>7.1375535202954796E-2</c:v>
                </c:pt>
                <c:pt idx="145">
                  <c:v>7.5224538450381406E-2</c:v>
                </c:pt>
                <c:pt idx="146">
                  <c:v>7.2180885760323305E-2</c:v>
                </c:pt>
                <c:pt idx="147">
                  <c:v>7.4128490561434293E-2</c:v>
                </c:pt>
                <c:pt idx="148">
                  <c:v>7.1991599374664594E-2</c:v>
                </c:pt>
                <c:pt idx="149">
                  <c:v>7.2151853248507605E-2</c:v>
                </c:pt>
                <c:pt idx="150">
                  <c:v>7.1046863310169101E-2</c:v>
                </c:pt>
                <c:pt idx="151">
                  <c:v>7.0223345307825202E-2</c:v>
                </c:pt>
                <c:pt idx="152">
                  <c:v>7.3083963606374494E-2</c:v>
                </c:pt>
                <c:pt idx="153">
                  <c:v>7.20416476118039E-2</c:v>
                </c:pt>
                <c:pt idx="154">
                  <c:v>7.2572937378297495E-2</c:v>
                </c:pt>
                <c:pt idx="155">
                  <c:v>7.5801389256801993E-2</c:v>
                </c:pt>
                <c:pt idx="156">
                  <c:v>7.0177474101731599E-2</c:v>
                </c:pt>
                <c:pt idx="157">
                  <c:v>7.2718487167017995E-2</c:v>
                </c:pt>
                <c:pt idx="158">
                  <c:v>7.0774526496322904E-2</c:v>
                </c:pt>
                <c:pt idx="159">
                  <c:v>7.13402930249422E-2</c:v>
                </c:pt>
                <c:pt idx="160">
                  <c:v>6.7481019166732895E-2</c:v>
                </c:pt>
                <c:pt idx="161">
                  <c:v>6.9458981279568094E-2</c:v>
                </c:pt>
                <c:pt idx="162">
                  <c:v>6.9237069246989399E-2</c:v>
                </c:pt>
                <c:pt idx="163">
                  <c:v>7.3910553022824593E-2</c:v>
                </c:pt>
                <c:pt idx="164">
                  <c:v>7.27338754024828E-2</c:v>
                </c:pt>
                <c:pt idx="165">
                  <c:v>7.6224275041312003E-2</c:v>
                </c:pt>
                <c:pt idx="166">
                  <c:v>7.2031699095865098E-2</c:v>
                </c:pt>
                <c:pt idx="167">
                  <c:v>6.7942198462561207E-2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0.26952373158720599</c:v>
                </c:pt>
                <c:pt idx="1">
                  <c:v>8.8778515352845797E-2</c:v>
                </c:pt>
                <c:pt idx="2">
                  <c:v>0.17649633290639699</c:v>
                </c:pt>
                <c:pt idx="3">
                  <c:v>0.23808267311304299</c:v>
                </c:pt>
                <c:pt idx="4">
                  <c:v>0.18094732712345199</c:v>
                </c:pt>
                <c:pt idx="5">
                  <c:v>0.14639682328999301</c:v>
                </c:pt>
                <c:pt idx="6">
                  <c:v>0.19098752539847999</c:v>
                </c:pt>
                <c:pt idx="7">
                  <c:v>0.198284247779898</c:v>
                </c:pt>
                <c:pt idx="8">
                  <c:v>0.211819534313399</c:v>
                </c:pt>
                <c:pt idx="9">
                  <c:v>0.164284535620463</c:v>
                </c:pt>
                <c:pt idx="10">
                  <c:v>0.201418838201019</c:v>
                </c:pt>
                <c:pt idx="11">
                  <c:v>0.180288916062915</c:v>
                </c:pt>
                <c:pt idx="12">
                  <c:v>0.174763027863376</c:v>
                </c:pt>
                <c:pt idx="13">
                  <c:v>0.16459886044432601</c:v>
                </c:pt>
                <c:pt idx="14">
                  <c:v>0.183349864760873</c:v>
                </c:pt>
                <c:pt idx="15">
                  <c:v>0.16588946484186801</c:v>
                </c:pt>
                <c:pt idx="16">
                  <c:v>0.173139164167597</c:v>
                </c:pt>
                <c:pt idx="17">
                  <c:v>0.16531374326547499</c:v>
                </c:pt>
                <c:pt idx="18">
                  <c:v>0.185686297809005</c:v>
                </c:pt>
                <c:pt idx="19">
                  <c:v>0.16749846036356</c:v>
                </c:pt>
                <c:pt idx="20">
                  <c:v>0.163310761618637</c:v>
                </c:pt>
                <c:pt idx="21">
                  <c:v>0.17612845018239001</c:v>
                </c:pt>
                <c:pt idx="22">
                  <c:v>0.17592337690193699</c:v>
                </c:pt>
                <c:pt idx="23">
                  <c:v>0.18072718246519801</c:v>
                </c:pt>
                <c:pt idx="24">
                  <c:v>0.16790030050680299</c:v>
                </c:pt>
                <c:pt idx="25">
                  <c:v>0.17768484866385001</c:v>
                </c:pt>
                <c:pt idx="26">
                  <c:v>0.16373841520875801</c:v>
                </c:pt>
                <c:pt idx="27">
                  <c:v>0.170799105134115</c:v>
                </c:pt>
                <c:pt idx="28">
                  <c:v>0.16888181901751301</c:v>
                </c:pt>
                <c:pt idx="29">
                  <c:v>0.1651728593383</c:v>
                </c:pt>
                <c:pt idx="30">
                  <c:v>0.158832749163343</c:v>
                </c:pt>
                <c:pt idx="31">
                  <c:v>0.15490728069287599</c:v>
                </c:pt>
                <c:pt idx="32">
                  <c:v>0.163465907047012</c:v>
                </c:pt>
                <c:pt idx="33">
                  <c:v>0.15759198506191199</c:v>
                </c:pt>
                <c:pt idx="34">
                  <c:v>0.16240020361014701</c:v>
                </c:pt>
                <c:pt idx="35">
                  <c:v>0.16028097691493401</c:v>
                </c:pt>
                <c:pt idx="36">
                  <c:v>0.156222771832113</c:v>
                </c:pt>
                <c:pt idx="37">
                  <c:v>0.16452106991209101</c:v>
                </c:pt>
                <c:pt idx="38">
                  <c:v>0.158829200217045</c:v>
                </c:pt>
                <c:pt idx="39">
                  <c:v>0.16066241734095901</c:v>
                </c:pt>
                <c:pt idx="40">
                  <c:v>0.15789321079653801</c:v>
                </c:pt>
                <c:pt idx="41">
                  <c:v>0.16863677426433199</c:v>
                </c:pt>
                <c:pt idx="42">
                  <c:v>0.15779395678701</c:v>
                </c:pt>
                <c:pt idx="43">
                  <c:v>0.15594540227631101</c:v>
                </c:pt>
                <c:pt idx="44">
                  <c:v>0.15918931112735599</c:v>
                </c:pt>
                <c:pt idx="45">
                  <c:v>0.159909589168656</c:v>
                </c:pt>
                <c:pt idx="46">
                  <c:v>0.16897643646607499</c:v>
                </c:pt>
                <c:pt idx="47">
                  <c:v>0.15979796190011</c:v>
                </c:pt>
                <c:pt idx="48">
                  <c:v>0.167525853265722</c:v>
                </c:pt>
                <c:pt idx="49">
                  <c:v>0.162352688971029</c:v>
                </c:pt>
                <c:pt idx="50">
                  <c:v>0.15093129739078301</c:v>
                </c:pt>
                <c:pt idx="51">
                  <c:v>0.15420809989384299</c:v>
                </c:pt>
                <c:pt idx="52">
                  <c:v>0.15715723017738401</c:v>
                </c:pt>
                <c:pt idx="53">
                  <c:v>0.15429742946111399</c:v>
                </c:pt>
                <c:pt idx="54">
                  <c:v>0.155680201621228</c:v>
                </c:pt>
                <c:pt idx="55">
                  <c:v>0.15235165174520099</c:v>
                </c:pt>
                <c:pt idx="56">
                  <c:v>0.144981688218105</c:v>
                </c:pt>
                <c:pt idx="57">
                  <c:v>0.138878059867732</c:v>
                </c:pt>
                <c:pt idx="58">
                  <c:v>0.148743806672852</c:v>
                </c:pt>
                <c:pt idx="59">
                  <c:v>0.149102646217461</c:v>
                </c:pt>
                <c:pt idx="60">
                  <c:v>0.14327055218444601</c:v>
                </c:pt>
                <c:pt idx="61">
                  <c:v>0.15119238860173301</c:v>
                </c:pt>
                <c:pt idx="62">
                  <c:v>0.150974556757343</c:v>
                </c:pt>
                <c:pt idx="63">
                  <c:v>0.153175402675229</c:v>
                </c:pt>
                <c:pt idx="64">
                  <c:v>0.14580263112432901</c:v>
                </c:pt>
                <c:pt idx="65">
                  <c:v>0.158196062621699</c:v>
                </c:pt>
                <c:pt idx="66">
                  <c:v>0.14951593197677901</c:v>
                </c:pt>
                <c:pt idx="67">
                  <c:v>0.14335623035501899</c:v>
                </c:pt>
                <c:pt idx="68">
                  <c:v>0.15168712257587799</c:v>
                </c:pt>
                <c:pt idx="69">
                  <c:v>0.14673736736159701</c:v>
                </c:pt>
                <c:pt idx="70">
                  <c:v>0.150927680756787</c:v>
                </c:pt>
                <c:pt idx="71">
                  <c:v>0.13998131260205601</c:v>
                </c:pt>
                <c:pt idx="72">
                  <c:v>0.140561216552019</c:v>
                </c:pt>
                <c:pt idx="73">
                  <c:v>0.13710986133445899</c:v>
                </c:pt>
                <c:pt idx="74">
                  <c:v>0.12600955039508799</c:v>
                </c:pt>
                <c:pt idx="75">
                  <c:v>0.13319238367299399</c:v>
                </c:pt>
                <c:pt idx="76">
                  <c:v>0.135518080548235</c:v>
                </c:pt>
                <c:pt idx="77">
                  <c:v>0.12034301962182201</c:v>
                </c:pt>
                <c:pt idx="78">
                  <c:v>0.122555341584153</c:v>
                </c:pt>
                <c:pt idx="79">
                  <c:v>0.12313595046549999</c:v>
                </c:pt>
                <c:pt idx="80">
                  <c:v>0.115199865411216</c:v>
                </c:pt>
                <c:pt idx="81">
                  <c:v>0.12550407465738</c:v>
                </c:pt>
                <c:pt idx="82">
                  <c:v>0.11673479152764001</c:v>
                </c:pt>
                <c:pt idx="83">
                  <c:v>0.124643674139101</c:v>
                </c:pt>
                <c:pt idx="84">
                  <c:v>0.12648492329665301</c:v>
                </c:pt>
                <c:pt idx="85">
                  <c:v>0.116799506277337</c:v>
                </c:pt>
                <c:pt idx="86">
                  <c:v>0.12177931135021799</c:v>
                </c:pt>
                <c:pt idx="87">
                  <c:v>0.102093054995172</c:v>
                </c:pt>
                <c:pt idx="88">
                  <c:v>9.9125976640317706E-2</c:v>
                </c:pt>
                <c:pt idx="89">
                  <c:v>0.10979392951047399</c:v>
                </c:pt>
                <c:pt idx="90">
                  <c:v>0.105701957390763</c:v>
                </c:pt>
                <c:pt idx="91">
                  <c:v>0.10468427559408</c:v>
                </c:pt>
                <c:pt idx="92">
                  <c:v>9.0186630242756902E-2</c:v>
                </c:pt>
                <c:pt idx="93">
                  <c:v>8.7964389984936803E-2</c:v>
                </c:pt>
                <c:pt idx="94">
                  <c:v>9.5247297832782699E-2</c:v>
                </c:pt>
                <c:pt idx="95">
                  <c:v>0.10028772609461201</c:v>
                </c:pt>
                <c:pt idx="96">
                  <c:v>9.3390849607129497E-2</c:v>
                </c:pt>
                <c:pt idx="97">
                  <c:v>9.7350357550862104E-2</c:v>
                </c:pt>
                <c:pt idx="98">
                  <c:v>9.22541784309725E-2</c:v>
                </c:pt>
                <c:pt idx="99">
                  <c:v>9.1850488826552307E-2</c:v>
                </c:pt>
                <c:pt idx="100">
                  <c:v>9.0734731563608395E-2</c:v>
                </c:pt>
                <c:pt idx="101">
                  <c:v>9.0361740584607803E-2</c:v>
                </c:pt>
                <c:pt idx="102">
                  <c:v>8.4505152028291397E-2</c:v>
                </c:pt>
                <c:pt idx="103">
                  <c:v>9.3119522479854902E-2</c:v>
                </c:pt>
                <c:pt idx="104">
                  <c:v>8.0534223574979705E-2</c:v>
                </c:pt>
                <c:pt idx="105">
                  <c:v>8.39474601284525E-2</c:v>
                </c:pt>
                <c:pt idx="106">
                  <c:v>8.61561425371868E-2</c:v>
                </c:pt>
                <c:pt idx="107">
                  <c:v>8.3309822559714905E-2</c:v>
                </c:pt>
                <c:pt idx="108">
                  <c:v>7.7816149040032298E-2</c:v>
                </c:pt>
                <c:pt idx="109">
                  <c:v>8.1190684767775398E-2</c:v>
                </c:pt>
                <c:pt idx="110">
                  <c:v>8.5006267856062398E-2</c:v>
                </c:pt>
                <c:pt idx="111">
                  <c:v>8.3320288570403203E-2</c:v>
                </c:pt>
                <c:pt idx="112">
                  <c:v>8.2281211831728901E-2</c:v>
                </c:pt>
                <c:pt idx="113">
                  <c:v>7.9147538803462397E-2</c:v>
                </c:pt>
                <c:pt idx="114">
                  <c:v>7.6471682453194398E-2</c:v>
                </c:pt>
                <c:pt idx="115">
                  <c:v>8.28124637965542E-2</c:v>
                </c:pt>
                <c:pt idx="116">
                  <c:v>7.9005794747479693E-2</c:v>
                </c:pt>
                <c:pt idx="117">
                  <c:v>7.7023274630878796E-2</c:v>
                </c:pt>
                <c:pt idx="118">
                  <c:v>8.1549109384547097E-2</c:v>
                </c:pt>
                <c:pt idx="119">
                  <c:v>8.2971595424679703E-2</c:v>
                </c:pt>
                <c:pt idx="120">
                  <c:v>8.0818550879703202E-2</c:v>
                </c:pt>
                <c:pt idx="121">
                  <c:v>8.2410183905472403E-2</c:v>
                </c:pt>
                <c:pt idx="122">
                  <c:v>7.7408948607459296E-2</c:v>
                </c:pt>
                <c:pt idx="123">
                  <c:v>8.1626701195216297E-2</c:v>
                </c:pt>
                <c:pt idx="124">
                  <c:v>8.0609063748046397E-2</c:v>
                </c:pt>
                <c:pt idx="125">
                  <c:v>8.0988044190323003E-2</c:v>
                </c:pt>
                <c:pt idx="126">
                  <c:v>8.3240373464670697E-2</c:v>
                </c:pt>
                <c:pt idx="127">
                  <c:v>8.7548569663541007E-2</c:v>
                </c:pt>
                <c:pt idx="128">
                  <c:v>8.0402369810334107E-2</c:v>
                </c:pt>
                <c:pt idx="129">
                  <c:v>8.0206551502945797E-2</c:v>
                </c:pt>
                <c:pt idx="130">
                  <c:v>7.8411287547560798E-2</c:v>
                </c:pt>
                <c:pt idx="131">
                  <c:v>8.1686662312124195E-2</c:v>
                </c:pt>
                <c:pt idx="132">
                  <c:v>8.1368133242195398E-2</c:v>
                </c:pt>
                <c:pt idx="133">
                  <c:v>8.2135256843431204E-2</c:v>
                </c:pt>
                <c:pt idx="134">
                  <c:v>8.1093621058095797E-2</c:v>
                </c:pt>
                <c:pt idx="135">
                  <c:v>8.0292388925773006E-2</c:v>
                </c:pt>
                <c:pt idx="136">
                  <c:v>8.2097431379247604E-2</c:v>
                </c:pt>
                <c:pt idx="137">
                  <c:v>7.8219678755885397E-2</c:v>
                </c:pt>
                <c:pt idx="138">
                  <c:v>8.0495925016334596E-2</c:v>
                </c:pt>
                <c:pt idx="139">
                  <c:v>8.2627367499029797E-2</c:v>
                </c:pt>
                <c:pt idx="140">
                  <c:v>8.2199373345423807E-2</c:v>
                </c:pt>
                <c:pt idx="141">
                  <c:v>8.1297970658188404E-2</c:v>
                </c:pt>
                <c:pt idx="142">
                  <c:v>8.1166028225160503E-2</c:v>
                </c:pt>
                <c:pt idx="143">
                  <c:v>8.0466987051924094E-2</c:v>
                </c:pt>
                <c:pt idx="144">
                  <c:v>7.7625774020060198E-2</c:v>
                </c:pt>
                <c:pt idx="145">
                  <c:v>8.0735678018479903E-2</c:v>
                </c:pt>
                <c:pt idx="146">
                  <c:v>7.9577867743131706E-2</c:v>
                </c:pt>
                <c:pt idx="147">
                  <c:v>8.1052829789206998E-2</c:v>
                </c:pt>
                <c:pt idx="148">
                  <c:v>7.9042540122504404E-2</c:v>
                </c:pt>
                <c:pt idx="149">
                  <c:v>8.02946054912312E-2</c:v>
                </c:pt>
                <c:pt idx="150">
                  <c:v>8.0340945399910393E-2</c:v>
                </c:pt>
                <c:pt idx="151">
                  <c:v>7.93806187720561E-2</c:v>
                </c:pt>
                <c:pt idx="152">
                  <c:v>8.1020391344798603E-2</c:v>
                </c:pt>
                <c:pt idx="153">
                  <c:v>8.1693041231459096E-2</c:v>
                </c:pt>
                <c:pt idx="154">
                  <c:v>7.9727959143517907E-2</c:v>
                </c:pt>
                <c:pt idx="155">
                  <c:v>8.3397608870255505E-2</c:v>
                </c:pt>
                <c:pt idx="156">
                  <c:v>7.9099796586248106E-2</c:v>
                </c:pt>
                <c:pt idx="157">
                  <c:v>8.0034105858066196E-2</c:v>
                </c:pt>
                <c:pt idx="158">
                  <c:v>8.0743641975025995E-2</c:v>
                </c:pt>
                <c:pt idx="159">
                  <c:v>8.1232630638562106E-2</c:v>
                </c:pt>
                <c:pt idx="160">
                  <c:v>7.8719329513241607E-2</c:v>
                </c:pt>
                <c:pt idx="161">
                  <c:v>7.8979112521519707E-2</c:v>
                </c:pt>
                <c:pt idx="162">
                  <c:v>8.1236971224596499E-2</c:v>
                </c:pt>
                <c:pt idx="163">
                  <c:v>8.5207866573978303E-2</c:v>
                </c:pt>
                <c:pt idx="164">
                  <c:v>8.4876191707948995E-2</c:v>
                </c:pt>
                <c:pt idx="165">
                  <c:v>8.9598256032049101E-2</c:v>
                </c:pt>
                <c:pt idx="166">
                  <c:v>8.5269036256020198E-2</c:v>
                </c:pt>
                <c:pt idx="167">
                  <c:v>8.0336009101543301E-2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4025472"/>
        <c:axId val="274047744"/>
      </c:lineChart>
      <c:dateAx>
        <c:axId val="27402547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74047744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2740477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74025472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Recoveries</c:v>
                </c:pt>
              </c:strCache>
            </c:strRef>
          </c:tx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Sheet1!$B$2:$B$177</c:f>
              <c:numCache>
                <c:formatCode>0%</c:formatCode>
                <c:ptCount val="176"/>
                <c:pt idx="0">
                  <c:v>0.17997166669714801</c:v>
                </c:pt>
                <c:pt idx="1">
                  <c:v>0.198499538735673</c:v>
                </c:pt>
                <c:pt idx="2">
                  <c:v>0.136541825281941</c:v>
                </c:pt>
                <c:pt idx="3">
                  <c:v>0.18307039515446699</c:v>
                </c:pt>
                <c:pt idx="4">
                  <c:v>0.15674951108112101</c:v>
                </c:pt>
                <c:pt idx="5">
                  <c:v>0.20269618018697699</c:v>
                </c:pt>
                <c:pt idx="6">
                  <c:v>0.17644929705957599</c:v>
                </c:pt>
                <c:pt idx="7">
                  <c:v>0.190433868106473</c:v>
                </c:pt>
                <c:pt idx="8">
                  <c:v>0.15341977628376399</c:v>
                </c:pt>
                <c:pt idx="9">
                  <c:v>0.13909150687587599</c:v>
                </c:pt>
                <c:pt idx="10">
                  <c:v>0.149331007450486</c:v>
                </c:pt>
                <c:pt idx="11">
                  <c:v>0.12618147425012499</c:v>
                </c:pt>
                <c:pt idx="12">
                  <c:v>0.13146496710593</c:v>
                </c:pt>
                <c:pt idx="13">
                  <c:v>0.117184862247237</c:v>
                </c:pt>
                <c:pt idx="14">
                  <c:v>0.13350434146603701</c:v>
                </c:pt>
                <c:pt idx="15">
                  <c:v>0.10863094980978701</c:v>
                </c:pt>
                <c:pt idx="16">
                  <c:v>0.13220622555182601</c:v>
                </c:pt>
                <c:pt idx="17">
                  <c:v>0.16787282194821901</c:v>
                </c:pt>
                <c:pt idx="18">
                  <c:v>0.14564460919081701</c:v>
                </c:pt>
                <c:pt idx="19">
                  <c:v>0.18624890525219301</c:v>
                </c:pt>
                <c:pt idx="20">
                  <c:v>0.12503680259809</c:v>
                </c:pt>
                <c:pt idx="21">
                  <c:v>0.14842894287441</c:v>
                </c:pt>
                <c:pt idx="22">
                  <c:v>0.15973573534482499</c:v>
                </c:pt>
                <c:pt idx="23">
                  <c:v>0.17060681701842301</c:v>
                </c:pt>
                <c:pt idx="24">
                  <c:v>0.140792298947781</c:v>
                </c:pt>
                <c:pt idx="25">
                  <c:v>0.162690054828554</c:v>
                </c:pt>
                <c:pt idx="26">
                  <c:v>0.16312544606540999</c:v>
                </c:pt>
                <c:pt idx="27">
                  <c:v>0.13746007311056299</c:v>
                </c:pt>
                <c:pt idx="28">
                  <c:v>0.16267862202792699</c:v>
                </c:pt>
                <c:pt idx="29">
                  <c:v>0.14263325035384899</c:v>
                </c:pt>
                <c:pt idx="30">
                  <c:v>0.13621357150902799</c:v>
                </c:pt>
                <c:pt idx="31">
                  <c:v>0.151765612524143</c:v>
                </c:pt>
                <c:pt idx="32">
                  <c:v>0.12701667235921801</c:v>
                </c:pt>
                <c:pt idx="33">
                  <c:v>0.14508536219502599</c:v>
                </c:pt>
                <c:pt idx="34">
                  <c:v>0.12976289376297201</c:v>
                </c:pt>
                <c:pt idx="35">
                  <c:v>0.153266658504537</c:v>
                </c:pt>
                <c:pt idx="36">
                  <c:v>0.13947903452274199</c:v>
                </c:pt>
                <c:pt idx="37">
                  <c:v>0.15011950703889801</c:v>
                </c:pt>
                <c:pt idx="38">
                  <c:v>0.14432401960565999</c:v>
                </c:pt>
                <c:pt idx="39">
                  <c:v>0.137508649724531</c:v>
                </c:pt>
                <c:pt idx="40">
                  <c:v>0.154650183200508</c:v>
                </c:pt>
                <c:pt idx="41">
                  <c:v>0.136098760492565</c:v>
                </c:pt>
                <c:pt idx="42">
                  <c:v>0.14096171572713501</c:v>
                </c:pt>
                <c:pt idx="43">
                  <c:v>0.15754845729182701</c:v>
                </c:pt>
                <c:pt idx="44">
                  <c:v>0.15609691469169701</c:v>
                </c:pt>
                <c:pt idx="45">
                  <c:v>0.12854044341198601</c:v>
                </c:pt>
                <c:pt idx="46">
                  <c:v>0.14747242731360699</c:v>
                </c:pt>
                <c:pt idx="47">
                  <c:v>0.15905817545127399</c:v>
                </c:pt>
                <c:pt idx="48">
                  <c:v>0.14624608126344599</c:v>
                </c:pt>
                <c:pt idx="49">
                  <c:v>0.15806624219653501</c:v>
                </c:pt>
                <c:pt idx="50">
                  <c:v>0.16082743386763701</c:v>
                </c:pt>
                <c:pt idx="51">
                  <c:v>0.118009575224913</c:v>
                </c:pt>
                <c:pt idx="52">
                  <c:v>0.13569468257623099</c:v>
                </c:pt>
                <c:pt idx="53">
                  <c:v>0.13035645398251899</c:v>
                </c:pt>
                <c:pt idx="54">
                  <c:v>0.130288244552618</c:v>
                </c:pt>
                <c:pt idx="55">
                  <c:v>0.13328036262644</c:v>
                </c:pt>
                <c:pt idx="56">
                  <c:v>0.118806676107458</c:v>
                </c:pt>
                <c:pt idx="57">
                  <c:v>0.12938797278913899</c:v>
                </c:pt>
                <c:pt idx="58">
                  <c:v>0.12722563058849801</c:v>
                </c:pt>
                <c:pt idx="59">
                  <c:v>0.131052061566414</c:v>
                </c:pt>
                <c:pt idx="60">
                  <c:v>0.12544842395962999</c:v>
                </c:pt>
                <c:pt idx="61">
                  <c:v>0.129822908775759</c:v>
                </c:pt>
                <c:pt idx="62">
                  <c:v>0.120605744928138</c:v>
                </c:pt>
                <c:pt idx="63">
                  <c:v>0.123840498767657</c:v>
                </c:pt>
                <c:pt idx="64">
                  <c:v>0.128541969613162</c:v>
                </c:pt>
                <c:pt idx="65">
                  <c:v>0.13437454493640499</c:v>
                </c:pt>
                <c:pt idx="66">
                  <c:v>0.119976843898455</c:v>
                </c:pt>
                <c:pt idx="67">
                  <c:v>0.127602323966823</c:v>
                </c:pt>
                <c:pt idx="68">
                  <c:v>0.12294571814560901</c:v>
                </c:pt>
                <c:pt idx="69">
                  <c:v>0.11572141745122499</c:v>
                </c:pt>
                <c:pt idx="70">
                  <c:v>0.122006770696217</c:v>
                </c:pt>
                <c:pt idx="71">
                  <c:v>0.121430638107662</c:v>
                </c:pt>
                <c:pt idx="72">
                  <c:v>0.13677123294082899</c:v>
                </c:pt>
                <c:pt idx="73">
                  <c:v>0.12551678047752601</c:v>
                </c:pt>
                <c:pt idx="74">
                  <c:v>0.121284907615879</c:v>
                </c:pt>
                <c:pt idx="75">
                  <c:v>0.102582068078571</c:v>
                </c:pt>
                <c:pt idx="76">
                  <c:v>0.108217337943988</c:v>
                </c:pt>
                <c:pt idx="77">
                  <c:v>0.11469143492006099</c:v>
                </c:pt>
                <c:pt idx="78">
                  <c:v>0.115282743276941</c:v>
                </c:pt>
                <c:pt idx="79">
                  <c:v>9.8209071221619607E-2</c:v>
                </c:pt>
                <c:pt idx="80">
                  <c:v>0.113637305072617</c:v>
                </c:pt>
                <c:pt idx="81">
                  <c:v>0.113057169104539</c:v>
                </c:pt>
                <c:pt idx="82">
                  <c:v>0.107012461515349</c:v>
                </c:pt>
                <c:pt idx="83">
                  <c:v>0.11837688024792201</c:v>
                </c:pt>
                <c:pt idx="84">
                  <c:v>0.112858785482324</c:v>
                </c:pt>
                <c:pt idx="85">
                  <c:v>0.107231011373466</c:v>
                </c:pt>
                <c:pt idx="86">
                  <c:v>0.105588753401453</c:v>
                </c:pt>
                <c:pt idx="87">
                  <c:v>0.105089747098339</c:v>
                </c:pt>
                <c:pt idx="88">
                  <c:v>0.119659697555003</c:v>
                </c:pt>
                <c:pt idx="89">
                  <c:v>0.11288818029686</c:v>
                </c:pt>
                <c:pt idx="90">
                  <c:v>0.10714463735134799</c:v>
                </c:pt>
                <c:pt idx="91">
                  <c:v>0.103318208824334</c:v>
                </c:pt>
                <c:pt idx="92">
                  <c:v>0.10268030441686</c:v>
                </c:pt>
                <c:pt idx="93">
                  <c:v>0.100888183599237</c:v>
                </c:pt>
                <c:pt idx="94">
                  <c:v>0.10085585719687901</c:v>
                </c:pt>
                <c:pt idx="95">
                  <c:v>8.9280966828551203E-2</c:v>
                </c:pt>
                <c:pt idx="96">
                  <c:v>8.6051156540918106E-2</c:v>
                </c:pt>
                <c:pt idx="97">
                  <c:v>9.1741321842804702E-2</c:v>
                </c:pt>
                <c:pt idx="98">
                  <c:v>9.2621959451623298E-2</c:v>
                </c:pt>
                <c:pt idx="99">
                  <c:v>9.1119515628588305E-2</c:v>
                </c:pt>
                <c:pt idx="100">
                  <c:v>8.4433089426350402E-2</c:v>
                </c:pt>
                <c:pt idx="101">
                  <c:v>8.2645228269738802E-2</c:v>
                </c:pt>
                <c:pt idx="102">
                  <c:v>7.5677744887720805E-2</c:v>
                </c:pt>
                <c:pt idx="103">
                  <c:v>7.8571262266604602E-2</c:v>
                </c:pt>
                <c:pt idx="104">
                  <c:v>7.6674668029986501E-2</c:v>
                </c:pt>
                <c:pt idx="105">
                  <c:v>7.0380158009684501E-2</c:v>
                </c:pt>
                <c:pt idx="106">
                  <c:v>7.4527328204649301E-2</c:v>
                </c:pt>
                <c:pt idx="107">
                  <c:v>7.2835306282064902E-2</c:v>
                </c:pt>
                <c:pt idx="108">
                  <c:v>7.0487905090875505E-2</c:v>
                </c:pt>
                <c:pt idx="109">
                  <c:v>7.5743614841200194E-2</c:v>
                </c:pt>
                <c:pt idx="110">
                  <c:v>7.2570829495921002E-2</c:v>
                </c:pt>
                <c:pt idx="111">
                  <c:v>6.8120779232241899E-2</c:v>
                </c:pt>
                <c:pt idx="112">
                  <c:v>7.3159072341394502E-2</c:v>
                </c:pt>
                <c:pt idx="113">
                  <c:v>7.0046306136461595E-2</c:v>
                </c:pt>
                <c:pt idx="114">
                  <c:v>6.9932698629931095E-2</c:v>
                </c:pt>
                <c:pt idx="115">
                  <c:v>6.89437968836666E-2</c:v>
                </c:pt>
                <c:pt idx="116">
                  <c:v>6.7080136892518405E-2</c:v>
                </c:pt>
                <c:pt idx="117">
                  <c:v>6.37671853939204E-2</c:v>
                </c:pt>
                <c:pt idx="118">
                  <c:v>6.3920219094573599E-2</c:v>
                </c:pt>
                <c:pt idx="119">
                  <c:v>6.3251133431753703E-2</c:v>
                </c:pt>
                <c:pt idx="120">
                  <c:v>6.5209138002903802E-2</c:v>
                </c:pt>
                <c:pt idx="121">
                  <c:v>6.4869398087531394E-2</c:v>
                </c:pt>
                <c:pt idx="122">
                  <c:v>7.1521604872300304E-2</c:v>
                </c:pt>
                <c:pt idx="123">
                  <c:v>6.9024505645832096E-2</c:v>
                </c:pt>
                <c:pt idx="124">
                  <c:v>7.1398290661207994E-2</c:v>
                </c:pt>
                <c:pt idx="125">
                  <c:v>6.9819324986672801E-2</c:v>
                </c:pt>
                <c:pt idx="126">
                  <c:v>6.4617940329572798E-2</c:v>
                </c:pt>
                <c:pt idx="127">
                  <c:v>6.3080281292197907E-2</c:v>
                </c:pt>
                <c:pt idx="128">
                  <c:v>6.5035609738195901E-2</c:v>
                </c:pt>
                <c:pt idx="129">
                  <c:v>6.1914066773166299E-2</c:v>
                </c:pt>
                <c:pt idx="130">
                  <c:v>6.13321997569026E-2</c:v>
                </c:pt>
                <c:pt idx="131">
                  <c:v>6.3828924351426994E-2</c:v>
                </c:pt>
                <c:pt idx="132">
                  <c:v>6.3123937498955202E-2</c:v>
                </c:pt>
                <c:pt idx="133">
                  <c:v>6.1864327856948703E-2</c:v>
                </c:pt>
                <c:pt idx="134">
                  <c:v>6.2709634919747598E-2</c:v>
                </c:pt>
                <c:pt idx="135">
                  <c:v>6.0794417149971601E-2</c:v>
                </c:pt>
                <c:pt idx="136">
                  <c:v>6.5746829779296398E-2</c:v>
                </c:pt>
                <c:pt idx="137">
                  <c:v>6.3477522824381793E-2</c:v>
                </c:pt>
                <c:pt idx="138">
                  <c:v>6.6217020547100297E-2</c:v>
                </c:pt>
                <c:pt idx="139">
                  <c:v>6.0450945124795701E-2</c:v>
                </c:pt>
                <c:pt idx="140">
                  <c:v>6.0266941579347602E-2</c:v>
                </c:pt>
                <c:pt idx="141">
                  <c:v>6.1076902998083098E-2</c:v>
                </c:pt>
                <c:pt idx="142">
                  <c:v>6.3513388648879204E-2</c:v>
                </c:pt>
                <c:pt idx="143">
                  <c:v>6.32174988370105E-2</c:v>
                </c:pt>
                <c:pt idx="144">
                  <c:v>6.2347776909467897E-2</c:v>
                </c:pt>
                <c:pt idx="145">
                  <c:v>6.4162016482215298E-2</c:v>
                </c:pt>
                <c:pt idx="146">
                  <c:v>6.7295229350007701E-2</c:v>
                </c:pt>
                <c:pt idx="147">
                  <c:v>6.6788281831086801E-2</c:v>
                </c:pt>
                <c:pt idx="148">
                  <c:v>6.7060923751446497E-2</c:v>
                </c:pt>
                <c:pt idx="149">
                  <c:v>6.7702696555828001E-2</c:v>
                </c:pt>
                <c:pt idx="150">
                  <c:v>6.9852431207550594E-2</c:v>
                </c:pt>
                <c:pt idx="151">
                  <c:v>6.8398817430185596E-2</c:v>
                </c:pt>
                <c:pt idx="152">
                  <c:v>6.47920739754657E-2</c:v>
                </c:pt>
                <c:pt idx="153">
                  <c:v>6.4788935849120197E-2</c:v>
                </c:pt>
                <c:pt idx="154">
                  <c:v>6.6102370298139299E-2</c:v>
                </c:pt>
                <c:pt idx="155">
                  <c:v>7.0125249992862307E-2</c:v>
                </c:pt>
                <c:pt idx="156">
                  <c:v>6.8853686280784004E-2</c:v>
                </c:pt>
                <c:pt idx="157">
                  <c:v>7.2047397123995396E-2</c:v>
                </c:pt>
                <c:pt idx="158">
                  <c:v>6.7277524540250697E-2</c:v>
                </c:pt>
                <c:pt idx="159">
                  <c:v>6.11579685762699E-2</c:v>
                </c:pt>
                <c:pt idx="160">
                  <c:v>6.5061544211217695E-2</c:v>
                </c:pt>
                <c:pt idx="161">
                  <c:v>6.2328399465762303E-2</c:v>
                </c:pt>
                <c:pt idx="162">
                  <c:v>6.2052734338857302E-2</c:v>
                </c:pt>
                <c:pt idx="163">
                  <c:v>5.5040309542973898E-2</c:v>
                </c:pt>
                <c:pt idx="164">
                  <c:v>6.47920739754657E-2</c:v>
                </c:pt>
                <c:pt idx="165">
                  <c:v>6.4788935849120197E-2</c:v>
                </c:pt>
                <c:pt idx="166">
                  <c:v>6.6102370298139299E-2</c:v>
                </c:pt>
                <c:pt idx="167">
                  <c:v>7.0125249992862307E-2</c:v>
                </c:pt>
                <c:pt idx="168">
                  <c:v>6.8853686280784004E-2</c:v>
                </c:pt>
                <c:pt idx="169">
                  <c:v>7.2047397123995396E-2</c:v>
                </c:pt>
                <c:pt idx="170">
                  <c:v>6.7277524540250697E-2</c:v>
                </c:pt>
                <c:pt idx="171">
                  <c:v>6.11579685762699E-2</c:v>
                </c:pt>
                <c:pt idx="172">
                  <c:v>6.5061544211217695E-2</c:v>
                </c:pt>
                <c:pt idx="173">
                  <c:v>6.2328399465762303E-2</c:v>
                </c:pt>
                <c:pt idx="174">
                  <c:v>6.2052734338857302E-2</c:v>
                </c:pt>
                <c:pt idx="175">
                  <c:v>5.5040309542973898E-2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Non-MI Recoveries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Sheet1!$A$2:$A$177</c:f>
              <c:numCache>
                <c:formatCode>m/d/yyyy</c:formatCode>
                <c:ptCount val="176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</c:numCache>
            </c:numRef>
          </c:cat>
          <c:val>
            <c:numRef>
              <c:f>Sheet1!$C$2:$C$177</c:f>
              <c:numCache>
                <c:formatCode>0%</c:formatCode>
                <c:ptCount val="176"/>
                <c:pt idx="0">
                  <c:v>0.22058122287145199</c:v>
                </c:pt>
                <c:pt idx="1">
                  <c:v>0.15615640463741801</c:v>
                </c:pt>
                <c:pt idx="2">
                  <c:v>0.19212170636380399</c:v>
                </c:pt>
                <c:pt idx="3">
                  <c:v>0.29679107939517702</c:v>
                </c:pt>
                <c:pt idx="4">
                  <c:v>0.22233069586385801</c:v>
                </c:pt>
                <c:pt idx="5">
                  <c:v>0.13765161345094901</c:v>
                </c:pt>
                <c:pt idx="6">
                  <c:v>0.178090988866487</c:v>
                </c:pt>
                <c:pt idx="7">
                  <c:v>0.22953661593264199</c:v>
                </c:pt>
                <c:pt idx="8">
                  <c:v>0.179396863940227</c:v>
                </c:pt>
                <c:pt idx="9">
                  <c:v>0.15389846939507601</c:v>
                </c:pt>
                <c:pt idx="10">
                  <c:v>0.21918189701962201</c:v>
                </c:pt>
                <c:pt idx="11">
                  <c:v>0.29602208276678499</c:v>
                </c:pt>
                <c:pt idx="12">
                  <c:v>0.25578211950813001</c:v>
                </c:pt>
                <c:pt idx="13">
                  <c:v>0.15721885629628399</c:v>
                </c:pt>
                <c:pt idx="14">
                  <c:v>0.242619585292604</c:v>
                </c:pt>
                <c:pt idx="15">
                  <c:v>0.15407450732087799</c:v>
                </c:pt>
                <c:pt idx="16">
                  <c:v>0.128343653654103</c:v>
                </c:pt>
                <c:pt idx="17">
                  <c:v>0.13948963462230299</c:v>
                </c:pt>
                <c:pt idx="18">
                  <c:v>0.151297863498842</c:v>
                </c:pt>
                <c:pt idx="19">
                  <c:v>9.6703154441717898E-2</c:v>
                </c:pt>
                <c:pt idx="20">
                  <c:v>0.18514290967368799</c:v>
                </c:pt>
                <c:pt idx="21">
                  <c:v>0.144525362222958</c:v>
                </c:pt>
                <c:pt idx="22">
                  <c:v>0.1652316081836</c:v>
                </c:pt>
                <c:pt idx="23">
                  <c:v>0.16176780748071701</c:v>
                </c:pt>
                <c:pt idx="24">
                  <c:v>0.15512100859782599</c:v>
                </c:pt>
                <c:pt idx="25">
                  <c:v>0.19831258559572901</c:v>
                </c:pt>
                <c:pt idx="26">
                  <c:v>0.168906755806012</c:v>
                </c:pt>
                <c:pt idx="27">
                  <c:v>0.15287752291943499</c:v>
                </c:pt>
                <c:pt idx="28">
                  <c:v>0.14799468788648801</c:v>
                </c:pt>
                <c:pt idx="29">
                  <c:v>0.15922054929204499</c:v>
                </c:pt>
                <c:pt idx="30">
                  <c:v>0.20766829298686301</c:v>
                </c:pt>
                <c:pt idx="31">
                  <c:v>0.20926134829266399</c:v>
                </c:pt>
                <c:pt idx="32">
                  <c:v>0.20375253732416501</c:v>
                </c:pt>
                <c:pt idx="33">
                  <c:v>0.164060449013571</c:v>
                </c:pt>
                <c:pt idx="34">
                  <c:v>0.160129451569203</c:v>
                </c:pt>
                <c:pt idx="35">
                  <c:v>0.18624957198498401</c:v>
                </c:pt>
                <c:pt idx="36">
                  <c:v>0.16970363356847301</c:v>
                </c:pt>
                <c:pt idx="37">
                  <c:v>0.163460899473098</c:v>
                </c:pt>
                <c:pt idx="38">
                  <c:v>0.22098992845477999</c:v>
                </c:pt>
                <c:pt idx="39">
                  <c:v>0.26509648310892697</c:v>
                </c:pt>
                <c:pt idx="40">
                  <c:v>0.206177973110173</c:v>
                </c:pt>
                <c:pt idx="41">
                  <c:v>0.26766301534985498</c:v>
                </c:pt>
                <c:pt idx="42">
                  <c:v>0.17979643844831</c:v>
                </c:pt>
                <c:pt idx="43">
                  <c:v>0.14827157732173701</c:v>
                </c:pt>
                <c:pt idx="44">
                  <c:v>0.16075732106863599</c:v>
                </c:pt>
                <c:pt idx="45">
                  <c:v>0.15087506761549299</c:v>
                </c:pt>
                <c:pt idx="46">
                  <c:v>0.16392059629658701</c:v>
                </c:pt>
                <c:pt idx="47">
                  <c:v>0.145379548519465</c:v>
                </c:pt>
                <c:pt idx="48">
                  <c:v>0.23574024213464201</c:v>
                </c:pt>
                <c:pt idx="49">
                  <c:v>0.18236990230129199</c:v>
                </c:pt>
                <c:pt idx="50">
                  <c:v>0.16907889760200201</c:v>
                </c:pt>
                <c:pt idx="51">
                  <c:v>0.13359165347776</c:v>
                </c:pt>
                <c:pt idx="52">
                  <c:v>0.13908406676964299</c:v>
                </c:pt>
                <c:pt idx="53">
                  <c:v>0.147322218386328</c:v>
                </c:pt>
                <c:pt idx="54">
                  <c:v>0.13305515000350299</c:v>
                </c:pt>
                <c:pt idx="55">
                  <c:v>0.113577672496823</c:v>
                </c:pt>
                <c:pt idx="56">
                  <c:v>0.115264267762988</c:v>
                </c:pt>
                <c:pt idx="57">
                  <c:v>7.7341958393882804E-2</c:v>
                </c:pt>
                <c:pt idx="58">
                  <c:v>7.3610557368428198E-2</c:v>
                </c:pt>
                <c:pt idx="59">
                  <c:v>6.7164038700277401E-2</c:v>
                </c:pt>
                <c:pt idx="60">
                  <c:v>5.4486616792734498E-2</c:v>
                </c:pt>
                <c:pt idx="61">
                  <c:v>6.3002933610023695E-2</c:v>
                </c:pt>
                <c:pt idx="62">
                  <c:v>7.1379566690771307E-2</c:v>
                </c:pt>
                <c:pt idx="63">
                  <c:v>5.9096921259732697E-2</c:v>
                </c:pt>
                <c:pt idx="64">
                  <c:v>6.6102043115029499E-2</c:v>
                </c:pt>
                <c:pt idx="65">
                  <c:v>6.6949472692207301E-2</c:v>
                </c:pt>
                <c:pt idx="66">
                  <c:v>5.46441878631048E-2</c:v>
                </c:pt>
                <c:pt idx="67">
                  <c:v>4.5817458452312297E-2</c:v>
                </c:pt>
                <c:pt idx="68">
                  <c:v>5.34487898626669E-2</c:v>
                </c:pt>
                <c:pt idx="69">
                  <c:v>5.6590684271724999E-2</c:v>
                </c:pt>
                <c:pt idx="70">
                  <c:v>6.9391980091695296E-2</c:v>
                </c:pt>
                <c:pt idx="71">
                  <c:v>5.9297480908686299E-2</c:v>
                </c:pt>
                <c:pt idx="72">
                  <c:v>6.7668804688722606E-2</c:v>
                </c:pt>
                <c:pt idx="73">
                  <c:v>7.4185218653561605E-2</c:v>
                </c:pt>
                <c:pt idx="74">
                  <c:v>8.4173452175252905E-2</c:v>
                </c:pt>
                <c:pt idx="75">
                  <c:v>7.7811965924752896E-2</c:v>
                </c:pt>
                <c:pt idx="76">
                  <c:v>5.39764806144616E-2</c:v>
                </c:pt>
                <c:pt idx="77">
                  <c:v>6.5112452922296504E-2</c:v>
                </c:pt>
                <c:pt idx="78">
                  <c:v>4.9308484428060802E-2</c:v>
                </c:pt>
                <c:pt idx="79">
                  <c:v>5.9083748641186401E-2</c:v>
                </c:pt>
                <c:pt idx="80">
                  <c:v>4.7399064864529397E-2</c:v>
                </c:pt>
                <c:pt idx="81">
                  <c:v>3.9741326078936198E-2</c:v>
                </c:pt>
                <c:pt idx="82">
                  <c:v>6.5927068853854701E-2</c:v>
                </c:pt>
                <c:pt idx="83">
                  <c:v>6.3370902286642897E-2</c:v>
                </c:pt>
                <c:pt idx="84">
                  <c:v>0.12066320688045901</c:v>
                </c:pt>
                <c:pt idx="85">
                  <c:v>6.9745026013559905E-2</c:v>
                </c:pt>
                <c:pt idx="86">
                  <c:v>7.1345184115906596E-2</c:v>
                </c:pt>
                <c:pt idx="87">
                  <c:v>7.1297502175600103E-2</c:v>
                </c:pt>
                <c:pt idx="88">
                  <c:v>7.8375405277624793E-2</c:v>
                </c:pt>
                <c:pt idx="89">
                  <c:v>7.3550379908545793E-2</c:v>
                </c:pt>
                <c:pt idx="90">
                  <c:v>6.5316936284062294E-2</c:v>
                </c:pt>
                <c:pt idx="91">
                  <c:v>6.539095023159E-2</c:v>
                </c:pt>
                <c:pt idx="92">
                  <c:v>7.2262953399465604E-2</c:v>
                </c:pt>
                <c:pt idx="93">
                  <c:v>8.1040016656009503E-2</c:v>
                </c:pt>
                <c:pt idx="94">
                  <c:v>7.2221340382454105E-2</c:v>
                </c:pt>
                <c:pt idx="95">
                  <c:v>8.6721551940034003E-2</c:v>
                </c:pt>
                <c:pt idx="96">
                  <c:v>0.10619819768644199</c:v>
                </c:pt>
                <c:pt idx="97">
                  <c:v>9.3359214484610903E-2</c:v>
                </c:pt>
                <c:pt idx="98">
                  <c:v>0.103313399771919</c:v>
                </c:pt>
                <c:pt idx="99">
                  <c:v>0.11412861974787</c:v>
                </c:pt>
                <c:pt idx="100">
                  <c:v>0.10767645362167</c:v>
                </c:pt>
                <c:pt idx="101">
                  <c:v>0.10240466621311201</c:v>
                </c:pt>
                <c:pt idx="102">
                  <c:v>0.10370200429997201</c:v>
                </c:pt>
                <c:pt idx="103">
                  <c:v>9.2080826673323402E-2</c:v>
                </c:pt>
                <c:pt idx="104">
                  <c:v>8.5401845405054994E-2</c:v>
                </c:pt>
                <c:pt idx="105">
                  <c:v>9.4018307420455E-2</c:v>
                </c:pt>
                <c:pt idx="106">
                  <c:v>7.9855879333749102E-2</c:v>
                </c:pt>
                <c:pt idx="107">
                  <c:v>8.4266334453517999E-2</c:v>
                </c:pt>
                <c:pt idx="108">
                  <c:v>7.3893860619788504E-2</c:v>
                </c:pt>
                <c:pt idx="109">
                  <c:v>8.7024164833601994E-2</c:v>
                </c:pt>
                <c:pt idx="110">
                  <c:v>8.7369396748295802E-2</c:v>
                </c:pt>
                <c:pt idx="111">
                  <c:v>7.7501343185084004E-2</c:v>
                </c:pt>
                <c:pt idx="112">
                  <c:v>8.79486770376572E-2</c:v>
                </c:pt>
                <c:pt idx="113">
                  <c:v>6.76426868132224E-2</c:v>
                </c:pt>
                <c:pt idx="114">
                  <c:v>6.2398784049223097E-2</c:v>
                </c:pt>
                <c:pt idx="115">
                  <c:v>6.9758448234141096E-2</c:v>
                </c:pt>
                <c:pt idx="116">
                  <c:v>6.1474358787311702E-2</c:v>
                </c:pt>
                <c:pt idx="117">
                  <c:v>6.7860076239134398E-2</c:v>
                </c:pt>
                <c:pt idx="118">
                  <c:v>7.0986305683709103E-2</c:v>
                </c:pt>
                <c:pt idx="119">
                  <c:v>7.2721283462204897E-2</c:v>
                </c:pt>
                <c:pt idx="120">
                  <c:v>7.5878947133012298E-2</c:v>
                </c:pt>
                <c:pt idx="121">
                  <c:v>7.8380438999878593E-2</c:v>
                </c:pt>
                <c:pt idx="122">
                  <c:v>6.2242153961011702E-2</c:v>
                </c:pt>
                <c:pt idx="123">
                  <c:v>6.5314864215929996E-2</c:v>
                </c:pt>
                <c:pt idx="124">
                  <c:v>5.4723235126049603E-2</c:v>
                </c:pt>
                <c:pt idx="125">
                  <c:v>4.8552589217854998E-2</c:v>
                </c:pt>
                <c:pt idx="126">
                  <c:v>4.41399116126059E-2</c:v>
                </c:pt>
                <c:pt idx="127">
                  <c:v>4.59758787123083E-2</c:v>
                </c:pt>
                <c:pt idx="128">
                  <c:v>4.5678249022750902E-2</c:v>
                </c:pt>
                <c:pt idx="129">
                  <c:v>4.3411078417717103E-2</c:v>
                </c:pt>
                <c:pt idx="130">
                  <c:v>4.4445999533821702E-2</c:v>
                </c:pt>
                <c:pt idx="131">
                  <c:v>4.2846445867386798E-2</c:v>
                </c:pt>
                <c:pt idx="132">
                  <c:v>4.3634014926728602E-2</c:v>
                </c:pt>
                <c:pt idx="133">
                  <c:v>4.2247010767086E-2</c:v>
                </c:pt>
                <c:pt idx="134">
                  <c:v>4.5789433335780602E-2</c:v>
                </c:pt>
                <c:pt idx="135">
                  <c:v>4.2494791006465797E-2</c:v>
                </c:pt>
                <c:pt idx="136">
                  <c:v>4.0745527023579302E-2</c:v>
                </c:pt>
                <c:pt idx="137">
                  <c:v>3.7487623254204801E-2</c:v>
                </c:pt>
                <c:pt idx="138">
                  <c:v>4.1517994859382297E-2</c:v>
                </c:pt>
                <c:pt idx="139">
                  <c:v>3.86402418792096E-2</c:v>
                </c:pt>
                <c:pt idx="140">
                  <c:v>3.5512650504546502E-2</c:v>
                </c:pt>
                <c:pt idx="141">
                  <c:v>3.8912821011699003E-2</c:v>
                </c:pt>
                <c:pt idx="142">
                  <c:v>3.9317045159322703E-2</c:v>
                </c:pt>
                <c:pt idx="143">
                  <c:v>4.0269420208920902E-2</c:v>
                </c:pt>
                <c:pt idx="144">
                  <c:v>3.6043704100214097E-2</c:v>
                </c:pt>
                <c:pt idx="145">
                  <c:v>3.8311863755893197E-2</c:v>
                </c:pt>
                <c:pt idx="146">
                  <c:v>3.9283691547885198E-2</c:v>
                </c:pt>
                <c:pt idx="147">
                  <c:v>3.6397588153725201E-2</c:v>
                </c:pt>
                <c:pt idx="148">
                  <c:v>3.4336216744901199E-2</c:v>
                </c:pt>
                <c:pt idx="149">
                  <c:v>3.2688034667064901E-2</c:v>
                </c:pt>
                <c:pt idx="150">
                  <c:v>3.0610158496511899E-2</c:v>
                </c:pt>
                <c:pt idx="151">
                  <c:v>3.1359842401990398E-2</c:v>
                </c:pt>
                <c:pt idx="152">
                  <c:v>2.67796471002478E-2</c:v>
                </c:pt>
                <c:pt idx="153">
                  <c:v>3.4044519965776003E-2</c:v>
                </c:pt>
                <c:pt idx="154">
                  <c:v>3.3641234469078803E-2</c:v>
                </c:pt>
                <c:pt idx="155">
                  <c:v>2.7403397398205302E-2</c:v>
                </c:pt>
                <c:pt idx="156">
                  <c:v>2.7687150241429499E-2</c:v>
                </c:pt>
                <c:pt idx="157">
                  <c:v>3.1857214282455401E-2</c:v>
                </c:pt>
                <c:pt idx="158">
                  <c:v>3.3032435951281199E-2</c:v>
                </c:pt>
                <c:pt idx="159">
                  <c:v>3.3005126859822202E-2</c:v>
                </c:pt>
                <c:pt idx="160">
                  <c:v>3.1706492124890101E-2</c:v>
                </c:pt>
                <c:pt idx="161">
                  <c:v>2.7939633219059699E-2</c:v>
                </c:pt>
                <c:pt idx="162">
                  <c:v>3.0927297128370199E-2</c:v>
                </c:pt>
                <c:pt idx="163">
                  <c:v>2.46542307675061E-2</c:v>
                </c:pt>
                <c:pt idx="164">
                  <c:v>2.67796471002478E-2</c:v>
                </c:pt>
                <c:pt idx="165">
                  <c:v>3.4044519965776003E-2</c:v>
                </c:pt>
                <c:pt idx="166">
                  <c:v>3.3641234469078803E-2</c:v>
                </c:pt>
                <c:pt idx="167">
                  <c:v>2.7403397398205302E-2</c:v>
                </c:pt>
                <c:pt idx="168">
                  <c:v>2.7687150241429499E-2</c:v>
                </c:pt>
                <c:pt idx="169">
                  <c:v>3.1857214282455401E-2</c:v>
                </c:pt>
                <c:pt idx="170">
                  <c:v>3.3032435951281199E-2</c:v>
                </c:pt>
                <c:pt idx="171">
                  <c:v>3.3005126859822202E-2</c:v>
                </c:pt>
                <c:pt idx="172">
                  <c:v>3.1706492124890101E-2</c:v>
                </c:pt>
                <c:pt idx="173">
                  <c:v>2.7939633219059699E-2</c:v>
                </c:pt>
                <c:pt idx="174">
                  <c:v>3.0927297128370199E-2</c:v>
                </c:pt>
                <c:pt idx="175">
                  <c:v>2.46542307675061E-2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6752128"/>
        <c:axId val="327151616"/>
      </c:lineChart>
      <c:dateAx>
        <c:axId val="32675212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327151616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32715161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26752128"/>
        <c:crosses val="autoZero"/>
        <c:crossBetween val="between"/>
        <c:majorUnit val="5.000000000000001E-2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6.3555482313276498E-2</c:v>
                </c:pt>
                <c:pt idx="1">
                  <c:v>3.01651360399731E-2</c:v>
                </c:pt>
                <c:pt idx="2">
                  <c:v>3.37909972513422E-2</c:v>
                </c:pt>
                <c:pt idx="3">
                  <c:v>-6.4151985502620803E-3</c:v>
                </c:pt>
                <c:pt idx="4">
                  <c:v>1.1674827267126899E-2</c:v>
                </c:pt>
                <c:pt idx="5">
                  <c:v>3.3131916204917997E-2</c:v>
                </c:pt>
                <c:pt idx="6">
                  <c:v>5.1574492220402897E-2</c:v>
                </c:pt>
                <c:pt idx="7">
                  <c:v>4.1867238661789298E-2</c:v>
                </c:pt>
                <c:pt idx="8">
                  <c:v>4.7040930076704603E-2</c:v>
                </c:pt>
                <c:pt idx="9">
                  <c:v>2.8306025411511501E-2</c:v>
                </c:pt>
                <c:pt idx="10">
                  <c:v>2.3030214514425901E-2</c:v>
                </c:pt>
                <c:pt idx="11">
                  <c:v>4.7485145767543598E-2</c:v>
                </c:pt>
                <c:pt idx="12">
                  <c:v>5.72368424881462E-2</c:v>
                </c:pt>
                <c:pt idx="13">
                  <c:v>6.4757234720720105E-2</c:v>
                </c:pt>
                <c:pt idx="14">
                  <c:v>2.4844332092766298E-2</c:v>
                </c:pt>
                <c:pt idx="15">
                  <c:v>3.1634611166764699E-2</c:v>
                </c:pt>
                <c:pt idx="16">
                  <c:v>5.0966282769649401E-2</c:v>
                </c:pt>
                <c:pt idx="17">
                  <c:v>2.6155824746649198E-2</c:v>
                </c:pt>
                <c:pt idx="18">
                  <c:v>4.3031357242143901E-2</c:v>
                </c:pt>
                <c:pt idx="19">
                  <c:v>5.4431598452337103E-2</c:v>
                </c:pt>
                <c:pt idx="20">
                  <c:v>7.1087535142680999E-2</c:v>
                </c:pt>
                <c:pt idx="21">
                  <c:v>4.2304445043050302E-2</c:v>
                </c:pt>
                <c:pt idx="22">
                  <c:v>4.7417424600911903E-2</c:v>
                </c:pt>
                <c:pt idx="23">
                  <c:v>4.6572640783123301E-2</c:v>
                </c:pt>
                <c:pt idx="24">
                  <c:v>6.04462661009873E-2</c:v>
                </c:pt>
                <c:pt idx="25">
                  <c:v>7.0821944241784895E-2</c:v>
                </c:pt>
                <c:pt idx="26">
                  <c:v>6.0093303359501998E-2</c:v>
                </c:pt>
                <c:pt idx="27">
                  <c:v>8.1131489940592993E-2</c:v>
                </c:pt>
                <c:pt idx="28">
                  <c:v>6.3035635008691401E-2</c:v>
                </c:pt>
                <c:pt idx="29">
                  <c:v>6.1161758476576102E-2</c:v>
                </c:pt>
                <c:pt idx="30">
                  <c:v>9.0220010718596005E-2</c:v>
                </c:pt>
                <c:pt idx="31">
                  <c:v>8.0349809242367107E-2</c:v>
                </c:pt>
                <c:pt idx="32">
                  <c:v>7.7290299867462595E-2</c:v>
                </c:pt>
                <c:pt idx="33">
                  <c:v>0.105966574728772</c:v>
                </c:pt>
                <c:pt idx="34">
                  <c:v>8.2453587124012795E-2</c:v>
                </c:pt>
                <c:pt idx="35">
                  <c:v>8.1359212240562903E-2</c:v>
                </c:pt>
                <c:pt idx="36">
                  <c:v>9.5846908919735796E-2</c:v>
                </c:pt>
                <c:pt idx="37">
                  <c:v>8.3534318347591605E-2</c:v>
                </c:pt>
                <c:pt idx="38">
                  <c:v>9.8317967164747805E-2</c:v>
                </c:pt>
                <c:pt idx="39">
                  <c:v>7.9261686549197505E-2</c:v>
                </c:pt>
                <c:pt idx="40">
                  <c:v>9.3482239506432599E-2</c:v>
                </c:pt>
                <c:pt idx="41">
                  <c:v>8.5578884112049294E-2</c:v>
                </c:pt>
                <c:pt idx="42">
                  <c:v>0.105928987129397</c:v>
                </c:pt>
                <c:pt idx="43">
                  <c:v>0.103196393259728</c:v>
                </c:pt>
                <c:pt idx="44">
                  <c:v>9.7741767596918799E-2</c:v>
                </c:pt>
                <c:pt idx="45">
                  <c:v>9.8954975282070007E-2</c:v>
                </c:pt>
                <c:pt idx="46">
                  <c:v>0.10964271268935601</c:v>
                </c:pt>
                <c:pt idx="47">
                  <c:v>0.11103548912655301</c:v>
                </c:pt>
                <c:pt idx="48">
                  <c:v>0.109345250754602</c:v>
                </c:pt>
                <c:pt idx="49">
                  <c:v>0.14844406009663599</c:v>
                </c:pt>
                <c:pt idx="50">
                  <c:v>0.13524663687144201</c:v>
                </c:pt>
                <c:pt idx="51">
                  <c:v>0.111996967940871</c:v>
                </c:pt>
                <c:pt idx="52">
                  <c:v>0.11204270019349399</c:v>
                </c:pt>
                <c:pt idx="53">
                  <c:v>0.114153036098373</c:v>
                </c:pt>
                <c:pt idx="54">
                  <c:v>0.14457221694377301</c:v>
                </c:pt>
                <c:pt idx="55">
                  <c:v>0.13197632781562499</c:v>
                </c:pt>
                <c:pt idx="56">
                  <c:v>0.15539901267106199</c:v>
                </c:pt>
                <c:pt idx="57">
                  <c:v>0.14478929839157001</c:v>
                </c:pt>
                <c:pt idx="58">
                  <c:v>0.18886904498748999</c:v>
                </c:pt>
                <c:pt idx="59">
                  <c:v>0.18702942810364201</c:v>
                </c:pt>
                <c:pt idx="60">
                  <c:v>0.19099011384974901</c:v>
                </c:pt>
                <c:pt idx="61">
                  <c:v>0.18289962108299801</c:v>
                </c:pt>
                <c:pt idx="62">
                  <c:v>0.18471828081195499</c:v>
                </c:pt>
                <c:pt idx="63">
                  <c:v>0.178958085573486</c:v>
                </c:pt>
                <c:pt idx="64">
                  <c:v>0.16561314007081099</c:v>
                </c:pt>
                <c:pt idx="65">
                  <c:v>0.18715059682683199</c:v>
                </c:pt>
                <c:pt idx="66">
                  <c:v>0.213582288303203</c:v>
                </c:pt>
                <c:pt idx="67">
                  <c:v>0.21617310962602099</c:v>
                </c:pt>
                <c:pt idx="68">
                  <c:v>0.22006635582883299</c:v>
                </c:pt>
                <c:pt idx="69">
                  <c:v>0.253427031986042</c:v>
                </c:pt>
                <c:pt idx="70">
                  <c:v>0.23978008350753099</c:v>
                </c:pt>
                <c:pt idx="71">
                  <c:v>0.23791843611963001</c:v>
                </c:pt>
                <c:pt idx="72">
                  <c:v>0.23468953187139299</c:v>
                </c:pt>
                <c:pt idx="73">
                  <c:v>0.238157016249192</c:v>
                </c:pt>
                <c:pt idx="74">
                  <c:v>0.22248880324971801</c:v>
                </c:pt>
                <c:pt idx="75">
                  <c:v>0.22884248102184401</c:v>
                </c:pt>
                <c:pt idx="76">
                  <c:v>0.21915049445080201</c:v>
                </c:pt>
                <c:pt idx="77">
                  <c:v>0.24465435257990201</c:v>
                </c:pt>
                <c:pt idx="78">
                  <c:v>0.249242301603286</c:v>
                </c:pt>
                <c:pt idx="79">
                  <c:v>0.25001354743878801</c:v>
                </c:pt>
                <c:pt idx="80">
                  <c:v>0.25400025083063499</c:v>
                </c:pt>
                <c:pt idx="81">
                  <c:v>0.26360976834849797</c:v>
                </c:pt>
                <c:pt idx="82">
                  <c:v>0.28262967880995399</c:v>
                </c:pt>
                <c:pt idx="83">
                  <c:v>0.318600829720739</c:v>
                </c:pt>
                <c:pt idx="84">
                  <c:v>0.27795141036894599</c:v>
                </c:pt>
                <c:pt idx="85">
                  <c:v>0.26494280597103198</c:v>
                </c:pt>
                <c:pt idx="86">
                  <c:v>0.280159454208324</c:v>
                </c:pt>
                <c:pt idx="87">
                  <c:v>0.30155717285303202</c:v>
                </c:pt>
                <c:pt idx="88">
                  <c:v>0.28369671862407397</c:v>
                </c:pt>
                <c:pt idx="89">
                  <c:v>0.285208041386602</c:v>
                </c:pt>
                <c:pt idx="90">
                  <c:v>0.29464585783015601</c:v>
                </c:pt>
                <c:pt idx="91">
                  <c:v>0.30906945483093701</c:v>
                </c:pt>
                <c:pt idx="92">
                  <c:v>0.31621719074398402</c:v>
                </c:pt>
                <c:pt idx="93">
                  <c:v>0.40549898938954398</c:v>
                </c:pt>
                <c:pt idx="94">
                  <c:v>0.34699668582786097</c:v>
                </c:pt>
                <c:pt idx="95">
                  <c:v>0.356374026737803</c:v>
                </c:pt>
                <c:pt idx="96">
                  <c:v>0.35381620372856498</c:v>
                </c:pt>
                <c:pt idx="97">
                  <c:v>0.36976762566802501</c:v>
                </c:pt>
                <c:pt idx="98">
                  <c:v>0.40156437991169802</c:v>
                </c:pt>
                <c:pt idx="99">
                  <c:v>0.39480248923161498</c:v>
                </c:pt>
                <c:pt idx="100">
                  <c:v>0.37199456150809102</c:v>
                </c:pt>
                <c:pt idx="101">
                  <c:v>0.36945671882852099</c:v>
                </c:pt>
                <c:pt idx="102">
                  <c:v>0.36450752164709999</c:v>
                </c:pt>
                <c:pt idx="103">
                  <c:v>0.37617917932419698</c:v>
                </c:pt>
                <c:pt idx="104">
                  <c:v>0.36152975171107099</c:v>
                </c:pt>
                <c:pt idx="105">
                  <c:v>0.35324803090639001</c:v>
                </c:pt>
                <c:pt idx="106">
                  <c:v>0.33810287291041202</c:v>
                </c:pt>
                <c:pt idx="107">
                  <c:v>0.35372624861855101</c:v>
                </c:pt>
                <c:pt idx="108">
                  <c:v>0.38554732660493102</c:v>
                </c:pt>
                <c:pt idx="109">
                  <c:v>0.38509899240524997</c:v>
                </c:pt>
                <c:pt idx="110">
                  <c:v>0.37470008823473699</c:v>
                </c:pt>
                <c:pt idx="111">
                  <c:v>0.36062586249538198</c:v>
                </c:pt>
                <c:pt idx="112">
                  <c:v>0.36241635161277802</c:v>
                </c:pt>
                <c:pt idx="113">
                  <c:v>0.36459452325546299</c:v>
                </c:pt>
                <c:pt idx="114">
                  <c:v>0.38486506519992902</c:v>
                </c:pt>
                <c:pt idx="115">
                  <c:v>0.38662547180086199</c:v>
                </c:pt>
                <c:pt idx="116">
                  <c:v>0.40245793696257998</c:v>
                </c:pt>
                <c:pt idx="117">
                  <c:v>0.40436305708953002</c:v>
                </c:pt>
                <c:pt idx="118">
                  <c:v>0.42497513662681402</c:v>
                </c:pt>
                <c:pt idx="119">
                  <c:v>0.40667138596360097</c:v>
                </c:pt>
                <c:pt idx="120">
                  <c:v>0.44018275074693303</c:v>
                </c:pt>
                <c:pt idx="121">
                  <c:v>0.43948930991813101</c:v>
                </c:pt>
                <c:pt idx="122">
                  <c:v>0.44510411049543502</c:v>
                </c:pt>
                <c:pt idx="123">
                  <c:v>0.43749991134542499</c:v>
                </c:pt>
                <c:pt idx="124">
                  <c:v>0.44338231463560102</c:v>
                </c:pt>
                <c:pt idx="125">
                  <c:v>0.43686339976526301</c:v>
                </c:pt>
                <c:pt idx="126">
                  <c:v>0.44875553313254701</c:v>
                </c:pt>
                <c:pt idx="127">
                  <c:v>0.45466593011745499</c:v>
                </c:pt>
                <c:pt idx="128">
                  <c:v>0.45225534833812098</c:v>
                </c:pt>
                <c:pt idx="129">
                  <c:v>0.454891355071806</c:v>
                </c:pt>
                <c:pt idx="130">
                  <c:v>0.46627193392728999</c:v>
                </c:pt>
                <c:pt idx="131">
                  <c:v>0.46841856305439999</c:v>
                </c:pt>
                <c:pt idx="132">
                  <c:v>0.47899494205312998</c:v>
                </c:pt>
                <c:pt idx="133">
                  <c:v>0.46258106105239399</c:v>
                </c:pt>
                <c:pt idx="134">
                  <c:v>0.45848542341530402</c:v>
                </c:pt>
                <c:pt idx="135">
                  <c:v>0.46160565790216601</c:v>
                </c:pt>
                <c:pt idx="136">
                  <c:v>0.45716821487596399</c:v>
                </c:pt>
                <c:pt idx="137">
                  <c:v>0.44676079431321303</c:v>
                </c:pt>
                <c:pt idx="138">
                  <c:v>0.45177189046424399</c:v>
                </c:pt>
                <c:pt idx="139">
                  <c:v>0.45043818248655998</c:v>
                </c:pt>
                <c:pt idx="140">
                  <c:v>0.451844172198057</c:v>
                </c:pt>
                <c:pt idx="141">
                  <c:v>0.46175082132606698</c:v>
                </c:pt>
                <c:pt idx="142">
                  <c:v>0.45845114084635702</c:v>
                </c:pt>
                <c:pt idx="143">
                  <c:v>0.46030461597683098</c:v>
                </c:pt>
                <c:pt idx="144">
                  <c:v>0.46907121274415797</c:v>
                </c:pt>
                <c:pt idx="145">
                  <c:v>0.47879552582901103</c:v>
                </c:pt>
                <c:pt idx="146">
                  <c:v>0.44178077198036603</c:v>
                </c:pt>
                <c:pt idx="147">
                  <c:v>0.44163195787648701</c:v>
                </c:pt>
                <c:pt idx="148">
                  <c:v>0.42455164366096099</c:v>
                </c:pt>
                <c:pt idx="149">
                  <c:v>0.43485842041053402</c:v>
                </c:pt>
                <c:pt idx="150">
                  <c:v>0.45314896681143801</c:v>
                </c:pt>
                <c:pt idx="151">
                  <c:v>0.45638831321916201</c:v>
                </c:pt>
                <c:pt idx="152">
                  <c:v>0.46125520171386503</c:v>
                </c:pt>
                <c:pt idx="153">
                  <c:v>0.46999914571990598</c:v>
                </c:pt>
                <c:pt idx="154">
                  <c:v>0.472020797338636</c:v>
                </c:pt>
                <c:pt idx="155">
                  <c:v>0.47842107031029402</c:v>
                </c:pt>
                <c:pt idx="156">
                  <c:v>0.49299055942620601</c:v>
                </c:pt>
                <c:pt idx="157">
                  <c:v>0.474778945245863</c:v>
                </c:pt>
                <c:pt idx="158">
                  <c:v>0.48251357539703998</c:v>
                </c:pt>
                <c:pt idx="159">
                  <c:v>0.479967564857332</c:v>
                </c:pt>
                <c:pt idx="160">
                  <c:v>0.48536329309411602</c:v>
                </c:pt>
                <c:pt idx="161">
                  <c:v>0.48276856549902297</c:v>
                </c:pt>
                <c:pt idx="162">
                  <c:v>0.49200486225400702</c:v>
                </c:pt>
                <c:pt idx="163">
                  <c:v>0.51552668474816199</c:v>
                </c:pt>
                <c:pt idx="164">
                  <c:v>0.52082163681760996</c:v>
                </c:pt>
                <c:pt idx="165">
                  <c:v>0.53295974189889095</c:v>
                </c:pt>
                <c:pt idx="166">
                  <c:v>0.526180070670629</c:v>
                </c:pt>
                <c:pt idx="167">
                  <c:v>0.52370943869087505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0</c:v>
                </c:pt>
                <c:pt idx="1">
                  <c:v>0.24947200208091899</c:v>
                </c:pt>
                <c:pt idx="2">
                  <c:v>7.6502369213193699E-2</c:v>
                </c:pt>
                <c:pt idx="3">
                  <c:v>4.39721040740923E-2</c:v>
                </c:pt>
                <c:pt idx="4">
                  <c:v>0.13326543762354701</c:v>
                </c:pt>
                <c:pt idx="5">
                  <c:v>0.107355158114706</c:v>
                </c:pt>
                <c:pt idx="6">
                  <c:v>6.5387374358445494E-2</c:v>
                </c:pt>
                <c:pt idx="7">
                  <c:v>0.10401136602057701</c:v>
                </c:pt>
                <c:pt idx="8">
                  <c:v>8.4020625126630694E-2</c:v>
                </c:pt>
                <c:pt idx="9">
                  <c:v>0.151673500223065</c:v>
                </c:pt>
                <c:pt idx="10">
                  <c:v>0.101931977042614</c:v>
                </c:pt>
                <c:pt idx="11">
                  <c:v>0.135889308552059</c:v>
                </c:pt>
                <c:pt idx="12">
                  <c:v>0.106802455362005</c:v>
                </c:pt>
                <c:pt idx="13">
                  <c:v>0.17386533375511901</c:v>
                </c:pt>
                <c:pt idx="14">
                  <c:v>0.132209780668469</c:v>
                </c:pt>
                <c:pt idx="15">
                  <c:v>0.13984756141722901</c:v>
                </c:pt>
                <c:pt idx="16">
                  <c:v>0.148914578173623</c:v>
                </c:pt>
                <c:pt idx="17">
                  <c:v>0.144762522637366</c:v>
                </c:pt>
                <c:pt idx="18">
                  <c:v>0.122491572134828</c:v>
                </c:pt>
                <c:pt idx="19">
                  <c:v>0.167254760869506</c:v>
                </c:pt>
                <c:pt idx="20">
                  <c:v>0.13642787652577701</c:v>
                </c:pt>
                <c:pt idx="21">
                  <c:v>0.12184661918963099</c:v>
                </c:pt>
                <c:pt idx="22">
                  <c:v>0.13225924988832699</c:v>
                </c:pt>
                <c:pt idx="23">
                  <c:v>0.14226912528997401</c:v>
                </c:pt>
                <c:pt idx="24">
                  <c:v>0.15903280501450801</c:v>
                </c:pt>
                <c:pt idx="25">
                  <c:v>0.15241100547896599</c:v>
                </c:pt>
                <c:pt idx="26">
                  <c:v>0.15318709793528101</c:v>
                </c:pt>
                <c:pt idx="27">
                  <c:v>0.17713341683804201</c:v>
                </c:pt>
                <c:pt idx="28">
                  <c:v>0.158517821085043</c:v>
                </c:pt>
                <c:pt idx="29">
                  <c:v>0.163040003113436</c:v>
                </c:pt>
                <c:pt idx="30">
                  <c:v>0.17281930105936399</c:v>
                </c:pt>
                <c:pt idx="31">
                  <c:v>0.18061787693540601</c:v>
                </c:pt>
                <c:pt idx="32">
                  <c:v>0.17278596469831101</c:v>
                </c:pt>
                <c:pt idx="33">
                  <c:v>0.178878890674839</c:v>
                </c:pt>
                <c:pt idx="34">
                  <c:v>0.17181167704463801</c:v>
                </c:pt>
                <c:pt idx="35">
                  <c:v>0.164625386098392</c:v>
                </c:pt>
                <c:pt idx="36">
                  <c:v>0.18715196929824801</c:v>
                </c:pt>
                <c:pt idx="37">
                  <c:v>0.16402999229517801</c:v>
                </c:pt>
                <c:pt idx="38">
                  <c:v>0.18032824900688499</c:v>
                </c:pt>
                <c:pt idx="39">
                  <c:v>0.16767589127066501</c:v>
                </c:pt>
                <c:pt idx="40">
                  <c:v>0.172425311083727</c:v>
                </c:pt>
                <c:pt idx="41">
                  <c:v>0.171858246926819</c:v>
                </c:pt>
                <c:pt idx="42">
                  <c:v>0.16835547480639601</c:v>
                </c:pt>
                <c:pt idx="43">
                  <c:v>0.172678161297629</c:v>
                </c:pt>
                <c:pt idx="44">
                  <c:v>0.162583638904675</c:v>
                </c:pt>
                <c:pt idx="45">
                  <c:v>0.179521567415384</c:v>
                </c:pt>
                <c:pt idx="46">
                  <c:v>0.17036229677629</c:v>
                </c:pt>
                <c:pt idx="47">
                  <c:v>0.174711592430598</c:v>
                </c:pt>
                <c:pt idx="48">
                  <c:v>0.168128170690026</c:v>
                </c:pt>
                <c:pt idx="49">
                  <c:v>0.19521016068878699</c:v>
                </c:pt>
                <c:pt idx="50">
                  <c:v>0.185386224236194</c:v>
                </c:pt>
                <c:pt idx="51">
                  <c:v>0.174999763404831</c:v>
                </c:pt>
                <c:pt idx="52">
                  <c:v>0.17724810098094901</c:v>
                </c:pt>
                <c:pt idx="53">
                  <c:v>0.17009921435580699</c:v>
                </c:pt>
                <c:pt idx="54">
                  <c:v>0.178994536178119</c:v>
                </c:pt>
                <c:pt idx="55">
                  <c:v>0.18762776690424299</c:v>
                </c:pt>
                <c:pt idx="56">
                  <c:v>0.19724446568503701</c:v>
                </c:pt>
                <c:pt idx="57">
                  <c:v>0.20448662524074701</c:v>
                </c:pt>
                <c:pt idx="58">
                  <c:v>0.222754214037134</c:v>
                </c:pt>
                <c:pt idx="59">
                  <c:v>0.20977277816086201</c:v>
                </c:pt>
                <c:pt idx="60">
                  <c:v>0.21493517129893</c:v>
                </c:pt>
                <c:pt idx="61">
                  <c:v>0.21734588967260399</c:v>
                </c:pt>
                <c:pt idx="62">
                  <c:v>0.213901714056391</c:v>
                </c:pt>
                <c:pt idx="63">
                  <c:v>0.19417823265359099</c:v>
                </c:pt>
                <c:pt idx="64">
                  <c:v>0.210469130288782</c:v>
                </c:pt>
                <c:pt idx="65">
                  <c:v>0.21234920346813599</c:v>
                </c:pt>
                <c:pt idx="66">
                  <c:v>0.232619811008695</c:v>
                </c:pt>
                <c:pt idx="67">
                  <c:v>0.22990922014840001</c:v>
                </c:pt>
                <c:pt idx="68">
                  <c:v>0.23654910042871299</c:v>
                </c:pt>
                <c:pt idx="69">
                  <c:v>0.25505568319303401</c:v>
                </c:pt>
                <c:pt idx="70">
                  <c:v>0.24037130398893899</c:v>
                </c:pt>
                <c:pt idx="71">
                  <c:v>0.23869734684569899</c:v>
                </c:pt>
                <c:pt idx="72">
                  <c:v>0.23746724902917399</c:v>
                </c:pt>
                <c:pt idx="73">
                  <c:v>0.24902976031271201</c:v>
                </c:pt>
                <c:pt idx="74">
                  <c:v>0.24080390724108899</c:v>
                </c:pt>
                <c:pt idx="75">
                  <c:v>0.23751688175798699</c:v>
                </c:pt>
                <c:pt idx="76">
                  <c:v>0.23400368677771999</c:v>
                </c:pt>
                <c:pt idx="77">
                  <c:v>0.25929394234529701</c:v>
                </c:pt>
                <c:pt idx="78">
                  <c:v>0.23991399335605801</c:v>
                </c:pt>
                <c:pt idx="79">
                  <c:v>0.25023704722722201</c:v>
                </c:pt>
                <c:pt idx="80">
                  <c:v>0.26053920673471298</c:v>
                </c:pt>
                <c:pt idx="81">
                  <c:v>0.24737274851510199</c:v>
                </c:pt>
                <c:pt idx="82">
                  <c:v>0.255585218425817</c:v>
                </c:pt>
                <c:pt idx="83">
                  <c:v>0.26722977716392698</c:v>
                </c:pt>
                <c:pt idx="84">
                  <c:v>0.24519268452555301</c:v>
                </c:pt>
                <c:pt idx="85">
                  <c:v>0.25045599944827801</c:v>
                </c:pt>
                <c:pt idx="86">
                  <c:v>0.25375752741493202</c:v>
                </c:pt>
                <c:pt idx="87">
                  <c:v>0.27195600437297102</c:v>
                </c:pt>
                <c:pt idx="88">
                  <c:v>0.28526116651972899</c:v>
                </c:pt>
                <c:pt idx="89">
                  <c:v>0.28148770454667399</c:v>
                </c:pt>
                <c:pt idx="90">
                  <c:v>0.29096786689059401</c:v>
                </c:pt>
                <c:pt idx="91">
                  <c:v>0.312718544438921</c:v>
                </c:pt>
                <c:pt idx="92">
                  <c:v>0.33078898667412499</c:v>
                </c:pt>
                <c:pt idx="93">
                  <c:v>0.368614427597657</c:v>
                </c:pt>
                <c:pt idx="94">
                  <c:v>0.34940806164156302</c:v>
                </c:pt>
                <c:pt idx="95">
                  <c:v>0.33213506585957697</c:v>
                </c:pt>
                <c:pt idx="96">
                  <c:v>0.34036792528986998</c:v>
                </c:pt>
                <c:pt idx="97">
                  <c:v>0.33700881916985898</c:v>
                </c:pt>
                <c:pt idx="98">
                  <c:v>0.33940384582743199</c:v>
                </c:pt>
                <c:pt idx="99">
                  <c:v>0.35056266480605203</c:v>
                </c:pt>
                <c:pt idx="100">
                  <c:v>0.35976593656565298</c:v>
                </c:pt>
                <c:pt idx="101">
                  <c:v>0.37592780676860099</c:v>
                </c:pt>
                <c:pt idx="102">
                  <c:v>0.38535287508093202</c:v>
                </c:pt>
                <c:pt idx="103">
                  <c:v>0.39224347742267501</c:v>
                </c:pt>
                <c:pt idx="104">
                  <c:v>0.41887525417240801</c:v>
                </c:pt>
                <c:pt idx="105">
                  <c:v>0.41112693742684597</c:v>
                </c:pt>
                <c:pt idx="106">
                  <c:v>0.414265169348211</c:v>
                </c:pt>
                <c:pt idx="107">
                  <c:v>0.42386843136407698</c:v>
                </c:pt>
                <c:pt idx="108">
                  <c:v>0.43034138551815398</c:v>
                </c:pt>
                <c:pt idx="109">
                  <c:v>0.44184128775280401</c:v>
                </c:pt>
                <c:pt idx="110">
                  <c:v>0.42894028115531402</c:v>
                </c:pt>
                <c:pt idx="111">
                  <c:v>0.422113247830047</c:v>
                </c:pt>
                <c:pt idx="112">
                  <c:v>0.43292071606695798</c:v>
                </c:pt>
                <c:pt idx="113">
                  <c:v>0.43222166989029598</c:v>
                </c:pt>
                <c:pt idx="114">
                  <c:v>0.42814758048637902</c:v>
                </c:pt>
                <c:pt idx="115">
                  <c:v>0.41839792907872297</c:v>
                </c:pt>
                <c:pt idx="116">
                  <c:v>0.42431335781464202</c:v>
                </c:pt>
                <c:pt idx="117">
                  <c:v>0.42192970277163799</c:v>
                </c:pt>
                <c:pt idx="118">
                  <c:v>0.42473060307322402</c:v>
                </c:pt>
                <c:pt idx="119">
                  <c:v>0.41905656174010197</c:v>
                </c:pt>
                <c:pt idx="120">
                  <c:v>0.45954118000535699</c:v>
                </c:pt>
                <c:pt idx="121">
                  <c:v>0.46202558869562199</c:v>
                </c:pt>
                <c:pt idx="122">
                  <c:v>0.47650325983228298</c:v>
                </c:pt>
                <c:pt idx="123">
                  <c:v>0.47036090298594802</c:v>
                </c:pt>
                <c:pt idx="124">
                  <c:v>0.48027106664404201</c:v>
                </c:pt>
                <c:pt idx="125">
                  <c:v>0.481478857398281</c:v>
                </c:pt>
                <c:pt idx="126">
                  <c:v>0.47541139012269101</c:v>
                </c:pt>
                <c:pt idx="127">
                  <c:v>0.46586148990814402</c:v>
                </c:pt>
                <c:pt idx="128">
                  <c:v>0.46702940235290302</c:v>
                </c:pt>
                <c:pt idx="129">
                  <c:v>0.46019541042626699</c:v>
                </c:pt>
                <c:pt idx="130">
                  <c:v>0.468328204504042</c:v>
                </c:pt>
                <c:pt idx="131">
                  <c:v>0.45701587822803602</c:v>
                </c:pt>
                <c:pt idx="132">
                  <c:v>0.46375937972290698</c:v>
                </c:pt>
                <c:pt idx="133">
                  <c:v>0.45365324848996202</c:v>
                </c:pt>
                <c:pt idx="134">
                  <c:v>0.46183722773374403</c:v>
                </c:pt>
                <c:pt idx="135">
                  <c:v>0.46741561702275802</c:v>
                </c:pt>
                <c:pt idx="136">
                  <c:v>0.46742001597208899</c:v>
                </c:pt>
                <c:pt idx="137">
                  <c:v>0.46896025622359799</c:v>
                </c:pt>
                <c:pt idx="138">
                  <c:v>0.46776478070886601</c:v>
                </c:pt>
                <c:pt idx="139">
                  <c:v>0.45525389468420602</c:v>
                </c:pt>
                <c:pt idx="140">
                  <c:v>0.47009047548993799</c:v>
                </c:pt>
                <c:pt idx="141">
                  <c:v>0.464697458262184</c:v>
                </c:pt>
                <c:pt idx="142">
                  <c:v>0.46807037577952998</c:v>
                </c:pt>
                <c:pt idx="143">
                  <c:v>0.47100012292996202</c:v>
                </c:pt>
                <c:pt idx="144">
                  <c:v>0.46585872147125501</c:v>
                </c:pt>
                <c:pt idx="145">
                  <c:v>0.46645989518684799</c:v>
                </c:pt>
                <c:pt idx="146">
                  <c:v>0.44863715809148602</c:v>
                </c:pt>
                <c:pt idx="147">
                  <c:v>0.45217674605477798</c:v>
                </c:pt>
                <c:pt idx="148">
                  <c:v>0.44602571844537398</c:v>
                </c:pt>
                <c:pt idx="149">
                  <c:v>0.45478373376334202</c:v>
                </c:pt>
                <c:pt idx="150">
                  <c:v>0.47243792857564498</c:v>
                </c:pt>
                <c:pt idx="151">
                  <c:v>0.45748550128250698</c:v>
                </c:pt>
                <c:pt idx="152">
                  <c:v>0.46599881975125901</c:v>
                </c:pt>
                <c:pt idx="153">
                  <c:v>0.46025822187827697</c:v>
                </c:pt>
                <c:pt idx="154">
                  <c:v>0.46398159925919902</c:v>
                </c:pt>
                <c:pt idx="155">
                  <c:v>0.454368739277206</c:v>
                </c:pt>
                <c:pt idx="156">
                  <c:v>0.46233203105583998</c:v>
                </c:pt>
                <c:pt idx="157">
                  <c:v>0.44674927368891099</c:v>
                </c:pt>
                <c:pt idx="158">
                  <c:v>0.44953703271900303</c:v>
                </c:pt>
                <c:pt idx="159">
                  <c:v>0.44387179829874102</c:v>
                </c:pt>
                <c:pt idx="160">
                  <c:v>0.44584395387301701</c:v>
                </c:pt>
                <c:pt idx="161">
                  <c:v>0.43828600407139401</c:v>
                </c:pt>
                <c:pt idx="162">
                  <c:v>0.44478033331981298</c:v>
                </c:pt>
                <c:pt idx="163">
                  <c:v>0.45231559727147502</c:v>
                </c:pt>
                <c:pt idx="164">
                  <c:v>0.449288380335995</c:v>
                </c:pt>
                <c:pt idx="165">
                  <c:v>0.45365559499983898</c:v>
                </c:pt>
                <c:pt idx="166">
                  <c:v>0.45227230452550798</c:v>
                </c:pt>
                <c:pt idx="167">
                  <c:v>0.44831062357044299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2277632"/>
        <c:axId val="352279168"/>
      </c:lineChart>
      <c:dateAx>
        <c:axId val="3522776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352279168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35227916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5227763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Sheet1!$B$2:$B$169</c:f>
              <c:numCache>
                <c:formatCode>0%</c:formatCode>
                <c:ptCount val="168"/>
                <c:pt idx="0">
                  <c:v>-1.05874216566905E-2</c:v>
                </c:pt>
                <c:pt idx="1">
                  <c:v>-6.74801097253706E-4</c:v>
                </c:pt>
                <c:pt idx="2">
                  <c:v>-3.1290035780638298E-2</c:v>
                </c:pt>
                <c:pt idx="3">
                  <c:v>5.7014302239530501E-3</c:v>
                </c:pt>
                <c:pt idx="4">
                  <c:v>3.4701072978211497E-4</c:v>
                </c:pt>
                <c:pt idx="5">
                  <c:v>1.3735623853766499E-3</c:v>
                </c:pt>
                <c:pt idx="6">
                  <c:v>-6.5630556638357597E-3</c:v>
                </c:pt>
                <c:pt idx="7">
                  <c:v>2.4160575801735199E-2</c:v>
                </c:pt>
                <c:pt idx="8">
                  <c:v>2.1289530160635499E-2</c:v>
                </c:pt>
                <c:pt idx="9">
                  <c:v>1.27767217856694E-3</c:v>
                </c:pt>
                <c:pt idx="10">
                  <c:v>3.0251520061772702E-3</c:v>
                </c:pt>
                <c:pt idx="11">
                  <c:v>2.8821666211465799E-2</c:v>
                </c:pt>
                <c:pt idx="12">
                  <c:v>2.06350864443914E-3</c:v>
                </c:pt>
                <c:pt idx="13">
                  <c:v>6.0666405928070403E-3</c:v>
                </c:pt>
                <c:pt idx="14">
                  <c:v>1.23619582724905E-2</c:v>
                </c:pt>
                <c:pt idx="15">
                  <c:v>-1.1712841363143E-2</c:v>
                </c:pt>
                <c:pt idx="16">
                  <c:v>1.4616753115059399E-2</c:v>
                </c:pt>
                <c:pt idx="17">
                  <c:v>1.47992743319124E-2</c:v>
                </c:pt>
                <c:pt idx="18">
                  <c:v>-8.75330556968781E-4</c:v>
                </c:pt>
                <c:pt idx="19">
                  <c:v>1.70934566487514E-2</c:v>
                </c:pt>
                <c:pt idx="20">
                  <c:v>1.03544196510813E-2</c:v>
                </c:pt>
                <c:pt idx="21">
                  <c:v>1.2601799002008199E-2</c:v>
                </c:pt>
                <c:pt idx="22">
                  <c:v>1.7412781773696501E-2</c:v>
                </c:pt>
                <c:pt idx="23">
                  <c:v>1.41469475521965E-2</c:v>
                </c:pt>
                <c:pt idx="24">
                  <c:v>2.22810456501903E-2</c:v>
                </c:pt>
                <c:pt idx="25">
                  <c:v>1.5825856366029199E-2</c:v>
                </c:pt>
                <c:pt idx="26">
                  <c:v>3.06432038183822E-3</c:v>
                </c:pt>
                <c:pt idx="27">
                  <c:v>-2.1583924787686999E-3</c:v>
                </c:pt>
                <c:pt idx="28">
                  <c:v>4.1337964687517799E-3</c:v>
                </c:pt>
                <c:pt idx="29">
                  <c:v>3.89475207271786E-3</c:v>
                </c:pt>
                <c:pt idx="30">
                  <c:v>2.5030403274174402E-2</c:v>
                </c:pt>
                <c:pt idx="31">
                  <c:v>2.65879245297009E-2</c:v>
                </c:pt>
                <c:pt idx="32">
                  <c:v>2.8717253543686198E-2</c:v>
                </c:pt>
                <c:pt idx="33">
                  <c:v>9.2955077911936104E-3</c:v>
                </c:pt>
                <c:pt idx="34">
                  <c:v>3.3649849646452901E-2</c:v>
                </c:pt>
                <c:pt idx="35">
                  <c:v>1.2924729722956101E-2</c:v>
                </c:pt>
                <c:pt idx="36">
                  <c:v>1.11280184010983E-2</c:v>
                </c:pt>
                <c:pt idx="37">
                  <c:v>1.19038760079629E-2</c:v>
                </c:pt>
                <c:pt idx="38">
                  <c:v>3.2406528299652501E-2</c:v>
                </c:pt>
                <c:pt idx="39">
                  <c:v>1.6549134494380099E-2</c:v>
                </c:pt>
                <c:pt idx="40">
                  <c:v>1.0980354937883499E-2</c:v>
                </c:pt>
                <c:pt idx="41">
                  <c:v>3.69795528949474E-2</c:v>
                </c:pt>
                <c:pt idx="42">
                  <c:v>1.03307554513043E-2</c:v>
                </c:pt>
                <c:pt idx="43">
                  <c:v>2.45054562425027E-2</c:v>
                </c:pt>
                <c:pt idx="44">
                  <c:v>1.03348215203506E-2</c:v>
                </c:pt>
                <c:pt idx="45">
                  <c:v>6.4553274412361902E-3</c:v>
                </c:pt>
                <c:pt idx="46">
                  <c:v>1.2208709552207301E-2</c:v>
                </c:pt>
                <c:pt idx="47">
                  <c:v>3.16660482036814E-2</c:v>
                </c:pt>
                <c:pt idx="48">
                  <c:v>1.8707107043533101E-2</c:v>
                </c:pt>
                <c:pt idx="49">
                  <c:v>1.7151595948608E-2</c:v>
                </c:pt>
                <c:pt idx="50">
                  <c:v>1.1815768045740501E-2</c:v>
                </c:pt>
                <c:pt idx="51">
                  <c:v>2.9755702476655599E-2</c:v>
                </c:pt>
                <c:pt idx="52">
                  <c:v>1.7439278834473299E-2</c:v>
                </c:pt>
                <c:pt idx="53">
                  <c:v>2.2464794430694501E-2</c:v>
                </c:pt>
                <c:pt idx="54">
                  <c:v>2.64838090237428E-2</c:v>
                </c:pt>
                <c:pt idx="55">
                  <c:v>1.8076856496994701E-2</c:v>
                </c:pt>
                <c:pt idx="56">
                  <c:v>8.5105615387856808E-3</c:v>
                </c:pt>
                <c:pt idx="57">
                  <c:v>1.9735389702644299E-2</c:v>
                </c:pt>
                <c:pt idx="58">
                  <c:v>9.5001959463965596E-3</c:v>
                </c:pt>
                <c:pt idx="59">
                  <c:v>1.7413253947967201E-2</c:v>
                </c:pt>
                <c:pt idx="60">
                  <c:v>8.5112875219386305E-3</c:v>
                </c:pt>
                <c:pt idx="61">
                  <c:v>1.1782360138069299E-2</c:v>
                </c:pt>
                <c:pt idx="62">
                  <c:v>2.2635626923336202E-2</c:v>
                </c:pt>
                <c:pt idx="63">
                  <c:v>4.7717694021894498E-2</c:v>
                </c:pt>
                <c:pt idx="64">
                  <c:v>1.29655759928248E-2</c:v>
                </c:pt>
                <c:pt idx="65">
                  <c:v>2.59528971992848E-2</c:v>
                </c:pt>
                <c:pt idx="66">
                  <c:v>8.6210454198318506E-3</c:v>
                </c:pt>
                <c:pt idx="67">
                  <c:v>1.15432588422798E-2</c:v>
                </c:pt>
                <c:pt idx="68">
                  <c:v>1.3773465697564701E-2</c:v>
                </c:pt>
                <c:pt idx="69">
                  <c:v>9.0063880176178505E-3</c:v>
                </c:pt>
                <c:pt idx="70">
                  <c:v>-6.9642231817207004E-3</c:v>
                </c:pt>
                <c:pt idx="71">
                  <c:v>3.0558638306296099E-2</c:v>
                </c:pt>
                <c:pt idx="72">
                  <c:v>3.0014107295435501E-3</c:v>
                </c:pt>
                <c:pt idx="73">
                  <c:v>3.07906908346788E-3</c:v>
                </c:pt>
                <c:pt idx="74">
                  <c:v>1.4108268030200899E-2</c:v>
                </c:pt>
                <c:pt idx="75">
                  <c:v>1.34868666653762E-2</c:v>
                </c:pt>
                <c:pt idx="76">
                  <c:v>1.6675346459786598E-2</c:v>
                </c:pt>
                <c:pt idx="77">
                  <c:v>1.00099817425627E-2</c:v>
                </c:pt>
                <c:pt idx="78">
                  <c:v>2.1527790342623199E-2</c:v>
                </c:pt>
                <c:pt idx="79">
                  <c:v>2.11573941428983E-2</c:v>
                </c:pt>
                <c:pt idx="80">
                  <c:v>2.5479104100537098E-2</c:v>
                </c:pt>
                <c:pt idx="81">
                  <c:v>2.3055985118021399E-2</c:v>
                </c:pt>
                <c:pt idx="82">
                  <c:v>2.9345440777512999E-2</c:v>
                </c:pt>
                <c:pt idx="83">
                  <c:v>4.0327599090281503E-2</c:v>
                </c:pt>
                <c:pt idx="84">
                  <c:v>4.2660434267941902E-2</c:v>
                </c:pt>
                <c:pt idx="85">
                  <c:v>1.5834234706681601E-2</c:v>
                </c:pt>
                <c:pt idx="86">
                  <c:v>4.1841467811757502E-2</c:v>
                </c:pt>
                <c:pt idx="87">
                  <c:v>4.4190286058573697E-2</c:v>
                </c:pt>
                <c:pt idx="88">
                  <c:v>7.5093799954572299E-2</c:v>
                </c:pt>
                <c:pt idx="89">
                  <c:v>7.6625578117256898E-2</c:v>
                </c:pt>
                <c:pt idx="90">
                  <c:v>0.109467610986084</c:v>
                </c:pt>
                <c:pt idx="91">
                  <c:v>8.8983273724245304E-2</c:v>
                </c:pt>
                <c:pt idx="92">
                  <c:v>0.129670951936664</c:v>
                </c:pt>
                <c:pt idx="93">
                  <c:v>0.13378704988967499</c:v>
                </c:pt>
                <c:pt idx="94">
                  <c:v>0.13914440951563101</c:v>
                </c:pt>
                <c:pt idx="95">
                  <c:v>0.179276863579408</c:v>
                </c:pt>
                <c:pt idx="96">
                  <c:v>0.22017123848138601</c:v>
                </c:pt>
                <c:pt idx="97">
                  <c:v>0.145728504347859</c:v>
                </c:pt>
                <c:pt idx="98">
                  <c:v>0.20114554144631799</c:v>
                </c:pt>
                <c:pt idx="99">
                  <c:v>0.19603737853488201</c:v>
                </c:pt>
                <c:pt idx="100">
                  <c:v>0.20138421152349201</c:v>
                </c:pt>
                <c:pt idx="101">
                  <c:v>0.21692065635622901</c:v>
                </c:pt>
                <c:pt idx="102">
                  <c:v>0.218105865226632</c:v>
                </c:pt>
                <c:pt idx="103">
                  <c:v>0.25837396216435099</c:v>
                </c:pt>
                <c:pt idx="104">
                  <c:v>0.27252794176853001</c:v>
                </c:pt>
                <c:pt idx="105">
                  <c:v>0.255162151105011</c:v>
                </c:pt>
                <c:pt idx="106">
                  <c:v>0.25539998881276599</c:v>
                </c:pt>
                <c:pt idx="107">
                  <c:v>0.28645402902559203</c:v>
                </c:pt>
                <c:pt idx="108">
                  <c:v>0.27353215115089502</c:v>
                </c:pt>
                <c:pt idx="109">
                  <c:v>0.28035381642361001</c:v>
                </c:pt>
                <c:pt idx="110">
                  <c:v>0.26723632239545198</c:v>
                </c:pt>
                <c:pt idx="111">
                  <c:v>0.28290256677985198</c:v>
                </c:pt>
                <c:pt idx="112">
                  <c:v>0.281803060849319</c:v>
                </c:pt>
                <c:pt idx="113">
                  <c:v>0.29111330068198199</c:v>
                </c:pt>
                <c:pt idx="114">
                  <c:v>0.31152420368391298</c:v>
                </c:pt>
                <c:pt idx="115">
                  <c:v>0.31783512693347199</c:v>
                </c:pt>
                <c:pt idx="116">
                  <c:v>0.30419295722543899</c:v>
                </c:pt>
                <c:pt idx="117">
                  <c:v>0.31178498487371098</c:v>
                </c:pt>
                <c:pt idx="118">
                  <c:v>0.30855461722708999</c:v>
                </c:pt>
                <c:pt idx="119">
                  <c:v>0.32197465830530098</c:v>
                </c:pt>
                <c:pt idx="120">
                  <c:v>0.335506762324212</c:v>
                </c:pt>
                <c:pt idx="121">
                  <c:v>0.3464788970603</c:v>
                </c:pt>
                <c:pt idx="122">
                  <c:v>0.39106699131514699</c:v>
                </c:pt>
                <c:pt idx="123">
                  <c:v>0.37586434976941302</c:v>
                </c:pt>
                <c:pt idx="124">
                  <c:v>0.359389017354795</c:v>
                </c:pt>
                <c:pt idx="125">
                  <c:v>0.34623450087465701</c:v>
                </c:pt>
                <c:pt idx="126">
                  <c:v>0.37268165071776499</c:v>
                </c:pt>
                <c:pt idx="127">
                  <c:v>0.371998974177636</c:v>
                </c:pt>
                <c:pt idx="128">
                  <c:v>0.36468629418299198</c:v>
                </c:pt>
                <c:pt idx="129">
                  <c:v>0.37456366522828499</c:v>
                </c:pt>
                <c:pt idx="130">
                  <c:v>0.377340118965658</c:v>
                </c:pt>
                <c:pt idx="131">
                  <c:v>0.381980328017474</c:v>
                </c:pt>
                <c:pt idx="132">
                  <c:v>0.37001186102517702</c:v>
                </c:pt>
                <c:pt idx="133">
                  <c:v>0.37063031054779599</c:v>
                </c:pt>
                <c:pt idx="134">
                  <c:v>0.34685908951186301</c:v>
                </c:pt>
                <c:pt idx="135">
                  <c:v>0.34798720348311302</c:v>
                </c:pt>
                <c:pt idx="136">
                  <c:v>0.36499137572795098</c:v>
                </c:pt>
                <c:pt idx="137">
                  <c:v>0.347760755736986</c:v>
                </c:pt>
                <c:pt idx="138">
                  <c:v>0.350519348552217</c:v>
                </c:pt>
                <c:pt idx="139">
                  <c:v>0.33295182115893901</c:v>
                </c:pt>
                <c:pt idx="140">
                  <c:v>0.33815341754767803</c:v>
                </c:pt>
                <c:pt idx="141">
                  <c:v>0.33162620656238501</c:v>
                </c:pt>
                <c:pt idx="142">
                  <c:v>0.32759773617855198</c:v>
                </c:pt>
                <c:pt idx="143">
                  <c:v>0.324578711082252</c:v>
                </c:pt>
                <c:pt idx="144">
                  <c:v>0.30400300817654902</c:v>
                </c:pt>
                <c:pt idx="145">
                  <c:v>0.29648781677309199</c:v>
                </c:pt>
                <c:pt idx="146">
                  <c:v>0.30356469738457098</c:v>
                </c:pt>
                <c:pt idx="147">
                  <c:v>0.30448162768975601</c:v>
                </c:pt>
                <c:pt idx="148">
                  <c:v>0.30693939649224</c:v>
                </c:pt>
                <c:pt idx="149">
                  <c:v>0.299828495704482</c:v>
                </c:pt>
                <c:pt idx="150">
                  <c:v>0.29374992280559697</c:v>
                </c:pt>
                <c:pt idx="151">
                  <c:v>0.32036731778960298</c:v>
                </c:pt>
                <c:pt idx="152">
                  <c:v>0.29024185493442201</c:v>
                </c:pt>
                <c:pt idx="153">
                  <c:v>0.31307200774190502</c:v>
                </c:pt>
                <c:pt idx="154">
                  <c:v>0.29036046877923899</c:v>
                </c:pt>
                <c:pt idx="155">
                  <c:v>0.27514921549086102</c:v>
                </c:pt>
                <c:pt idx="156">
                  <c:v>0.25649122929895402</c:v>
                </c:pt>
                <c:pt idx="157">
                  <c:v>0.267807496823808</c:v>
                </c:pt>
                <c:pt idx="158">
                  <c:v>0.27681309306711499</c:v>
                </c:pt>
                <c:pt idx="159">
                  <c:v>0.27924683272948198</c:v>
                </c:pt>
                <c:pt idx="160">
                  <c:v>0.24675025637068901</c:v>
                </c:pt>
                <c:pt idx="161">
                  <c:v>0.25336869509145299</c:v>
                </c:pt>
                <c:pt idx="162">
                  <c:v>0.253684515092237</c:v>
                </c:pt>
                <c:pt idx="163">
                  <c:v>0.26161690480615901</c:v>
                </c:pt>
                <c:pt idx="164">
                  <c:v>0.27214783711806201</c:v>
                </c:pt>
                <c:pt idx="165">
                  <c:v>0.27999047141899303</c:v>
                </c:pt>
                <c:pt idx="166">
                  <c:v>0.30769873592644398</c:v>
                </c:pt>
                <c:pt idx="167">
                  <c:v>0.31963299216589403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Tracking</c:v>
                </c:pt>
              </c:strCache>
            </c:strRef>
          </c:tx>
          <c:spPr>
            <a:ln>
              <a:solidFill>
                <a:srgbClr val="AD275C"/>
              </a:solidFill>
            </a:ln>
          </c:spPr>
          <c:marker>
            <c:symbol val="none"/>
          </c:marker>
          <c:cat>
            <c:numRef>
              <c:f>Sheet1!$A$2:$A$169</c:f>
              <c:numCache>
                <c:formatCode>m/d/yyyy</c:formatCode>
                <c:ptCount val="168"/>
                <c:pt idx="0">
                  <c:v>36892</c:v>
                </c:pt>
                <c:pt idx="1">
                  <c:v>36923</c:v>
                </c:pt>
                <c:pt idx="2">
                  <c:v>36951</c:v>
                </c:pt>
                <c:pt idx="3">
                  <c:v>36982</c:v>
                </c:pt>
                <c:pt idx="4">
                  <c:v>37012</c:v>
                </c:pt>
                <c:pt idx="5">
                  <c:v>37043</c:v>
                </c:pt>
                <c:pt idx="6">
                  <c:v>37073</c:v>
                </c:pt>
                <c:pt idx="7">
                  <c:v>37104</c:v>
                </c:pt>
                <c:pt idx="8">
                  <c:v>37135</c:v>
                </c:pt>
                <c:pt idx="9">
                  <c:v>37165</c:v>
                </c:pt>
                <c:pt idx="10">
                  <c:v>37196</c:v>
                </c:pt>
                <c:pt idx="11">
                  <c:v>37226</c:v>
                </c:pt>
                <c:pt idx="12">
                  <c:v>37257</c:v>
                </c:pt>
                <c:pt idx="13">
                  <c:v>37288</c:v>
                </c:pt>
                <c:pt idx="14">
                  <c:v>37316</c:v>
                </c:pt>
                <c:pt idx="15">
                  <c:v>37347</c:v>
                </c:pt>
                <c:pt idx="16">
                  <c:v>37377</c:v>
                </c:pt>
                <c:pt idx="17">
                  <c:v>37408</c:v>
                </c:pt>
                <c:pt idx="18">
                  <c:v>37438</c:v>
                </c:pt>
                <c:pt idx="19">
                  <c:v>37469</c:v>
                </c:pt>
                <c:pt idx="20">
                  <c:v>37500</c:v>
                </c:pt>
                <c:pt idx="21">
                  <c:v>37530</c:v>
                </c:pt>
                <c:pt idx="22">
                  <c:v>37561</c:v>
                </c:pt>
                <c:pt idx="23">
                  <c:v>37591</c:v>
                </c:pt>
                <c:pt idx="24">
                  <c:v>37622</c:v>
                </c:pt>
                <c:pt idx="25">
                  <c:v>37653</c:v>
                </c:pt>
                <c:pt idx="26">
                  <c:v>37681</c:v>
                </c:pt>
                <c:pt idx="27">
                  <c:v>37712</c:v>
                </c:pt>
                <c:pt idx="28">
                  <c:v>37742</c:v>
                </c:pt>
                <c:pt idx="29">
                  <c:v>37773</c:v>
                </c:pt>
                <c:pt idx="30">
                  <c:v>37803</c:v>
                </c:pt>
                <c:pt idx="31">
                  <c:v>37834</c:v>
                </c:pt>
                <c:pt idx="32">
                  <c:v>37865</c:v>
                </c:pt>
                <c:pt idx="33">
                  <c:v>37895</c:v>
                </c:pt>
                <c:pt idx="34">
                  <c:v>37926</c:v>
                </c:pt>
                <c:pt idx="35">
                  <c:v>37956</c:v>
                </c:pt>
                <c:pt idx="36">
                  <c:v>37987</c:v>
                </c:pt>
                <c:pt idx="37">
                  <c:v>38018</c:v>
                </c:pt>
                <c:pt idx="38">
                  <c:v>38047</c:v>
                </c:pt>
                <c:pt idx="39">
                  <c:v>38078</c:v>
                </c:pt>
                <c:pt idx="40">
                  <c:v>38108</c:v>
                </c:pt>
                <c:pt idx="41">
                  <c:v>38139</c:v>
                </c:pt>
                <c:pt idx="42">
                  <c:v>38169</c:v>
                </c:pt>
                <c:pt idx="43">
                  <c:v>38200</c:v>
                </c:pt>
                <c:pt idx="44">
                  <c:v>38231</c:v>
                </c:pt>
                <c:pt idx="45">
                  <c:v>38261</c:v>
                </c:pt>
                <c:pt idx="46">
                  <c:v>38292</c:v>
                </c:pt>
                <c:pt idx="47">
                  <c:v>38322</c:v>
                </c:pt>
                <c:pt idx="48">
                  <c:v>38353</c:v>
                </c:pt>
                <c:pt idx="49">
                  <c:v>38384</c:v>
                </c:pt>
                <c:pt idx="50">
                  <c:v>38412</c:v>
                </c:pt>
                <c:pt idx="51">
                  <c:v>38443</c:v>
                </c:pt>
                <c:pt idx="52">
                  <c:v>38473</c:v>
                </c:pt>
                <c:pt idx="53">
                  <c:v>38504</c:v>
                </c:pt>
                <c:pt idx="54">
                  <c:v>38534</c:v>
                </c:pt>
                <c:pt idx="55">
                  <c:v>38565</c:v>
                </c:pt>
                <c:pt idx="56">
                  <c:v>38596</c:v>
                </c:pt>
                <c:pt idx="57">
                  <c:v>38626</c:v>
                </c:pt>
                <c:pt idx="58">
                  <c:v>38657</c:v>
                </c:pt>
                <c:pt idx="59">
                  <c:v>38687</c:v>
                </c:pt>
                <c:pt idx="60">
                  <c:v>38718</c:v>
                </c:pt>
                <c:pt idx="61">
                  <c:v>38749</c:v>
                </c:pt>
                <c:pt idx="62">
                  <c:v>38777</c:v>
                </c:pt>
                <c:pt idx="63">
                  <c:v>38808</c:v>
                </c:pt>
                <c:pt idx="64">
                  <c:v>38838</c:v>
                </c:pt>
                <c:pt idx="65">
                  <c:v>38869</c:v>
                </c:pt>
                <c:pt idx="66">
                  <c:v>38899</c:v>
                </c:pt>
                <c:pt idx="67">
                  <c:v>38930</c:v>
                </c:pt>
                <c:pt idx="68">
                  <c:v>38961</c:v>
                </c:pt>
                <c:pt idx="69">
                  <c:v>38991</c:v>
                </c:pt>
                <c:pt idx="70">
                  <c:v>39022</c:v>
                </c:pt>
                <c:pt idx="71">
                  <c:v>39052</c:v>
                </c:pt>
                <c:pt idx="72">
                  <c:v>39083</c:v>
                </c:pt>
                <c:pt idx="73">
                  <c:v>39114</c:v>
                </c:pt>
                <c:pt idx="74">
                  <c:v>39142</c:v>
                </c:pt>
                <c:pt idx="75">
                  <c:v>39173</c:v>
                </c:pt>
                <c:pt idx="76">
                  <c:v>39203</c:v>
                </c:pt>
                <c:pt idx="77">
                  <c:v>39234</c:v>
                </c:pt>
                <c:pt idx="78">
                  <c:v>39264</c:v>
                </c:pt>
                <c:pt idx="79">
                  <c:v>39295</c:v>
                </c:pt>
                <c:pt idx="80">
                  <c:v>39326</c:v>
                </c:pt>
                <c:pt idx="81">
                  <c:v>39356</c:v>
                </c:pt>
                <c:pt idx="82">
                  <c:v>39387</c:v>
                </c:pt>
                <c:pt idx="83">
                  <c:v>39417</c:v>
                </c:pt>
                <c:pt idx="84">
                  <c:v>39448</c:v>
                </c:pt>
                <c:pt idx="85">
                  <c:v>39479</c:v>
                </c:pt>
                <c:pt idx="86">
                  <c:v>39508</c:v>
                </c:pt>
                <c:pt idx="87">
                  <c:v>39539</c:v>
                </c:pt>
                <c:pt idx="88">
                  <c:v>39569</c:v>
                </c:pt>
                <c:pt idx="89">
                  <c:v>39600</c:v>
                </c:pt>
                <c:pt idx="90">
                  <c:v>39630</c:v>
                </c:pt>
                <c:pt idx="91">
                  <c:v>39661</c:v>
                </c:pt>
                <c:pt idx="92">
                  <c:v>39692</c:v>
                </c:pt>
                <c:pt idx="93">
                  <c:v>39722</c:v>
                </c:pt>
                <c:pt idx="94">
                  <c:v>39753</c:v>
                </c:pt>
                <c:pt idx="95">
                  <c:v>39783</c:v>
                </c:pt>
                <c:pt idx="96">
                  <c:v>39814</c:v>
                </c:pt>
                <c:pt idx="97">
                  <c:v>39845</c:v>
                </c:pt>
                <c:pt idx="98">
                  <c:v>39873</c:v>
                </c:pt>
                <c:pt idx="99">
                  <c:v>39904</c:v>
                </c:pt>
                <c:pt idx="100">
                  <c:v>39934</c:v>
                </c:pt>
                <c:pt idx="101">
                  <c:v>39965</c:v>
                </c:pt>
                <c:pt idx="102">
                  <c:v>39995</c:v>
                </c:pt>
                <c:pt idx="103">
                  <c:v>40026</c:v>
                </c:pt>
                <c:pt idx="104">
                  <c:v>40057</c:v>
                </c:pt>
                <c:pt idx="105">
                  <c:v>40087</c:v>
                </c:pt>
                <c:pt idx="106">
                  <c:v>40118</c:v>
                </c:pt>
                <c:pt idx="107">
                  <c:v>40148</c:v>
                </c:pt>
                <c:pt idx="108">
                  <c:v>40179</c:v>
                </c:pt>
                <c:pt idx="109">
                  <c:v>40210</c:v>
                </c:pt>
                <c:pt idx="110">
                  <c:v>40238</c:v>
                </c:pt>
                <c:pt idx="111">
                  <c:v>40269</c:v>
                </c:pt>
                <c:pt idx="112">
                  <c:v>40299</c:v>
                </c:pt>
                <c:pt idx="113">
                  <c:v>40330</c:v>
                </c:pt>
                <c:pt idx="114">
                  <c:v>40360</c:v>
                </c:pt>
                <c:pt idx="115">
                  <c:v>40391</c:v>
                </c:pt>
                <c:pt idx="116">
                  <c:v>40422</c:v>
                </c:pt>
                <c:pt idx="117">
                  <c:v>40452</c:v>
                </c:pt>
                <c:pt idx="118">
                  <c:v>40483</c:v>
                </c:pt>
                <c:pt idx="119">
                  <c:v>40513</c:v>
                </c:pt>
                <c:pt idx="120">
                  <c:v>40544</c:v>
                </c:pt>
                <c:pt idx="121">
                  <c:v>40575</c:v>
                </c:pt>
                <c:pt idx="122">
                  <c:v>40603</c:v>
                </c:pt>
                <c:pt idx="123">
                  <c:v>40634</c:v>
                </c:pt>
                <c:pt idx="124">
                  <c:v>40664</c:v>
                </c:pt>
                <c:pt idx="125">
                  <c:v>40695</c:v>
                </c:pt>
                <c:pt idx="126">
                  <c:v>40725</c:v>
                </c:pt>
                <c:pt idx="127">
                  <c:v>40756</c:v>
                </c:pt>
                <c:pt idx="128">
                  <c:v>40787</c:v>
                </c:pt>
                <c:pt idx="129">
                  <c:v>40817</c:v>
                </c:pt>
                <c:pt idx="130">
                  <c:v>40848</c:v>
                </c:pt>
                <c:pt idx="131">
                  <c:v>40878</c:v>
                </c:pt>
                <c:pt idx="132">
                  <c:v>40909</c:v>
                </c:pt>
                <c:pt idx="133">
                  <c:v>40940</c:v>
                </c:pt>
                <c:pt idx="134">
                  <c:v>40969</c:v>
                </c:pt>
                <c:pt idx="135">
                  <c:v>41000</c:v>
                </c:pt>
                <c:pt idx="136">
                  <c:v>41030</c:v>
                </c:pt>
                <c:pt idx="137">
                  <c:v>41061</c:v>
                </c:pt>
                <c:pt idx="138">
                  <c:v>41091</c:v>
                </c:pt>
                <c:pt idx="139">
                  <c:v>41122</c:v>
                </c:pt>
                <c:pt idx="140">
                  <c:v>41153</c:v>
                </c:pt>
                <c:pt idx="141">
                  <c:v>41183</c:v>
                </c:pt>
                <c:pt idx="142">
                  <c:v>41214</c:v>
                </c:pt>
                <c:pt idx="143">
                  <c:v>41244</c:v>
                </c:pt>
                <c:pt idx="144">
                  <c:v>41275</c:v>
                </c:pt>
                <c:pt idx="145">
                  <c:v>41306</c:v>
                </c:pt>
                <c:pt idx="146">
                  <c:v>41334</c:v>
                </c:pt>
                <c:pt idx="147">
                  <c:v>41365</c:v>
                </c:pt>
                <c:pt idx="148">
                  <c:v>41395</c:v>
                </c:pt>
                <c:pt idx="149">
                  <c:v>41426</c:v>
                </c:pt>
                <c:pt idx="150">
                  <c:v>41456</c:v>
                </c:pt>
                <c:pt idx="151">
                  <c:v>41487</c:v>
                </c:pt>
                <c:pt idx="152">
                  <c:v>41518</c:v>
                </c:pt>
                <c:pt idx="153">
                  <c:v>41548</c:v>
                </c:pt>
                <c:pt idx="154">
                  <c:v>41579</c:v>
                </c:pt>
                <c:pt idx="155">
                  <c:v>41609</c:v>
                </c:pt>
                <c:pt idx="156">
                  <c:v>41640</c:v>
                </c:pt>
                <c:pt idx="157">
                  <c:v>41671</c:v>
                </c:pt>
                <c:pt idx="158">
                  <c:v>41699</c:v>
                </c:pt>
                <c:pt idx="159">
                  <c:v>41730</c:v>
                </c:pt>
                <c:pt idx="160">
                  <c:v>41760</c:v>
                </c:pt>
                <c:pt idx="161">
                  <c:v>41791</c:v>
                </c:pt>
                <c:pt idx="162">
                  <c:v>41821</c:v>
                </c:pt>
                <c:pt idx="163">
                  <c:v>41852</c:v>
                </c:pt>
                <c:pt idx="164">
                  <c:v>41883</c:v>
                </c:pt>
                <c:pt idx="165">
                  <c:v>41913</c:v>
                </c:pt>
                <c:pt idx="166">
                  <c:v>41944</c:v>
                </c:pt>
                <c:pt idx="167">
                  <c:v>41974</c:v>
                </c:pt>
              </c:numCache>
            </c:numRef>
          </c:cat>
          <c:val>
            <c:numRef>
              <c:f>Sheet1!$C$2:$C$169</c:f>
              <c:numCache>
                <c:formatCode>0%</c:formatCode>
                <c:ptCount val="168"/>
                <c:pt idx="0">
                  <c:v>9.4028759038524298E-2</c:v>
                </c:pt>
                <c:pt idx="1">
                  <c:v>1.87679032103093E-2</c:v>
                </c:pt>
                <c:pt idx="2">
                  <c:v>3.55210338305392E-2</c:v>
                </c:pt>
                <c:pt idx="3">
                  <c:v>7.04683850300954E-3</c:v>
                </c:pt>
                <c:pt idx="4">
                  <c:v>2.03229487893281E-2</c:v>
                </c:pt>
                <c:pt idx="5">
                  <c:v>1.14849753751588E-2</c:v>
                </c:pt>
                <c:pt idx="6">
                  <c:v>5.8794558719671902E-2</c:v>
                </c:pt>
                <c:pt idx="7">
                  <c:v>3.0428131326393201E-2</c:v>
                </c:pt>
                <c:pt idx="8">
                  <c:v>3.7115461254139101E-2</c:v>
                </c:pt>
                <c:pt idx="9">
                  <c:v>5.5841541638600299E-2</c:v>
                </c:pt>
                <c:pt idx="10">
                  <c:v>2.2080006504737501E-2</c:v>
                </c:pt>
                <c:pt idx="11">
                  <c:v>4.0807646880766303E-2</c:v>
                </c:pt>
                <c:pt idx="12">
                  <c:v>4.1822341882002997E-2</c:v>
                </c:pt>
                <c:pt idx="13">
                  <c:v>5.7105502965155402E-2</c:v>
                </c:pt>
                <c:pt idx="14">
                  <c:v>3.2497520811804202E-2</c:v>
                </c:pt>
                <c:pt idx="15">
                  <c:v>3.6980539833551901E-2</c:v>
                </c:pt>
                <c:pt idx="16">
                  <c:v>6.8177841816074794E-2</c:v>
                </c:pt>
                <c:pt idx="17">
                  <c:v>4.86338095653941E-2</c:v>
                </c:pt>
                <c:pt idx="18">
                  <c:v>3.8955099241103297E-2</c:v>
                </c:pt>
                <c:pt idx="19">
                  <c:v>4.8087552822780301E-2</c:v>
                </c:pt>
                <c:pt idx="20">
                  <c:v>5.8220003495146298E-2</c:v>
                </c:pt>
                <c:pt idx="21">
                  <c:v>6.7558965699943893E-2</c:v>
                </c:pt>
                <c:pt idx="22">
                  <c:v>4.2998033945484397E-2</c:v>
                </c:pt>
                <c:pt idx="23">
                  <c:v>4.41520960699925E-2</c:v>
                </c:pt>
                <c:pt idx="24">
                  <c:v>4.8104101122589199E-2</c:v>
                </c:pt>
                <c:pt idx="25">
                  <c:v>3.70478000756332E-2</c:v>
                </c:pt>
                <c:pt idx="26">
                  <c:v>3.41931498138505E-2</c:v>
                </c:pt>
                <c:pt idx="27">
                  <c:v>5.1505927153541901E-2</c:v>
                </c:pt>
                <c:pt idx="28">
                  <c:v>4.5717432568693601E-2</c:v>
                </c:pt>
                <c:pt idx="29">
                  <c:v>4.4815912811665699E-2</c:v>
                </c:pt>
                <c:pt idx="30">
                  <c:v>5.2525600380138399E-2</c:v>
                </c:pt>
                <c:pt idx="31">
                  <c:v>6.4917283508763607E-2</c:v>
                </c:pt>
                <c:pt idx="32">
                  <c:v>5.1054839756399302E-2</c:v>
                </c:pt>
                <c:pt idx="33">
                  <c:v>5.4920849220750197E-2</c:v>
                </c:pt>
                <c:pt idx="34">
                  <c:v>8.3493653835139098E-2</c:v>
                </c:pt>
                <c:pt idx="35">
                  <c:v>6.2377352757543303E-2</c:v>
                </c:pt>
                <c:pt idx="36">
                  <c:v>4.4543427790560197E-2</c:v>
                </c:pt>
                <c:pt idx="37">
                  <c:v>4.7544281399406002E-2</c:v>
                </c:pt>
                <c:pt idx="38">
                  <c:v>6.6298586811437396E-2</c:v>
                </c:pt>
                <c:pt idx="39">
                  <c:v>4.5446409466048603E-2</c:v>
                </c:pt>
                <c:pt idx="40">
                  <c:v>4.8769208168797699E-2</c:v>
                </c:pt>
                <c:pt idx="41">
                  <c:v>8.0423322928441801E-2</c:v>
                </c:pt>
                <c:pt idx="42">
                  <c:v>5.5086263005619002E-2</c:v>
                </c:pt>
                <c:pt idx="43">
                  <c:v>4.0794345434727597E-2</c:v>
                </c:pt>
                <c:pt idx="44">
                  <c:v>3.6788469576291498E-2</c:v>
                </c:pt>
                <c:pt idx="45">
                  <c:v>4.8674203196256302E-2</c:v>
                </c:pt>
                <c:pt idx="46">
                  <c:v>4.8134591266219898E-2</c:v>
                </c:pt>
                <c:pt idx="47">
                  <c:v>5.1480218522850299E-2</c:v>
                </c:pt>
                <c:pt idx="48">
                  <c:v>5.6201703890297598E-2</c:v>
                </c:pt>
                <c:pt idx="49">
                  <c:v>5.4124438884955599E-2</c:v>
                </c:pt>
                <c:pt idx="50">
                  <c:v>3.9122474428803303E-2</c:v>
                </c:pt>
                <c:pt idx="51">
                  <c:v>5.2620737174169999E-2</c:v>
                </c:pt>
                <c:pt idx="52">
                  <c:v>4.90621650039752E-2</c:v>
                </c:pt>
                <c:pt idx="53">
                  <c:v>5.2822733274035999E-2</c:v>
                </c:pt>
                <c:pt idx="54">
                  <c:v>4.7247300559653899E-2</c:v>
                </c:pt>
                <c:pt idx="55">
                  <c:v>6.3488788924730699E-2</c:v>
                </c:pt>
                <c:pt idx="56">
                  <c:v>4.7728335333892299E-2</c:v>
                </c:pt>
                <c:pt idx="57">
                  <c:v>5.79177072386452E-2</c:v>
                </c:pt>
                <c:pt idx="58">
                  <c:v>3.9858841225439402E-2</c:v>
                </c:pt>
                <c:pt idx="59">
                  <c:v>3.7377345954628098E-2</c:v>
                </c:pt>
                <c:pt idx="60">
                  <c:v>5.2164619369049398E-2</c:v>
                </c:pt>
                <c:pt idx="61">
                  <c:v>5.03271986849914E-2</c:v>
                </c:pt>
                <c:pt idx="62">
                  <c:v>4.48920775441638E-2</c:v>
                </c:pt>
                <c:pt idx="63">
                  <c:v>5.0388226496287797E-2</c:v>
                </c:pt>
                <c:pt idx="64">
                  <c:v>3.8209642166248801E-2</c:v>
                </c:pt>
                <c:pt idx="65">
                  <c:v>5.94535097702849E-2</c:v>
                </c:pt>
                <c:pt idx="66">
                  <c:v>4.6939635326050999E-2</c:v>
                </c:pt>
                <c:pt idx="67">
                  <c:v>5.4852396653388098E-2</c:v>
                </c:pt>
                <c:pt idx="68">
                  <c:v>5.3724647232591301E-2</c:v>
                </c:pt>
                <c:pt idx="69">
                  <c:v>5.3838789076779199E-2</c:v>
                </c:pt>
                <c:pt idx="70">
                  <c:v>3.3026191323129901E-2</c:v>
                </c:pt>
                <c:pt idx="71">
                  <c:v>4.6905702286922701E-2</c:v>
                </c:pt>
                <c:pt idx="72">
                  <c:v>4.4320244391539698E-2</c:v>
                </c:pt>
                <c:pt idx="73">
                  <c:v>2.6579731033943999E-2</c:v>
                </c:pt>
                <c:pt idx="74">
                  <c:v>3.9065966003360299E-2</c:v>
                </c:pt>
                <c:pt idx="75">
                  <c:v>3.9936892303933699E-2</c:v>
                </c:pt>
                <c:pt idx="76">
                  <c:v>4.9414101096235202E-2</c:v>
                </c:pt>
                <c:pt idx="77">
                  <c:v>5.5671085775147497E-2</c:v>
                </c:pt>
                <c:pt idx="78">
                  <c:v>6.4179370966955696E-2</c:v>
                </c:pt>
                <c:pt idx="79">
                  <c:v>4.5864025334915598E-2</c:v>
                </c:pt>
                <c:pt idx="80">
                  <c:v>6.7028614816218093E-2</c:v>
                </c:pt>
                <c:pt idx="81">
                  <c:v>4.4646763963991101E-2</c:v>
                </c:pt>
                <c:pt idx="82">
                  <c:v>4.2746309165870598E-2</c:v>
                </c:pt>
                <c:pt idx="83">
                  <c:v>7.3321337785923493E-2</c:v>
                </c:pt>
                <c:pt idx="84">
                  <c:v>5.5301264135993101E-2</c:v>
                </c:pt>
                <c:pt idx="85">
                  <c:v>4.6281881139163199E-2</c:v>
                </c:pt>
                <c:pt idx="86">
                  <c:v>6.3704231268426406E-2</c:v>
                </c:pt>
                <c:pt idx="87">
                  <c:v>7.7350857406515205E-2</c:v>
                </c:pt>
                <c:pt idx="88">
                  <c:v>9.7376720756961202E-2</c:v>
                </c:pt>
                <c:pt idx="89">
                  <c:v>0.108160141280967</c:v>
                </c:pt>
                <c:pt idx="90">
                  <c:v>0.13821424911142599</c:v>
                </c:pt>
                <c:pt idx="91">
                  <c:v>0.10980123283096099</c:v>
                </c:pt>
                <c:pt idx="92">
                  <c:v>0.17317572252968899</c:v>
                </c:pt>
                <c:pt idx="93">
                  <c:v>0.157427293958814</c:v>
                </c:pt>
                <c:pt idx="94">
                  <c:v>0.173929094716537</c:v>
                </c:pt>
                <c:pt idx="95">
                  <c:v>0.20562960984618001</c:v>
                </c:pt>
                <c:pt idx="96">
                  <c:v>0.22013312496974799</c:v>
                </c:pt>
                <c:pt idx="97">
                  <c:v>0.175932653108026</c:v>
                </c:pt>
                <c:pt idx="98">
                  <c:v>0.204156629406403</c:v>
                </c:pt>
                <c:pt idx="99">
                  <c:v>0.198402974518503</c:v>
                </c:pt>
                <c:pt idx="100">
                  <c:v>0.21050994586298299</c:v>
                </c:pt>
                <c:pt idx="101">
                  <c:v>0.236173508619265</c:v>
                </c:pt>
                <c:pt idx="102">
                  <c:v>0.235825636407929</c:v>
                </c:pt>
                <c:pt idx="103">
                  <c:v>0.27675177605416901</c:v>
                </c:pt>
                <c:pt idx="104">
                  <c:v>0.297285963767145</c:v>
                </c:pt>
                <c:pt idx="105">
                  <c:v>0.29261987493263703</c:v>
                </c:pt>
                <c:pt idx="106">
                  <c:v>0.31371184087612702</c:v>
                </c:pt>
                <c:pt idx="107">
                  <c:v>0.31119846934300299</c:v>
                </c:pt>
                <c:pt idx="108">
                  <c:v>0.307054095737198</c:v>
                </c:pt>
                <c:pt idx="109">
                  <c:v>0.30120892557675499</c:v>
                </c:pt>
                <c:pt idx="110">
                  <c:v>0.29614656779364601</c:v>
                </c:pt>
                <c:pt idx="111">
                  <c:v>0.31070747050281999</c:v>
                </c:pt>
                <c:pt idx="112">
                  <c:v>0.308010156371049</c:v>
                </c:pt>
                <c:pt idx="113">
                  <c:v>0.32297888540930397</c:v>
                </c:pt>
                <c:pt idx="114">
                  <c:v>0.334585240224336</c:v>
                </c:pt>
                <c:pt idx="115">
                  <c:v>0.34175238041003703</c:v>
                </c:pt>
                <c:pt idx="116">
                  <c:v>0.31646152092340801</c:v>
                </c:pt>
                <c:pt idx="117">
                  <c:v>0.31851420200159197</c:v>
                </c:pt>
                <c:pt idx="118">
                  <c:v>0.31682187971016901</c:v>
                </c:pt>
                <c:pt idx="119">
                  <c:v>0.32855605159932</c:v>
                </c:pt>
                <c:pt idx="120">
                  <c:v>0.33861947201925902</c:v>
                </c:pt>
                <c:pt idx="121">
                  <c:v>0.35182563457018301</c:v>
                </c:pt>
                <c:pt idx="122">
                  <c:v>0.40136818904897098</c:v>
                </c:pt>
                <c:pt idx="123">
                  <c:v>0.390733680208182</c:v>
                </c:pt>
                <c:pt idx="124">
                  <c:v>0.38212781577225402</c:v>
                </c:pt>
                <c:pt idx="125">
                  <c:v>0.38408322144767598</c:v>
                </c:pt>
                <c:pt idx="126">
                  <c:v>0.40340497088868499</c:v>
                </c:pt>
                <c:pt idx="127">
                  <c:v>0.37811147083293001</c:v>
                </c:pt>
                <c:pt idx="128">
                  <c:v>0.37525426742631601</c:v>
                </c:pt>
                <c:pt idx="129">
                  <c:v>0.37856752171882202</c:v>
                </c:pt>
                <c:pt idx="130">
                  <c:v>0.37834739653046101</c:v>
                </c:pt>
                <c:pt idx="131">
                  <c:v>0.364697028080953</c:v>
                </c:pt>
                <c:pt idx="132">
                  <c:v>0.36309750703079702</c:v>
                </c:pt>
                <c:pt idx="133">
                  <c:v>0.35520596741305099</c:v>
                </c:pt>
                <c:pt idx="134">
                  <c:v>0.33872207099166202</c:v>
                </c:pt>
                <c:pt idx="135">
                  <c:v>0.33911927875435899</c:v>
                </c:pt>
                <c:pt idx="136">
                  <c:v>0.35752447392811698</c:v>
                </c:pt>
                <c:pt idx="137">
                  <c:v>0.34640084408764699</c:v>
                </c:pt>
                <c:pt idx="138">
                  <c:v>0.346305066392464</c:v>
                </c:pt>
                <c:pt idx="139">
                  <c:v>0.32243330079834398</c:v>
                </c:pt>
                <c:pt idx="140">
                  <c:v>0.32915471205146801</c:v>
                </c:pt>
                <c:pt idx="141">
                  <c:v>0.31891958080219002</c:v>
                </c:pt>
                <c:pt idx="142">
                  <c:v>0.33748392819462403</c:v>
                </c:pt>
                <c:pt idx="143">
                  <c:v>0.32034408821699001</c:v>
                </c:pt>
                <c:pt idx="144">
                  <c:v>0.30924977165223699</c:v>
                </c:pt>
                <c:pt idx="145">
                  <c:v>0.30167702511477601</c:v>
                </c:pt>
                <c:pt idx="146">
                  <c:v>0.307933184009063</c:v>
                </c:pt>
                <c:pt idx="147">
                  <c:v>0.30379143911329198</c:v>
                </c:pt>
                <c:pt idx="148">
                  <c:v>0.30641573810325501</c:v>
                </c:pt>
                <c:pt idx="149">
                  <c:v>0.29835447798814801</c:v>
                </c:pt>
                <c:pt idx="150">
                  <c:v>0.28920712198680298</c:v>
                </c:pt>
                <c:pt idx="151">
                  <c:v>0.30416417704387699</c:v>
                </c:pt>
                <c:pt idx="152">
                  <c:v>0.29137874525604501</c:v>
                </c:pt>
                <c:pt idx="153">
                  <c:v>0.30780737739129799</c:v>
                </c:pt>
                <c:pt idx="154">
                  <c:v>0.285790688364775</c:v>
                </c:pt>
                <c:pt idx="155">
                  <c:v>0.27956498829522403</c:v>
                </c:pt>
                <c:pt idx="156">
                  <c:v>0.25791307445482903</c:v>
                </c:pt>
                <c:pt idx="157">
                  <c:v>0.26554774817003002</c:v>
                </c:pt>
                <c:pt idx="158">
                  <c:v>0.26974709219041398</c:v>
                </c:pt>
                <c:pt idx="159">
                  <c:v>0.26476667435437501</c:v>
                </c:pt>
                <c:pt idx="160">
                  <c:v>0.24098674797894001</c:v>
                </c:pt>
                <c:pt idx="161">
                  <c:v>0.235444425196768</c:v>
                </c:pt>
                <c:pt idx="162">
                  <c:v>0.24167471749226599</c:v>
                </c:pt>
                <c:pt idx="163">
                  <c:v>0.23406933826736501</c:v>
                </c:pt>
                <c:pt idx="164">
                  <c:v>0.25774121174501302</c:v>
                </c:pt>
                <c:pt idx="165">
                  <c:v>0.24901375977356399</c:v>
                </c:pt>
                <c:pt idx="166">
                  <c:v>0.26626972883176703</c:v>
                </c:pt>
                <c:pt idx="167">
                  <c:v>0.271129815248284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9367296"/>
        <c:axId val="349438720"/>
      </c:lineChart>
      <c:dateAx>
        <c:axId val="3493672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349438720"/>
        <c:crosses val="autoZero"/>
        <c:auto val="1"/>
        <c:lblOffset val="100"/>
        <c:baseTimeUnit val="months"/>
        <c:majorUnit val="12"/>
        <c:majorTimeUnit val="months"/>
        <c:minorUnit val="12"/>
      </c:dateAx>
      <c:valAx>
        <c:axId val="34943872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49367296"/>
        <c:crosses val="autoZero"/>
        <c:crossBetween val="between"/>
        <c:majorUnit val="0.1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0.17279</cdr:x>
      <cdr:y>0.57141</cdr:y>
    </cdr:from>
    <cdr:to>
      <cdr:x>0.58424</cdr:x>
      <cdr:y>0.64368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27416" y="1607286"/>
          <a:ext cx="1017767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Performance</a:t>
          </a:r>
          <a:endParaRPr lang="en-US" sz="1200" dirty="0">
            <a:solidFill>
              <a:schemeClr val="bg1"/>
            </a:solidFill>
          </a:endParaRPr>
        </a:p>
      </cdr:txBody>
    </cdr:sp>
  </cdr:relSizeAnchor>
  <cdr:relSizeAnchor xmlns:cdr="http://schemas.openxmlformats.org/drawingml/2006/chartDrawing">
    <cdr:from>
      <cdr:x>0.65747</cdr:x>
      <cdr:y>0.34727</cdr:y>
    </cdr:from>
    <cdr:to>
      <cdr:x>0.91149</cdr:x>
      <cdr:y>0.41954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626319" y="976809"/>
          <a:ext cx="628341" cy="20327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dirty="0" smtClean="0">
              <a:solidFill>
                <a:schemeClr val="bg1"/>
              </a:solidFill>
            </a:rPr>
            <a:t>Loss</a:t>
          </a:r>
          <a:endParaRPr lang="en-US" sz="1200" dirty="0">
            <a:solidFill>
              <a:schemeClr val="bg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Loss Severity Model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October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Outline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9085" y="1311965"/>
            <a:ext cx="66949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Introduction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Description </a:t>
            </a:r>
            <a:r>
              <a:rPr lang="en-US" dirty="0">
                <a:latin typeface="+mn-lt"/>
              </a:rPr>
              <a:t>of Data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Empirical Observations </a:t>
            </a:r>
            <a:r>
              <a:rPr lang="en-US" dirty="0" smtClean="0">
                <a:latin typeface="+mn-lt"/>
              </a:rPr>
              <a:t>of Loss Severity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Model Framework</a:t>
            </a:r>
            <a:endParaRPr lang="en-US" dirty="0">
              <a:latin typeface="+mn-lt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Tracking Results</a:t>
            </a:r>
          </a:p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605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Introduction</a:t>
            </a:r>
            <a:endParaRPr lang="en-US" sz="16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1281" y="125730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81281" y="185928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52780" y="139648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Loss Severity</a:t>
            </a:r>
            <a:endParaRPr lang="en-US" sz="14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6389" y="2006254"/>
            <a:ext cx="70199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When a borrower defaults on their loan, Loss Severity determines how much of the loss will be, as a percentage of the unpaid loan balance.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i="1" smtClean="0">
                              <a:latin typeface="+mn-lt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𝐿𝑜𝑠𝑠</m:t>
                          </m:r>
                        </m:num>
                        <m:den>
                          <m:r>
                            <a:rPr lang="en-US" sz="1200" b="0" i="1" smtClean="0">
                              <a:latin typeface="+mn-lt"/>
                            </a:rPr>
                            <m:t>𝑈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𝑛𝑝𝑎𝑖𝑑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𝑃𝑟𝑖𝑛𝑐𝑖𝑝𝑎𝑙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𝐵𝑎𝑙𝑎𝑛𝑐𝑒</m:t>
                          </m:r>
                        </m:den>
                      </m:f>
                      <m:r>
                        <a:rPr lang="en-US" sz="1200" i="1" smtClean="0">
                          <a:latin typeface="+mn-lt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+mn-lt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464" y="2744918"/>
                <a:ext cx="3824155" cy="469167"/>
              </a:xfrm>
              <a:prstGeom prst="rect">
                <a:avLst/>
              </a:prstGeom>
              <a:blipFill rotWithShape="1">
                <a:blip r:embed="rId2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981281" y="35509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81281" y="41529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52780" y="36901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Modeling Loss Severity</a:t>
            </a:r>
            <a:endParaRPr lang="en-US" sz="1400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56387" y="4269394"/>
            <a:ext cx="7019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Detailed loss information is available for both Fannie and Freddie since 2000, but in a different data structure.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group the loss terms into five components, and measure them individually.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Vary models are required for Foreclosure and REO loans, as the loss characteristics will be quite different.</a:t>
            </a:r>
          </a:p>
          <a:p>
            <a:pPr>
              <a:lnSpc>
                <a:spcPct val="150000"/>
              </a:lnSpc>
            </a:pP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066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2804205466"/>
              </p:ext>
            </p:extLst>
          </p:nvPr>
        </p:nvGraphicFramePr>
        <p:xfrm>
          <a:off x="1205996" y="3985763"/>
          <a:ext cx="2473601" cy="2812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3260785" y="3460089"/>
            <a:ext cx="5317236" cy="3375078"/>
            <a:chOff x="3260785" y="3238568"/>
            <a:chExt cx="5317236" cy="4012098"/>
          </a:xfrm>
        </p:grpSpPr>
        <p:graphicFrame>
          <p:nvGraphicFramePr>
            <p:cNvPr id="17" name="Chart 16"/>
            <p:cNvGraphicFramePr/>
            <p:nvPr>
              <p:extLst>
                <p:ext uri="{D42A27DB-BD31-4B8C-83A1-F6EECF244321}">
                  <p14:modId xmlns:p14="http://schemas.microsoft.com/office/powerpoint/2010/main" val="1722836713"/>
                </p:ext>
              </p:extLst>
            </p:nvPr>
          </p:nvGraphicFramePr>
          <p:xfrm>
            <a:off x="4805608" y="3238568"/>
            <a:ext cx="3772413" cy="40120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2" name="Freeform 5"/>
            <p:cNvSpPr>
              <a:spLocks/>
            </p:cNvSpPr>
            <p:nvPr/>
          </p:nvSpPr>
          <p:spPr bwMode="auto">
            <a:xfrm>
              <a:off x="3260785" y="3344895"/>
              <a:ext cx="1728000" cy="1221845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3" name="Freeform 14"/>
            <p:cNvSpPr>
              <a:spLocks/>
            </p:cNvSpPr>
            <p:nvPr/>
          </p:nvSpPr>
          <p:spPr bwMode="auto">
            <a:xfrm rot="10800000" flipH="1">
              <a:off x="3260971" y="4831451"/>
              <a:ext cx="1728000" cy="2149777"/>
            </a:xfrm>
            <a:custGeom>
              <a:avLst/>
              <a:gdLst>
                <a:gd name="T0" fmla="*/ 0 w 1404"/>
                <a:gd name="T1" fmla="*/ 2147483647 h 228"/>
                <a:gd name="T2" fmla="*/ 0 w 1404"/>
                <a:gd name="T3" fmla="*/ 0 h 228"/>
                <a:gd name="T4" fmla="*/ 2147483647 w 1404"/>
                <a:gd name="T5" fmla="*/ 0 h 228"/>
                <a:gd name="T6" fmla="*/ 0 60000 65536"/>
                <a:gd name="T7" fmla="*/ 0 60000 65536"/>
                <a:gd name="T8" fmla="*/ 0 60000 65536"/>
                <a:gd name="T9" fmla="*/ 0 w 1404"/>
                <a:gd name="T10" fmla="*/ 0 h 228"/>
                <a:gd name="T11" fmla="*/ 1404 w 1404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228">
                  <a:moveTo>
                    <a:pt x="0" y="228"/>
                  </a:moveTo>
                  <a:lnTo>
                    <a:pt x="0" y="0"/>
                  </a:lnTo>
                  <a:lnTo>
                    <a:pt x="1404" y="0"/>
                  </a:lnTo>
                </a:path>
              </a:pathLst>
            </a:custGeom>
            <a:noFill/>
            <a:ln w="19050">
              <a:solidFill>
                <a:srgbClr val="002776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504950" y="3714321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+mn-lt"/>
              </a:rPr>
              <a:t>Data Size </a:t>
            </a:r>
          </a:p>
          <a:p>
            <a:pPr algn="ctr"/>
            <a:r>
              <a:rPr lang="en-US" sz="1400" b="1" dirty="0" smtClean="0">
                <a:latin typeface="+mn-lt"/>
              </a:rPr>
              <a:t>(Thousands)</a:t>
            </a:r>
            <a:endParaRPr lang="en-US" sz="1400" b="1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56390" y="872235"/>
            <a:ext cx="70199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Performance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Monthly loan performance data is available for Fannie and Freddie at loan level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~ 39 M loans with data as far back as 2000 (17 M for FHL, 22 M for FNM)</a:t>
            </a:r>
            <a:endParaRPr lang="en-US" sz="14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56390" y="1876714"/>
            <a:ext cx="70199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Loss Data: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Varies break down components is available for Fannie and Freddie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Data is available for Foreclosure and REO sales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~ 909 K loan </a:t>
            </a:r>
            <a:r>
              <a:rPr lang="en-US" sz="1400" dirty="0">
                <a:latin typeface="+mn-lt"/>
              </a:rPr>
              <a:t>information as far back as 2000 </a:t>
            </a:r>
            <a:endParaRPr lang="en-US" sz="14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671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Description of Data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The Components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660280"/>
              </p:ext>
            </p:extLst>
          </p:nvPr>
        </p:nvGraphicFramePr>
        <p:xfrm>
          <a:off x="1192365" y="1121664"/>
          <a:ext cx="8456371" cy="3596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Current Unpaid Principal Balance</a:t>
                      </a:r>
                      <a:endParaRPr lang="en-US" sz="12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actual outstanding unpaid principal balance of the mortgage loan.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u="none" strike="noStrike" dirty="0" smtClean="0">
                          <a:effectLst/>
                        </a:rPr>
                        <a:t>Net Sale Proceeds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Total cash received from the sale of the property net of any applicable selling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Missed interest payments between the time of the last timely monthly payment and the time the house was liquidated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Recoveries from mortgage insurance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896424"/>
              </p:ext>
            </p:extLst>
          </p:nvPr>
        </p:nvGraphicFramePr>
        <p:xfrm>
          <a:off x="4721961" y="5347117"/>
          <a:ext cx="227707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Liquidation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Isosceles Triangle 6"/>
          <p:cNvSpPr/>
          <p:nvPr/>
        </p:nvSpPr>
        <p:spPr>
          <a:xfrm rot="10800000">
            <a:off x="2567635" y="4915809"/>
            <a:ext cx="4308653" cy="28529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55418" y="5587076"/>
            <a:ext cx="1272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Collapse into Four </a:t>
            </a:r>
            <a:r>
              <a:rPr lang="en-US" sz="1400" dirty="0">
                <a:latin typeface="+mn-lt"/>
              </a:rPr>
              <a:t>G</a:t>
            </a:r>
            <a:r>
              <a:rPr lang="en-US" sz="1400" dirty="0" smtClean="0">
                <a:latin typeface="+mn-lt"/>
              </a:rPr>
              <a:t>roups:</a:t>
            </a:r>
            <a:endParaRPr lang="en-US" sz="1400" dirty="0">
              <a:latin typeface="+mn-lt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07021" y="1192378"/>
            <a:ext cx="0" cy="5998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107021" y="2383538"/>
            <a:ext cx="0" cy="1866595"/>
          </a:xfrm>
          <a:prstGeom prst="line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07021" y="4403752"/>
            <a:ext cx="0" cy="28407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107021" y="1945843"/>
            <a:ext cx="0" cy="284076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10800000">
            <a:off x="470397" y="2083623"/>
            <a:ext cx="400110" cy="169102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400" dirty="0" smtClean="0">
                <a:latin typeface="+mn-lt"/>
              </a:rPr>
              <a:t>Nine Components</a:t>
            </a:r>
            <a:endParaRPr lang="en-US" sz="1400" dirty="0">
              <a:latin typeface="+mn-lt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4710994" y="5798987"/>
            <a:ext cx="0" cy="284076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710994" y="5426355"/>
            <a:ext cx="0" cy="284076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710994" y="6544252"/>
            <a:ext cx="0" cy="28407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710994" y="6171619"/>
            <a:ext cx="0" cy="284076"/>
          </a:xfrm>
          <a:prstGeom prst="line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26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Empirical Observations of Loss Severity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116453"/>
              </p:ext>
            </p:extLst>
          </p:nvPr>
        </p:nvGraphicFramePr>
        <p:xfrm>
          <a:off x="467132" y="2833203"/>
          <a:ext cx="9169851" cy="4126716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676976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  <a:gridCol w="499525"/>
              </a:tblGrid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2005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2006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2007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2008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2009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2012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Delinquent Interest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8%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9%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10%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</a:t>
                      </a:r>
                      <a:r>
                        <a:rPr lang="en-US" sz="1100" b="1" u="none" strike="noStrike" dirty="0" smtClean="0">
                          <a:effectLst/>
                        </a:rPr>
                        <a:t>Liquidation </a:t>
                      </a:r>
                      <a:r>
                        <a:rPr lang="en-US" sz="1100" b="1" u="none" strike="noStrike" dirty="0">
                          <a:effectLst/>
                        </a:rPr>
                        <a:t>Expenses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Foreclosure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Property </a:t>
                      </a:r>
                      <a:r>
                        <a:rPr lang="en-US" sz="1100" u="none" strike="noStrike" dirty="0" smtClean="0">
                          <a:effectLst/>
                        </a:rPr>
                        <a:t>Preserve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Asset Recovery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Misc</a:t>
                      </a:r>
                      <a:r>
                        <a:rPr lang="en-US" sz="1100" u="none" strike="noStrike" dirty="0">
                          <a:effectLst/>
                        </a:rPr>
                        <a:t> Holding 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Associated Tax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25717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Cost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129%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PROCEEDS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Net Sale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76%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71%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63%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62%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66%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Credit Enhancement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effectLst/>
                        </a:rPr>
                        <a:t>15%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Repurchase Make Whole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8%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Other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5463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Proceeds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110%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99%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81%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77%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82%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2926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 smtClean="0">
                          <a:effectLst/>
                        </a:rPr>
                        <a:t>SEVERITY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5.9%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7.3%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10.2%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15.2%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19.5%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31.9%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34.8%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41.3%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41.0%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40.5%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45.4%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274" marR="7274" marT="7274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36.6%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4851" y="6959919"/>
            <a:ext cx="19121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 smtClean="0">
                <a:latin typeface="+mn-lt"/>
              </a:rPr>
              <a:t>Source: Fannie Mae</a:t>
            </a:r>
            <a:endParaRPr lang="en-US" sz="800" dirty="0">
              <a:latin typeface="+mn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334925"/>
              </p:ext>
            </p:extLst>
          </p:nvPr>
        </p:nvGraphicFramePr>
        <p:xfrm>
          <a:off x="467132" y="919288"/>
          <a:ext cx="9149461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4533"/>
                <a:gridCol w="7424928"/>
              </a:tblGrid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/>
                        <a:t>Total Severity</a:t>
                      </a:r>
                      <a:endParaRPr lang="en-US" sz="1200" b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Historic</a:t>
                      </a:r>
                      <a:r>
                        <a:rPr lang="en-US" sz="1200" baseline="0" dirty="0" smtClean="0"/>
                        <a:t> severity is 36.6%. Increased from 2% in 2001 all the way to 45% in 2014.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Base Severity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Average</a:t>
                      </a:r>
                      <a:r>
                        <a:rPr lang="en-US" sz="1200" baseline="0" dirty="0" smtClean="0"/>
                        <a:t> at around 34%. Peaked at 2012, recovered after that.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Uncollected Interest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Significantly increased after 2012,</a:t>
                      </a:r>
                      <a:r>
                        <a:rPr lang="en-US" sz="1200" baseline="0" dirty="0" smtClean="0"/>
                        <a:t> due to the clime of the time from delinquency to liquidation.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Liquidation Expenses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All the five sub-components ramp up after 2005,</a:t>
                      </a:r>
                      <a:r>
                        <a:rPr lang="en-US" sz="1200" baseline="0" dirty="0" smtClean="0"/>
                        <a:t> doubled the number in 2001.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 smtClean="0">
                          <a:latin typeface="+mn-lt"/>
                        </a:rPr>
                        <a:t>Insurance Payment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Noticeable</a:t>
                      </a:r>
                      <a:r>
                        <a:rPr lang="en-US" sz="1200" baseline="0" dirty="0" smtClean="0"/>
                        <a:t> decrease occurred after 2007, further increased the loss severity.</a:t>
                      </a:r>
                      <a:endParaRPr lang="en-US" sz="12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0" name="Right Arrow 9"/>
          <p:cNvSpPr/>
          <p:nvPr/>
        </p:nvSpPr>
        <p:spPr>
          <a:xfrm rot="16200000">
            <a:off x="8281698" y="2130735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16200000">
            <a:off x="8281698" y="1766201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16200000">
            <a:off x="8281698" y="2495269"/>
            <a:ext cx="126187" cy="16093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inus 13"/>
          <p:cNvSpPr/>
          <p:nvPr/>
        </p:nvSpPr>
        <p:spPr>
          <a:xfrm>
            <a:off x="8283831" y="1501150"/>
            <a:ext cx="121920" cy="45719"/>
          </a:xfrm>
          <a:prstGeom prst="mathMin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10800000">
            <a:off x="8746540" y="1430930"/>
            <a:ext cx="121920" cy="128178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 rot="16200000">
            <a:off x="8984008" y="1679277"/>
            <a:ext cx="553998" cy="7850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>
                <a:latin typeface="+mn-lt"/>
              </a:rPr>
              <a:t>Impact on </a:t>
            </a:r>
          </a:p>
          <a:p>
            <a:pPr algn="ctr"/>
            <a:r>
              <a:rPr lang="en-US" sz="1200" dirty="0" smtClean="0">
                <a:latin typeface="+mn-lt"/>
              </a:rPr>
              <a:t>Severity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141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42029" y="3420274"/>
            <a:ext cx="9383027" cy="374044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Empirical Observations of Loss Severity</a:t>
            </a:r>
          </a:p>
        </p:txBody>
      </p: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7104958"/>
              </p:ext>
            </p:extLst>
          </p:nvPr>
        </p:nvGraphicFramePr>
        <p:xfrm>
          <a:off x="907420" y="1256429"/>
          <a:ext cx="8404104" cy="212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5576105"/>
              </p:ext>
            </p:extLst>
          </p:nvPr>
        </p:nvGraphicFramePr>
        <p:xfrm>
          <a:off x="823650" y="3652368"/>
          <a:ext cx="4390516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7383811"/>
              </p:ext>
            </p:extLst>
          </p:nvPr>
        </p:nvGraphicFramePr>
        <p:xfrm>
          <a:off x="5263025" y="3652368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668289"/>
              </p:ext>
            </p:extLst>
          </p:nvPr>
        </p:nvGraphicFramePr>
        <p:xfrm>
          <a:off x="823649" y="5514796"/>
          <a:ext cx="445333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Chart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340681"/>
              </p:ext>
            </p:extLst>
          </p:nvPr>
        </p:nvGraphicFramePr>
        <p:xfrm>
          <a:off x="5263025" y="5514796"/>
          <a:ext cx="4462031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86622" y="3531956"/>
            <a:ext cx="40275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Base loss is the Largest component. </a:t>
            </a:r>
            <a:endParaRPr lang="en-US" sz="11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6425" y="1066800"/>
            <a:ext cx="64706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Total severity growth an average </a:t>
            </a:r>
            <a:r>
              <a:rPr lang="en-US" sz="1100" b="1" dirty="0" smtClean="0">
                <a:latin typeface="+mn-lt"/>
              </a:rPr>
              <a:t>4% per year </a:t>
            </a:r>
            <a:r>
              <a:rPr lang="en-US" sz="1100" dirty="0" smtClean="0">
                <a:latin typeface="+mn-lt"/>
              </a:rPr>
              <a:t>in the recent 14 years. </a:t>
            </a:r>
            <a:endParaRPr lang="en-US" sz="1100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24846" y="3521563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Stable before 2012, then doubled the severity. </a:t>
            </a:r>
            <a:endParaRPr lang="en-US" sz="1100" dirty="0">
              <a:latin typeface="+mn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9708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Doubled the number after 2012. Dispersion after 2013. </a:t>
            </a:r>
            <a:endParaRPr lang="en-US" sz="1100" dirty="0"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24846" y="5383991"/>
            <a:ext cx="3657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>
                <a:latin typeface="+mn-lt"/>
              </a:rPr>
              <a:t>Only recoveries proceed, is the only decreasing term also. </a:t>
            </a:r>
            <a:endParaRPr lang="en-US" sz="11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 rot="16200000">
            <a:off x="-1306641" y="5061824"/>
            <a:ext cx="3747566" cy="4502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Components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2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9825" y="1900023"/>
            <a:ext cx="1703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Loss Severity Model</a:t>
            </a:r>
            <a:endParaRPr lang="en-US" sz="12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56926" y="1890751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2 Loan Sale Proceeds Types</a:t>
            </a:r>
            <a:endParaRPr lang="en-US" sz="12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926" y="2747606"/>
            <a:ext cx="2911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4 Loss Sub-components</a:t>
            </a:r>
            <a:endParaRPr lang="en-US" sz="1200" dirty="0">
              <a:latin typeface="+mn-lt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97937"/>
              </p:ext>
            </p:extLst>
          </p:nvPr>
        </p:nvGraphicFramePr>
        <p:xfrm>
          <a:off x="6015031" y="2706074"/>
          <a:ext cx="227707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Base Severity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Uncollected Interest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Liquidation Expenses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Insurance Payment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6004064" y="2785312"/>
            <a:ext cx="0" cy="1401973"/>
            <a:chOff x="3301003" y="2850679"/>
            <a:chExt cx="0" cy="1401973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3301003" y="3968576"/>
              <a:ext cx="0" cy="284076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3301003" y="3595943"/>
              <a:ext cx="0" cy="284076"/>
            </a:xfrm>
            <a:prstGeom prst="line">
              <a:avLst/>
            </a:prstGeom>
            <a:ln w="381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641120"/>
              </p:ext>
            </p:extLst>
          </p:nvPr>
        </p:nvGraphicFramePr>
        <p:xfrm>
          <a:off x="6004064" y="1827294"/>
          <a:ext cx="2277070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Foreclosure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 smtClean="0">
                          <a:latin typeface="+mn-lt"/>
                        </a:rPr>
                        <a:t>REO</a:t>
                      </a:r>
                      <a:endParaRPr lang="en-US" sz="12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6004064" y="1882194"/>
            <a:ext cx="0" cy="656708"/>
            <a:chOff x="3301003" y="2850679"/>
            <a:chExt cx="0" cy="65670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3301003" y="3223311"/>
              <a:ext cx="0" cy="284076"/>
            </a:xfrm>
            <a:prstGeom prst="line">
              <a:avLst/>
            </a:prstGeom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301003" y="2850679"/>
              <a:ext cx="0" cy="284076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Isosceles Triangle 45"/>
          <p:cNvSpPr/>
          <p:nvPr/>
        </p:nvSpPr>
        <p:spPr>
          <a:xfrm rot="5400000">
            <a:off x="2690578" y="2361129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Isosceles Triangle 46"/>
          <p:cNvSpPr/>
          <p:nvPr/>
        </p:nvSpPr>
        <p:spPr>
          <a:xfrm rot="5400000">
            <a:off x="4490833" y="2925201"/>
            <a:ext cx="2100007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8128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0" name="Straight Connector 49"/>
          <p:cNvCxnSpPr/>
          <p:nvPr/>
        </p:nvCxnSpPr>
        <p:spPr>
          <a:xfrm>
            <a:off x="981281" y="161544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55278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Decomposition</a:t>
            </a:r>
            <a:endParaRPr lang="en-US" sz="1400" dirty="0">
              <a:latin typeface="+mn-l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81281" y="419862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US" dirty="0"/>
          </a:p>
        </p:txBody>
      </p:sp>
      <p:cxnSp>
        <p:nvCxnSpPr>
          <p:cNvPr id="55" name="Straight Connector 54"/>
          <p:cNvCxnSpPr/>
          <p:nvPr/>
        </p:nvCxnSpPr>
        <p:spPr>
          <a:xfrm>
            <a:off x="981281" y="480060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552780" y="433780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Framework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27357"/>
              </p:ext>
            </p:extLst>
          </p:nvPr>
        </p:nvGraphicFramePr>
        <p:xfrm>
          <a:off x="934053" y="5080000"/>
          <a:ext cx="3751549" cy="17932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94787"/>
                <a:gridCol w="1028381"/>
                <a:gridCol w="1028381"/>
              </a:tblGrid>
              <a:tr h="358648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Foreclosure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REO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Base Severity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Uncollected Interest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Liquidation Expenses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58648"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Insurance Payment</a:t>
                      </a:r>
                      <a:endParaRPr lang="en-US" sz="1200" b="0" dirty="0"/>
                    </a:p>
                  </a:txBody>
                  <a:tcPr marT="9144" marB="9144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T="9144" marB="91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6" name="Right Triangle 75"/>
          <p:cNvSpPr/>
          <p:nvPr/>
        </p:nvSpPr>
        <p:spPr>
          <a:xfrm>
            <a:off x="2632648" y="5440203"/>
            <a:ext cx="1028700" cy="35052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ight Triangle 76"/>
          <p:cNvSpPr/>
          <p:nvPr/>
        </p:nvSpPr>
        <p:spPr>
          <a:xfrm>
            <a:off x="3656901" y="5440203"/>
            <a:ext cx="1028700" cy="35052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ight Triangle 77"/>
          <p:cNvSpPr/>
          <p:nvPr/>
        </p:nvSpPr>
        <p:spPr>
          <a:xfrm>
            <a:off x="2632648" y="6164975"/>
            <a:ext cx="1028700" cy="35052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ight Triangle 78"/>
          <p:cNvSpPr/>
          <p:nvPr/>
        </p:nvSpPr>
        <p:spPr>
          <a:xfrm>
            <a:off x="3656901" y="6157995"/>
            <a:ext cx="1028700" cy="35052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Isosceles Triangle 79"/>
          <p:cNvSpPr/>
          <p:nvPr/>
        </p:nvSpPr>
        <p:spPr>
          <a:xfrm rot="5400000">
            <a:off x="4601003" y="5989646"/>
            <a:ext cx="1082795" cy="1420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5821989" y="5639704"/>
            <a:ext cx="2736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Foreclosure Loss Severity</a:t>
            </a:r>
          </a:p>
          <a:p>
            <a:r>
              <a:rPr lang="en-US" sz="1200" dirty="0">
                <a:latin typeface="+mn-lt"/>
              </a:rPr>
              <a:t>REO Loss Severity Model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30424" y="4867110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6 Sub-models</a:t>
            </a:r>
            <a:endParaRPr lang="en-US" sz="1200" b="1" dirty="0">
              <a:latin typeface="+mn-lt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752237" y="5306849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n-lt"/>
              </a:rPr>
              <a:t>2</a:t>
            </a:r>
            <a:r>
              <a:rPr lang="en-US" sz="1200" b="1" dirty="0" smtClean="0">
                <a:latin typeface="+mn-lt"/>
              </a:rPr>
              <a:t> Severity Models</a:t>
            </a:r>
            <a:endParaRPr lang="en-US" sz="1200" b="1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/>
              <p:cNvSpPr txBox="1"/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+mn-lt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+mn-lt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+mn-lt"/>
                            </a:rPr>
                            <m:t>𝐵𝑎𝑠𝑒</m:t>
                          </m:r>
                          <m:r>
                            <a:rPr lang="en-US" sz="1200" b="0" i="1" smtClean="0">
                              <a:latin typeface="+mn-lt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+mn-lt"/>
                            </a:rPr>
                            <m:t>𝐿𝑜𝑠𝑠</m:t>
                          </m:r>
                          <m:r>
                            <a:rPr lang="en-US" sz="1200" b="0" i="1" smtClean="0">
                              <a:latin typeface="+mn-lt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+mn-lt"/>
                            </a:rPr>
                            <m:t>𝐼𝑛𝑡𝑒𝑟𝑒𝑠𝑡</m:t>
                          </m:r>
                          <m:r>
                            <a:rPr lang="en-US" sz="1200" b="0" i="1" smtClean="0">
                              <a:latin typeface="+mn-lt"/>
                            </a:rPr>
                            <m:t>+</m:t>
                          </m:r>
                          <m:r>
                            <a:rPr lang="en-US" sz="1200" b="0" i="1" smtClean="0">
                              <a:latin typeface="+mn-lt"/>
                            </a:rPr>
                            <m:t>𝐸𝑥𝑝𝑒𝑛𝑠𝑒𝑠</m:t>
                          </m:r>
                          <m:r>
                            <a:rPr lang="en-US" sz="1200" b="0" i="1" smtClean="0">
                              <a:latin typeface="+mn-lt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+mn-lt"/>
                            </a:rPr>
                            <m:t>𝑀𝐼</m:t>
                          </m:r>
                          <m:r>
                            <a:rPr lang="en-US" sz="1200" b="0" i="1" smtClean="0">
                              <a:latin typeface="+mn-lt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+mn-lt"/>
                            </a:rPr>
                            <m:t>𝑈𝑃𝐵</m:t>
                          </m:r>
                        </m:den>
                      </m:f>
                      <m:r>
                        <a:rPr lang="en-US" sz="1200" i="1" smtClean="0">
                          <a:latin typeface="+mn-lt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+mn-lt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200" dirty="0">
                  <a:latin typeface="+mn-lt"/>
                </a:endParaRPr>
              </a:p>
            </p:txBody>
          </p:sp>
        </mc:Choice>
        <mc:Fallback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237" y="6418227"/>
                <a:ext cx="3560590" cy="4440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/>
          <p:cNvSpPr txBox="1"/>
          <p:nvPr/>
        </p:nvSpPr>
        <p:spPr>
          <a:xfrm>
            <a:off x="5752237" y="6166465"/>
            <a:ext cx="20529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</a:rPr>
              <a:t>1 Calculation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611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62" name="Chart 6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623063"/>
              </p:ext>
            </p:extLst>
          </p:nvPr>
        </p:nvGraphicFramePr>
        <p:xfrm>
          <a:off x="3131820" y="5101467"/>
          <a:ext cx="3386076" cy="1872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6902787" y="5590862"/>
            <a:ext cx="23377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States with foreclosure laws experience bigger difference between home value and sales price. 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49489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057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6" y="4956707"/>
            <a:ext cx="26907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27277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598788310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590862"/>
            <a:ext cx="2337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Greater risk of appraisal bias with </a:t>
            </a:r>
            <a:r>
              <a:rPr lang="en-US" sz="1400" dirty="0" smtClean="0">
                <a:latin typeface="+mn-lt"/>
              </a:rPr>
              <a:t>refinance </a:t>
            </a:r>
            <a:r>
              <a:rPr lang="en-US" sz="1400" dirty="0">
                <a:latin typeface="+mn-lt"/>
              </a:rPr>
              <a:t>transactions.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59662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039564"/>
              </p:ext>
            </p:extLst>
          </p:nvPr>
        </p:nvGraphicFramePr>
        <p:xfrm>
          <a:off x="3061378" y="5176822"/>
          <a:ext cx="3323903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2787" y="5590862"/>
            <a:ext cx="233776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Investor properties would be associated with higher loss severities since it is easier</a:t>
            </a:r>
          </a:p>
          <a:p>
            <a:r>
              <a:rPr lang="en-US" sz="1400" dirty="0">
                <a:latin typeface="+mn-lt"/>
              </a:rPr>
              <a:t>for investors to </a:t>
            </a:r>
            <a:r>
              <a:rPr lang="en-US" sz="1400" dirty="0" smtClean="0">
                <a:latin typeface="+mn-lt"/>
              </a:rPr>
              <a:t>“hand </a:t>
            </a:r>
            <a:r>
              <a:rPr lang="en-US" sz="1400" dirty="0">
                <a:latin typeface="+mn-lt"/>
              </a:rPr>
              <a:t>over the keys</a:t>
            </a:r>
            <a:r>
              <a:rPr lang="en-US" sz="1400" dirty="0" smtClean="0">
                <a:latin typeface="+mn-lt"/>
              </a:rPr>
              <a:t>.”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59090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426229"/>
              </p:ext>
            </p:extLst>
          </p:nvPr>
        </p:nvGraphicFramePr>
        <p:xfrm>
          <a:off x="3201010" y="5124327"/>
          <a:ext cx="345763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18026" y="5148902"/>
            <a:ext cx="24926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Residence versus second </a:t>
            </a:r>
            <a:r>
              <a:rPr lang="en-US" sz="1400" dirty="0" smtClean="0">
                <a:latin typeface="+mn-lt"/>
              </a:rPr>
              <a:t>home/vacation </a:t>
            </a:r>
            <a:r>
              <a:rPr lang="en-US" sz="1400" dirty="0">
                <a:latin typeface="+mn-lt"/>
              </a:rPr>
              <a:t>home. Primary residences may be more liquid and the owner may think of their second home/vacation home from the perspective of an investor.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2519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9913781"/>
              </p:ext>
            </p:extLst>
          </p:nvPr>
        </p:nvGraphicFramePr>
        <p:xfrm>
          <a:off x="2792652" y="5106739"/>
          <a:ext cx="4125374" cy="2181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Market Environment</a:t>
            </a:r>
            <a:endParaRPr lang="en-US" sz="1400" dirty="0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Home with longer delinquency, or longer foreclosure status may in a worse condition, due to vacancy and lack of maintains. 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5567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hart 23"/>
          <p:cNvGraphicFramePr/>
          <p:nvPr>
            <p:extLst>
              <p:ext uri="{D42A27DB-BD31-4B8C-83A1-F6EECF244321}">
                <p14:modId xmlns:p14="http://schemas.microsoft.com/office/powerpoint/2010/main" val="3765597005"/>
              </p:ext>
            </p:extLst>
          </p:nvPr>
        </p:nvGraphicFramePr>
        <p:xfrm>
          <a:off x="2736391" y="5115751"/>
          <a:ext cx="4137660" cy="2033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64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00293" y="2446540"/>
            <a:ext cx="8222620" cy="1490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84736" y="2839723"/>
            <a:ext cx="580561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 Severity is the largest  loss term, which contributes 35% of total percentage.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It equals to the difference between the unpaid balance and the sale price of the home.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𝐵𝑎𝑠𝑒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𝐿𝑜𝑠𝑠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𝑈𝑃𝐵</m:t>
                      </m:r>
                      <m:r>
                        <a:rPr lang="en-US" sz="1200" b="0" i="1" smtClean="0">
                          <a:latin typeface="Cambria Math"/>
                        </a:rPr>
                        <m:t>−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55" y="2446540"/>
                <a:ext cx="3304687" cy="27699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𝐻𝑃𝐼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%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𝐶h𝑎𝑛𝑔𝑒𝑠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001" y="3587657"/>
                <a:ext cx="4782848" cy="276999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𝑆𝑎𝑙𝑒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𝑃𝑟𝑖𝑐𝑒</m:t>
                      </m:r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</a:rPr>
                        <m:t>𝐶𝑢𝑟𝑟𝑒𝑛𝑡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𝐻𝑜𝑚𝑒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𝑉𝑎𝑙𝑢𝑒</m:t>
                      </m:r>
                      <m:r>
                        <a:rPr lang="en-US" sz="1200" b="0" i="1" smtClean="0">
                          <a:latin typeface="Cambria Math"/>
                        </a:rPr>
                        <m:t> 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549" y="2840872"/>
                <a:ext cx="3732625" cy="27699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634111" y="3242184"/>
            <a:ext cx="2839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Need a regression model to estimate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37587" y="2716559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own Arrow 40"/>
          <p:cNvSpPr/>
          <p:nvPr/>
        </p:nvSpPr>
        <p:spPr>
          <a:xfrm>
            <a:off x="5800564" y="3117871"/>
            <a:ext cx="326847" cy="166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>
            <a:off x="4736937" y="3138291"/>
            <a:ext cx="326847" cy="449366"/>
          </a:xfrm>
          <a:prstGeom prst="downArrow">
            <a:avLst>
              <a:gd name="adj1" fmla="val 50000"/>
              <a:gd name="adj2" fmla="val 3718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0293" y="2446540"/>
            <a:ext cx="0" cy="1490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Loss Amount Calculation</a:t>
            </a:r>
            <a:endParaRPr lang="en-US" sz="1400" dirty="0">
              <a:latin typeface="+mn-lt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59" name="Straight Connector 58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0078" y="4795125"/>
            <a:ext cx="2337764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purpose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Occupancy Status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Property Type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Market Environment</a:t>
            </a:r>
            <a:endParaRPr lang="en-US" sz="1400" b="1" dirty="0">
              <a:latin typeface="+mn-l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</a:t>
            </a:r>
            <a:r>
              <a:rPr lang="en-US" sz="1400" dirty="0">
                <a:latin typeface="+mn-lt"/>
              </a:rPr>
              <a:t>B</a:t>
            </a:r>
            <a:r>
              <a:rPr lang="en-US" sz="1400" dirty="0" smtClean="0">
                <a:latin typeface="+mn-lt"/>
              </a:rPr>
              <a:t>ase </a:t>
            </a:r>
            <a:r>
              <a:rPr lang="en-US" sz="1400" dirty="0">
                <a:latin typeface="+mn-lt"/>
              </a:rPr>
              <a:t>S</a:t>
            </a:r>
            <a:r>
              <a:rPr lang="en-US" sz="1400" dirty="0" smtClean="0">
                <a:latin typeface="+mn-lt"/>
              </a:rPr>
              <a:t>everity</a:t>
            </a:r>
            <a:endParaRPr lang="en-US" sz="1400" dirty="0"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09359" y="5286062"/>
            <a:ext cx="26298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Using HPI 2 years % changes to indicate market environment. </a:t>
            </a:r>
          </a:p>
          <a:p>
            <a:r>
              <a:rPr lang="en-US" sz="1400" dirty="0" smtClean="0">
                <a:latin typeface="+mn-lt"/>
              </a:rPr>
              <a:t>In a bad market, it is more difficult to sale a house, then price different will be higher.</a:t>
            </a:r>
            <a:endParaRPr lang="en-US" sz="1400" dirty="0">
              <a:latin typeface="+mn-lt"/>
            </a:endParaRPr>
          </a:p>
        </p:txBody>
      </p:sp>
      <p:sp>
        <p:nvSpPr>
          <p:cNvPr id="14" name="Isosceles Triangle 13"/>
          <p:cNvSpPr/>
          <p:nvPr/>
        </p:nvSpPr>
        <p:spPr>
          <a:xfrm rot="5400000">
            <a:off x="727539" y="686154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8040715"/>
              </p:ext>
            </p:extLst>
          </p:nvPr>
        </p:nvGraphicFramePr>
        <p:xfrm>
          <a:off x="2735580" y="5204460"/>
          <a:ext cx="424434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Base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256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Base Severity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Using a general linear regression model on the 7 factors mentioned above, we build a regression model for the haircut parameter, then calculate the base loss amount and base severity.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Base Severity Regression Model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345873606"/>
              </p:ext>
            </p:extLst>
          </p:nvPr>
        </p:nvGraphicFramePr>
        <p:xfrm>
          <a:off x="1455420" y="483870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26622037"/>
              </p:ext>
            </p:extLst>
          </p:nvPr>
        </p:nvGraphicFramePr>
        <p:xfrm>
          <a:off x="1455420" y="235553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30941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69258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288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</a:t>
            </a:r>
            <a:r>
              <a:rPr lang="en-US" sz="1600" dirty="0" smtClean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Liquidation expenses include 5 elements: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Liquidation Expenses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968076"/>
              </p:ext>
            </p:extLst>
          </p:nvPr>
        </p:nvGraphicFramePr>
        <p:xfrm>
          <a:off x="633733" y="2037381"/>
          <a:ext cx="8456371" cy="2026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7070"/>
                <a:gridCol w="617930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Foreclosure Costs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obtaining title to property from the mortgagor, valuing the property, and maintaining utility services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Property Preservation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Cost for securing and preserving the property, including maintenance and repairs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Asset Recovery Cost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Expenses associated with removing occupants and personal property from an occupied property post foreclosure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Miscellaneous Holding Expenses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Flood, hazard, MI premiums and refund and rental income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Associated Tax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Payment of taxes associated with holding the property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75238" y="41533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75238" y="47483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03047" y="43004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758363" y="5314688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Chart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225961"/>
              </p:ext>
            </p:extLst>
          </p:nvPr>
        </p:nvGraphicFramePr>
        <p:xfrm>
          <a:off x="2743200" y="5094486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909359" y="5255582"/>
            <a:ext cx="26298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Foreclosure expenses will also </a:t>
            </a:r>
            <a:r>
              <a:rPr lang="en-US" sz="1400" dirty="0" smtClean="0">
                <a:latin typeface="+mn-lt"/>
              </a:rPr>
              <a:t>definitely </a:t>
            </a:r>
            <a:r>
              <a:rPr lang="en-US" sz="1400" dirty="0">
                <a:latin typeface="+mn-lt"/>
              </a:rPr>
              <a:t>vary by state because of the </a:t>
            </a:r>
            <a:r>
              <a:rPr lang="en-US" sz="1400" dirty="0" smtClean="0">
                <a:latin typeface="+mn-lt"/>
              </a:rPr>
              <a:t>difference </a:t>
            </a:r>
            <a:r>
              <a:rPr lang="en-US" sz="1400" dirty="0">
                <a:latin typeface="+mn-lt"/>
              </a:rPr>
              <a:t>in property laws by state</a:t>
            </a:r>
            <a:r>
              <a:rPr lang="en-US" sz="1400" dirty="0" smtClean="0">
                <a:latin typeface="+mn-lt"/>
              </a:rPr>
              <a:t>.</a:t>
            </a:r>
          </a:p>
          <a:p>
            <a:r>
              <a:rPr lang="en-US" sz="1400" dirty="0" smtClean="0">
                <a:latin typeface="+mn-lt"/>
              </a:rPr>
              <a:t>States with Judicial process will experience a higher loss severity.</a:t>
            </a:r>
            <a:endParaRPr lang="en-US" sz="1400" dirty="0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57600" y="49682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157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</a:t>
            </a:r>
            <a:r>
              <a:rPr lang="en-US" sz="1600" dirty="0" smtClean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6433" y="102916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6433" y="162416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242" y="117627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Factors Affect Severity of Expenses</a:t>
            </a:r>
            <a:endParaRPr lang="en-US" sz="1400" dirty="0"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1273" y="20366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Time Since Delinquency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698673" y="2494307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870554" y="2131382"/>
            <a:ext cx="26298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Higher loan sizes are empirically seen to be associated with lower loss severities since the end investor has a greater stake in resolving the situation because of the larger absolute dollar of loss to consider.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8795" y="184404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475238" y="4443565"/>
            <a:ext cx="6918959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0078" y="5160885"/>
            <a:ext cx="23377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Judicial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Loan Size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latin typeface="+mn-lt"/>
              </a:rPr>
              <a:t>Time Since Delinquency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27539" y="5954035"/>
            <a:ext cx="158495" cy="14658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909359" y="5255582"/>
            <a:ext cx="26298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Holding costs will depend upon time spent between foreclosure</a:t>
            </a:r>
          </a:p>
          <a:p>
            <a:r>
              <a:rPr lang="en-US" sz="1400" dirty="0">
                <a:latin typeface="+mn-lt"/>
              </a:rPr>
              <a:t>and REO.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76800"/>
            <a:ext cx="2317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Expenses Severity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200393612"/>
              </p:ext>
            </p:extLst>
          </p:nvPr>
        </p:nvGraphicFramePr>
        <p:xfrm>
          <a:off x="2720103" y="205460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3" name="Chart 22"/>
          <p:cNvGraphicFramePr/>
          <p:nvPr>
            <p:extLst>
              <p:ext uri="{D42A27DB-BD31-4B8C-83A1-F6EECF244321}">
                <p14:modId xmlns:p14="http://schemas.microsoft.com/office/powerpoint/2010/main" val="3214266117"/>
              </p:ext>
            </p:extLst>
          </p:nvPr>
        </p:nvGraphicFramePr>
        <p:xfrm>
          <a:off x="2777338" y="5077874"/>
          <a:ext cx="41148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4635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</a:t>
            </a:r>
            <a:r>
              <a:rPr lang="en-US" sz="1600" dirty="0"/>
              <a:t>Liquidation Expenses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use a regression model to estimate the expenses from the 3 factors mentioned above.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Expenses Regression Model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27" name="Chart 26"/>
          <p:cNvGraphicFramePr/>
          <p:nvPr>
            <p:extLst>
              <p:ext uri="{D42A27DB-BD31-4B8C-83A1-F6EECF244321}">
                <p14:modId xmlns:p14="http://schemas.microsoft.com/office/powerpoint/2010/main" val="833331907"/>
              </p:ext>
            </p:extLst>
          </p:nvPr>
        </p:nvGraphicFramePr>
        <p:xfrm>
          <a:off x="1455420" y="445008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1055564881"/>
              </p:ext>
            </p:extLst>
          </p:nvPr>
        </p:nvGraphicFramePr>
        <p:xfrm>
          <a:off x="1455420" y="1966915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 rot="16200000">
            <a:off x="935385" y="270554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 rot="16200000">
            <a:off x="935384" y="5303967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237" y="6832600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REO loans have a higher severity from expenses due to longer time stay in sale proceeds.</a:t>
            </a:r>
          </a:p>
        </p:txBody>
      </p:sp>
    </p:spTree>
    <p:extLst>
      <p:ext uri="{BB962C8B-B14F-4D97-AF65-F5344CB8AC3E}">
        <p14:creationId xmlns:p14="http://schemas.microsoft.com/office/powerpoint/2010/main" val="141821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Uncollected Interest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61687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Uncollected interest is depends on coupon and months missed payment. 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Coupon and servicing fee are fixed while origination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Months of Lost Interest will be calculated from the roll rate model.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Uncollected Interest Calculation</a:t>
            </a:r>
            <a:endParaRPr lang="en-US" sz="1400" dirty="0"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7138" y="3376125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437138" y="3971125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4947" y="3523230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Model Result for Uncollected Interest</a:t>
            </a:r>
            <a:endParaRPr lang="en-US" sz="14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𝐶𝑜𝑢𝑝𝑜𝑛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𝑆𝑒𝑟𝑣𝑖𝑐𝑖𝑛𝑔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𝐹𝑒𝑒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/>
                            </a:rPr>
                            <m:t>12</m:t>
                          </m:r>
                        </m:den>
                      </m:f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𝑀𝑜𝑛𝑡h𝑠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𝑜𝑓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𝐿𝑜𝑠𝑡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2682780"/>
                <a:ext cx="5538567" cy="44281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Chart 16"/>
          <p:cNvGraphicFramePr/>
          <p:nvPr>
            <p:extLst>
              <p:ext uri="{D42A27DB-BD31-4B8C-83A1-F6EECF244321}">
                <p14:modId xmlns:p14="http://schemas.microsoft.com/office/powerpoint/2010/main" val="2115453452"/>
              </p:ext>
            </p:extLst>
          </p:nvPr>
        </p:nvGraphicFramePr>
        <p:xfrm>
          <a:off x="1455420" y="4351020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127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In general, a PMI policy covers only a </a:t>
            </a:r>
            <a:r>
              <a:rPr lang="en-US" sz="1400" dirty="0" smtClean="0">
                <a:latin typeface="+mn-lt"/>
              </a:rPr>
              <a:t>specified </a:t>
            </a:r>
            <a:r>
              <a:rPr lang="en-US" sz="1400" dirty="0">
                <a:latin typeface="+mn-lt"/>
              </a:rPr>
              <a:t>portion of the loss. This percentage is typically between </a:t>
            </a:r>
            <a:r>
              <a:rPr lang="en-US" sz="1400" dirty="0" smtClean="0">
                <a:latin typeface="+mn-lt"/>
              </a:rPr>
              <a:t>12% to </a:t>
            </a:r>
            <a:r>
              <a:rPr lang="en-US" sz="1400" dirty="0">
                <a:latin typeface="+mn-lt"/>
              </a:rPr>
              <a:t>35% of the loss claim. Most lenders use the loss coverage scheme developed by Fannie Mae and </a:t>
            </a:r>
            <a:r>
              <a:rPr lang="en-US" sz="1400" dirty="0" smtClean="0">
                <a:latin typeface="+mn-lt"/>
              </a:rPr>
              <a:t>Freddie Mac</a:t>
            </a:r>
            <a:r>
              <a:rPr lang="en-US" sz="1400" dirty="0">
                <a:latin typeface="+mn-lt"/>
              </a:rPr>
              <a:t>. For example, the standard coverage on a 25- to 30-year loan is as follows:</a:t>
            </a:r>
            <a:endParaRPr lang="en-US" sz="1400" dirty="0" smtClean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Insurance </a:t>
            </a:r>
            <a:r>
              <a:rPr lang="en-US" sz="1400" dirty="0" smtClean="0">
                <a:latin typeface="+mn-lt"/>
              </a:rPr>
              <a:t>Payment Calculation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036886"/>
              </p:ext>
            </p:extLst>
          </p:nvPr>
        </p:nvGraphicFramePr>
        <p:xfrm>
          <a:off x="1703680" y="3265440"/>
          <a:ext cx="6705600" cy="17332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235200"/>
                <a:gridCol w="2235200"/>
                <a:gridCol w="2235200"/>
              </a:tblGrid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Coverage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LTVs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&gt;= 95.01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&lt;= 100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95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80.01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</a:t>
                      </a:r>
                      <a:endParaRPr lang="en-US" sz="1000" dirty="0"/>
                    </a:p>
                  </a:txBody>
                  <a:tcPr anchor="ctr"/>
                </a:tc>
              </a:tr>
              <a:tr h="34665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12%</a:t>
                      </a:r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85</a:t>
                      </a:r>
                      <a:endParaRPr lang="en-US" sz="1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75238" y="5616825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 coverage percentage is based on </a:t>
            </a:r>
            <a:r>
              <a:rPr lang="en-US" sz="1400" b="1" dirty="0" smtClean="0">
                <a:latin typeface="+mn-lt"/>
              </a:rPr>
              <a:t>Claim Amount</a:t>
            </a:r>
            <a:r>
              <a:rPr lang="en-US" sz="1400" dirty="0" smtClean="0">
                <a:latin typeface="+mn-lt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𝑈𝑛𝑝𝑎𝑖𝑑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𝑏𝑎𝑙𝑎𝑛𝑐𝑒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𝑈𝑛𝑐𝑜𝑙𝑙𝑒𝑐𝑡𝑒𝑑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𝐼𝑛𝑡𝑒𝑟𝑒𝑠𝑡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𝐿𝑖𝑞𝑢𝑖𝑑𝑎𝑡𝑖𝑜𝑛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𝐸𝑥𝑝𝑒𝑛𝑠𝑒𝑠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196" y="6142260"/>
                <a:ext cx="5770811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75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Although the MI schedule is easy to follow, the actual coverage amount  might be vary from 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Analysis of the MI Coverage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676532720"/>
              </p:ext>
            </p:extLst>
          </p:nvPr>
        </p:nvGraphicFramePr>
        <p:xfrm>
          <a:off x="2103818" y="214122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1680" y="242854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836913781"/>
              </p:ext>
            </p:extLst>
          </p:nvPr>
        </p:nvGraphicFramePr>
        <p:xfrm>
          <a:off x="2157158" y="4474850"/>
          <a:ext cx="6362001" cy="2347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5900" y="6742993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Around 20 ~ 30% lower coverage, comparing scheduled and actual.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1942" y="4775508"/>
            <a:ext cx="92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/>
              <a:t>%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4343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</a:t>
            </a:r>
            <a:r>
              <a:rPr lang="en-US" sz="1600" dirty="0"/>
              <a:t>Insurance </a:t>
            </a:r>
            <a:r>
              <a:rPr lang="en-US" sz="1600" dirty="0" smtClean="0"/>
              <a:t>Payment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Although the MI schedule is easy to follow, the actual coverage amount  might be vary from the scheduled MI amount.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Fitting MI Recoveries</a:t>
            </a:r>
            <a:endParaRPr lang="en-US" sz="140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899" y="655194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Here, we use the MI Haircut Factor equals to 0.8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𝐸𝑠𝑡𝑖𝑚𝑎𝑡𝑒𝑑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𝐶𝑙𝑎𝑖𝑚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𝐴𝑚𝑜𝑢𝑛𝑡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𝑂𝑟𝑖𝑔𝑖𝑛𝑎𝑡𝑖𝑜𝑛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𝐿𝑒𝑣𝑒𝑙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∗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𝑀𝐼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𝐻𝑎𝑖𝑟𝑐𝑢𝑡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1200" b="0" i="1" smtClean="0">
                          <a:latin typeface="Cambria Math"/>
                          <a:ea typeface="Cambria Math"/>
                        </a:rPr>
                        <m:t>𝐹𝑎𝑐𝑡𝑜𝑟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1" y="2515555"/>
                <a:ext cx="6286982" cy="276999"/>
              </a:xfrm>
              <a:prstGeom prst="rect">
                <a:avLst/>
              </a:prstGeom>
              <a:blipFill rotWithShape="1"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1240366280"/>
              </p:ext>
            </p:extLst>
          </p:nvPr>
        </p:nvGraphicFramePr>
        <p:xfrm>
          <a:off x="1455420" y="300228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261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5</a:t>
            </a:r>
            <a:r>
              <a:rPr lang="en-US" sz="1600" dirty="0" smtClean="0">
                <a:latin typeface="+mn-lt"/>
              </a:rPr>
              <a:t>. </a:t>
            </a:r>
            <a:r>
              <a:rPr lang="en-US" sz="1600" dirty="0"/>
              <a:t>Other Foreclosure Proceeds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Fannie Mae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Repurchase </a:t>
            </a:r>
            <a:r>
              <a:rPr lang="en-US" sz="1200" b="1" dirty="0">
                <a:latin typeface="+mn-lt"/>
              </a:rPr>
              <a:t>Make Whole </a:t>
            </a:r>
            <a:r>
              <a:rPr lang="en-US" sz="1200" b="1" dirty="0">
                <a:latin typeface="+mn-lt"/>
              </a:rPr>
              <a:t>Proceeds:</a:t>
            </a:r>
            <a:r>
              <a:rPr lang="en-US" sz="1200" dirty="0">
                <a:latin typeface="+mn-lt"/>
              </a:rPr>
              <a:t> </a:t>
            </a:r>
            <a:r>
              <a:rPr lang="en-US" sz="1200" dirty="0">
                <a:latin typeface="+mn-lt"/>
              </a:rPr>
              <a:t>Amounts received </a:t>
            </a:r>
            <a:r>
              <a:rPr lang="en-US" sz="1200" dirty="0" smtClean="0">
                <a:latin typeface="+mn-lt"/>
              </a:rPr>
              <a:t>for </a:t>
            </a:r>
            <a:r>
              <a:rPr lang="en-US" sz="1200" dirty="0">
                <a:latin typeface="+mn-lt"/>
              </a:rPr>
              <a:t>the </a:t>
            </a:r>
            <a:r>
              <a:rPr lang="en-US" sz="1200" u="sng" dirty="0">
                <a:latin typeface="+mn-lt"/>
              </a:rPr>
              <a:t>repurchase</a:t>
            </a:r>
            <a:r>
              <a:rPr lang="en-US" sz="1200" dirty="0">
                <a:latin typeface="+mn-lt"/>
              </a:rPr>
              <a:t> of the mortgage loan or the </a:t>
            </a:r>
            <a:r>
              <a:rPr lang="en-US" sz="1200" u="sng" dirty="0">
                <a:latin typeface="+mn-lt"/>
              </a:rPr>
              <a:t>subject </a:t>
            </a:r>
            <a:r>
              <a:rPr lang="en-US" sz="1200" u="sng" dirty="0" smtClean="0">
                <a:latin typeface="+mn-lt"/>
              </a:rPr>
              <a:t>property </a:t>
            </a:r>
            <a:r>
              <a:rPr lang="en-US" sz="1200" u="sng" dirty="0">
                <a:latin typeface="+mn-lt"/>
              </a:rPr>
              <a:t>or loss reimbursement</a:t>
            </a:r>
            <a:r>
              <a:rPr lang="en-US" sz="1200" dirty="0">
                <a:latin typeface="+mn-lt"/>
              </a:rPr>
              <a:t> subsequent to property disposition. 	</a:t>
            </a: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+mn-lt"/>
              </a:rPr>
              <a:t>Other Foreclosure </a:t>
            </a:r>
            <a:r>
              <a:rPr lang="en-US" sz="1200" b="1" dirty="0">
                <a:latin typeface="+mn-lt"/>
              </a:rPr>
              <a:t>Proceeds: </a:t>
            </a:r>
            <a:r>
              <a:rPr lang="en-US" sz="1200" dirty="0">
                <a:latin typeface="+mn-lt"/>
              </a:rPr>
              <a:t>Amounts, other than sale proceeds, received by Fannie Mae following foreclosure of a property, including </a:t>
            </a:r>
            <a:r>
              <a:rPr lang="en-US" sz="1200" u="sng" dirty="0">
                <a:latin typeface="+mn-lt"/>
              </a:rPr>
              <a:t>redemption proceeds </a:t>
            </a:r>
            <a:r>
              <a:rPr lang="en-US" sz="1200" dirty="0">
                <a:latin typeface="+mn-lt"/>
              </a:rPr>
              <a:t>received from the mortgagor. </a:t>
            </a:r>
            <a:r>
              <a:rPr lang="en-US" sz="1200" dirty="0"/>
              <a:t>	</a:t>
            </a:r>
            <a:endParaRPr lang="en-US" sz="12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>
                <a:latin typeface="+mn-lt"/>
              </a:rPr>
              <a:t>Freddie Mac</a:t>
            </a:r>
            <a:endParaRPr lang="en-US" sz="1400" b="1" dirty="0">
              <a:latin typeface="+mn-lt"/>
            </a:endParaRPr>
          </a:p>
          <a:p>
            <a:pPr marL="678976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Proceeds received based on </a:t>
            </a:r>
            <a:r>
              <a:rPr lang="en-US" sz="1200" u="sng" dirty="0">
                <a:latin typeface="+mn-lt"/>
              </a:rPr>
              <a:t>repurchase/make whole proceeds</a:t>
            </a:r>
            <a:r>
              <a:rPr lang="en-US" sz="1200" dirty="0">
                <a:latin typeface="+mn-lt"/>
              </a:rPr>
              <a:t>, non-sale income such as </a:t>
            </a:r>
            <a:r>
              <a:rPr lang="en-US" sz="1200" u="sng" dirty="0">
                <a:latin typeface="+mn-lt"/>
              </a:rPr>
              <a:t>refunds</a:t>
            </a:r>
            <a:r>
              <a:rPr lang="en-US" sz="1200" dirty="0">
                <a:latin typeface="+mn-lt"/>
              </a:rPr>
              <a:t> (tax or insurance), </a:t>
            </a:r>
            <a:r>
              <a:rPr lang="en-US" sz="1200" u="sng" dirty="0">
                <a:latin typeface="+mn-lt"/>
              </a:rPr>
              <a:t>hazard insurance, rental receipt, positive escrow</a:t>
            </a:r>
            <a:r>
              <a:rPr lang="en-US" sz="1200" dirty="0">
                <a:latin typeface="+mn-lt"/>
              </a:rPr>
              <a:t> and other miscellaneous credits</a:t>
            </a:r>
            <a:r>
              <a:rPr lang="en-US" sz="1200" dirty="0" smtClean="0">
                <a:latin typeface="+mn-lt"/>
              </a:rPr>
              <a:t>.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Definition</a:t>
            </a:r>
            <a:endParaRPr lang="en-US" sz="14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238" y="4976570"/>
            <a:ext cx="88502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b="1" dirty="0" smtClean="0">
                <a:latin typeface="+mn-lt"/>
              </a:rPr>
              <a:t>In other words, there is no clear way to predict </a:t>
            </a:r>
            <a:r>
              <a:rPr lang="en-US" sz="1400" b="1" dirty="0">
                <a:latin typeface="+mn-lt"/>
              </a:rPr>
              <a:t>this “Other Foreclosure Proceeds”</a:t>
            </a:r>
            <a:endParaRPr lang="en-US" sz="1400" b="1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346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Model Framework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5. Other Foreclosure Proceeds</a:t>
            </a:r>
            <a:endParaRPr lang="en-US" sz="1600" dirty="0">
              <a:latin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75238" y="1776891"/>
            <a:ext cx="8850243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As there is no clear way to predict this number, an alternative way to solve it is to get a approximation based on MI recoveries. </a:t>
            </a:r>
            <a:endParaRPr lang="en-US" sz="12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5901" y="1013460"/>
            <a:ext cx="435664" cy="5562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US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415901" y="1608460"/>
            <a:ext cx="691895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7400" y="1152644"/>
            <a:ext cx="4069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An Proxy </a:t>
            </a:r>
            <a:r>
              <a:rPr lang="en-US" sz="1400" dirty="0">
                <a:latin typeface="+mn-lt"/>
              </a:rPr>
              <a:t>of Other Foreclosure Proceeds</a:t>
            </a: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521452922"/>
              </p:ext>
            </p:extLst>
          </p:nvPr>
        </p:nvGraphicFramePr>
        <p:xfrm>
          <a:off x="1455420" y="2628900"/>
          <a:ext cx="7612380" cy="342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5901" y="6074571"/>
            <a:ext cx="520003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 smtClean="0">
                <a:latin typeface="+mn-lt"/>
              </a:rPr>
              <a:t>These two recoveries proceeds share same downward trend;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much more volatile;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2900" algn="l"/>
                <a:tab pos="2743200" algn="l"/>
              </a:tabLst>
            </a:pPr>
            <a:r>
              <a:rPr lang="en-US" sz="1400" dirty="0">
                <a:latin typeface="+mn-lt"/>
              </a:rPr>
              <a:t>Other Foreclosure </a:t>
            </a:r>
            <a:r>
              <a:rPr lang="en-US" sz="1400" dirty="0" smtClean="0">
                <a:latin typeface="+mn-lt"/>
              </a:rPr>
              <a:t>Proceeds is lower than MI recoveries after 2005.</a:t>
            </a:r>
            <a:endParaRPr lang="en-US" sz="1200" dirty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39840" y="6371751"/>
            <a:ext cx="3444240" cy="340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tabLst>
                <a:tab pos="342900" algn="l"/>
                <a:tab pos="2743200" algn="l"/>
              </a:tabLst>
            </a:pPr>
            <a:r>
              <a:rPr lang="en-US" sz="1200" b="1" dirty="0" smtClean="0">
                <a:latin typeface="+mn-lt"/>
              </a:rPr>
              <a:t>We use 0.75 times MI recoveries as a proxy.</a:t>
            </a:r>
            <a:endParaRPr lang="en-US" sz="1200" b="1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5505450" y="6514045"/>
            <a:ext cx="693420" cy="18288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𝑇𝑜𝑡𝑎𝑙</m:t>
                      </m:r>
                      <m:r>
                        <a:rPr lang="en-US" sz="1400" b="0" i="1" smtClean="0">
                          <a:latin typeface="Cambria Math"/>
                        </a:rPr>
                        <m:t> </m:t>
                      </m:r>
                      <m:r>
                        <a:rPr lang="en-US" sz="1400" b="0" i="1" smtClean="0">
                          <a:latin typeface="Cambria Math"/>
                        </a:rPr>
                        <m:t>𝑆𝑒𝑣𝑒𝑟𝑖𝑡𝑦</m:t>
                      </m:r>
                      <m:r>
                        <a:rPr lang="en-US" sz="1400" b="0" i="1" smtClean="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400" i="1" smtClean="0">
                              <a:latin typeface="+mn-lt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+mn-lt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𝐵𝑎𝑠𝑒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𝐿𝑜𝑠𝑠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𝐼𝑛𝑡𝑒𝑟𝑒𝑠𝑡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𝐸𝑥𝑝𝑒𝑛𝑠𝑒𝑠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−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𝑀𝐼</m:t>
                          </m:r>
                          <m:r>
                            <a:rPr lang="en-US" sz="1400" i="1">
                              <a:latin typeface="Cambria Math"/>
                            </a:rPr>
                            <m:t> −</m:t>
                          </m:r>
                          <m:r>
                            <a:rPr lang="en-US" sz="1400" i="1">
                              <a:latin typeface="Cambria Math"/>
                            </a:rPr>
                            <m:t>𝑂𝑡h𝑒𝑟</m:t>
                          </m:r>
                          <m:r>
                            <a:rPr lang="en-US" sz="1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𝐹𝑜𝑟𝑒𝑐𝑙𝑜𝑠𝑢𝑟𝑒</m:t>
                          </m:r>
                          <m:r>
                            <a:rPr lang="en-US" sz="1400" i="1">
                              <a:latin typeface="Cambria Math"/>
                            </a:rPr>
                            <m:t> </m:t>
                          </m:r>
                          <m:r>
                            <a:rPr lang="en-US" sz="1400" i="1">
                              <a:latin typeface="Cambria Math"/>
                            </a:rPr>
                            <m:t>𝑃𝑟𝑜𝑐𝑒𝑒𝑑𝑠</m:t>
                          </m:r>
                          <m:r>
                            <a:rPr lang="en-US" sz="1400" b="0" i="1" smtClean="0">
                              <a:latin typeface="+mn-lt"/>
                            </a:rPr>
                            <m:t>)</m:t>
                          </m:r>
                        </m:num>
                        <m:den>
                          <m:r>
                            <a:rPr lang="en-US" sz="1400" b="0" i="1" smtClean="0">
                              <a:latin typeface="+mn-lt"/>
                            </a:rPr>
                            <m:t>𝑈𝑃𝐵</m:t>
                          </m:r>
                        </m:den>
                      </m:f>
                      <m:r>
                        <a:rPr lang="en-US" sz="1400" i="1" smtClean="0">
                          <a:latin typeface="+mn-lt"/>
                          <a:ea typeface="Cambria Math"/>
                        </a:rPr>
                        <m:t>×</m:t>
                      </m:r>
                      <m:r>
                        <a:rPr lang="en-US" sz="1400" b="0" i="1" smtClean="0">
                          <a:latin typeface="+mn-lt"/>
                          <a:ea typeface="Cambria Math"/>
                        </a:rPr>
                        <m:t>100%</m:t>
                      </m:r>
                    </m:oMath>
                  </m:oMathPara>
                </a14:m>
                <a:endParaRPr lang="en-US" sz="1400" dirty="0">
                  <a:latin typeface="+mn-lt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491" y="1594671"/>
                <a:ext cx="8199120" cy="502766"/>
              </a:xfrm>
              <a:prstGeom prst="rect">
                <a:avLst/>
              </a:prstGeom>
              <a:blipFill rotWithShape="1"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68558" y="1114457"/>
            <a:ext cx="8850243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After getting all five components, we can calculate the total severity following the equation:</a:t>
            </a:r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2456001132"/>
              </p:ext>
            </p:extLst>
          </p:nvPr>
        </p:nvGraphicFramePr>
        <p:xfrm>
          <a:off x="1386840" y="4732526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23100305"/>
              </p:ext>
            </p:extLst>
          </p:nvPr>
        </p:nvGraphicFramePr>
        <p:xfrm>
          <a:off x="1386840" y="2249361"/>
          <a:ext cx="7612380" cy="2395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Box 16"/>
          <p:cNvSpPr txBox="1"/>
          <p:nvPr/>
        </p:nvSpPr>
        <p:spPr>
          <a:xfrm rot="16200000">
            <a:off x="866805" y="298799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FC</a:t>
            </a:r>
            <a:endParaRPr lang="en-US" sz="1200" b="1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 rot="16200000">
            <a:off x="866804" y="5586413"/>
            <a:ext cx="603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REO</a:t>
            </a:r>
            <a:endParaRPr lang="en-U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4018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Tracking Results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endParaRPr lang="en-US" sz="1600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8558" y="1114457"/>
            <a:ext cx="88502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Out sample test: 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+mn-lt"/>
              </a:rPr>
              <a:t>    (regression on Fannie Mae data and tracking on Freddie Mac data)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97780" y="2286000"/>
            <a:ext cx="3535680" cy="75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Need to update.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19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82503</TotalTime>
  <Words>2666</Words>
  <Application>Microsoft Office PowerPoint</Application>
  <PresentationFormat>Custom</PresentationFormat>
  <Paragraphs>615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27</vt:i4>
      </vt:variant>
    </vt:vector>
  </HeadingPairs>
  <TitlesOfParts>
    <vt:vector size="42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</vt:lpstr>
      <vt:lpstr>Description of Data </vt:lpstr>
      <vt:lpstr>Description of Data The Components of Loss Severity</vt:lpstr>
      <vt:lpstr>Empirical Observations of Loss Severity</vt:lpstr>
      <vt:lpstr>Empirical Observations of Loss Severity</vt:lpstr>
      <vt:lpstr>Model Framework 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1. Base Severity</vt:lpstr>
      <vt:lpstr>Model Framework 2. Liquidation Expenses</vt:lpstr>
      <vt:lpstr>Model Framework 2. Liquidation Expenses</vt:lpstr>
      <vt:lpstr>Model Framework 2. Liquidation Expenses</vt:lpstr>
      <vt:lpstr>Model Framework 3. Uncollected Interest</vt:lpstr>
      <vt:lpstr>Model Framework 4. Insurance Payment</vt:lpstr>
      <vt:lpstr>Model Framework 4. Insurance Payment</vt:lpstr>
      <vt:lpstr>Model Framework 4. Insurance Payment</vt:lpstr>
      <vt:lpstr>Model Framework 5. Other Foreclosure Proceeds</vt:lpstr>
      <vt:lpstr>Model Framework 5. Other Foreclosure Proceeds</vt:lpstr>
      <vt:lpstr>Tracking Results </vt:lpstr>
      <vt:lpstr>Tracking Results 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1974</cp:revision>
  <cp:lastPrinted>2014-08-14T21:45:56Z</cp:lastPrinted>
  <dcterms:created xsi:type="dcterms:W3CDTF">2011-07-07T12:37:32Z</dcterms:created>
  <dcterms:modified xsi:type="dcterms:W3CDTF">2015-10-13T21:11:31Z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